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35"/>
  </p:notesMasterIdLst>
  <p:handoutMasterIdLst>
    <p:handoutMasterId r:id="rId36"/>
  </p:handoutMasterIdLst>
  <p:sldIdLst>
    <p:sldId id="393" r:id="rId2"/>
    <p:sldId id="304" r:id="rId3"/>
    <p:sldId id="501" r:id="rId4"/>
    <p:sldId id="502" r:id="rId5"/>
    <p:sldId id="503" r:id="rId6"/>
    <p:sldId id="504" r:id="rId7"/>
    <p:sldId id="520" r:id="rId8"/>
    <p:sldId id="521" r:id="rId9"/>
    <p:sldId id="522" r:id="rId10"/>
    <p:sldId id="523" r:id="rId11"/>
    <p:sldId id="524" r:id="rId12"/>
    <p:sldId id="505" r:id="rId13"/>
    <p:sldId id="525" r:id="rId14"/>
    <p:sldId id="526" r:id="rId15"/>
    <p:sldId id="529" r:id="rId16"/>
    <p:sldId id="528" r:id="rId17"/>
    <p:sldId id="507" r:id="rId18"/>
    <p:sldId id="508" r:id="rId19"/>
    <p:sldId id="530" r:id="rId20"/>
    <p:sldId id="509" r:id="rId21"/>
    <p:sldId id="531" r:id="rId22"/>
    <p:sldId id="532" r:id="rId23"/>
    <p:sldId id="510" r:id="rId24"/>
    <p:sldId id="511" r:id="rId25"/>
    <p:sldId id="512" r:id="rId26"/>
    <p:sldId id="513" r:id="rId27"/>
    <p:sldId id="514" r:id="rId28"/>
    <p:sldId id="515" r:id="rId29"/>
    <p:sldId id="516" r:id="rId30"/>
    <p:sldId id="517" r:id="rId31"/>
    <p:sldId id="518" r:id="rId32"/>
    <p:sldId id="533" r:id="rId33"/>
    <p:sldId id="492" r:id="rId3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176" userDrawn="1">
          <p15:clr>
            <a:srgbClr val="A4A3A4"/>
          </p15:clr>
        </p15:guide>
        <p15:guide id="4" pos="5585" userDrawn="1">
          <p15:clr>
            <a:srgbClr val="A4A3A4"/>
          </p15:clr>
        </p15:guide>
        <p15:guide id="5" orient="horz" pos="210" userDrawn="1">
          <p15:clr>
            <a:srgbClr val="A4A3A4"/>
          </p15:clr>
        </p15:guide>
        <p15:guide id="6" orient="horz" pos="4110" userDrawn="1">
          <p15:clr>
            <a:srgbClr val="A4A3A4"/>
          </p15:clr>
        </p15:guide>
        <p15:guide id="7" pos="12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6822"/>
    <a:srgbClr val="17459E"/>
    <a:srgbClr val="043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D23C15-8B6E-3442-9B58-7B186F27CDA3}" v="773" dt="2023-09-18T08:47:30.2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10"/>
    <p:restoredTop sz="79252"/>
  </p:normalViewPr>
  <p:slideViewPr>
    <p:cSldViewPr snapToGrid="0" snapToObjects="1" showGuides="1">
      <p:cViewPr varScale="1">
        <p:scale>
          <a:sx n="95" d="100"/>
          <a:sy n="95" d="100"/>
        </p:scale>
        <p:origin x="2200" y="192"/>
      </p:cViewPr>
      <p:guideLst>
        <p:guide orient="horz" pos="2160"/>
        <p:guide pos="2880"/>
        <p:guide pos="176"/>
        <p:guide pos="5585"/>
        <p:guide orient="horz" pos="210"/>
        <p:guide orient="horz" pos="4110"/>
        <p:guide pos="125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97" d="100"/>
          <a:sy n="97" d="100"/>
        </p:scale>
        <p:origin x="3832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oc Huynh" userId="80c0383e323bd6ea" providerId="LiveId" clId="{FFC07FDF-56AE-4948-ACC0-E3255C161FA8}"/>
    <pc:docChg chg="custSel addSld delSld modSld">
      <pc:chgData name="Loc Huynh" userId="80c0383e323bd6ea" providerId="LiveId" clId="{FFC07FDF-56AE-4948-ACC0-E3255C161FA8}" dt="2023-09-12T00:52:16.823" v="422" actId="20577"/>
      <pc:docMkLst>
        <pc:docMk/>
      </pc:docMkLst>
      <pc:sldChg chg="add del">
        <pc:chgData name="Loc Huynh" userId="80c0383e323bd6ea" providerId="LiveId" clId="{FFC07FDF-56AE-4948-ACC0-E3255C161FA8}" dt="2023-09-12T00:35:38.874" v="113" actId="2696"/>
        <pc:sldMkLst>
          <pc:docMk/>
          <pc:sldMk cId="0" sldId="292"/>
        </pc:sldMkLst>
      </pc:sldChg>
      <pc:sldChg chg="modSp add del mod">
        <pc:chgData name="Loc Huynh" userId="80c0383e323bd6ea" providerId="LiveId" clId="{FFC07FDF-56AE-4948-ACC0-E3255C161FA8}" dt="2023-09-12T00:36:46.528" v="119" actId="2696"/>
        <pc:sldMkLst>
          <pc:docMk/>
          <pc:sldMk cId="1841662302" sldId="300"/>
        </pc:sldMkLst>
        <pc:spChg chg="mod">
          <ac:chgData name="Loc Huynh" userId="80c0383e323bd6ea" providerId="LiveId" clId="{FFC07FDF-56AE-4948-ACC0-E3255C161FA8}" dt="2023-09-12T00:35:33.195" v="38" actId="27636"/>
          <ac:spMkLst>
            <pc:docMk/>
            <pc:sldMk cId="1841662302" sldId="300"/>
            <ac:spMk id="2" creationId="{707B5CBE-3939-F54D-A22C-69B71CE11473}"/>
          </ac:spMkLst>
        </pc:spChg>
      </pc:sldChg>
      <pc:sldChg chg="del">
        <pc:chgData name="Loc Huynh" userId="80c0383e323bd6ea" providerId="LiveId" clId="{FFC07FDF-56AE-4948-ACC0-E3255C161FA8}" dt="2023-09-12T00:36:32.095" v="114" actId="2696"/>
        <pc:sldMkLst>
          <pc:docMk/>
          <pc:sldMk cId="2329642701" sldId="304"/>
        </pc:sldMkLst>
      </pc:sldChg>
      <pc:sldChg chg="modSp add mod">
        <pc:chgData name="Loc Huynh" userId="80c0383e323bd6ea" providerId="LiveId" clId="{FFC07FDF-56AE-4948-ACC0-E3255C161FA8}" dt="2023-09-12T00:50:39.234" v="404" actId="207"/>
        <pc:sldMkLst>
          <pc:docMk/>
          <pc:sldMk cId="2463610150" sldId="304"/>
        </pc:sldMkLst>
        <pc:spChg chg="mod">
          <ac:chgData name="Loc Huynh" userId="80c0383e323bd6ea" providerId="LiveId" clId="{FFC07FDF-56AE-4948-ACC0-E3255C161FA8}" dt="2023-09-12T00:50:39.234" v="404" actId="207"/>
          <ac:spMkLst>
            <pc:docMk/>
            <pc:sldMk cId="2463610150" sldId="304"/>
            <ac:spMk id="3" creationId="{F68C27CE-6A1E-0840-BC2F-D1738F041307}"/>
          </ac:spMkLst>
        </pc:spChg>
        <pc:spChg chg="mod">
          <ac:chgData name="Loc Huynh" userId="80c0383e323bd6ea" providerId="LiveId" clId="{FFC07FDF-56AE-4948-ACC0-E3255C161FA8}" dt="2023-09-12T00:48:01.660" v="321" actId="20577"/>
          <ac:spMkLst>
            <pc:docMk/>
            <pc:sldMk cId="2463610150" sldId="304"/>
            <ac:spMk id="5" creationId="{DC2E42D6-F01F-DA42-B0A3-CE37CE665C24}"/>
          </ac:spMkLst>
        </pc:spChg>
      </pc:sldChg>
      <pc:sldChg chg="delSp add del mod">
        <pc:chgData name="Loc Huynh" userId="80c0383e323bd6ea" providerId="LiveId" clId="{FFC07FDF-56AE-4948-ACC0-E3255C161FA8}" dt="2023-09-12T00:45:01.913" v="284" actId="2696"/>
        <pc:sldMkLst>
          <pc:docMk/>
          <pc:sldMk cId="2590096522" sldId="386"/>
        </pc:sldMkLst>
        <pc:spChg chg="del">
          <ac:chgData name="Loc Huynh" userId="80c0383e323bd6ea" providerId="LiveId" clId="{FFC07FDF-56AE-4948-ACC0-E3255C161FA8}" dt="2023-09-12T00:45:00.075" v="283" actId="478"/>
          <ac:spMkLst>
            <pc:docMk/>
            <pc:sldMk cId="2590096522" sldId="386"/>
            <ac:spMk id="4" creationId="{981EEFA6-A77D-D84F-A11A-230B99FFB076}"/>
          </ac:spMkLst>
        </pc:spChg>
      </pc:sldChg>
      <pc:sldChg chg="modSp add mod chgLayout">
        <pc:chgData name="Loc Huynh" userId="80c0383e323bd6ea" providerId="LiveId" clId="{FFC07FDF-56AE-4948-ACC0-E3255C161FA8}" dt="2023-09-12T00:52:16.823" v="422" actId="20577"/>
        <pc:sldMkLst>
          <pc:docMk/>
          <pc:sldMk cId="2103274842" sldId="389"/>
        </pc:sldMkLst>
        <pc:spChg chg="mod ord">
          <ac:chgData name="Loc Huynh" userId="80c0383e323bd6ea" providerId="LiveId" clId="{FFC07FDF-56AE-4948-ACC0-E3255C161FA8}" dt="2023-09-12T00:50:51.472" v="405" actId="700"/>
          <ac:spMkLst>
            <pc:docMk/>
            <pc:sldMk cId="2103274842" sldId="389"/>
            <ac:spMk id="2" creationId="{34700F01-C71B-5745-8671-92B2B0AE814D}"/>
          </ac:spMkLst>
        </pc:spChg>
        <pc:spChg chg="mod ord">
          <ac:chgData name="Loc Huynh" userId="80c0383e323bd6ea" providerId="LiveId" clId="{FFC07FDF-56AE-4948-ACC0-E3255C161FA8}" dt="2023-09-12T00:52:16.823" v="422" actId="20577"/>
          <ac:spMkLst>
            <pc:docMk/>
            <pc:sldMk cId="2103274842" sldId="389"/>
            <ac:spMk id="3" creationId="{57D3F746-5EAA-354B-933A-D7D4A545895B}"/>
          </ac:spMkLst>
        </pc:spChg>
        <pc:spChg chg="mod ord">
          <ac:chgData name="Loc Huynh" userId="80c0383e323bd6ea" providerId="LiveId" clId="{FFC07FDF-56AE-4948-ACC0-E3255C161FA8}" dt="2023-09-12T00:50:51.472" v="405" actId="700"/>
          <ac:spMkLst>
            <pc:docMk/>
            <pc:sldMk cId="2103274842" sldId="389"/>
            <ac:spMk id="4" creationId="{0A8BACB3-AF7A-C148-89DB-23608237381C}"/>
          </ac:spMkLst>
        </pc:spChg>
        <pc:spChg chg="mod ord">
          <ac:chgData name="Loc Huynh" userId="80c0383e323bd6ea" providerId="LiveId" clId="{FFC07FDF-56AE-4948-ACC0-E3255C161FA8}" dt="2023-09-12T00:50:51.472" v="405" actId="700"/>
          <ac:spMkLst>
            <pc:docMk/>
            <pc:sldMk cId="2103274842" sldId="389"/>
            <ac:spMk id="5" creationId="{6D5A6AE7-06A5-0D48-A4CC-1651F1535513}"/>
          </ac:spMkLst>
        </pc:spChg>
        <pc:picChg chg="mod">
          <ac:chgData name="Loc Huynh" userId="80c0383e323bd6ea" providerId="LiveId" clId="{FFC07FDF-56AE-4948-ACC0-E3255C161FA8}" dt="2023-09-12T00:51:15.826" v="409" actId="1076"/>
          <ac:picMkLst>
            <pc:docMk/>
            <pc:sldMk cId="2103274842" sldId="389"/>
            <ac:picMk id="7" creationId="{0A23A2F4-C966-7445-B942-85A2DDDE4C6C}"/>
          </ac:picMkLst>
        </pc:picChg>
      </pc:sldChg>
      <pc:sldChg chg="modSp add mod">
        <pc:chgData name="Loc Huynh" userId="80c0383e323bd6ea" providerId="LiveId" clId="{FFC07FDF-56AE-4948-ACC0-E3255C161FA8}" dt="2023-09-12T00:35:33.554" v="43" actId="27636"/>
        <pc:sldMkLst>
          <pc:docMk/>
          <pc:sldMk cId="3109192718" sldId="390"/>
        </pc:sldMkLst>
        <pc:spChg chg="mod">
          <ac:chgData name="Loc Huynh" userId="80c0383e323bd6ea" providerId="LiveId" clId="{FFC07FDF-56AE-4948-ACC0-E3255C161FA8}" dt="2023-09-12T00:35:33.540" v="42" actId="27636"/>
          <ac:spMkLst>
            <pc:docMk/>
            <pc:sldMk cId="3109192718" sldId="390"/>
            <ac:spMk id="4" creationId="{7595F988-04FD-5F4C-8C1B-5AB618A20DB2}"/>
          </ac:spMkLst>
        </pc:spChg>
        <pc:spChg chg="mod">
          <ac:chgData name="Loc Huynh" userId="80c0383e323bd6ea" providerId="LiveId" clId="{FFC07FDF-56AE-4948-ACC0-E3255C161FA8}" dt="2023-09-12T00:35:33.554" v="43" actId="27636"/>
          <ac:spMkLst>
            <pc:docMk/>
            <pc:sldMk cId="3109192718" sldId="390"/>
            <ac:spMk id="8" creationId="{08F2A54B-9133-D245-A36E-E96810974059}"/>
          </ac:spMkLst>
        </pc:spChg>
      </pc:sldChg>
      <pc:sldChg chg="modSp mod">
        <pc:chgData name="Loc Huynh" userId="80c0383e323bd6ea" providerId="LiveId" clId="{FFC07FDF-56AE-4948-ACC0-E3255C161FA8}" dt="2023-09-12T00:47:49.417" v="288" actId="14100"/>
        <pc:sldMkLst>
          <pc:docMk/>
          <pc:sldMk cId="4095758079" sldId="393"/>
        </pc:sldMkLst>
        <pc:spChg chg="mod">
          <ac:chgData name="Loc Huynh" userId="80c0383e323bd6ea" providerId="LiveId" clId="{FFC07FDF-56AE-4948-ACC0-E3255C161FA8}" dt="2023-09-12T00:35:04.507" v="34" actId="20577"/>
          <ac:spMkLst>
            <pc:docMk/>
            <pc:sldMk cId="4095758079" sldId="393"/>
            <ac:spMk id="2" creationId="{00000000-0000-0000-0000-000000000000}"/>
          </ac:spMkLst>
        </pc:spChg>
        <pc:spChg chg="mod">
          <ac:chgData name="Loc Huynh" userId="80c0383e323bd6ea" providerId="LiveId" clId="{FFC07FDF-56AE-4948-ACC0-E3255C161FA8}" dt="2023-09-12T00:47:49.417" v="288" actId="14100"/>
          <ac:spMkLst>
            <pc:docMk/>
            <pc:sldMk cId="4095758079" sldId="393"/>
            <ac:spMk id="6" creationId="{4FEBBFF9-93B0-4C1B-3209-2310D7A4D2B5}"/>
          </ac:spMkLst>
        </pc:spChg>
      </pc:sldChg>
      <pc:sldChg chg="modSp add mod">
        <pc:chgData name="Loc Huynh" userId="80c0383e323bd6ea" providerId="LiveId" clId="{FFC07FDF-56AE-4948-ACC0-E3255C161FA8}" dt="2023-09-12T00:35:34.581" v="68" actId="27636"/>
        <pc:sldMkLst>
          <pc:docMk/>
          <pc:sldMk cId="2252125456" sldId="417"/>
        </pc:sldMkLst>
        <pc:spChg chg="mod">
          <ac:chgData name="Loc Huynh" userId="80c0383e323bd6ea" providerId="LiveId" clId="{FFC07FDF-56AE-4948-ACC0-E3255C161FA8}" dt="2023-09-12T00:35:34.581" v="68" actId="27636"/>
          <ac:spMkLst>
            <pc:docMk/>
            <pc:sldMk cId="2252125456" sldId="417"/>
            <ac:spMk id="2" creationId="{DF2229FD-A740-5748-AFB0-392AC29E07F4}"/>
          </ac:spMkLst>
        </pc:spChg>
      </pc:sldChg>
      <pc:sldChg chg="modSp add mod">
        <pc:chgData name="Loc Huynh" userId="80c0383e323bd6ea" providerId="LiveId" clId="{FFC07FDF-56AE-4948-ACC0-E3255C161FA8}" dt="2023-09-12T00:35:34.618" v="69" actId="27636"/>
        <pc:sldMkLst>
          <pc:docMk/>
          <pc:sldMk cId="4156242330" sldId="418"/>
        </pc:sldMkLst>
        <pc:spChg chg="mod">
          <ac:chgData name="Loc Huynh" userId="80c0383e323bd6ea" providerId="LiveId" clId="{FFC07FDF-56AE-4948-ACC0-E3255C161FA8}" dt="2023-09-12T00:35:34.618" v="69" actId="27636"/>
          <ac:spMkLst>
            <pc:docMk/>
            <pc:sldMk cId="4156242330" sldId="418"/>
            <ac:spMk id="2" creationId="{DF2229FD-A740-5748-AFB0-392AC29E07F4}"/>
          </ac:spMkLst>
        </pc:spChg>
      </pc:sldChg>
      <pc:sldChg chg="modSp add mod">
        <pc:chgData name="Loc Huynh" userId="80c0383e323bd6ea" providerId="LiveId" clId="{FFC07FDF-56AE-4948-ACC0-E3255C161FA8}" dt="2023-09-12T00:35:34.642" v="70" actId="27636"/>
        <pc:sldMkLst>
          <pc:docMk/>
          <pc:sldMk cId="3461866014" sldId="419"/>
        </pc:sldMkLst>
        <pc:spChg chg="mod">
          <ac:chgData name="Loc Huynh" userId="80c0383e323bd6ea" providerId="LiveId" clId="{FFC07FDF-56AE-4948-ACC0-E3255C161FA8}" dt="2023-09-12T00:35:34.642" v="70" actId="27636"/>
          <ac:spMkLst>
            <pc:docMk/>
            <pc:sldMk cId="3461866014" sldId="419"/>
            <ac:spMk id="2" creationId="{DF2229FD-A740-5748-AFB0-392AC29E07F4}"/>
          </ac:spMkLst>
        </pc:spChg>
      </pc:sldChg>
      <pc:sldChg chg="modSp add mod">
        <pc:chgData name="Loc Huynh" userId="80c0383e323bd6ea" providerId="LiveId" clId="{FFC07FDF-56AE-4948-ACC0-E3255C161FA8}" dt="2023-09-12T00:35:34.674" v="71" actId="27636"/>
        <pc:sldMkLst>
          <pc:docMk/>
          <pc:sldMk cId="752068417" sldId="420"/>
        </pc:sldMkLst>
        <pc:spChg chg="mod">
          <ac:chgData name="Loc Huynh" userId="80c0383e323bd6ea" providerId="LiveId" clId="{FFC07FDF-56AE-4948-ACC0-E3255C161FA8}" dt="2023-09-12T00:35:34.674" v="71" actId="27636"/>
          <ac:spMkLst>
            <pc:docMk/>
            <pc:sldMk cId="752068417" sldId="420"/>
            <ac:spMk id="2" creationId="{DF2229FD-A740-5748-AFB0-392AC29E07F4}"/>
          </ac:spMkLst>
        </pc:spChg>
      </pc:sldChg>
      <pc:sldChg chg="modSp add mod">
        <pc:chgData name="Loc Huynh" userId="80c0383e323bd6ea" providerId="LiveId" clId="{FFC07FDF-56AE-4948-ACC0-E3255C161FA8}" dt="2023-09-12T00:35:34.707" v="72" actId="27636"/>
        <pc:sldMkLst>
          <pc:docMk/>
          <pc:sldMk cId="4002749354" sldId="421"/>
        </pc:sldMkLst>
        <pc:spChg chg="mod">
          <ac:chgData name="Loc Huynh" userId="80c0383e323bd6ea" providerId="LiveId" clId="{FFC07FDF-56AE-4948-ACC0-E3255C161FA8}" dt="2023-09-12T00:35:34.707" v="72" actId="27636"/>
          <ac:spMkLst>
            <pc:docMk/>
            <pc:sldMk cId="4002749354" sldId="421"/>
            <ac:spMk id="2" creationId="{DF2229FD-A740-5748-AFB0-392AC29E07F4}"/>
          </ac:spMkLst>
        </pc:spChg>
      </pc:sldChg>
      <pc:sldChg chg="modSp add mod">
        <pc:chgData name="Loc Huynh" userId="80c0383e323bd6ea" providerId="LiveId" clId="{FFC07FDF-56AE-4948-ACC0-E3255C161FA8}" dt="2023-09-12T00:35:34.776" v="73" actId="27636"/>
        <pc:sldMkLst>
          <pc:docMk/>
          <pc:sldMk cId="1018241307" sldId="422"/>
        </pc:sldMkLst>
        <pc:spChg chg="mod">
          <ac:chgData name="Loc Huynh" userId="80c0383e323bd6ea" providerId="LiveId" clId="{FFC07FDF-56AE-4948-ACC0-E3255C161FA8}" dt="2023-09-12T00:35:34.776" v="73" actId="27636"/>
          <ac:spMkLst>
            <pc:docMk/>
            <pc:sldMk cId="1018241307" sldId="422"/>
            <ac:spMk id="2" creationId="{DF2229FD-A740-5748-AFB0-392AC29E07F4}"/>
          </ac:spMkLst>
        </pc:spChg>
      </pc:sldChg>
      <pc:sldChg chg="modSp add mod">
        <pc:chgData name="Loc Huynh" userId="80c0383e323bd6ea" providerId="LiveId" clId="{FFC07FDF-56AE-4948-ACC0-E3255C161FA8}" dt="2023-09-12T00:35:34.901" v="75" actId="27636"/>
        <pc:sldMkLst>
          <pc:docMk/>
          <pc:sldMk cId="1060857223" sldId="423"/>
        </pc:sldMkLst>
        <pc:spChg chg="mod">
          <ac:chgData name="Loc Huynh" userId="80c0383e323bd6ea" providerId="LiveId" clId="{FFC07FDF-56AE-4948-ACC0-E3255C161FA8}" dt="2023-09-12T00:35:34.901" v="75" actId="27636"/>
          <ac:spMkLst>
            <pc:docMk/>
            <pc:sldMk cId="1060857223" sldId="423"/>
            <ac:spMk id="2" creationId="{80F262CC-7108-BA47-9DF4-6470E3B2A4D3}"/>
          </ac:spMkLst>
        </pc:spChg>
        <pc:spChg chg="mod">
          <ac:chgData name="Loc Huynh" userId="80c0383e323bd6ea" providerId="LiveId" clId="{FFC07FDF-56AE-4948-ACC0-E3255C161FA8}" dt="2023-09-12T00:35:34.899" v="74" actId="27636"/>
          <ac:spMkLst>
            <pc:docMk/>
            <pc:sldMk cId="1060857223" sldId="423"/>
            <ac:spMk id="3" creationId="{9AF62101-CCA0-D741-965E-52864A21749A}"/>
          </ac:spMkLst>
        </pc:spChg>
      </pc:sldChg>
      <pc:sldChg chg="modSp add mod">
        <pc:chgData name="Loc Huynh" userId="80c0383e323bd6ea" providerId="LiveId" clId="{FFC07FDF-56AE-4948-ACC0-E3255C161FA8}" dt="2023-09-12T00:35:34.930" v="76" actId="27636"/>
        <pc:sldMkLst>
          <pc:docMk/>
          <pc:sldMk cId="1639710476" sldId="424"/>
        </pc:sldMkLst>
        <pc:spChg chg="mod">
          <ac:chgData name="Loc Huynh" userId="80c0383e323bd6ea" providerId="LiveId" clId="{FFC07FDF-56AE-4948-ACC0-E3255C161FA8}" dt="2023-09-12T00:35:34.930" v="76" actId="27636"/>
          <ac:spMkLst>
            <pc:docMk/>
            <pc:sldMk cId="1639710476" sldId="424"/>
            <ac:spMk id="2" creationId="{80F262CC-7108-BA47-9DF4-6470E3B2A4D3}"/>
          </ac:spMkLst>
        </pc:spChg>
      </pc:sldChg>
      <pc:sldChg chg="modSp add mod">
        <pc:chgData name="Loc Huynh" userId="80c0383e323bd6ea" providerId="LiveId" clId="{FFC07FDF-56AE-4948-ACC0-E3255C161FA8}" dt="2023-09-12T00:35:35.057" v="78" actId="27636"/>
        <pc:sldMkLst>
          <pc:docMk/>
          <pc:sldMk cId="3333566873" sldId="425"/>
        </pc:sldMkLst>
        <pc:spChg chg="mod">
          <ac:chgData name="Loc Huynh" userId="80c0383e323bd6ea" providerId="LiveId" clId="{FFC07FDF-56AE-4948-ACC0-E3255C161FA8}" dt="2023-09-12T00:35:35.057" v="78" actId="27636"/>
          <ac:spMkLst>
            <pc:docMk/>
            <pc:sldMk cId="3333566873" sldId="425"/>
            <ac:spMk id="2" creationId="{80F262CC-7108-BA47-9DF4-6470E3B2A4D3}"/>
          </ac:spMkLst>
        </pc:spChg>
      </pc:sldChg>
      <pc:sldChg chg="modSp add mod">
        <pc:chgData name="Loc Huynh" userId="80c0383e323bd6ea" providerId="LiveId" clId="{FFC07FDF-56AE-4948-ACC0-E3255C161FA8}" dt="2023-09-12T00:35:34.961" v="77" actId="27636"/>
        <pc:sldMkLst>
          <pc:docMk/>
          <pc:sldMk cId="42986778" sldId="426"/>
        </pc:sldMkLst>
        <pc:spChg chg="mod">
          <ac:chgData name="Loc Huynh" userId="80c0383e323bd6ea" providerId="LiveId" clId="{FFC07FDF-56AE-4948-ACC0-E3255C161FA8}" dt="2023-09-12T00:35:34.961" v="77" actId="27636"/>
          <ac:spMkLst>
            <pc:docMk/>
            <pc:sldMk cId="42986778" sldId="426"/>
            <ac:spMk id="2" creationId="{80F262CC-7108-BA47-9DF4-6470E3B2A4D3}"/>
          </ac:spMkLst>
        </pc:spChg>
      </pc:sldChg>
      <pc:sldChg chg="modSp add mod">
        <pc:chgData name="Loc Huynh" userId="80c0383e323bd6ea" providerId="LiveId" clId="{FFC07FDF-56AE-4948-ACC0-E3255C161FA8}" dt="2023-09-12T00:35:35.104" v="79" actId="27636"/>
        <pc:sldMkLst>
          <pc:docMk/>
          <pc:sldMk cId="3400533864" sldId="427"/>
        </pc:sldMkLst>
        <pc:spChg chg="mod">
          <ac:chgData name="Loc Huynh" userId="80c0383e323bd6ea" providerId="LiveId" clId="{FFC07FDF-56AE-4948-ACC0-E3255C161FA8}" dt="2023-09-12T00:35:35.104" v="79" actId="27636"/>
          <ac:spMkLst>
            <pc:docMk/>
            <pc:sldMk cId="3400533864" sldId="427"/>
            <ac:spMk id="2" creationId="{899DFE1E-6383-B44C-B387-B63B6B1BC446}"/>
          </ac:spMkLst>
        </pc:spChg>
      </pc:sldChg>
      <pc:sldChg chg="modSp add mod">
        <pc:chgData name="Loc Huynh" userId="80c0383e323bd6ea" providerId="LiveId" clId="{FFC07FDF-56AE-4948-ACC0-E3255C161FA8}" dt="2023-09-12T00:35:35.149" v="80" actId="27636"/>
        <pc:sldMkLst>
          <pc:docMk/>
          <pc:sldMk cId="1376264870" sldId="428"/>
        </pc:sldMkLst>
        <pc:spChg chg="mod">
          <ac:chgData name="Loc Huynh" userId="80c0383e323bd6ea" providerId="LiveId" clId="{FFC07FDF-56AE-4948-ACC0-E3255C161FA8}" dt="2023-09-12T00:35:35.149" v="80" actId="27636"/>
          <ac:spMkLst>
            <pc:docMk/>
            <pc:sldMk cId="1376264870" sldId="428"/>
            <ac:spMk id="2" creationId="{899DFE1E-6383-B44C-B387-B63B6B1BC446}"/>
          </ac:spMkLst>
        </pc:spChg>
      </pc:sldChg>
      <pc:sldChg chg="modSp add mod">
        <pc:chgData name="Loc Huynh" userId="80c0383e323bd6ea" providerId="LiveId" clId="{FFC07FDF-56AE-4948-ACC0-E3255C161FA8}" dt="2023-09-12T00:35:35.540" v="87" actId="27636"/>
        <pc:sldMkLst>
          <pc:docMk/>
          <pc:sldMk cId="2750843972" sldId="429"/>
        </pc:sldMkLst>
        <pc:spChg chg="mod">
          <ac:chgData name="Loc Huynh" userId="80c0383e323bd6ea" providerId="LiveId" clId="{FFC07FDF-56AE-4948-ACC0-E3255C161FA8}" dt="2023-09-12T00:35:35.540" v="87" actId="27636"/>
          <ac:spMkLst>
            <pc:docMk/>
            <pc:sldMk cId="2750843972" sldId="429"/>
            <ac:spMk id="2" creationId="{67D965CF-1D55-5443-919B-AC77503498CA}"/>
          </ac:spMkLst>
        </pc:spChg>
      </pc:sldChg>
      <pc:sldChg chg="modSp add mod">
        <pc:chgData name="Loc Huynh" userId="80c0383e323bd6ea" providerId="LiveId" clId="{FFC07FDF-56AE-4948-ACC0-E3255C161FA8}" dt="2023-09-12T00:35:35.283" v="81" actId="27636"/>
        <pc:sldMkLst>
          <pc:docMk/>
          <pc:sldMk cId="892916379" sldId="430"/>
        </pc:sldMkLst>
        <pc:spChg chg="mod">
          <ac:chgData name="Loc Huynh" userId="80c0383e323bd6ea" providerId="LiveId" clId="{FFC07FDF-56AE-4948-ACC0-E3255C161FA8}" dt="2023-09-12T00:35:35.283" v="81" actId="27636"/>
          <ac:spMkLst>
            <pc:docMk/>
            <pc:sldMk cId="892916379" sldId="430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5.407" v="83" actId="27636"/>
        <pc:sldMkLst>
          <pc:docMk/>
          <pc:sldMk cId="1943365552" sldId="433"/>
        </pc:sldMkLst>
        <pc:spChg chg="mod">
          <ac:chgData name="Loc Huynh" userId="80c0383e323bd6ea" providerId="LiveId" clId="{FFC07FDF-56AE-4948-ACC0-E3255C161FA8}" dt="2023-09-12T00:35:35.407" v="83" actId="27636"/>
          <ac:spMkLst>
            <pc:docMk/>
            <pc:sldMk cId="1943365552" sldId="433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5.444" v="84" actId="27636"/>
        <pc:sldMkLst>
          <pc:docMk/>
          <pc:sldMk cId="1953601379" sldId="434"/>
        </pc:sldMkLst>
        <pc:spChg chg="mod">
          <ac:chgData name="Loc Huynh" userId="80c0383e323bd6ea" providerId="LiveId" clId="{FFC07FDF-56AE-4948-ACC0-E3255C161FA8}" dt="2023-09-12T00:35:35.444" v="84" actId="27636"/>
          <ac:spMkLst>
            <pc:docMk/>
            <pc:sldMk cId="1953601379" sldId="434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5.474" v="85" actId="27636"/>
        <pc:sldMkLst>
          <pc:docMk/>
          <pc:sldMk cId="41131106" sldId="436"/>
        </pc:sldMkLst>
        <pc:spChg chg="mod">
          <ac:chgData name="Loc Huynh" userId="80c0383e323bd6ea" providerId="LiveId" clId="{FFC07FDF-56AE-4948-ACC0-E3255C161FA8}" dt="2023-09-12T00:35:35.474" v="85" actId="27636"/>
          <ac:spMkLst>
            <pc:docMk/>
            <pc:sldMk cId="41131106" sldId="436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5.371" v="82" actId="27636"/>
        <pc:sldMkLst>
          <pc:docMk/>
          <pc:sldMk cId="3186563993" sldId="439"/>
        </pc:sldMkLst>
        <pc:spChg chg="mod">
          <ac:chgData name="Loc Huynh" userId="80c0383e323bd6ea" providerId="LiveId" clId="{FFC07FDF-56AE-4948-ACC0-E3255C161FA8}" dt="2023-09-12T00:35:35.371" v="82" actId="27636"/>
          <ac:spMkLst>
            <pc:docMk/>
            <pc:sldMk cId="3186563993" sldId="439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5.504" v="86" actId="27636"/>
        <pc:sldMkLst>
          <pc:docMk/>
          <pc:sldMk cId="4080267677" sldId="440"/>
        </pc:sldMkLst>
        <pc:spChg chg="mod">
          <ac:chgData name="Loc Huynh" userId="80c0383e323bd6ea" providerId="LiveId" clId="{FFC07FDF-56AE-4948-ACC0-E3255C161FA8}" dt="2023-09-12T00:35:35.504" v="86" actId="27636"/>
          <ac:spMkLst>
            <pc:docMk/>
            <pc:sldMk cId="4080267677" sldId="440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6.206" v="105" actId="27636"/>
        <pc:sldMkLst>
          <pc:docMk/>
          <pc:sldMk cId="2359405987" sldId="442"/>
        </pc:sldMkLst>
        <pc:spChg chg="mod">
          <ac:chgData name="Loc Huynh" userId="80c0383e323bd6ea" providerId="LiveId" clId="{FFC07FDF-56AE-4948-ACC0-E3255C161FA8}" dt="2023-09-12T00:35:36.206" v="105" actId="27636"/>
          <ac:spMkLst>
            <pc:docMk/>
            <pc:sldMk cId="2359405987" sldId="442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6.250" v="106" actId="27636"/>
        <pc:sldMkLst>
          <pc:docMk/>
          <pc:sldMk cId="2035529738" sldId="443"/>
        </pc:sldMkLst>
        <pc:spChg chg="mod">
          <ac:chgData name="Loc Huynh" userId="80c0383e323bd6ea" providerId="LiveId" clId="{FFC07FDF-56AE-4948-ACC0-E3255C161FA8}" dt="2023-09-12T00:35:36.250" v="106" actId="27636"/>
          <ac:spMkLst>
            <pc:docMk/>
            <pc:sldMk cId="2035529738" sldId="443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3.416" v="41" actId="27636"/>
        <pc:sldMkLst>
          <pc:docMk/>
          <pc:sldMk cId="4105547035" sldId="448"/>
        </pc:sldMkLst>
        <pc:spChg chg="mod">
          <ac:chgData name="Loc Huynh" userId="80c0383e323bd6ea" providerId="LiveId" clId="{FFC07FDF-56AE-4948-ACC0-E3255C161FA8}" dt="2023-09-12T00:35:33.416" v="41" actId="27636"/>
          <ac:spMkLst>
            <pc:docMk/>
            <pc:sldMk cId="4105547035" sldId="448"/>
            <ac:spMk id="2" creationId="{5EE83C73-B468-9547-9EDA-C0F5E10AC545}"/>
          </ac:spMkLst>
        </pc:spChg>
      </pc:sldChg>
      <pc:sldChg chg="modSp add mod">
        <pc:chgData name="Loc Huynh" userId="80c0383e323bd6ea" providerId="LiveId" clId="{FFC07FDF-56AE-4948-ACC0-E3255C161FA8}" dt="2023-09-12T00:35:33.608" v="44" actId="27636"/>
        <pc:sldMkLst>
          <pc:docMk/>
          <pc:sldMk cId="358272439" sldId="449"/>
        </pc:sldMkLst>
        <pc:spChg chg="mod">
          <ac:chgData name="Loc Huynh" userId="80c0383e323bd6ea" providerId="LiveId" clId="{FFC07FDF-56AE-4948-ACC0-E3255C161FA8}" dt="2023-09-12T00:35:33.608" v="44" actId="27636"/>
          <ac:spMkLst>
            <pc:docMk/>
            <pc:sldMk cId="358272439" sldId="449"/>
            <ac:spMk id="2" creationId="{307E12B0-30AF-E944-9837-C92AEF49A357}"/>
          </ac:spMkLst>
        </pc:spChg>
      </pc:sldChg>
      <pc:sldChg chg="modSp add mod">
        <pc:chgData name="Loc Huynh" userId="80c0383e323bd6ea" providerId="LiveId" clId="{FFC07FDF-56AE-4948-ACC0-E3255C161FA8}" dt="2023-09-12T00:35:33.641" v="45" actId="27636"/>
        <pc:sldMkLst>
          <pc:docMk/>
          <pc:sldMk cId="3450026280" sldId="450"/>
        </pc:sldMkLst>
        <pc:spChg chg="mod">
          <ac:chgData name="Loc Huynh" userId="80c0383e323bd6ea" providerId="LiveId" clId="{FFC07FDF-56AE-4948-ACC0-E3255C161FA8}" dt="2023-09-12T00:35:33.641" v="45" actId="27636"/>
          <ac:spMkLst>
            <pc:docMk/>
            <pc:sldMk cId="3450026280" sldId="450"/>
            <ac:spMk id="2" creationId="{307E12B0-30AF-E944-9837-C92AEF49A357}"/>
          </ac:spMkLst>
        </pc:spChg>
      </pc:sldChg>
      <pc:sldChg chg="modSp add mod">
        <pc:chgData name="Loc Huynh" userId="80c0383e323bd6ea" providerId="LiveId" clId="{FFC07FDF-56AE-4948-ACC0-E3255C161FA8}" dt="2023-09-12T00:35:33.694" v="47" actId="27636"/>
        <pc:sldMkLst>
          <pc:docMk/>
          <pc:sldMk cId="2343509165" sldId="451"/>
        </pc:sldMkLst>
        <pc:spChg chg="mod">
          <ac:chgData name="Loc Huynh" userId="80c0383e323bd6ea" providerId="LiveId" clId="{FFC07FDF-56AE-4948-ACC0-E3255C161FA8}" dt="2023-09-12T00:35:33.694" v="47" actId="27636"/>
          <ac:spMkLst>
            <pc:docMk/>
            <pc:sldMk cId="2343509165" sldId="451"/>
            <ac:spMk id="2" creationId="{77B9269B-79C8-1341-B6DB-813F3CC2A24B}"/>
          </ac:spMkLst>
        </pc:spChg>
        <pc:spChg chg="mod">
          <ac:chgData name="Loc Huynh" userId="80c0383e323bd6ea" providerId="LiveId" clId="{FFC07FDF-56AE-4948-ACC0-E3255C161FA8}" dt="2023-09-12T00:35:33.691" v="46" actId="27636"/>
          <ac:spMkLst>
            <pc:docMk/>
            <pc:sldMk cId="2343509165" sldId="451"/>
            <ac:spMk id="3" creationId="{2367EAE8-B0EA-5F48-8E8B-1FAEEDF05579}"/>
          </ac:spMkLst>
        </pc:spChg>
      </pc:sldChg>
      <pc:sldChg chg="modSp add mod">
        <pc:chgData name="Loc Huynh" userId="80c0383e323bd6ea" providerId="LiveId" clId="{FFC07FDF-56AE-4948-ACC0-E3255C161FA8}" dt="2023-09-12T00:35:33.722" v="48" actId="27636"/>
        <pc:sldMkLst>
          <pc:docMk/>
          <pc:sldMk cId="547251480" sldId="452"/>
        </pc:sldMkLst>
        <pc:spChg chg="mod">
          <ac:chgData name="Loc Huynh" userId="80c0383e323bd6ea" providerId="LiveId" clId="{FFC07FDF-56AE-4948-ACC0-E3255C161FA8}" dt="2023-09-12T00:35:33.722" v="48" actId="27636"/>
          <ac:spMkLst>
            <pc:docMk/>
            <pc:sldMk cId="547251480" sldId="452"/>
            <ac:spMk id="2" creationId="{B3C24E39-D109-1542-820A-B8D614A212A9}"/>
          </ac:spMkLst>
        </pc:spChg>
      </pc:sldChg>
      <pc:sldChg chg="modSp add mod">
        <pc:chgData name="Loc Huynh" userId="80c0383e323bd6ea" providerId="LiveId" clId="{FFC07FDF-56AE-4948-ACC0-E3255C161FA8}" dt="2023-09-12T00:35:33.766" v="50" actId="27636"/>
        <pc:sldMkLst>
          <pc:docMk/>
          <pc:sldMk cId="973002323" sldId="453"/>
        </pc:sldMkLst>
        <pc:spChg chg="mod">
          <ac:chgData name="Loc Huynh" userId="80c0383e323bd6ea" providerId="LiveId" clId="{FFC07FDF-56AE-4948-ACC0-E3255C161FA8}" dt="2023-09-12T00:35:33.751" v="49" actId="27636"/>
          <ac:spMkLst>
            <pc:docMk/>
            <pc:sldMk cId="973002323" sldId="453"/>
            <ac:spMk id="2" creationId="{B3C24E39-D109-1542-820A-B8D614A212A9}"/>
          </ac:spMkLst>
        </pc:spChg>
        <pc:spChg chg="mod">
          <ac:chgData name="Loc Huynh" userId="80c0383e323bd6ea" providerId="LiveId" clId="{FFC07FDF-56AE-4948-ACC0-E3255C161FA8}" dt="2023-09-12T00:35:33.766" v="50" actId="27636"/>
          <ac:spMkLst>
            <pc:docMk/>
            <pc:sldMk cId="973002323" sldId="453"/>
            <ac:spMk id="3" creationId="{176A9FE1-2294-4F44-B43C-EB2898277BF1}"/>
          </ac:spMkLst>
        </pc:spChg>
      </pc:sldChg>
      <pc:sldChg chg="add">
        <pc:chgData name="Loc Huynh" userId="80c0383e323bd6ea" providerId="LiveId" clId="{FFC07FDF-56AE-4948-ACC0-E3255C161FA8}" dt="2023-09-12T00:35:31.138" v="35"/>
        <pc:sldMkLst>
          <pc:docMk/>
          <pc:sldMk cId="2104086031" sldId="454"/>
        </pc:sldMkLst>
      </pc:sldChg>
      <pc:sldChg chg="modSp add mod">
        <pc:chgData name="Loc Huynh" userId="80c0383e323bd6ea" providerId="LiveId" clId="{FFC07FDF-56AE-4948-ACC0-E3255C161FA8}" dt="2023-09-12T00:35:33.796" v="51" actId="27636"/>
        <pc:sldMkLst>
          <pc:docMk/>
          <pc:sldMk cId="2538116365" sldId="455"/>
        </pc:sldMkLst>
        <pc:spChg chg="mod">
          <ac:chgData name="Loc Huynh" userId="80c0383e323bd6ea" providerId="LiveId" clId="{FFC07FDF-56AE-4948-ACC0-E3255C161FA8}" dt="2023-09-12T00:35:33.796" v="51" actId="27636"/>
          <ac:spMkLst>
            <pc:docMk/>
            <pc:sldMk cId="2538116365" sldId="455"/>
            <ac:spMk id="2" creationId="{3DD2764E-2400-8D4C-98E1-8E8465AF8CBD}"/>
          </ac:spMkLst>
        </pc:spChg>
      </pc:sldChg>
      <pc:sldChg chg="modSp add mod">
        <pc:chgData name="Loc Huynh" userId="80c0383e323bd6ea" providerId="LiveId" clId="{FFC07FDF-56AE-4948-ACC0-E3255C161FA8}" dt="2023-09-12T00:35:33.826" v="52" actId="27636"/>
        <pc:sldMkLst>
          <pc:docMk/>
          <pc:sldMk cId="336719145" sldId="456"/>
        </pc:sldMkLst>
        <pc:spChg chg="mod">
          <ac:chgData name="Loc Huynh" userId="80c0383e323bd6ea" providerId="LiveId" clId="{FFC07FDF-56AE-4948-ACC0-E3255C161FA8}" dt="2023-09-12T00:35:33.826" v="52" actId="27636"/>
          <ac:spMkLst>
            <pc:docMk/>
            <pc:sldMk cId="336719145" sldId="456"/>
            <ac:spMk id="2" creationId="{703D850F-9603-3946-BD26-6A6AA1D03F2B}"/>
          </ac:spMkLst>
        </pc:spChg>
      </pc:sldChg>
      <pc:sldChg chg="modSp add mod">
        <pc:chgData name="Loc Huynh" userId="80c0383e323bd6ea" providerId="LiveId" clId="{FFC07FDF-56AE-4948-ACC0-E3255C161FA8}" dt="2023-09-12T00:35:33.966" v="54" actId="27636"/>
        <pc:sldMkLst>
          <pc:docMk/>
          <pc:sldMk cId="844610759" sldId="457"/>
        </pc:sldMkLst>
        <pc:spChg chg="mod">
          <ac:chgData name="Loc Huynh" userId="80c0383e323bd6ea" providerId="LiveId" clId="{FFC07FDF-56AE-4948-ACC0-E3255C161FA8}" dt="2023-09-12T00:35:33.907" v="53" actId="27636"/>
          <ac:spMkLst>
            <pc:docMk/>
            <pc:sldMk cId="844610759" sldId="457"/>
            <ac:spMk id="2" creationId="{703D850F-9603-3946-BD26-6A6AA1D03F2B}"/>
          </ac:spMkLst>
        </pc:spChg>
        <pc:spChg chg="mod">
          <ac:chgData name="Loc Huynh" userId="80c0383e323bd6ea" providerId="LiveId" clId="{FFC07FDF-56AE-4948-ACC0-E3255C161FA8}" dt="2023-09-12T00:35:33.966" v="54" actId="27636"/>
          <ac:spMkLst>
            <pc:docMk/>
            <pc:sldMk cId="844610759" sldId="457"/>
            <ac:spMk id="3" creationId="{7B0A1E63-139D-6A40-9ED6-A4927BB7C207}"/>
          </ac:spMkLst>
        </pc:spChg>
      </pc:sldChg>
      <pc:sldChg chg="modSp add mod">
        <pc:chgData name="Loc Huynh" userId="80c0383e323bd6ea" providerId="LiveId" clId="{FFC07FDF-56AE-4948-ACC0-E3255C161FA8}" dt="2023-09-12T00:35:34.055" v="56" actId="27636"/>
        <pc:sldMkLst>
          <pc:docMk/>
          <pc:sldMk cId="1501404333" sldId="458"/>
        </pc:sldMkLst>
        <pc:spChg chg="mod">
          <ac:chgData name="Loc Huynh" userId="80c0383e323bd6ea" providerId="LiveId" clId="{FFC07FDF-56AE-4948-ACC0-E3255C161FA8}" dt="2023-09-12T00:35:34.055" v="56" actId="27636"/>
          <ac:spMkLst>
            <pc:docMk/>
            <pc:sldMk cId="1501404333" sldId="458"/>
            <ac:spMk id="4" creationId="{D1264F53-9C65-6748-AB3B-94A97F7D4778}"/>
          </ac:spMkLst>
        </pc:spChg>
        <pc:spChg chg="mod">
          <ac:chgData name="Loc Huynh" userId="80c0383e323bd6ea" providerId="LiveId" clId="{FFC07FDF-56AE-4948-ACC0-E3255C161FA8}" dt="2023-09-12T00:35:34.052" v="55" actId="27636"/>
          <ac:spMkLst>
            <pc:docMk/>
            <pc:sldMk cId="1501404333" sldId="458"/>
            <ac:spMk id="8" creationId="{E3DF5B96-99A2-FB47-81C4-3107811DF7AE}"/>
          </ac:spMkLst>
        </pc:spChg>
      </pc:sldChg>
      <pc:sldChg chg="modSp add mod">
        <pc:chgData name="Loc Huynh" userId="80c0383e323bd6ea" providerId="LiveId" clId="{FFC07FDF-56AE-4948-ACC0-E3255C161FA8}" dt="2023-09-12T00:35:34.091" v="57" actId="27636"/>
        <pc:sldMkLst>
          <pc:docMk/>
          <pc:sldMk cId="760621709" sldId="459"/>
        </pc:sldMkLst>
        <pc:spChg chg="mod">
          <ac:chgData name="Loc Huynh" userId="80c0383e323bd6ea" providerId="LiveId" clId="{FFC07FDF-56AE-4948-ACC0-E3255C161FA8}" dt="2023-09-12T00:35:34.091" v="57" actId="27636"/>
          <ac:spMkLst>
            <pc:docMk/>
            <pc:sldMk cId="760621709" sldId="459"/>
            <ac:spMk id="2" creationId="{A084E511-2F0A-2E4E-93F8-16231F34AE9E}"/>
          </ac:spMkLst>
        </pc:spChg>
      </pc:sldChg>
      <pc:sldChg chg="modSp add mod">
        <pc:chgData name="Loc Huynh" userId="80c0383e323bd6ea" providerId="LiveId" clId="{FFC07FDF-56AE-4948-ACC0-E3255C161FA8}" dt="2023-09-12T00:35:34.129" v="58" actId="27636"/>
        <pc:sldMkLst>
          <pc:docMk/>
          <pc:sldMk cId="547033570" sldId="460"/>
        </pc:sldMkLst>
        <pc:spChg chg="mod">
          <ac:chgData name="Loc Huynh" userId="80c0383e323bd6ea" providerId="LiveId" clId="{FFC07FDF-56AE-4948-ACC0-E3255C161FA8}" dt="2023-09-12T00:35:34.129" v="58" actId="27636"/>
          <ac:spMkLst>
            <pc:docMk/>
            <pc:sldMk cId="547033570" sldId="460"/>
            <ac:spMk id="2" creationId="{A084E511-2F0A-2E4E-93F8-16231F34AE9E}"/>
          </ac:spMkLst>
        </pc:spChg>
      </pc:sldChg>
      <pc:sldChg chg="modSp add mod">
        <pc:chgData name="Loc Huynh" userId="80c0383e323bd6ea" providerId="LiveId" clId="{FFC07FDF-56AE-4948-ACC0-E3255C161FA8}" dt="2023-09-12T00:35:34.157" v="59" actId="27636"/>
        <pc:sldMkLst>
          <pc:docMk/>
          <pc:sldMk cId="2304379650" sldId="461"/>
        </pc:sldMkLst>
        <pc:spChg chg="mod">
          <ac:chgData name="Loc Huynh" userId="80c0383e323bd6ea" providerId="LiveId" clId="{FFC07FDF-56AE-4948-ACC0-E3255C161FA8}" dt="2023-09-12T00:35:34.157" v="59" actId="27636"/>
          <ac:spMkLst>
            <pc:docMk/>
            <pc:sldMk cId="2304379650" sldId="461"/>
            <ac:spMk id="2" creationId="{A084E511-2F0A-2E4E-93F8-16231F34AE9E}"/>
          </ac:spMkLst>
        </pc:spChg>
      </pc:sldChg>
      <pc:sldChg chg="modSp add mod">
        <pc:chgData name="Loc Huynh" userId="80c0383e323bd6ea" providerId="LiveId" clId="{FFC07FDF-56AE-4948-ACC0-E3255C161FA8}" dt="2023-09-12T00:35:34.240" v="60" actId="27636"/>
        <pc:sldMkLst>
          <pc:docMk/>
          <pc:sldMk cId="1909827065" sldId="462"/>
        </pc:sldMkLst>
        <pc:spChg chg="mod">
          <ac:chgData name="Loc Huynh" userId="80c0383e323bd6ea" providerId="LiveId" clId="{FFC07FDF-56AE-4948-ACC0-E3255C161FA8}" dt="2023-09-12T00:35:34.240" v="60" actId="27636"/>
          <ac:spMkLst>
            <pc:docMk/>
            <pc:sldMk cId="1909827065" sldId="462"/>
            <ac:spMk id="2" creationId="{A084E511-2F0A-2E4E-93F8-16231F34AE9E}"/>
          </ac:spMkLst>
        </pc:spChg>
      </pc:sldChg>
      <pc:sldChg chg="modSp add mod">
        <pc:chgData name="Loc Huynh" userId="80c0383e323bd6ea" providerId="LiveId" clId="{FFC07FDF-56AE-4948-ACC0-E3255C161FA8}" dt="2023-09-12T00:35:34.292" v="61" actId="27636"/>
        <pc:sldMkLst>
          <pc:docMk/>
          <pc:sldMk cId="1184405224" sldId="463"/>
        </pc:sldMkLst>
        <pc:spChg chg="mod">
          <ac:chgData name="Loc Huynh" userId="80c0383e323bd6ea" providerId="LiveId" clId="{FFC07FDF-56AE-4948-ACC0-E3255C161FA8}" dt="2023-09-12T00:35:34.292" v="61" actId="27636"/>
          <ac:spMkLst>
            <pc:docMk/>
            <pc:sldMk cId="1184405224" sldId="463"/>
            <ac:spMk id="2" creationId="{A084E511-2F0A-2E4E-93F8-16231F34AE9E}"/>
          </ac:spMkLst>
        </pc:spChg>
      </pc:sldChg>
      <pc:sldChg chg="modSp add mod">
        <pc:chgData name="Loc Huynh" userId="80c0383e323bd6ea" providerId="LiveId" clId="{FFC07FDF-56AE-4948-ACC0-E3255C161FA8}" dt="2023-09-12T00:35:34.332" v="62" actId="27636"/>
        <pc:sldMkLst>
          <pc:docMk/>
          <pc:sldMk cId="3184868754" sldId="464"/>
        </pc:sldMkLst>
        <pc:spChg chg="mod">
          <ac:chgData name="Loc Huynh" userId="80c0383e323bd6ea" providerId="LiveId" clId="{FFC07FDF-56AE-4948-ACC0-E3255C161FA8}" dt="2023-09-12T00:35:34.332" v="62" actId="27636"/>
          <ac:spMkLst>
            <pc:docMk/>
            <pc:sldMk cId="3184868754" sldId="464"/>
            <ac:spMk id="2" creationId="{A084E511-2F0A-2E4E-93F8-16231F34AE9E}"/>
          </ac:spMkLst>
        </pc:spChg>
      </pc:sldChg>
      <pc:sldChg chg="modSp add mod">
        <pc:chgData name="Loc Huynh" userId="80c0383e323bd6ea" providerId="LiveId" clId="{FFC07FDF-56AE-4948-ACC0-E3255C161FA8}" dt="2023-09-12T00:35:34.343" v="63" actId="27636"/>
        <pc:sldMkLst>
          <pc:docMk/>
          <pc:sldMk cId="1313697068" sldId="465"/>
        </pc:sldMkLst>
        <pc:spChg chg="mod">
          <ac:chgData name="Loc Huynh" userId="80c0383e323bd6ea" providerId="LiveId" clId="{FFC07FDF-56AE-4948-ACC0-E3255C161FA8}" dt="2023-09-12T00:35:34.343" v="63" actId="27636"/>
          <ac:spMkLst>
            <pc:docMk/>
            <pc:sldMk cId="1313697068" sldId="465"/>
            <ac:spMk id="2" creationId="{A084E511-2F0A-2E4E-93F8-16231F34AE9E}"/>
          </ac:spMkLst>
        </pc:spChg>
      </pc:sldChg>
      <pc:sldChg chg="modSp add mod">
        <pc:chgData name="Loc Huynh" userId="80c0383e323bd6ea" providerId="LiveId" clId="{FFC07FDF-56AE-4948-ACC0-E3255C161FA8}" dt="2023-09-12T00:35:34.394" v="64" actId="27636"/>
        <pc:sldMkLst>
          <pc:docMk/>
          <pc:sldMk cId="1200658594" sldId="466"/>
        </pc:sldMkLst>
        <pc:spChg chg="mod">
          <ac:chgData name="Loc Huynh" userId="80c0383e323bd6ea" providerId="LiveId" clId="{FFC07FDF-56AE-4948-ACC0-E3255C161FA8}" dt="2023-09-12T00:35:34.394" v="64" actId="27636"/>
          <ac:spMkLst>
            <pc:docMk/>
            <pc:sldMk cId="1200658594" sldId="466"/>
            <ac:spMk id="2" creationId="{A084E511-2F0A-2E4E-93F8-16231F34AE9E}"/>
          </ac:spMkLst>
        </pc:spChg>
      </pc:sldChg>
      <pc:sldChg chg="modSp add mod">
        <pc:chgData name="Loc Huynh" userId="80c0383e323bd6ea" providerId="LiveId" clId="{FFC07FDF-56AE-4948-ACC0-E3255C161FA8}" dt="2023-09-12T00:35:34.430" v="65" actId="27636"/>
        <pc:sldMkLst>
          <pc:docMk/>
          <pc:sldMk cId="344793592" sldId="467"/>
        </pc:sldMkLst>
        <pc:spChg chg="mod">
          <ac:chgData name="Loc Huynh" userId="80c0383e323bd6ea" providerId="LiveId" clId="{FFC07FDF-56AE-4948-ACC0-E3255C161FA8}" dt="2023-09-12T00:35:34.430" v="65" actId="27636"/>
          <ac:spMkLst>
            <pc:docMk/>
            <pc:sldMk cId="344793592" sldId="467"/>
            <ac:spMk id="2" creationId="{A084E511-2F0A-2E4E-93F8-16231F34AE9E}"/>
          </ac:spMkLst>
        </pc:spChg>
      </pc:sldChg>
      <pc:sldChg chg="modSp add mod">
        <pc:chgData name="Loc Huynh" userId="80c0383e323bd6ea" providerId="LiveId" clId="{FFC07FDF-56AE-4948-ACC0-E3255C161FA8}" dt="2023-09-12T00:35:34.508" v="66" actId="27636"/>
        <pc:sldMkLst>
          <pc:docMk/>
          <pc:sldMk cId="3122522420" sldId="468"/>
        </pc:sldMkLst>
        <pc:spChg chg="mod">
          <ac:chgData name="Loc Huynh" userId="80c0383e323bd6ea" providerId="LiveId" clId="{FFC07FDF-56AE-4948-ACC0-E3255C161FA8}" dt="2023-09-12T00:35:34.508" v="66" actId="27636"/>
          <ac:spMkLst>
            <pc:docMk/>
            <pc:sldMk cId="3122522420" sldId="468"/>
            <ac:spMk id="2" creationId="{A084E511-2F0A-2E4E-93F8-16231F34AE9E}"/>
          </ac:spMkLst>
        </pc:spChg>
      </pc:sldChg>
      <pc:sldChg chg="modSp add mod">
        <pc:chgData name="Loc Huynh" userId="80c0383e323bd6ea" providerId="LiveId" clId="{FFC07FDF-56AE-4948-ACC0-E3255C161FA8}" dt="2023-09-12T00:35:34.544" v="67" actId="27636"/>
        <pc:sldMkLst>
          <pc:docMk/>
          <pc:sldMk cId="1770153382" sldId="469"/>
        </pc:sldMkLst>
        <pc:spChg chg="mod">
          <ac:chgData name="Loc Huynh" userId="80c0383e323bd6ea" providerId="LiveId" clId="{FFC07FDF-56AE-4948-ACC0-E3255C161FA8}" dt="2023-09-12T00:35:34.544" v="67" actId="27636"/>
          <ac:spMkLst>
            <pc:docMk/>
            <pc:sldMk cId="1770153382" sldId="469"/>
            <ac:spMk id="2" creationId="{A084E511-2F0A-2E4E-93F8-16231F34AE9E}"/>
          </ac:spMkLst>
        </pc:spChg>
      </pc:sldChg>
      <pc:sldChg chg="modSp add mod">
        <pc:chgData name="Loc Huynh" userId="80c0383e323bd6ea" providerId="LiveId" clId="{FFC07FDF-56AE-4948-ACC0-E3255C161FA8}" dt="2023-09-12T00:35:35.572" v="88" actId="27636"/>
        <pc:sldMkLst>
          <pc:docMk/>
          <pc:sldMk cId="3684564904" sldId="470"/>
        </pc:sldMkLst>
        <pc:spChg chg="mod">
          <ac:chgData name="Loc Huynh" userId="80c0383e323bd6ea" providerId="LiveId" clId="{FFC07FDF-56AE-4948-ACC0-E3255C161FA8}" dt="2023-09-12T00:35:35.572" v="88" actId="27636"/>
          <ac:spMkLst>
            <pc:docMk/>
            <pc:sldMk cId="3684564904" sldId="470"/>
            <ac:spMk id="2" creationId="{67D965CF-1D55-5443-919B-AC77503498CA}"/>
          </ac:spMkLst>
        </pc:spChg>
      </pc:sldChg>
      <pc:sldChg chg="modSp add mod">
        <pc:chgData name="Loc Huynh" userId="80c0383e323bd6ea" providerId="LiveId" clId="{FFC07FDF-56AE-4948-ACC0-E3255C161FA8}" dt="2023-09-12T00:35:35.605" v="89" actId="27636"/>
        <pc:sldMkLst>
          <pc:docMk/>
          <pc:sldMk cId="1997632837" sldId="471"/>
        </pc:sldMkLst>
        <pc:spChg chg="mod">
          <ac:chgData name="Loc Huynh" userId="80c0383e323bd6ea" providerId="LiveId" clId="{FFC07FDF-56AE-4948-ACC0-E3255C161FA8}" dt="2023-09-12T00:35:35.605" v="89" actId="27636"/>
          <ac:spMkLst>
            <pc:docMk/>
            <pc:sldMk cId="1997632837" sldId="471"/>
            <ac:spMk id="2" creationId="{67D965CF-1D55-5443-919B-AC77503498CA}"/>
          </ac:spMkLst>
        </pc:spChg>
      </pc:sldChg>
      <pc:sldChg chg="modSp add mod">
        <pc:chgData name="Loc Huynh" userId="80c0383e323bd6ea" providerId="LiveId" clId="{FFC07FDF-56AE-4948-ACC0-E3255C161FA8}" dt="2023-09-12T00:35:35.683" v="90" actId="27636"/>
        <pc:sldMkLst>
          <pc:docMk/>
          <pc:sldMk cId="3934483243" sldId="472"/>
        </pc:sldMkLst>
        <pc:spChg chg="mod">
          <ac:chgData name="Loc Huynh" userId="80c0383e323bd6ea" providerId="LiveId" clId="{FFC07FDF-56AE-4948-ACC0-E3255C161FA8}" dt="2023-09-12T00:35:35.683" v="90" actId="27636"/>
          <ac:spMkLst>
            <pc:docMk/>
            <pc:sldMk cId="3934483243" sldId="472"/>
            <ac:spMk id="2" creationId="{67D965CF-1D55-5443-919B-AC77503498CA}"/>
          </ac:spMkLst>
        </pc:spChg>
      </pc:sldChg>
      <pc:sldChg chg="modSp add mod">
        <pc:chgData name="Loc Huynh" userId="80c0383e323bd6ea" providerId="LiveId" clId="{FFC07FDF-56AE-4948-ACC0-E3255C161FA8}" dt="2023-09-12T00:35:35.742" v="92" actId="27636"/>
        <pc:sldMkLst>
          <pc:docMk/>
          <pc:sldMk cId="3915191108" sldId="473"/>
        </pc:sldMkLst>
        <pc:spChg chg="mod">
          <ac:chgData name="Loc Huynh" userId="80c0383e323bd6ea" providerId="LiveId" clId="{FFC07FDF-56AE-4948-ACC0-E3255C161FA8}" dt="2023-09-12T00:35:35.742" v="92" actId="27636"/>
          <ac:spMkLst>
            <pc:docMk/>
            <pc:sldMk cId="3915191108" sldId="473"/>
            <ac:spMk id="2" creationId="{00000000-0000-0000-0000-000000000000}"/>
          </ac:spMkLst>
        </pc:spChg>
        <pc:spChg chg="mod">
          <ac:chgData name="Loc Huynh" userId="80c0383e323bd6ea" providerId="LiveId" clId="{FFC07FDF-56AE-4948-ACC0-E3255C161FA8}" dt="2023-09-12T00:35:35.690" v="91" actId="27636"/>
          <ac:spMkLst>
            <pc:docMk/>
            <pc:sldMk cId="3915191108" sldId="473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5.777" v="93" actId="27636"/>
        <pc:sldMkLst>
          <pc:docMk/>
          <pc:sldMk cId="1242105478" sldId="474"/>
        </pc:sldMkLst>
        <pc:spChg chg="mod">
          <ac:chgData name="Loc Huynh" userId="80c0383e323bd6ea" providerId="LiveId" clId="{FFC07FDF-56AE-4948-ACC0-E3255C161FA8}" dt="2023-09-12T00:35:35.777" v="93" actId="27636"/>
          <ac:spMkLst>
            <pc:docMk/>
            <pc:sldMk cId="1242105478" sldId="474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5.815" v="94" actId="27636"/>
        <pc:sldMkLst>
          <pc:docMk/>
          <pc:sldMk cId="4292046202" sldId="475"/>
        </pc:sldMkLst>
        <pc:spChg chg="mod">
          <ac:chgData name="Loc Huynh" userId="80c0383e323bd6ea" providerId="LiveId" clId="{FFC07FDF-56AE-4948-ACC0-E3255C161FA8}" dt="2023-09-12T00:35:35.815" v="94" actId="27636"/>
          <ac:spMkLst>
            <pc:docMk/>
            <pc:sldMk cId="4292046202" sldId="475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5.844" v="95" actId="27636"/>
        <pc:sldMkLst>
          <pc:docMk/>
          <pc:sldMk cId="950542315" sldId="476"/>
        </pc:sldMkLst>
        <pc:spChg chg="mod">
          <ac:chgData name="Loc Huynh" userId="80c0383e323bd6ea" providerId="LiveId" clId="{FFC07FDF-56AE-4948-ACC0-E3255C161FA8}" dt="2023-09-12T00:35:35.844" v="95" actId="27636"/>
          <ac:spMkLst>
            <pc:docMk/>
            <pc:sldMk cId="950542315" sldId="476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5.880" v="96" actId="27636"/>
        <pc:sldMkLst>
          <pc:docMk/>
          <pc:sldMk cId="1686432855" sldId="477"/>
        </pc:sldMkLst>
        <pc:spChg chg="mod">
          <ac:chgData name="Loc Huynh" userId="80c0383e323bd6ea" providerId="LiveId" clId="{FFC07FDF-56AE-4948-ACC0-E3255C161FA8}" dt="2023-09-12T00:35:35.880" v="96" actId="27636"/>
          <ac:spMkLst>
            <pc:docMk/>
            <pc:sldMk cId="1686432855" sldId="477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5.908" v="97" actId="27636"/>
        <pc:sldMkLst>
          <pc:docMk/>
          <pc:sldMk cId="422089934" sldId="478"/>
        </pc:sldMkLst>
        <pc:spChg chg="mod">
          <ac:chgData name="Loc Huynh" userId="80c0383e323bd6ea" providerId="LiveId" clId="{FFC07FDF-56AE-4948-ACC0-E3255C161FA8}" dt="2023-09-12T00:35:35.908" v="97" actId="27636"/>
          <ac:spMkLst>
            <pc:docMk/>
            <pc:sldMk cId="422089934" sldId="478"/>
            <ac:spMk id="3" creationId="{00000000-0000-0000-0000-000000000000}"/>
          </ac:spMkLst>
        </pc:spChg>
      </pc:sldChg>
      <pc:sldChg chg="addSp modSp add mod">
        <pc:chgData name="Loc Huynh" userId="80c0383e323bd6ea" providerId="LiveId" clId="{FFC07FDF-56AE-4948-ACC0-E3255C161FA8}" dt="2023-09-12T00:48:26.342" v="322"/>
        <pc:sldMkLst>
          <pc:docMk/>
          <pc:sldMk cId="1634204803" sldId="479"/>
        </pc:sldMkLst>
        <pc:spChg chg="mod">
          <ac:chgData name="Loc Huynh" userId="80c0383e323bd6ea" providerId="LiveId" clId="{FFC07FDF-56AE-4948-ACC0-E3255C161FA8}" dt="2023-09-12T00:35:35.940" v="98" actId="27636"/>
          <ac:spMkLst>
            <pc:docMk/>
            <pc:sldMk cId="1634204803" sldId="479"/>
            <ac:spMk id="3" creationId="{00000000-0000-0000-0000-000000000000}"/>
          </ac:spMkLst>
        </pc:spChg>
        <pc:spChg chg="add mod">
          <ac:chgData name="Loc Huynh" userId="80c0383e323bd6ea" providerId="LiveId" clId="{FFC07FDF-56AE-4948-ACC0-E3255C161FA8}" dt="2023-09-12T00:48:26.342" v="322"/>
          <ac:spMkLst>
            <pc:docMk/>
            <pc:sldMk cId="1634204803" sldId="479"/>
            <ac:spMk id="4" creationId="{93FA9B38-7A55-6EB5-EB48-E903764EEBBD}"/>
          </ac:spMkLst>
        </pc:spChg>
        <pc:spChg chg="add mod">
          <ac:chgData name="Loc Huynh" userId="80c0383e323bd6ea" providerId="LiveId" clId="{FFC07FDF-56AE-4948-ACC0-E3255C161FA8}" dt="2023-09-12T00:48:26.342" v="322"/>
          <ac:spMkLst>
            <pc:docMk/>
            <pc:sldMk cId="1634204803" sldId="479"/>
            <ac:spMk id="5" creationId="{E331A7DD-0828-E0E0-80D4-1292F1B74723}"/>
          </ac:spMkLst>
        </pc:spChg>
      </pc:sldChg>
      <pc:sldChg chg="modSp add mod">
        <pc:chgData name="Loc Huynh" userId="80c0383e323bd6ea" providerId="LiveId" clId="{FFC07FDF-56AE-4948-ACC0-E3255C161FA8}" dt="2023-09-12T00:35:35.994" v="99" actId="27636"/>
        <pc:sldMkLst>
          <pc:docMk/>
          <pc:sldMk cId="1875871481" sldId="480"/>
        </pc:sldMkLst>
        <pc:spChg chg="mod">
          <ac:chgData name="Loc Huynh" userId="80c0383e323bd6ea" providerId="LiveId" clId="{FFC07FDF-56AE-4948-ACC0-E3255C161FA8}" dt="2023-09-12T00:35:35.994" v="99" actId="27636"/>
          <ac:spMkLst>
            <pc:docMk/>
            <pc:sldMk cId="1875871481" sldId="480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6.038" v="100" actId="27636"/>
        <pc:sldMkLst>
          <pc:docMk/>
          <pc:sldMk cId="920391041" sldId="481"/>
        </pc:sldMkLst>
        <pc:spChg chg="mod">
          <ac:chgData name="Loc Huynh" userId="80c0383e323bd6ea" providerId="LiveId" clId="{FFC07FDF-56AE-4948-ACC0-E3255C161FA8}" dt="2023-09-12T00:35:36.038" v="100" actId="27636"/>
          <ac:spMkLst>
            <pc:docMk/>
            <pc:sldMk cId="920391041" sldId="481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6.077" v="101" actId="27636"/>
        <pc:sldMkLst>
          <pc:docMk/>
          <pc:sldMk cId="3148386529" sldId="482"/>
        </pc:sldMkLst>
        <pc:spChg chg="mod">
          <ac:chgData name="Loc Huynh" userId="80c0383e323bd6ea" providerId="LiveId" clId="{FFC07FDF-56AE-4948-ACC0-E3255C161FA8}" dt="2023-09-12T00:35:36.077" v="101" actId="27636"/>
          <ac:spMkLst>
            <pc:docMk/>
            <pc:sldMk cId="3148386529" sldId="482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6.146" v="103" actId="27636"/>
        <pc:sldMkLst>
          <pc:docMk/>
          <pc:sldMk cId="325634289" sldId="483"/>
        </pc:sldMkLst>
        <pc:spChg chg="mod">
          <ac:chgData name="Loc Huynh" userId="80c0383e323bd6ea" providerId="LiveId" clId="{FFC07FDF-56AE-4948-ACC0-E3255C161FA8}" dt="2023-09-12T00:35:36.145" v="102" actId="27636"/>
          <ac:spMkLst>
            <pc:docMk/>
            <pc:sldMk cId="325634289" sldId="483"/>
            <ac:spMk id="2" creationId="{00000000-0000-0000-0000-000000000000}"/>
          </ac:spMkLst>
        </pc:spChg>
        <pc:spChg chg="mod">
          <ac:chgData name="Loc Huynh" userId="80c0383e323bd6ea" providerId="LiveId" clId="{FFC07FDF-56AE-4948-ACC0-E3255C161FA8}" dt="2023-09-12T00:35:36.146" v="103" actId="27636"/>
          <ac:spMkLst>
            <pc:docMk/>
            <pc:sldMk cId="325634289" sldId="483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6.175" v="104" actId="27636"/>
        <pc:sldMkLst>
          <pc:docMk/>
          <pc:sldMk cId="468758230" sldId="484"/>
        </pc:sldMkLst>
        <pc:spChg chg="mod">
          <ac:chgData name="Loc Huynh" userId="80c0383e323bd6ea" providerId="LiveId" clId="{FFC07FDF-56AE-4948-ACC0-E3255C161FA8}" dt="2023-09-12T00:35:36.175" v="104" actId="27636"/>
          <ac:spMkLst>
            <pc:docMk/>
            <pc:sldMk cId="468758230" sldId="484"/>
            <ac:spMk id="3" creationId="{00000000-0000-0000-0000-000000000000}"/>
          </ac:spMkLst>
        </pc:spChg>
      </pc:sldChg>
      <pc:sldChg chg="modSp add mod">
        <pc:chgData name="Loc Huynh" userId="80c0383e323bd6ea" providerId="LiveId" clId="{FFC07FDF-56AE-4948-ACC0-E3255C161FA8}" dt="2023-09-12T00:35:36.313" v="107" actId="27636"/>
        <pc:sldMkLst>
          <pc:docMk/>
          <pc:sldMk cId="1211839815" sldId="485"/>
        </pc:sldMkLst>
        <pc:spChg chg="mod">
          <ac:chgData name="Loc Huynh" userId="80c0383e323bd6ea" providerId="LiveId" clId="{FFC07FDF-56AE-4948-ACC0-E3255C161FA8}" dt="2023-09-12T00:35:36.313" v="107" actId="27636"/>
          <ac:spMkLst>
            <pc:docMk/>
            <pc:sldMk cId="1211839815" sldId="485"/>
            <ac:spMk id="2" creationId="{7474A01E-A813-5647-A400-1D6EAD852A52}"/>
          </ac:spMkLst>
        </pc:spChg>
      </pc:sldChg>
      <pc:sldChg chg="modSp add mod">
        <pc:chgData name="Loc Huynh" userId="80c0383e323bd6ea" providerId="LiveId" clId="{FFC07FDF-56AE-4948-ACC0-E3255C161FA8}" dt="2023-09-12T00:35:36.337" v="108" actId="27636"/>
        <pc:sldMkLst>
          <pc:docMk/>
          <pc:sldMk cId="4108101354" sldId="486"/>
        </pc:sldMkLst>
        <pc:spChg chg="mod">
          <ac:chgData name="Loc Huynh" userId="80c0383e323bd6ea" providerId="LiveId" clId="{FFC07FDF-56AE-4948-ACC0-E3255C161FA8}" dt="2023-09-12T00:35:36.337" v="108" actId="27636"/>
          <ac:spMkLst>
            <pc:docMk/>
            <pc:sldMk cId="4108101354" sldId="486"/>
            <ac:spMk id="2" creationId="{7474A01E-A813-5647-A400-1D6EAD852A52}"/>
          </ac:spMkLst>
        </pc:spChg>
      </pc:sldChg>
      <pc:sldChg chg="modSp add mod">
        <pc:chgData name="Loc Huynh" userId="80c0383e323bd6ea" providerId="LiveId" clId="{FFC07FDF-56AE-4948-ACC0-E3255C161FA8}" dt="2023-09-12T00:35:36.391" v="109" actId="27636"/>
        <pc:sldMkLst>
          <pc:docMk/>
          <pc:sldMk cId="4007891925" sldId="487"/>
        </pc:sldMkLst>
        <pc:spChg chg="mod">
          <ac:chgData name="Loc Huynh" userId="80c0383e323bd6ea" providerId="LiveId" clId="{FFC07FDF-56AE-4948-ACC0-E3255C161FA8}" dt="2023-09-12T00:35:36.391" v="109" actId="27636"/>
          <ac:spMkLst>
            <pc:docMk/>
            <pc:sldMk cId="4007891925" sldId="487"/>
            <ac:spMk id="2" creationId="{7474A01E-A813-5647-A400-1D6EAD852A52}"/>
          </ac:spMkLst>
        </pc:spChg>
      </pc:sldChg>
      <pc:sldChg chg="modSp add mod">
        <pc:chgData name="Loc Huynh" userId="80c0383e323bd6ea" providerId="LiveId" clId="{FFC07FDF-56AE-4948-ACC0-E3255C161FA8}" dt="2023-09-12T00:35:36.430" v="110" actId="27636"/>
        <pc:sldMkLst>
          <pc:docMk/>
          <pc:sldMk cId="1413876724" sldId="488"/>
        </pc:sldMkLst>
        <pc:spChg chg="mod">
          <ac:chgData name="Loc Huynh" userId="80c0383e323bd6ea" providerId="LiveId" clId="{FFC07FDF-56AE-4948-ACC0-E3255C161FA8}" dt="2023-09-12T00:35:36.430" v="110" actId="27636"/>
          <ac:spMkLst>
            <pc:docMk/>
            <pc:sldMk cId="1413876724" sldId="488"/>
            <ac:spMk id="2" creationId="{7474A01E-A813-5647-A400-1D6EAD852A52}"/>
          </ac:spMkLst>
        </pc:spChg>
      </pc:sldChg>
      <pc:sldChg chg="modSp add mod">
        <pc:chgData name="Loc Huynh" userId="80c0383e323bd6ea" providerId="LiveId" clId="{FFC07FDF-56AE-4948-ACC0-E3255C161FA8}" dt="2023-09-12T00:35:36.462" v="111" actId="27636"/>
        <pc:sldMkLst>
          <pc:docMk/>
          <pc:sldMk cId="2855966079" sldId="489"/>
        </pc:sldMkLst>
        <pc:spChg chg="mod">
          <ac:chgData name="Loc Huynh" userId="80c0383e323bd6ea" providerId="LiveId" clId="{FFC07FDF-56AE-4948-ACC0-E3255C161FA8}" dt="2023-09-12T00:35:36.462" v="111" actId="27636"/>
          <ac:spMkLst>
            <pc:docMk/>
            <pc:sldMk cId="2855966079" sldId="489"/>
            <ac:spMk id="2" creationId="{7474A01E-A813-5647-A400-1D6EAD852A52}"/>
          </ac:spMkLst>
        </pc:spChg>
      </pc:sldChg>
      <pc:sldChg chg="modSp add mod">
        <pc:chgData name="Loc Huynh" userId="80c0383e323bd6ea" providerId="LiveId" clId="{FFC07FDF-56AE-4948-ACC0-E3255C161FA8}" dt="2023-09-12T00:35:36.506" v="112" actId="27636"/>
        <pc:sldMkLst>
          <pc:docMk/>
          <pc:sldMk cId="123613759" sldId="490"/>
        </pc:sldMkLst>
        <pc:spChg chg="mod">
          <ac:chgData name="Loc Huynh" userId="80c0383e323bd6ea" providerId="LiveId" clId="{FFC07FDF-56AE-4948-ACC0-E3255C161FA8}" dt="2023-09-12T00:35:36.506" v="112" actId="27636"/>
          <ac:spMkLst>
            <pc:docMk/>
            <pc:sldMk cId="123613759" sldId="490"/>
            <ac:spMk id="2" creationId="{7474A01E-A813-5647-A400-1D6EAD852A52}"/>
          </ac:spMkLst>
        </pc:spChg>
      </pc:sldChg>
      <pc:sldChg chg="modSp add del mod">
        <pc:chgData name="Loc Huynh" userId="80c0383e323bd6ea" providerId="LiveId" clId="{FFC07FDF-56AE-4948-ACC0-E3255C161FA8}" dt="2023-09-12T00:40:15.556" v="145" actId="2696"/>
        <pc:sldMkLst>
          <pc:docMk/>
          <pc:sldMk cId="3721356060" sldId="491"/>
        </pc:sldMkLst>
        <pc:spChg chg="mod">
          <ac:chgData name="Loc Huynh" userId="80c0383e323bd6ea" providerId="LiveId" clId="{FFC07FDF-56AE-4948-ACC0-E3255C161FA8}" dt="2023-09-12T00:35:31.339" v="36" actId="27636"/>
          <ac:spMkLst>
            <pc:docMk/>
            <pc:sldMk cId="3721356060" sldId="491"/>
            <ac:spMk id="2" creationId="{B47FBB48-7296-B043-B166-77771F65499C}"/>
          </ac:spMkLst>
        </pc:spChg>
        <pc:spChg chg="mod">
          <ac:chgData name="Loc Huynh" userId="80c0383e323bd6ea" providerId="LiveId" clId="{FFC07FDF-56AE-4948-ACC0-E3255C161FA8}" dt="2023-09-12T00:35:31.362" v="37" actId="27636"/>
          <ac:spMkLst>
            <pc:docMk/>
            <pc:sldMk cId="3721356060" sldId="491"/>
            <ac:spMk id="3" creationId="{5AF176FD-7669-EF49-B2D4-CDB406817E64}"/>
          </ac:spMkLst>
        </pc:spChg>
      </pc:sldChg>
      <pc:sldChg chg="modSp add mod">
        <pc:chgData name="Loc Huynh" userId="80c0383e323bd6ea" providerId="LiveId" clId="{FFC07FDF-56AE-4948-ACC0-E3255C161FA8}" dt="2023-09-12T00:45:41.627" v="287" actId="20577"/>
        <pc:sldMkLst>
          <pc:docMk/>
          <pc:sldMk cId="2539440922" sldId="492"/>
        </pc:sldMkLst>
        <pc:spChg chg="mod">
          <ac:chgData name="Loc Huynh" userId="80c0383e323bd6ea" providerId="LiveId" clId="{FFC07FDF-56AE-4948-ACC0-E3255C161FA8}" dt="2023-09-12T00:45:41.627" v="287" actId="20577"/>
          <ac:spMkLst>
            <pc:docMk/>
            <pc:sldMk cId="2539440922" sldId="492"/>
            <ac:spMk id="3" creationId="{5AF176FD-7669-EF49-B2D4-CDB406817E64}"/>
          </ac:spMkLst>
        </pc:spChg>
        <pc:spChg chg="mod">
          <ac:chgData name="Loc Huynh" userId="80c0383e323bd6ea" providerId="LiveId" clId="{FFC07FDF-56AE-4948-ACC0-E3255C161FA8}" dt="2023-09-12T00:40:04.156" v="142" actId="20577"/>
          <ac:spMkLst>
            <pc:docMk/>
            <pc:sldMk cId="2539440922" sldId="492"/>
            <ac:spMk id="7" creationId="{0C974B13-B1B8-E148-903B-85C71136A561}"/>
          </ac:spMkLst>
        </pc:spChg>
      </pc:sldChg>
      <pc:sldMasterChg chg="delSldLayout">
        <pc:chgData name="Loc Huynh" userId="80c0383e323bd6ea" providerId="LiveId" clId="{FFC07FDF-56AE-4948-ACC0-E3255C161FA8}" dt="2023-09-12T00:45:01.916" v="285" actId="2696"/>
        <pc:sldMasterMkLst>
          <pc:docMk/>
          <pc:sldMasterMk cId="3606943067" sldId="2147483660"/>
        </pc:sldMasterMkLst>
        <pc:sldLayoutChg chg="del">
          <pc:chgData name="Loc Huynh" userId="80c0383e323bd6ea" providerId="LiveId" clId="{FFC07FDF-56AE-4948-ACC0-E3255C161FA8}" dt="2023-09-12T00:45:01.916" v="285" actId="2696"/>
          <pc:sldLayoutMkLst>
            <pc:docMk/>
            <pc:sldMasterMk cId="3606943067" sldId="2147483660"/>
            <pc:sldLayoutMk cId="2128116592" sldId="2147483669"/>
          </pc:sldLayoutMkLst>
        </pc:sldLayoutChg>
      </pc:sldMasterChg>
    </pc:docChg>
  </pc:docChgLst>
  <pc:docChgLst>
    <pc:chgData name="Loc Huynh" userId="80c0383e323bd6ea" providerId="LiveId" clId="{72CEA336-3CF7-0740-9187-942BCF55D6BE}"/>
    <pc:docChg chg="undo custSel addSld delSld modSld sldOrd modHandout">
      <pc:chgData name="Loc Huynh" userId="80c0383e323bd6ea" providerId="LiveId" clId="{72CEA336-3CF7-0740-9187-942BCF55D6BE}" dt="2023-09-11T13:27:52.577" v="14359"/>
      <pc:docMkLst>
        <pc:docMk/>
      </pc:docMkLst>
      <pc:sldChg chg="addSp delSp modSp del mod">
        <pc:chgData name="Loc Huynh" userId="80c0383e323bd6ea" providerId="LiveId" clId="{72CEA336-3CF7-0740-9187-942BCF55D6BE}" dt="2023-09-11T03:46:53.777" v="8238" actId="2696"/>
        <pc:sldMkLst>
          <pc:docMk/>
          <pc:sldMk cId="0" sldId="292"/>
        </pc:sldMkLst>
        <pc:spChg chg="mod">
          <ac:chgData name="Loc Huynh" userId="80c0383e323bd6ea" providerId="LiveId" clId="{72CEA336-3CF7-0740-9187-942BCF55D6BE}" dt="2023-08-30T02:29:51.893" v="4848" actId="207"/>
          <ac:spMkLst>
            <pc:docMk/>
            <pc:sldMk cId="0" sldId="292"/>
            <ac:spMk id="2" creationId="{00000000-0000-0000-0000-000000000000}"/>
          </ac:spMkLst>
        </pc:spChg>
        <pc:spChg chg="add del mod">
          <ac:chgData name="Loc Huynh" userId="80c0383e323bd6ea" providerId="LiveId" clId="{72CEA336-3CF7-0740-9187-942BCF55D6BE}" dt="2023-08-30T02:28:46.272" v="4844" actId="478"/>
          <ac:spMkLst>
            <pc:docMk/>
            <pc:sldMk cId="0" sldId="292"/>
            <ac:spMk id="3" creationId="{B583AFBD-1AA8-405D-0BCF-3B7E3F265A75}"/>
          </ac:spMkLst>
        </pc:spChg>
        <pc:spChg chg="del">
          <ac:chgData name="Loc Huynh" userId="80c0383e323bd6ea" providerId="LiveId" clId="{72CEA336-3CF7-0740-9187-942BCF55D6BE}" dt="2023-08-30T02:28:44.022" v="4843" actId="478"/>
          <ac:spMkLst>
            <pc:docMk/>
            <pc:sldMk cId="0" sldId="292"/>
            <ac:spMk id="4" creationId="{FB84735A-F5BB-4C4D-93E0-8DCF8CEA9FB1}"/>
          </ac:spMkLst>
        </pc:spChg>
        <pc:spChg chg="del">
          <ac:chgData name="Loc Huynh" userId="80c0383e323bd6ea" providerId="LiveId" clId="{72CEA336-3CF7-0740-9187-942BCF55D6BE}" dt="2023-08-30T02:29:16.068" v="4846" actId="478"/>
          <ac:spMkLst>
            <pc:docMk/>
            <pc:sldMk cId="0" sldId="292"/>
            <ac:spMk id="6" creationId="{4FEBBFF9-93B0-4C1B-3209-2310D7A4D2B5}"/>
          </ac:spMkLst>
        </pc:spChg>
      </pc:sldChg>
      <pc:sldChg chg="modSp mod">
        <pc:chgData name="Loc Huynh" userId="80c0383e323bd6ea" providerId="LiveId" clId="{72CEA336-3CF7-0740-9187-942BCF55D6BE}" dt="2023-09-11T09:21:28.330" v="10827" actId="207"/>
        <pc:sldMkLst>
          <pc:docMk/>
          <pc:sldMk cId="2329642701" sldId="304"/>
        </pc:sldMkLst>
        <pc:spChg chg="mod">
          <ac:chgData name="Loc Huynh" userId="80c0383e323bd6ea" providerId="LiveId" clId="{72CEA336-3CF7-0740-9187-942BCF55D6BE}" dt="2023-09-11T09:21:28.330" v="10827" actId="207"/>
          <ac:spMkLst>
            <pc:docMk/>
            <pc:sldMk cId="2329642701" sldId="304"/>
            <ac:spMk id="3" creationId="{F68C27CE-6A1E-0840-BC2F-D1738F041307}"/>
          </ac:spMkLst>
        </pc:spChg>
      </pc:sldChg>
      <pc:sldChg chg="del">
        <pc:chgData name="Loc Huynh" userId="80c0383e323bd6ea" providerId="LiveId" clId="{72CEA336-3CF7-0740-9187-942BCF55D6BE}" dt="2023-08-18T08:32:04.314" v="1003" actId="2696"/>
        <pc:sldMkLst>
          <pc:docMk/>
          <pc:sldMk cId="788840201" sldId="305"/>
        </pc:sldMkLst>
      </pc:sldChg>
      <pc:sldChg chg="addSp delSp modSp mod modNotes modNotesTx">
        <pc:chgData name="Loc Huynh" userId="80c0383e323bd6ea" providerId="LiveId" clId="{72CEA336-3CF7-0740-9187-942BCF55D6BE}" dt="2023-09-11T13:27:24.682" v="14358"/>
        <pc:sldMkLst>
          <pc:docMk/>
          <pc:sldMk cId="3698868878" sldId="306"/>
        </pc:sldMkLst>
        <pc:spChg chg="mod">
          <ac:chgData name="Loc Huynh" userId="80c0383e323bd6ea" providerId="LiveId" clId="{72CEA336-3CF7-0740-9187-942BCF55D6BE}" dt="2023-08-18T08:33:45.679" v="1062"/>
          <ac:spMkLst>
            <pc:docMk/>
            <pc:sldMk cId="3698868878" sldId="306"/>
            <ac:spMk id="2" creationId="{7B00E714-86D8-D94C-B1C3-AF267E84D197}"/>
          </ac:spMkLst>
        </pc:spChg>
        <pc:spChg chg="mod">
          <ac:chgData name="Loc Huynh" userId="80c0383e323bd6ea" providerId="LiveId" clId="{72CEA336-3CF7-0740-9187-942BCF55D6BE}" dt="2023-08-20T07:49:08.703" v="2441" actId="20577"/>
          <ac:spMkLst>
            <pc:docMk/>
            <pc:sldMk cId="3698868878" sldId="306"/>
            <ac:spMk id="3" creationId="{7FFBE53D-29E6-6243-A558-44AA8B0D326B}"/>
          </ac:spMkLst>
        </pc:spChg>
        <pc:spChg chg="add mod">
          <ac:chgData name="Loc Huynh" userId="80c0383e323bd6ea" providerId="LiveId" clId="{72CEA336-3CF7-0740-9187-942BCF55D6BE}" dt="2023-08-30T01:59:21.565" v="4412" actId="1076"/>
          <ac:spMkLst>
            <pc:docMk/>
            <pc:sldMk cId="3698868878" sldId="306"/>
            <ac:spMk id="9" creationId="{D45635DA-23A4-6DDA-A7EB-67E973DE8393}"/>
          </ac:spMkLst>
        </pc:spChg>
        <pc:spChg chg="del mod">
          <ac:chgData name="Loc Huynh" userId="80c0383e323bd6ea" providerId="LiveId" clId="{72CEA336-3CF7-0740-9187-942BCF55D6BE}" dt="2023-08-20T07:30:02.386" v="2394" actId="478"/>
          <ac:spMkLst>
            <pc:docMk/>
            <pc:sldMk cId="3698868878" sldId="306"/>
            <ac:spMk id="11" creationId="{55FE0B60-7C47-6042-8808-C7D970DAC5CD}"/>
          </ac:spMkLst>
        </pc:spChg>
        <pc:spChg chg="del mod">
          <ac:chgData name="Loc Huynh" userId="80c0383e323bd6ea" providerId="LiveId" clId="{72CEA336-3CF7-0740-9187-942BCF55D6BE}" dt="2023-08-30T01:59:18.390" v="4409" actId="21"/>
          <ac:spMkLst>
            <pc:docMk/>
            <pc:sldMk cId="3698868878" sldId="306"/>
            <ac:spMk id="14" creationId="{330DF356-4720-AA47-BEB6-69725D0F33C1}"/>
          </ac:spMkLst>
        </pc:spChg>
        <pc:picChg chg="add mod">
          <ac:chgData name="Loc Huynh" userId="80c0383e323bd6ea" providerId="LiveId" clId="{72CEA336-3CF7-0740-9187-942BCF55D6BE}" dt="2023-08-30T01:59:11.794" v="4407" actId="1076"/>
          <ac:picMkLst>
            <pc:docMk/>
            <pc:sldMk cId="3698868878" sldId="306"/>
            <ac:picMk id="8" creationId="{527026FA-065B-9EBC-5457-7B936AAA26ED}"/>
          </ac:picMkLst>
        </pc:picChg>
        <pc:picChg chg="del">
          <ac:chgData name="Loc Huynh" userId="80c0383e323bd6ea" providerId="LiveId" clId="{72CEA336-3CF7-0740-9187-942BCF55D6BE}" dt="2023-08-30T01:59:00.496" v="4404" actId="478"/>
          <ac:picMkLst>
            <pc:docMk/>
            <pc:sldMk cId="3698868878" sldId="306"/>
            <ac:picMk id="15" creationId="{9FE59F05-0644-1241-A849-FD1133AABE85}"/>
          </ac:picMkLst>
        </pc:picChg>
        <pc:picChg chg="add mod">
          <ac:chgData name="Loc Huynh" userId="80c0383e323bd6ea" providerId="LiveId" clId="{72CEA336-3CF7-0740-9187-942BCF55D6BE}" dt="2023-08-30T01:59:14.827" v="4408" actId="1076"/>
          <ac:picMkLst>
            <pc:docMk/>
            <pc:sldMk cId="3698868878" sldId="306"/>
            <ac:picMk id="1026" creationId="{372A4D4B-090B-A3C1-9698-EF59FD0909A5}"/>
          </ac:picMkLst>
        </pc:picChg>
      </pc:sldChg>
      <pc:sldChg chg="delSp modSp mod ord modNotes modNotesTx">
        <pc:chgData name="Loc Huynh" userId="80c0383e323bd6ea" providerId="LiveId" clId="{72CEA336-3CF7-0740-9187-942BCF55D6BE}" dt="2023-09-11T13:27:24.682" v="14358"/>
        <pc:sldMkLst>
          <pc:docMk/>
          <pc:sldMk cId="1649213010" sldId="307"/>
        </pc:sldMkLst>
        <pc:spChg chg="mod">
          <ac:chgData name="Loc Huynh" userId="80c0383e323bd6ea" providerId="LiveId" clId="{72CEA336-3CF7-0740-9187-942BCF55D6BE}" dt="2023-08-18T08:33:48.804" v="1063"/>
          <ac:spMkLst>
            <pc:docMk/>
            <pc:sldMk cId="1649213010" sldId="307"/>
            <ac:spMk id="2" creationId="{7B00E714-86D8-D94C-B1C3-AF267E84D197}"/>
          </ac:spMkLst>
        </pc:spChg>
        <pc:spChg chg="del mod">
          <ac:chgData name="Loc Huynh" userId="80c0383e323bd6ea" providerId="LiveId" clId="{72CEA336-3CF7-0740-9187-942BCF55D6BE}" dt="2023-08-30T04:58:16.937" v="6472" actId="478"/>
          <ac:spMkLst>
            <pc:docMk/>
            <pc:sldMk cId="1649213010" sldId="307"/>
            <ac:spMk id="3" creationId="{7FFBE53D-29E6-6243-A558-44AA8B0D326B}"/>
          </ac:spMkLst>
        </pc:spChg>
        <pc:spChg chg="mod">
          <ac:chgData name="Loc Huynh" userId="80c0383e323bd6ea" providerId="LiveId" clId="{72CEA336-3CF7-0740-9187-942BCF55D6BE}" dt="2023-08-30T04:58:28.803" v="6475" actId="14100"/>
          <ac:spMkLst>
            <pc:docMk/>
            <pc:sldMk cId="1649213010" sldId="307"/>
            <ac:spMk id="9" creationId="{C24D2B6B-22A3-8043-862C-739AAC367B73}"/>
          </ac:spMkLst>
        </pc:spChg>
        <pc:picChg chg="mod">
          <ac:chgData name="Loc Huynh" userId="80c0383e323bd6ea" providerId="LiveId" clId="{72CEA336-3CF7-0740-9187-942BCF55D6BE}" dt="2023-08-30T04:58:37.084" v="6477" actId="1035"/>
          <ac:picMkLst>
            <pc:docMk/>
            <pc:sldMk cId="1649213010" sldId="307"/>
            <ac:picMk id="9218" creationId="{320DB015-45CC-2A47-9B1A-479527703243}"/>
          </ac:picMkLst>
        </pc:picChg>
      </pc:sldChg>
      <pc:sldChg chg="modSp mod ord modNotes">
        <pc:chgData name="Loc Huynh" userId="80c0383e323bd6ea" providerId="LiveId" clId="{72CEA336-3CF7-0740-9187-942BCF55D6BE}" dt="2023-09-11T13:27:24.682" v="14358"/>
        <pc:sldMkLst>
          <pc:docMk/>
          <pc:sldMk cId="1085273114" sldId="308"/>
        </pc:sldMkLst>
        <pc:spChg chg="mod">
          <ac:chgData name="Loc Huynh" userId="80c0383e323bd6ea" providerId="LiveId" clId="{72CEA336-3CF7-0740-9187-942BCF55D6BE}" dt="2023-08-18T08:33:54.133" v="1064"/>
          <ac:spMkLst>
            <pc:docMk/>
            <pc:sldMk cId="1085273114" sldId="308"/>
            <ac:spMk id="2" creationId="{7B00E714-86D8-D94C-B1C3-AF267E84D197}"/>
          </ac:spMkLst>
        </pc:spChg>
      </pc:sldChg>
      <pc:sldChg chg="modSp mod ord modNotes">
        <pc:chgData name="Loc Huynh" userId="80c0383e323bd6ea" providerId="LiveId" clId="{72CEA336-3CF7-0740-9187-942BCF55D6BE}" dt="2023-09-11T13:27:24.682" v="14358"/>
        <pc:sldMkLst>
          <pc:docMk/>
          <pc:sldMk cId="136576927" sldId="309"/>
        </pc:sldMkLst>
        <pc:spChg chg="mod">
          <ac:chgData name="Loc Huynh" userId="80c0383e323bd6ea" providerId="LiveId" clId="{72CEA336-3CF7-0740-9187-942BCF55D6BE}" dt="2023-08-18T08:33:57.128" v="1065"/>
          <ac:spMkLst>
            <pc:docMk/>
            <pc:sldMk cId="136576927" sldId="309"/>
            <ac:spMk id="2" creationId="{7B00E714-86D8-D94C-B1C3-AF267E84D197}"/>
          </ac:spMkLst>
        </pc:spChg>
        <pc:spChg chg="mod">
          <ac:chgData name="Loc Huynh" userId="80c0383e323bd6ea" providerId="LiveId" clId="{72CEA336-3CF7-0740-9187-942BCF55D6BE}" dt="2023-08-30T05:17:38.082" v="6801" actId="114"/>
          <ac:spMkLst>
            <pc:docMk/>
            <pc:sldMk cId="136576927" sldId="309"/>
            <ac:spMk id="3" creationId="{7FFBE53D-29E6-6243-A558-44AA8B0D326B}"/>
          </ac:spMkLst>
        </pc:spChg>
        <pc:spChg chg="mod">
          <ac:chgData name="Loc Huynh" userId="80c0383e323bd6ea" providerId="LiveId" clId="{72CEA336-3CF7-0740-9187-942BCF55D6BE}" dt="2023-09-11T13:19:09.339" v="14318"/>
          <ac:spMkLst>
            <pc:docMk/>
            <pc:sldMk cId="136576927" sldId="309"/>
            <ac:spMk id="20" creationId="{30D8E839-1836-9C40-94DD-5B4F0FC55D28}"/>
          </ac:spMkLst>
        </pc:spChg>
      </pc:sldChg>
      <pc:sldChg chg="modSp mod ord modNotes">
        <pc:chgData name="Loc Huynh" userId="80c0383e323bd6ea" providerId="LiveId" clId="{72CEA336-3CF7-0740-9187-942BCF55D6BE}" dt="2023-09-11T13:27:24.682" v="14358"/>
        <pc:sldMkLst>
          <pc:docMk/>
          <pc:sldMk cId="3163597442" sldId="310"/>
        </pc:sldMkLst>
        <pc:spChg chg="mod">
          <ac:chgData name="Loc Huynh" userId="80c0383e323bd6ea" providerId="LiveId" clId="{72CEA336-3CF7-0740-9187-942BCF55D6BE}" dt="2023-08-18T08:34:00.737" v="1066"/>
          <ac:spMkLst>
            <pc:docMk/>
            <pc:sldMk cId="3163597442" sldId="310"/>
            <ac:spMk id="2" creationId="{7B00E714-86D8-D94C-B1C3-AF267E84D197}"/>
          </ac:spMkLst>
        </pc:spChg>
        <pc:spChg chg="mod">
          <ac:chgData name="Loc Huynh" userId="80c0383e323bd6ea" providerId="LiveId" clId="{72CEA336-3CF7-0740-9187-942BCF55D6BE}" dt="2023-08-18T03:11:28.584" v="374" actId="20577"/>
          <ac:spMkLst>
            <pc:docMk/>
            <pc:sldMk cId="3163597442" sldId="310"/>
            <ac:spMk id="3" creationId="{7FFBE53D-29E6-6243-A558-44AA8B0D326B}"/>
          </ac:spMkLst>
        </pc:spChg>
      </pc:sldChg>
      <pc:sldChg chg="del">
        <pc:chgData name="Loc Huynh" userId="80c0383e323bd6ea" providerId="LiveId" clId="{72CEA336-3CF7-0740-9187-942BCF55D6BE}" dt="2023-09-11T06:31:51.699" v="8544" actId="2696"/>
        <pc:sldMkLst>
          <pc:docMk/>
          <pc:sldMk cId="4257852038" sldId="311"/>
        </pc:sldMkLst>
      </pc:sldChg>
      <pc:sldChg chg="addSp delSp modSp mod modNotes">
        <pc:chgData name="Loc Huynh" userId="80c0383e323bd6ea" providerId="LiveId" clId="{72CEA336-3CF7-0740-9187-942BCF55D6BE}" dt="2023-09-11T13:27:24.682" v="14358"/>
        <pc:sldMkLst>
          <pc:docMk/>
          <pc:sldMk cId="1505658864" sldId="313"/>
        </pc:sldMkLst>
        <pc:spChg chg="mod">
          <ac:chgData name="Loc Huynh" userId="80c0383e323bd6ea" providerId="LiveId" clId="{72CEA336-3CF7-0740-9187-942BCF55D6BE}" dt="2023-08-18T08:34:03.623" v="1067"/>
          <ac:spMkLst>
            <pc:docMk/>
            <pc:sldMk cId="1505658864" sldId="313"/>
            <ac:spMk id="2" creationId="{7B00E714-86D8-D94C-B1C3-AF267E84D197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3" creationId="{7FFBE53D-29E6-6243-A558-44AA8B0D326B}"/>
          </ac:spMkLst>
        </pc:spChg>
        <pc:spChg chg="add 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6" creationId="{19B41883-10E9-1505-64FC-F5D629EDBA60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7" creationId="{6CABF3B0-CCF3-5645-9C23-D53047E62CEA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8" creationId="{1220F9DC-B861-FC4B-B615-8AE014B5EE30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11" creationId="{92CD03D7-E799-744B-8FFF-EC85E26AFE32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16" creationId="{8DC6C6D9-931A-9544-B235-F0C89A173920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17" creationId="{A3A1475F-1C42-3647-A1CF-8E728BD487B2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19" creationId="{82F89DBF-F711-664B-828C-1E98B8E79BD0}"/>
          </ac:spMkLst>
        </pc:spChg>
        <pc:spChg chg="mod">
          <ac:chgData name="Loc Huynh" userId="80c0383e323bd6ea" providerId="LiveId" clId="{72CEA336-3CF7-0740-9187-942BCF55D6BE}" dt="2023-08-30T05:20:32.917" v="6830" actId="20577"/>
          <ac:spMkLst>
            <pc:docMk/>
            <pc:sldMk cId="1505658864" sldId="313"/>
            <ac:spMk id="20" creationId="{30D8E839-1836-9C40-94DD-5B4F0FC55D28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21" creationId="{208F7FE8-5DFD-4940-873E-8A0152426814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22" creationId="{B17EEA3B-5A43-7B4C-91C5-2A859610A16C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24" creationId="{09F1C56A-3E26-4441-90A1-962CA4E8C4F4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26" creationId="{DC2A4460-7468-5C4E-BAC3-76E454C7408C}"/>
          </ac:spMkLst>
        </pc:spChg>
        <pc:spChg chg="add del mod">
          <ac:chgData name="Loc Huynh" userId="80c0383e323bd6ea" providerId="LiveId" clId="{72CEA336-3CF7-0740-9187-942BCF55D6BE}" dt="2023-08-18T09:50:08.768" v="1606" actId="478"/>
          <ac:spMkLst>
            <pc:docMk/>
            <pc:sldMk cId="1505658864" sldId="313"/>
            <ac:spMk id="27" creationId="{E6788127-EAF5-694E-9D1E-295CCFB23D1E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29" creationId="{ABA6D674-3C43-9049-93EC-575441356998}"/>
          </ac:spMkLst>
        </pc:spChg>
        <pc:spChg chg="mod">
          <ac:chgData name="Loc Huynh" userId="80c0383e323bd6ea" providerId="LiveId" clId="{72CEA336-3CF7-0740-9187-942BCF55D6BE}" dt="2023-08-18T09:49:31.294" v="1602" actId="1035"/>
          <ac:spMkLst>
            <pc:docMk/>
            <pc:sldMk cId="1505658864" sldId="313"/>
            <ac:spMk id="30" creationId="{E2C75CD4-AE5E-3944-B32D-AB9BCF47170B}"/>
          </ac:spMkLst>
        </pc:spChg>
        <pc:grpChg chg="mod">
          <ac:chgData name="Loc Huynh" userId="80c0383e323bd6ea" providerId="LiveId" clId="{72CEA336-3CF7-0740-9187-942BCF55D6BE}" dt="2023-08-18T09:49:31.294" v="1602" actId="1035"/>
          <ac:grpSpMkLst>
            <pc:docMk/>
            <pc:sldMk cId="1505658864" sldId="313"/>
            <ac:grpSpMk id="9" creationId="{C9BA6E1B-C256-404E-9FCE-0480B0B9D30D}"/>
          </ac:grpSpMkLst>
        </pc:grpChg>
        <pc:grpChg chg="mod">
          <ac:chgData name="Loc Huynh" userId="80c0383e323bd6ea" providerId="LiveId" clId="{72CEA336-3CF7-0740-9187-942BCF55D6BE}" dt="2023-08-18T09:49:31.294" v="1602" actId="1035"/>
          <ac:grpSpMkLst>
            <pc:docMk/>
            <pc:sldMk cId="1505658864" sldId="313"/>
            <ac:grpSpMk id="10" creationId="{300B0134-BC7B-5A43-BA87-AC1ACF693F48}"/>
          </ac:grpSpMkLst>
        </pc:grpChg>
        <pc:grpChg chg="mod">
          <ac:chgData name="Loc Huynh" userId="80c0383e323bd6ea" providerId="LiveId" clId="{72CEA336-3CF7-0740-9187-942BCF55D6BE}" dt="2023-08-18T09:49:31.294" v="1602" actId="1035"/>
          <ac:grpSpMkLst>
            <pc:docMk/>
            <pc:sldMk cId="1505658864" sldId="313"/>
            <ac:grpSpMk id="12" creationId="{700F5E3A-8D9E-CF46-BBD3-5739A3ADC061}"/>
          </ac:grpSpMkLst>
        </pc:grpChg>
        <pc:picChg chg="mod">
          <ac:chgData name="Loc Huynh" userId="80c0383e323bd6ea" providerId="LiveId" clId="{72CEA336-3CF7-0740-9187-942BCF55D6BE}" dt="2023-08-18T09:49:31.294" v="1602" actId="1035"/>
          <ac:picMkLst>
            <pc:docMk/>
            <pc:sldMk cId="1505658864" sldId="313"/>
            <ac:picMk id="18" creationId="{9FCF0CCC-86A7-7940-AFAB-1D4F3BD6C7B6}"/>
          </ac:picMkLst>
        </pc:picChg>
        <pc:picChg chg="mod">
          <ac:chgData name="Loc Huynh" userId="80c0383e323bd6ea" providerId="LiveId" clId="{72CEA336-3CF7-0740-9187-942BCF55D6BE}" dt="2023-08-18T09:49:31.294" v="1602" actId="1035"/>
          <ac:picMkLst>
            <pc:docMk/>
            <pc:sldMk cId="1505658864" sldId="313"/>
            <ac:picMk id="25" creationId="{7A491AE9-606F-914B-ADA6-AA5690F81D9C}"/>
          </ac:picMkLst>
        </pc:picChg>
        <pc:picChg chg="mod">
          <ac:chgData name="Loc Huynh" userId="80c0383e323bd6ea" providerId="LiveId" clId="{72CEA336-3CF7-0740-9187-942BCF55D6BE}" dt="2023-08-18T09:49:31.294" v="1602" actId="1035"/>
          <ac:picMkLst>
            <pc:docMk/>
            <pc:sldMk cId="1505658864" sldId="313"/>
            <ac:picMk id="28" creationId="{D6E9D265-6CEE-3E4F-BD88-C1A53192B460}"/>
          </ac:picMkLst>
        </pc:picChg>
        <pc:picChg chg="mod">
          <ac:chgData name="Loc Huynh" userId="80c0383e323bd6ea" providerId="LiveId" clId="{72CEA336-3CF7-0740-9187-942BCF55D6BE}" dt="2023-08-18T09:49:31.294" v="1602" actId="1035"/>
          <ac:picMkLst>
            <pc:docMk/>
            <pc:sldMk cId="1505658864" sldId="313"/>
            <ac:picMk id="37" creationId="{B0017858-0E8F-9C46-A75C-9B35D1C20892}"/>
          </ac:picMkLst>
        </pc:picChg>
        <pc:picChg chg="mod">
          <ac:chgData name="Loc Huynh" userId="80c0383e323bd6ea" providerId="LiveId" clId="{72CEA336-3CF7-0740-9187-942BCF55D6BE}" dt="2023-08-18T09:49:31.294" v="1602" actId="1035"/>
          <ac:picMkLst>
            <pc:docMk/>
            <pc:sldMk cId="1505658864" sldId="313"/>
            <ac:picMk id="11272" creationId="{911536AB-AE09-184A-902E-87CDBEC33A8C}"/>
          </ac:picMkLst>
        </pc:picChg>
        <pc:picChg chg="mod">
          <ac:chgData name="Loc Huynh" userId="80c0383e323bd6ea" providerId="LiveId" clId="{72CEA336-3CF7-0740-9187-942BCF55D6BE}" dt="2023-08-18T09:49:31.294" v="1602" actId="1035"/>
          <ac:picMkLst>
            <pc:docMk/>
            <pc:sldMk cId="1505658864" sldId="313"/>
            <ac:picMk id="14338" creationId="{7D325DAB-C8EF-6E49-BE8C-CCF7801CE6D1}"/>
          </ac:picMkLst>
        </pc:picChg>
      </pc:sldChg>
      <pc:sldChg chg="del">
        <pc:chgData name="Loc Huynh" userId="80c0383e323bd6ea" providerId="LiveId" clId="{72CEA336-3CF7-0740-9187-942BCF55D6BE}" dt="2023-08-18T08:32:05.583" v="1004" actId="2696"/>
        <pc:sldMkLst>
          <pc:docMk/>
          <pc:sldMk cId="2958557138" sldId="315"/>
        </pc:sldMkLst>
      </pc:sldChg>
      <pc:sldChg chg="addSp modSp mod modNotes modNotesTx">
        <pc:chgData name="Loc Huynh" userId="80c0383e323bd6ea" providerId="LiveId" clId="{72CEA336-3CF7-0740-9187-942BCF55D6BE}" dt="2023-09-11T13:27:24.682" v="14358"/>
        <pc:sldMkLst>
          <pc:docMk/>
          <pc:sldMk cId="2386089045" sldId="316"/>
        </pc:sldMkLst>
        <pc:spChg chg="mod">
          <ac:chgData name="Loc Huynh" userId="80c0383e323bd6ea" providerId="LiveId" clId="{72CEA336-3CF7-0740-9187-942BCF55D6BE}" dt="2023-08-18T08:33:36.975" v="1061" actId="20577"/>
          <ac:spMkLst>
            <pc:docMk/>
            <pc:sldMk cId="2386089045" sldId="316"/>
            <ac:spMk id="2" creationId="{7B00E714-86D8-D94C-B1C3-AF267E84D197}"/>
          </ac:spMkLst>
        </pc:spChg>
        <pc:spChg chg="mod">
          <ac:chgData name="Loc Huynh" userId="80c0383e323bd6ea" providerId="LiveId" clId="{72CEA336-3CF7-0740-9187-942BCF55D6BE}" dt="2023-08-30T04:56:44.455" v="6418" actId="207"/>
          <ac:spMkLst>
            <pc:docMk/>
            <pc:sldMk cId="2386089045" sldId="316"/>
            <ac:spMk id="3" creationId="{7FFBE53D-29E6-6243-A558-44AA8B0D326B}"/>
          </ac:spMkLst>
        </pc:spChg>
        <pc:spChg chg="mod">
          <ac:chgData name="Loc Huynh" userId="80c0383e323bd6ea" providerId="LiveId" clId="{72CEA336-3CF7-0740-9187-942BCF55D6BE}" dt="2023-08-21T02:13:53.940" v="2629" actId="1076"/>
          <ac:spMkLst>
            <pc:docMk/>
            <pc:sldMk cId="2386089045" sldId="316"/>
            <ac:spMk id="8" creationId="{DF390B2C-B625-7A47-8317-DEF33255B4F9}"/>
          </ac:spMkLst>
        </pc:spChg>
        <pc:picChg chg="mod">
          <ac:chgData name="Loc Huynh" userId="80c0383e323bd6ea" providerId="LiveId" clId="{72CEA336-3CF7-0740-9187-942BCF55D6BE}" dt="2023-08-21T02:13:50.264" v="2628" actId="1076"/>
          <ac:picMkLst>
            <pc:docMk/>
            <pc:sldMk cId="2386089045" sldId="316"/>
            <ac:picMk id="7" creationId="{DC173718-4014-C249-BA30-EA13655537C2}"/>
          </ac:picMkLst>
        </pc:picChg>
        <pc:picChg chg="add mod">
          <ac:chgData name="Loc Huynh" userId="80c0383e323bd6ea" providerId="LiveId" clId="{72CEA336-3CF7-0740-9187-942BCF55D6BE}" dt="2023-08-21T02:13:44.669" v="2627" actId="1076"/>
          <ac:picMkLst>
            <pc:docMk/>
            <pc:sldMk cId="2386089045" sldId="316"/>
            <ac:picMk id="10" creationId="{9301D4FD-13DD-6382-375B-84F401E4BB36}"/>
          </ac:picMkLst>
        </pc:picChg>
      </pc:sldChg>
      <pc:sldChg chg="del">
        <pc:chgData name="Loc Huynh" userId="80c0383e323bd6ea" providerId="LiveId" clId="{72CEA336-3CF7-0740-9187-942BCF55D6BE}" dt="2023-08-18T02:48:37.988" v="3" actId="2696"/>
        <pc:sldMkLst>
          <pc:docMk/>
          <pc:sldMk cId="1062131435" sldId="317"/>
        </pc:sldMkLst>
      </pc:sldChg>
      <pc:sldChg chg="del">
        <pc:chgData name="Loc Huynh" userId="80c0383e323bd6ea" providerId="LiveId" clId="{72CEA336-3CF7-0740-9187-942BCF55D6BE}" dt="2023-08-18T08:32:09.141" v="1005" actId="2696"/>
        <pc:sldMkLst>
          <pc:docMk/>
          <pc:sldMk cId="3803635203" sldId="318"/>
        </pc:sldMkLst>
      </pc:sldChg>
      <pc:sldChg chg="del">
        <pc:chgData name="Loc Huynh" userId="80c0383e323bd6ea" providerId="LiveId" clId="{72CEA336-3CF7-0740-9187-942BCF55D6BE}" dt="2023-08-18T08:32:12.810" v="1006" actId="2696"/>
        <pc:sldMkLst>
          <pc:docMk/>
          <pc:sldMk cId="1075832386" sldId="319"/>
        </pc:sldMkLst>
      </pc:sldChg>
      <pc:sldChg chg="addSp delSp modSp mod">
        <pc:chgData name="Loc Huynh" userId="80c0383e323bd6ea" providerId="LiveId" clId="{72CEA336-3CF7-0740-9187-942BCF55D6BE}" dt="2023-08-21T05:24:44.264" v="4162" actId="20577"/>
        <pc:sldMkLst>
          <pc:docMk/>
          <pc:sldMk cId="1615855309" sldId="320"/>
        </pc:sldMkLst>
        <pc:spChg chg="mod">
          <ac:chgData name="Loc Huynh" userId="80c0383e323bd6ea" providerId="LiveId" clId="{72CEA336-3CF7-0740-9187-942BCF55D6BE}" dt="2023-08-21T02:04:26.923" v="2492" actId="20577"/>
          <ac:spMkLst>
            <pc:docMk/>
            <pc:sldMk cId="1615855309" sldId="320"/>
            <ac:spMk id="2" creationId="{4F5E882A-E811-DD41-8D3C-A8C2FFDB94A3}"/>
          </ac:spMkLst>
        </pc:spChg>
        <pc:spChg chg="mod">
          <ac:chgData name="Loc Huynh" userId="80c0383e323bd6ea" providerId="LiveId" clId="{72CEA336-3CF7-0740-9187-942BCF55D6BE}" dt="2023-08-21T05:24:44.264" v="4162" actId="20577"/>
          <ac:spMkLst>
            <pc:docMk/>
            <pc:sldMk cId="1615855309" sldId="320"/>
            <ac:spMk id="3" creationId="{5511CC07-0D49-434E-8EE9-377DC0963F2A}"/>
          </ac:spMkLst>
        </pc:spChg>
        <pc:spChg chg="add del mod">
          <ac:chgData name="Loc Huynh" userId="80c0383e323bd6ea" providerId="LiveId" clId="{72CEA336-3CF7-0740-9187-942BCF55D6BE}" dt="2023-08-21T02:34:57.896" v="2981" actId="478"/>
          <ac:spMkLst>
            <pc:docMk/>
            <pc:sldMk cId="1615855309" sldId="320"/>
            <ac:spMk id="6" creationId="{1851ECDA-9DAF-4185-665E-F1A8E65998A0}"/>
          </ac:spMkLst>
        </pc:spChg>
        <pc:spChg chg="add del mod">
          <ac:chgData name="Loc Huynh" userId="80c0383e323bd6ea" providerId="LiveId" clId="{72CEA336-3CF7-0740-9187-942BCF55D6BE}" dt="2023-08-21T02:35:01.219" v="2984" actId="478"/>
          <ac:spMkLst>
            <pc:docMk/>
            <pc:sldMk cId="1615855309" sldId="320"/>
            <ac:spMk id="7" creationId="{5FF7D1C0-7215-8A9F-3D6F-11F2E7B7AC10}"/>
          </ac:spMkLst>
        </pc:spChg>
        <pc:spChg chg="add del">
          <ac:chgData name="Loc Huynh" userId="80c0383e323bd6ea" providerId="LiveId" clId="{72CEA336-3CF7-0740-9187-942BCF55D6BE}" dt="2023-08-18T09:30:02.596" v="1375" actId="11529"/>
          <ac:spMkLst>
            <pc:docMk/>
            <pc:sldMk cId="1615855309" sldId="320"/>
            <ac:spMk id="8" creationId="{26EE2197-17D4-0DE3-7047-08FF88596469}"/>
          </ac:spMkLst>
        </pc:spChg>
        <pc:spChg chg="add del mod">
          <ac:chgData name="Loc Huynh" userId="80c0383e323bd6ea" providerId="LiveId" clId="{72CEA336-3CF7-0740-9187-942BCF55D6BE}" dt="2023-08-21T02:35:00.744" v="2983" actId="478"/>
          <ac:spMkLst>
            <pc:docMk/>
            <pc:sldMk cId="1615855309" sldId="320"/>
            <ac:spMk id="9" creationId="{7179BB11-4014-59E0-0E13-CF5F1FE72551}"/>
          </ac:spMkLst>
        </pc:spChg>
        <pc:graphicFrameChg chg="add del mod modGraphic">
          <ac:chgData name="Loc Huynh" userId="80c0383e323bd6ea" providerId="LiveId" clId="{72CEA336-3CF7-0740-9187-942BCF55D6BE}" dt="2023-08-21T02:40:03.554" v="3348" actId="478"/>
          <ac:graphicFrameMkLst>
            <pc:docMk/>
            <pc:sldMk cId="1615855309" sldId="320"/>
            <ac:graphicFrameMk id="8" creationId="{2EBDC3DD-5F52-43EE-5EC2-0C6C8B8308EC}"/>
          </ac:graphicFrameMkLst>
        </pc:graphicFrameChg>
        <pc:picChg chg="del">
          <ac:chgData name="Loc Huynh" userId="80c0383e323bd6ea" providerId="LiveId" clId="{72CEA336-3CF7-0740-9187-942BCF55D6BE}" dt="2023-08-18T09:28:51.952" v="1346" actId="478"/>
          <ac:picMkLst>
            <pc:docMk/>
            <pc:sldMk cId="1615855309" sldId="320"/>
            <ac:picMk id="17410" creationId="{EB357F9F-13D3-3A43-A23F-17AD8013485C}"/>
          </ac:picMkLst>
        </pc:picChg>
        <pc:cxnChg chg="add del mod">
          <ac:chgData name="Loc Huynh" userId="80c0383e323bd6ea" providerId="LiveId" clId="{72CEA336-3CF7-0740-9187-942BCF55D6BE}" dt="2023-08-21T02:35:00.100" v="2982" actId="478"/>
          <ac:cxnSpMkLst>
            <pc:docMk/>
            <pc:sldMk cId="1615855309" sldId="320"/>
            <ac:cxnSpMk id="11" creationId="{D2F4C658-EA64-BC94-E089-8855741AD804}"/>
          </ac:cxnSpMkLst>
        </pc:cxnChg>
        <pc:cxnChg chg="add del mod">
          <ac:chgData name="Loc Huynh" userId="80c0383e323bd6ea" providerId="LiveId" clId="{72CEA336-3CF7-0740-9187-942BCF55D6BE}" dt="2023-08-21T02:35:01.754" v="2985" actId="478"/>
          <ac:cxnSpMkLst>
            <pc:docMk/>
            <pc:sldMk cId="1615855309" sldId="320"/>
            <ac:cxnSpMk id="13" creationId="{16D1D2BE-2E1A-B8D1-7D1B-AF7A8E4A1182}"/>
          </ac:cxnSpMkLst>
        </pc:cxnChg>
      </pc:sldChg>
      <pc:sldChg chg="delSp modSp mod ord delAnim modNotes modNotesTx">
        <pc:chgData name="Loc Huynh" userId="80c0383e323bd6ea" providerId="LiveId" clId="{72CEA336-3CF7-0740-9187-942BCF55D6BE}" dt="2023-09-11T13:27:24.682" v="14358"/>
        <pc:sldMkLst>
          <pc:docMk/>
          <pc:sldMk cId="1889408896" sldId="321"/>
        </pc:sldMkLst>
        <pc:spChg chg="mod">
          <ac:chgData name="Loc Huynh" userId="80c0383e323bd6ea" providerId="LiveId" clId="{72CEA336-3CF7-0740-9187-942BCF55D6BE}" dt="2023-09-11T09:25:13.190" v="10896" actId="20577"/>
          <ac:spMkLst>
            <pc:docMk/>
            <pc:sldMk cId="1889408896" sldId="321"/>
            <ac:spMk id="2" creationId="{04D8CE48-8FE4-8B46-BDCD-1C3D4332E9E2}"/>
          </ac:spMkLst>
        </pc:spChg>
        <pc:spChg chg="mod">
          <ac:chgData name="Loc Huynh" userId="80c0383e323bd6ea" providerId="LiveId" clId="{72CEA336-3CF7-0740-9187-942BCF55D6BE}" dt="2023-09-11T07:41:17.131" v="9020" actId="207"/>
          <ac:spMkLst>
            <pc:docMk/>
            <pc:sldMk cId="1889408896" sldId="321"/>
            <ac:spMk id="3" creationId="{8A535DAA-E754-1A4F-9352-0F003E23760C}"/>
          </ac:spMkLst>
        </pc:spChg>
        <pc:spChg chg="del">
          <ac:chgData name="Loc Huynh" userId="80c0383e323bd6ea" providerId="LiveId" clId="{72CEA336-3CF7-0740-9187-942BCF55D6BE}" dt="2023-09-11T06:53:39.595" v="8550" actId="478"/>
          <ac:spMkLst>
            <pc:docMk/>
            <pc:sldMk cId="1889408896" sldId="321"/>
            <ac:spMk id="6" creationId="{47196583-A578-6643-8381-93353256A7EE}"/>
          </ac:spMkLst>
        </pc:spChg>
        <pc:spChg chg="del mod">
          <ac:chgData name="Loc Huynh" userId="80c0383e323bd6ea" providerId="LiveId" clId="{72CEA336-3CF7-0740-9187-942BCF55D6BE}" dt="2023-08-21T05:33:23.341" v="4397" actId="478"/>
          <ac:spMkLst>
            <pc:docMk/>
            <pc:sldMk cId="1889408896" sldId="321"/>
            <ac:spMk id="8" creationId="{54D18F1F-2EFC-FF4E-AEAA-04E033CC26C9}"/>
          </ac:spMkLst>
        </pc:spChg>
        <pc:picChg chg="del">
          <ac:chgData name="Loc Huynh" userId="80c0383e323bd6ea" providerId="LiveId" clId="{72CEA336-3CF7-0740-9187-942BCF55D6BE}" dt="2023-08-21T05:33:21.311" v="4395" actId="478"/>
          <ac:picMkLst>
            <pc:docMk/>
            <pc:sldMk cId="1889408896" sldId="321"/>
            <ac:picMk id="7" creationId="{12F64925-8727-594A-993A-E9E6B4DEF37D}"/>
          </ac:picMkLst>
        </pc:picChg>
      </pc:sldChg>
      <pc:sldChg chg="modSp del mod">
        <pc:chgData name="Loc Huynh" userId="80c0383e323bd6ea" providerId="LiveId" clId="{72CEA336-3CF7-0740-9187-942BCF55D6BE}" dt="2023-09-11T07:34:43.519" v="8960" actId="2696"/>
        <pc:sldMkLst>
          <pc:docMk/>
          <pc:sldMk cId="2833664120" sldId="322"/>
        </pc:sldMkLst>
        <pc:spChg chg="mod">
          <ac:chgData name="Loc Huynh" userId="80c0383e323bd6ea" providerId="LiveId" clId="{72CEA336-3CF7-0740-9187-942BCF55D6BE}" dt="2023-09-11T06:53:58.851" v="8554" actId="21"/>
          <ac:spMkLst>
            <pc:docMk/>
            <pc:sldMk cId="2833664120" sldId="322"/>
            <ac:spMk id="3" creationId="{8A535DAA-E754-1A4F-9352-0F003E23760C}"/>
          </ac:spMkLst>
        </pc:spChg>
      </pc:sldChg>
      <pc:sldChg chg="modSp del mod">
        <pc:chgData name="Loc Huynh" userId="80c0383e323bd6ea" providerId="LiveId" clId="{72CEA336-3CF7-0740-9187-942BCF55D6BE}" dt="2023-09-11T06:54:19.136" v="8564" actId="2696"/>
        <pc:sldMkLst>
          <pc:docMk/>
          <pc:sldMk cId="1698545922" sldId="323"/>
        </pc:sldMkLst>
        <pc:spChg chg="mod">
          <ac:chgData name="Loc Huynh" userId="80c0383e323bd6ea" providerId="LiveId" clId="{72CEA336-3CF7-0740-9187-942BCF55D6BE}" dt="2023-08-18T08:52:02.688" v="1158" actId="20577"/>
          <ac:spMkLst>
            <pc:docMk/>
            <pc:sldMk cId="1698545922" sldId="323"/>
            <ac:spMk id="3" creationId="{8A535DAA-E754-1A4F-9352-0F003E23760C}"/>
          </ac:spMkLst>
        </pc:spChg>
      </pc:sldChg>
      <pc:sldChg chg="modSp del mod">
        <pc:chgData name="Loc Huynh" userId="80c0383e323bd6ea" providerId="LiveId" clId="{72CEA336-3CF7-0740-9187-942BCF55D6BE}" dt="2023-09-11T06:54:22.297" v="8565" actId="2696"/>
        <pc:sldMkLst>
          <pc:docMk/>
          <pc:sldMk cId="827472599" sldId="324"/>
        </pc:sldMkLst>
        <pc:spChg chg="mod">
          <ac:chgData name="Loc Huynh" userId="80c0383e323bd6ea" providerId="LiveId" clId="{72CEA336-3CF7-0740-9187-942BCF55D6BE}" dt="2023-08-18T08:52:41.873" v="1160" actId="207"/>
          <ac:spMkLst>
            <pc:docMk/>
            <pc:sldMk cId="827472599" sldId="324"/>
            <ac:spMk id="3" creationId="{8A535DAA-E754-1A4F-9352-0F003E23760C}"/>
          </ac:spMkLst>
        </pc:spChg>
      </pc:sldChg>
      <pc:sldChg chg="modSp del mod">
        <pc:chgData name="Loc Huynh" userId="80c0383e323bd6ea" providerId="LiveId" clId="{72CEA336-3CF7-0740-9187-942BCF55D6BE}" dt="2023-09-11T07:47:12.403" v="9238" actId="2696"/>
        <pc:sldMkLst>
          <pc:docMk/>
          <pc:sldMk cId="1452726636" sldId="325"/>
        </pc:sldMkLst>
        <pc:spChg chg="mod">
          <ac:chgData name="Loc Huynh" userId="80c0383e323bd6ea" providerId="LiveId" clId="{72CEA336-3CF7-0740-9187-942BCF55D6BE}" dt="2023-09-11T07:42:52.375" v="9061" actId="20577"/>
          <ac:spMkLst>
            <pc:docMk/>
            <pc:sldMk cId="1452726636" sldId="325"/>
            <ac:spMk id="2" creationId="{C54DDA5F-3397-B04E-9634-BFA6160F2F30}"/>
          </ac:spMkLst>
        </pc:spChg>
      </pc:sldChg>
      <pc:sldChg chg="addSp delSp modSp mod">
        <pc:chgData name="Loc Huynh" userId="80c0383e323bd6ea" providerId="LiveId" clId="{72CEA336-3CF7-0740-9187-942BCF55D6BE}" dt="2023-09-11T08:32:38.977" v="10271" actId="207"/>
        <pc:sldMkLst>
          <pc:docMk/>
          <pc:sldMk cId="1509791820" sldId="326"/>
        </pc:sldMkLst>
        <pc:spChg chg="mod">
          <ac:chgData name="Loc Huynh" userId="80c0383e323bd6ea" providerId="LiveId" clId="{72CEA336-3CF7-0740-9187-942BCF55D6BE}" dt="2023-09-11T07:43:00.414" v="9063"/>
          <ac:spMkLst>
            <pc:docMk/>
            <pc:sldMk cId="1509791820" sldId="326"/>
            <ac:spMk id="2" creationId="{C54DDA5F-3397-B04E-9634-BFA6160F2F30}"/>
          </ac:spMkLst>
        </pc:spChg>
        <pc:spChg chg="mod">
          <ac:chgData name="Loc Huynh" userId="80c0383e323bd6ea" providerId="LiveId" clId="{72CEA336-3CF7-0740-9187-942BCF55D6BE}" dt="2023-09-11T08:32:38.977" v="10271" actId="207"/>
          <ac:spMkLst>
            <pc:docMk/>
            <pc:sldMk cId="1509791820" sldId="326"/>
            <ac:spMk id="3" creationId="{836B46E6-E244-2945-B4BA-8F3930E3404B}"/>
          </ac:spMkLst>
        </pc:spChg>
        <pc:spChg chg="add mod">
          <ac:chgData name="Loc Huynh" userId="80c0383e323bd6ea" providerId="LiveId" clId="{72CEA336-3CF7-0740-9187-942BCF55D6BE}" dt="2023-08-18T09:20:53.826" v="1247"/>
          <ac:spMkLst>
            <pc:docMk/>
            <pc:sldMk cId="1509791820" sldId="326"/>
            <ac:spMk id="4" creationId="{1B9E5DA4-6A75-22CC-7161-1BEF1406ED70}"/>
          </ac:spMkLst>
        </pc:spChg>
        <pc:spChg chg="add mod">
          <ac:chgData name="Loc Huynh" userId="80c0383e323bd6ea" providerId="LiveId" clId="{72CEA336-3CF7-0740-9187-942BCF55D6BE}" dt="2023-09-11T08:01:06.958" v="9490" actId="1036"/>
          <ac:spMkLst>
            <pc:docMk/>
            <pc:sldMk cId="1509791820" sldId="326"/>
            <ac:spMk id="6" creationId="{6B5437C6-F6B5-F17D-0928-595E2968A596}"/>
          </ac:spMkLst>
        </pc:spChg>
        <pc:spChg chg="del">
          <ac:chgData name="Loc Huynh" userId="80c0383e323bd6ea" providerId="LiveId" clId="{72CEA336-3CF7-0740-9187-942BCF55D6BE}" dt="2023-08-18T09:20:53.373" v="1246" actId="478"/>
          <ac:spMkLst>
            <pc:docMk/>
            <pc:sldMk cId="1509791820" sldId="326"/>
            <ac:spMk id="11" creationId="{107A89DA-DD48-144C-805A-DD8422E1FBD2}"/>
          </ac:spMkLst>
        </pc:spChg>
        <pc:picChg chg="add mod">
          <ac:chgData name="Loc Huynh" userId="80c0383e323bd6ea" providerId="LiveId" clId="{72CEA336-3CF7-0740-9187-942BCF55D6BE}" dt="2023-09-11T08:01:06.958" v="9490" actId="1036"/>
          <ac:picMkLst>
            <pc:docMk/>
            <pc:sldMk cId="1509791820" sldId="326"/>
            <ac:picMk id="5" creationId="{EAF6FD3C-5FEE-B109-D051-3FBF637AD8E5}"/>
          </ac:picMkLst>
        </pc:picChg>
      </pc:sldChg>
      <pc:sldChg chg="addSp delSp modSp mod">
        <pc:chgData name="Loc Huynh" userId="80c0383e323bd6ea" providerId="LiveId" clId="{72CEA336-3CF7-0740-9187-942BCF55D6BE}" dt="2023-09-11T09:24:51.837" v="10877"/>
        <pc:sldMkLst>
          <pc:docMk/>
          <pc:sldMk cId="2093512164" sldId="327"/>
        </pc:sldMkLst>
        <pc:spChg chg="mod">
          <ac:chgData name="Loc Huynh" userId="80c0383e323bd6ea" providerId="LiveId" clId="{72CEA336-3CF7-0740-9187-942BCF55D6BE}" dt="2023-09-11T09:24:51.837" v="10877"/>
          <ac:spMkLst>
            <pc:docMk/>
            <pc:sldMk cId="2093512164" sldId="327"/>
            <ac:spMk id="2" creationId="{C54DDA5F-3397-B04E-9634-BFA6160F2F30}"/>
          </ac:spMkLst>
        </pc:spChg>
        <pc:spChg chg="mod">
          <ac:chgData name="Loc Huynh" userId="80c0383e323bd6ea" providerId="LiveId" clId="{72CEA336-3CF7-0740-9187-942BCF55D6BE}" dt="2023-09-11T08:32:24.623" v="10269" actId="207"/>
          <ac:spMkLst>
            <pc:docMk/>
            <pc:sldMk cId="2093512164" sldId="327"/>
            <ac:spMk id="3" creationId="{836B46E6-E244-2945-B4BA-8F3930E3404B}"/>
          </ac:spMkLst>
        </pc:spChg>
        <pc:spChg chg="add mod">
          <ac:chgData name="Loc Huynh" userId="80c0383e323bd6ea" providerId="LiveId" clId="{72CEA336-3CF7-0740-9187-942BCF55D6BE}" dt="2023-08-18T09:20:50.564" v="1245"/>
          <ac:spMkLst>
            <pc:docMk/>
            <pc:sldMk cId="2093512164" sldId="327"/>
            <ac:spMk id="4" creationId="{C92F3FE6-3D38-F224-4C0F-8BB87A4BA09D}"/>
          </ac:spMkLst>
        </pc:spChg>
        <pc:spChg chg="del">
          <ac:chgData name="Loc Huynh" userId="80c0383e323bd6ea" providerId="LiveId" clId="{72CEA336-3CF7-0740-9187-942BCF55D6BE}" dt="2023-08-18T09:20:50.022" v="1244" actId="478"/>
          <ac:spMkLst>
            <pc:docMk/>
            <pc:sldMk cId="2093512164" sldId="327"/>
            <ac:spMk id="12" creationId="{AE579DBA-92CF-F445-93BB-305445061D87}"/>
          </ac:spMkLst>
        </pc:spChg>
      </pc:sldChg>
      <pc:sldChg chg="addSp delSp modSp mod">
        <pc:chgData name="Loc Huynh" userId="80c0383e323bd6ea" providerId="LiveId" clId="{72CEA336-3CF7-0740-9187-942BCF55D6BE}" dt="2023-09-11T08:32:50.233" v="10273" actId="114"/>
        <pc:sldMkLst>
          <pc:docMk/>
          <pc:sldMk cId="3630190742" sldId="328"/>
        </pc:sldMkLst>
        <pc:spChg chg="mod">
          <ac:chgData name="Loc Huynh" userId="80c0383e323bd6ea" providerId="LiveId" clId="{72CEA336-3CF7-0740-9187-942BCF55D6BE}" dt="2023-09-11T07:43:03.651" v="9064"/>
          <ac:spMkLst>
            <pc:docMk/>
            <pc:sldMk cId="3630190742" sldId="328"/>
            <ac:spMk id="2" creationId="{C54DDA5F-3397-B04E-9634-BFA6160F2F30}"/>
          </ac:spMkLst>
        </pc:spChg>
        <pc:spChg chg="mod">
          <ac:chgData name="Loc Huynh" userId="80c0383e323bd6ea" providerId="LiveId" clId="{72CEA336-3CF7-0740-9187-942BCF55D6BE}" dt="2023-09-11T08:32:50.233" v="10273" actId="114"/>
          <ac:spMkLst>
            <pc:docMk/>
            <pc:sldMk cId="3630190742" sldId="328"/>
            <ac:spMk id="3" creationId="{836B46E6-E244-2945-B4BA-8F3930E3404B}"/>
          </ac:spMkLst>
        </pc:spChg>
        <pc:spChg chg="del">
          <ac:chgData name="Loc Huynh" userId="80c0383e323bd6ea" providerId="LiveId" clId="{72CEA336-3CF7-0740-9187-942BCF55D6BE}" dt="2023-08-18T09:20:56.756" v="1248" actId="478"/>
          <ac:spMkLst>
            <pc:docMk/>
            <pc:sldMk cId="3630190742" sldId="328"/>
            <ac:spMk id="4" creationId="{2E42DE3D-A10C-5549-8483-6FC93DC312EB}"/>
          </ac:spMkLst>
        </pc:spChg>
        <pc:spChg chg="add mod">
          <ac:chgData name="Loc Huynh" userId="80c0383e323bd6ea" providerId="LiveId" clId="{72CEA336-3CF7-0740-9187-942BCF55D6BE}" dt="2023-08-18T09:20:57.208" v="1249"/>
          <ac:spMkLst>
            <pc:docMk/>
            <pc:sldMk cId="3630190742" sldId="328"/>
            <ac:spMk id="6" creationId="{CDEAED67-7F01-E74B-C8FF-A995549AFF78}"/>
          </ac:spMkLst>
        </pc:spChg>
      </pc:sldChg>
      <pc:sldChg chg="addSp delSp modSp mod">
        <pc:chgData name="Loc Huynh" userId="80c0383e323bd6ea" providerId="LiveId" clId="{72CEA336-3CF7-0740-9187-942BCF55D6BE}" dt="2023-09-11T08:33:18.787" v="10310" actId="20577"/>
        <pc:sldMkLst>
          <pc:docMk/>
          <pc:sldMk cId="1982184621" sldId="329"/>
        </pc:sldMkLst>
        <pc:spChg chg="mod">
          <ac:chgData name="Loc Huynh" userId="80c0383e323bd6ea" providerId="LiveId" clId="{72CEA336-3CF7-0740-9187-942BCF55D6BE}" dt="2023-09-11T07:43:06.503" v="9065"/>
          <ac:spMkLst>
            <pc:docMk/>
            <pc:sldMk cId="1982184621" sldId="329"/>
            <ac:spMk id="2" creationId="{C54DDA5F-3397-B04E-9634-BFA6160F2F30}"/>
          </ac:spMkLst>
        </pc:spChg>
        <pc:spChg chg="mod">
          <ac:chgData name="Loc Huynh" userId="80c0383e323bd6ea" providerId="LiveId" clId="{72CEA336-3CF7-0740-9187-942BCF55D6BE}" dt="2023-09-11T08:33:18.787" v="10310" actId="20577"/>
          <ac:spMkLst>
            <pc:docMk/>
            <pc:sldMk cId="1982184621" sldId="329"/>
            <ac:spMk id="3" creationId="{836B46E6-E244-2945-B4BA-8F3930E3404B}"/>
          </ac:spMkLst>
        </pc:spChg>
        <pc:spChg chg="del">
          <ac:chgData name="Loc Huynh" userId="80c0383e323bd6ea" providerId="LiveId" clId="{72CEA336-3CF7-0740-9187-942BCF55D6BE}" dt="2023-08-18T09:21:00.366" v="1250" actId="478"/>
          <ac:spMkLst>
            <pc:docMk/>
            <pc:sldMk cId="1982184621" sldId="329"/>
            <ac:spMk id="4" creationId="{A7FA9669-0A47-9B45-AF9C-A3DD7F795667}"/>
          </ac:spMkLst>
        </pc:spChg>
        <pc:spChg chg="add mod">
          <ac:chgData name="Loc Huynh" userId="80c0383e323bd6ea" providerId="LiveId" clId="{72CEA336-3CF7-0740-9187-942BCF55D6BE}" dt="2023-08-18T09:21:00.803" v="1251"/>
          <ac:spMkLst>
            <pc:docMk/>
            <pc:sldMk cId="1982184621" sldId="329"/>
            <ac:spMk id="6" creationId="{FE19F06E-5AA0-79E7-B19F-36993DA6900D}"/>
          </ac:spMkLst>
        </pc:spChg>
      </pc:sldChg>
      <pc:sldChg chg="addSp delSp modSp mod">
        <pc:chgData name="Loc Huynh" userId="80c0383e323bd6ea" providerId="LiveId" clId="{72CEA336-3CF7-0740-9187-942BCF55D6BE}" dt="2023-09-11T09:02:39.497" v="10469" actId="20577"/>
        <pc:sldMkLst>
          <pc:docMk/>
          <pc:sldMk cId="1142298140" sldId="330"/>
        </pc:sldMkLst>
        <pc:spChg chg="mod">
          <ac:chgData name="Loc Huynh" userId="80c0383e323bd6ea" providerId="LiveId" clId="{72CEA336-3CF7-0740-9187-942BCF55D6BE}" dt="2023-09-11T07:43:09.299" v="9066"/>
          <ac:spMkLst>
            <pc:docMk/>
            <pc:sldMk cId="1142298140" sldId="330"/>
            <ac:spMk id="2" creationId="{C54DDA5F-3397-B04E-9634-BFA6160F2F30}"/>
          </ac:spMkLst>
        </pc:spChg>
        <pc:spChg chg="mod">
          <ac:chgData name="Loc Huynh" userId="80c0383e323bd6ea" providerId="LiveId" clId="{72CEA336-3CF7-0740-9187-942BCF55D6BE}" dt="2023-09-11T09:02:39.497" v="10469" actId="20577"/>
          <ac:spMkLst>
            <pc:docMk/>
            <pc:sldMk cId="1142298140" sldId="330"/>
            <ac:spMk id="3" creationId="{836B46E6-E244-2945-B4BA-8F3930E3404B}"/>
          </ac:spMkLst>
        </pc:spChg>
        <pc:spChg chg="del">
          <ac:chgData name="Loc Huynh" userId="80c0383e323bd6ea" providerId="LiveId" clId="{72CEA336-3CF7-0740-9187-942BCF55D6BE}" dt="2023-08-18T09:21:03.821" v="1252" actId="478"/>
          <ac:spMkLst>
            <pc:docMk/>
            <pc:sldMk cId="1142298140" sldId="330"/>
            <ac:spMk id="4" creationId="{B600E00D-AA43-C94A-9FCC-F057143E90DE}"/>
          </ac:spMkLst>
        </pc:spChg>
        <pc:spChg chg="add mod">
          <ac:chgData name="Loc Huynh" userId="80c0383e323bd6ea" providerId="LiveId" clId="{72CEA336-3CF7-0740-9187-942BCF55D6BE}" dt="2023-08-18T09:21:04.212" v="1253"/>
          <ac:spMkLst>
            <pc:docMk/>
            <pc:sldMk cId="1142298140" sldId="330"/>
            <ac:spMk id="6" creationId="{734910D0-EAA2-2648-EEDB-30EDF9D5DE29}"/>
          </ac:spMkLst>
        </pc:spChg>
      </pc:sldChg>
      <pc:sldChg chg="add">
        <pc:chgData name="Loc Huynh" userId="80c0383e323bd6ea" providerId="LiveId" clId="{72CEA336-3CF7-0740-9187-942BCF55D6BE}" dt="2023-09-11T09:26:04.796" v="10898"/>
        <pc:sldMkLst>
          <pc:docMk/>
          <pc:sldMk cId="915704410" sldId="331"/>
        </pc:sldMkLst>
      </pc:sldChg>
      <pc:sldChg chg="modSp del mod chgLayout">
        <pc:chgData name="Loc Huynh" userId="80c0383e323bd6ea" providerId="LiveId" clId="{72CEA336-3CF7-0740-9187-942BCF55D6BE}" dt="2023-09-11T09:26:00.899" v="10897" actId="2696"/>
        <pc:sldMkLst>
          <pc:docMk/>
          <pc:sldMk cId="4050537604" sldId="331"/>
        </pc:sldMkLst>
        <pc:spChg chg="mod ord">
          <ac:chgData name="Loc Huynh" userId="80c0383e323bd6ea" providerId="LiveId" clId="{72CEA336-3CF7-0740-9187-942BCF55D6BE}" dt="2023-09-11T09:16:55.054" v="10521" actId="700"/>
          <ac:spMkLst>
            <pc:docMk/>
            <pc:sldMk cId="4050537604" sldId="331"/>
            <ac:spMk id="2" creationId="{1EC6BF10-FE2C-5345-B7B5-775DC6E3CB37}"/>
          </ac:spMkLst>
        </pc:spChg>
        <pc:spChg chg="mod ord">
          <ac:chgData name="Loc Huynh" userId="80c0383e323bd6ea" providerId="LiveId" clId="{72CEA336-3CF7-0740-9187-942BCF55D6BE}" dt="2023-09-11T09:24:02.942" v="10875" actId="20577"/>
          <ac:spMkLst>
            <pc:docMk/>
            <pc:sldMk cId="4050537604" sldId="331"/>
            <ac:spMk id="3" creationId="{19F26957-3555-4C48-AE14-45801A0508A3}"/>
          </ac:spMkLst>
        </pc:spChg>
        <pc:spChg chg="mod ord">
          <ac:chgData name="Loc Huynh" userId="80c0383e323bd6ea" providerId="LiveId" clId="{72CEA336-3CF7-0740-9187-942BCF55D6BE}" dt="2023-09-11T09:16:55.054" v="10521" actId="700"/>
          <ac:spMkLst>
            <pc:docMk/>
            <pc:sldMk cId="4050537604" sldId="331"/>
            <ac:spMk id="4" creationId="{0FA5299A-2878-F147-AA08-D805F2EDF50A}"/>
          </ac:spMkLst>
        </pc:spChg>
        <pc:spChg chg="mod ord">
          <ac:chgData name="Loc Huynh" userId="80c0383e323bd6ea" providerId="LiveId" clId="{72CEA336-3CF7-0740-9187-942BCF55D6BE}" dt="2023-09-11T09:16:55.054" v="10521" actId="700"/>
          <ac:spMkLst>
            <pc:docMk/>
            <pc:sldMk cId="4050537604" sldId="331"/>
            <ac:spMk id="5" creationId="{0011AAE3-A2A2-694D-B6CF-86C7051A2059}"/>
          </ac:spMkLst>
        </pc:spChg>
      </pc:sldChg>
      <pc:sldChg chg="del">
        <pc:chgData name="Loc Huynh" userId="80c0383e323bd6ea" providerId="LiveId" clId="{72CEA336-3CF7-0740-9187-942BCF55D6BE}" dt="2023-09-11T06:31:55.276" v="8546" actId="2696"/>
        <pc:sldMkLst>
          <pc:docMk/>
          <pc:sldMk cId="5523280" sldId="332"/>
        </pc:sldMkLst>
      </pc:sldChg>
      <pc:sldChg chg="addSp delSp modSp del mod">
        <pc:chgData name="Loc Huynh" userId="80c0383e323bd6ea" providerId="LiveId" clId="{72CEA336-3CF7-0740-9187-942BCF55D6BE}" dt="2023-09-11T08:36:54.850" v="10381" actId="2696"/>
        <pc:sldMkLst>
          <pc:docMk/>
          <pc:sldMk cId="851817313" sldId="333"/>
        </pc:sldMkLst>
        <pc:spChg chg="mod">
          <ac:chgData name="Loc Huynh" userId="80c0383e323bd6ea" providerId="LiveId" clId="{72CEA336-3CF7-0740-9187-942BCF55D6BE}" dt="2023-08-18T10:11:12.369" v="2260" actId="20577"/>
          <ac:spMkLst>
            <pc:docMk/>
            <pc:sldMk cId="851817313" sldId="333"/>
            <ac:spMk id="2" creationId="{C54DDA5F-3397-B04E-9634-BFA6160F2F30}"/>
          </ac:spMkLst>
        </pc:spChg>
        <pc:spChg chg="mod">
          <ac:chgData name="Loc Huynh" userId="80c0383e323bd6ea" providerId="LiveId" clId="{72CEA336-3CF7-0740-9187-942BCF55D6BE}" dt="2023-08-18T09:54:58.306" v="1966" actId="20577"/>
          <ac:spMkLst>
            <pc:docMk/>
            <pc:sldMk cId="851817313" sldId="333"/>
            <ac:spMk id="3" creationId="{836B46E6-E244-2945-B4BA-8F3930E3404B}"/>
          </ac:spMkLst>
        </pc:spChg>
        <pc:spChg chg="add mod">
          <ac:chgData name="Loc Huynh" userId="80c0383e323bd6ea" providerId="LiveId" clId="{72CEA336-3CF7-0740-9187-942BCF55D6BE}" dt="2023-08-18T09:21:07.816" v="1255"/>
          <ac:spMkLst>
            <pc:docMk/>
            <pc:sldMk cId="851817313" sldId="333"/>
            <ac:spMk id="4" creationId="{D9F448F6-DE0E-3C1A-CD6D-9605AA623398}"/>
          </ac:spMkLst>
        </pc:spChg>
        <pc:spChg chg="mod">
          <ac:chgData name="Loc Huynh" userId="80c0383e323bd6ea" providerId="LiveId" clId="{72CEA336-3CF7-0740-9187-942BCF55D6BE}" dt="2023-08-18T09:53:30.695" v="1916" actId="1076"/>
          <ac:spMkLst>
            <pc:docMk/>
            <pc:sldMk cId="851817313" sldId="333"/>
            <ac:spMk id="9" creationId="{55A29E9C-B462-2C48-9696-516BC4A293E5}"/>
          </ac:spMkLst>
        </pc:spChg>
        <pc:spChg chg="del">
          <ac:chgData name="Loc Huynh" userId="80c0383e323bd6ea" providerId="LiveId" clId="{72CEA336-3CF7-0740-9187-942BCF55D6BE}" dt="2023-08-18T09:21:07.392" v="1254" actId="478"/>
          <ac:spMkLst>
            <pc:docMk/>
            <pc:sldMk cId="851817313" sldId="333"/>
            <ac:spMk id="10" creationId="{398C95A5-47A4-CE44-B270-7C07015F385D}"/>
          </ac:spMkLst>
        </pc:spChg>
        <pc:graphicFrameChg chg="mod">
          <ac:chgData name="Loc Huynh" userId="80c0383e323bd6ea" providerId="LiveId" clId="{72CEA336-3CF7-0740-9187-942BCF55D6BE}" dt="2023-08-18T09:20:29.130" v="1242" actId="1076"/>
          <ac:graphicFrameMkLst>
            <pc:docMk/>
            <pc:sldMk cId="851817313" sldId="333"/>
            <ac:graphicFrameMk id="8" creationId="{C70698C5-B991-3947-A09C-1B74F2D5C2CD}"/>
          </ac:graphicFrameMkLst>
        </pc:graphicFrameChg>
        <pc:picChg chg="mod">
          <ac:chgData name="Loc Huynh" userId="80c0383e323bd6ea" providerId="LiveId" clId="{72CEA336-3CF7-0740-9187-942BCF55D6BE}" dt="2023-08-18T09:20:25.833" v="1241" actId="1076"/>
          <ac:picMkLst>
            <pc:docMk/>
            <pc:sldMk cId="851817313" sldId="333"/>
            <ac:picMk id="7" creationId="{CE07F350-516E-8144-A53F-BA78B2ECBBF3}"/>
          </ac:picMkLst>
        </pc:picChg>
      </pc:sldChg>
      <pc:sldChg chg="del">
        <pc:chgData name="Loc Huynh" userId="80c0383e323bd6ea" providerId="LiveId" clId="{72CEA336-3CF7-0740-9187-942BCF55D6BE}" dt="2023-09-11T06:31:57.483" v="8547" actId="2696"/>
        <pc:sldMkLst>
          <pc:docMk/>
          <pc:sldMk cId="3976749755" sldId="334"/>
        </pc:sldMkLst>
      </pc:sldChg>
      <pc:sldChg chg="del">
        <pc:chgData name="Loc Huynh" userId="80c0383e323bd6ea" providerId="LiveId" clId="{72CEA336-3CF7-0740-9187-942BCF55D6BE}" dt="2023-09-11T06:31:58.465" v="8548" actId="2696"/>
        <pc:sldMkLst>
          <pc:docMk/>
          <pc:sldMk cId="2251604776" sldId="335"/>
        </pc:sldMkLst>
      </pc:sldChg>
      <pc:sldChg chg="del">
        <pc:chgData name="Loc Huynh" userId="80c0383e323bd6ea" providerId="LiveId" clId="{72CEA336-3CF7-0740-9187-942BCF55D6BE}" dt="2023-09-11T06:31:59.147" v="8549" actId="2696"/>
        <pc:sldMkLst>
          <pc:docMk/>
          <pc:sldMk cId="4279416482" sldId="336"/>
        </pc:sldMkLst>
      </pc:sldChg>
      <pc:sldChg chg="modSp del mod chgLayout">
        <pc:chgData name="Loc Huynh" userId="80c0383e323bd6ea" providerId="LiveId" clId="{72CEA336-3CF7-0740-9187-942BCF55D6BE}" dt="2023-09-11T11:09:36.262" v="13534" actId="2696"/>
        <pc:sldMkLst>
          <pc:docMk/>
          <pc:sldMk cId="1557391853" sldId="337"/>
        </pc:sldMkLst>
        <pc:spChg chg="mod ord">
          <ac:chgData name="Loc Huynh" userId="80c0383e323bd6ea" providerId="LiveId" clId="{72CEA336-3CF7-0740-9187-942BCF55D6BE}" dt="2023-09-11T09:17:11.153" v="10522" actId="700"/>
          <ac:spMkLst>
            <pc:docMk/>
            <pc:sldMk cId="1557391853" sldId="337"/>
            <ac:spMk id="2" creationId="{1EC6BF10-FE2C-5345-B7B5-775DC6E3CB37}"/>
          </ac:spMkLst>
        </pc:spChg>
        <pc:spChg chg="mod ord">
          <ac:chgData name="Loc Huynh" userId="80c0383e323bd6ea" providerId="LiveId" clId="{72CEA336-3CF7-0740-9187-942BCF55D6BE}" dt="2023-09-11T09:17:11.153" v="10522" actId="700"/>
          <ac:spMkLst>
            <pc:docMk/>
            <pc:sldMk cId="1557391853" sldId="337"/>
            <ac:spMk id="3" creationId="{19F26957-3555-4C48-AE14-45801A0508A3}"/>
          </ac:spMkLst>
        </pc:spChg>
        <pc:spChg chg="mod ord">
          <ac:chgData name="Loc Huynh" userId="80c0383e323bd6ea" providerId="LiveId" clId="{72CEA336-3CF7-0740-9187-942BCF55D6BE}" dt="2023-09-11T09:17:11.153" v="10522" actId="700"/>
          <ac:spMkLst>
            <pc:docMk/>
            <pc:sldMk cId="1557391853" sldId="337"/>
            <ac:spMk id="4" creationId="{0FA5299A-2878-F147-AA08-D805F2EDF50A}"/>
          </ac:spMkLst>
        </pc:spChg>
        <pc:spChg chg="mod ord">
          <ac:chgData name="Loc Huynh" userId="80c0383e323bd6ea" providerId="LiveId" clId="{72CEA336-3CF7-0740-9187-942BCF55D6BE}" dt="2023-09-11T09:17:11.153" v="10522" actId="700"/>
          <ac:spMkLst>
            <pc:docMk/>
            <pc:sldMk cId="1557391853" sldId="337"/>
            <ac:spMk id="5" creationId="{0011AAE3-A2A2-694D-B6CF-86C7051A2059}"/>
          </ac:spMkLst>
        </pc:spChg>
        <pc:spChg chg="mod">
          <ac:chgData name="Loc Huynh" userId="80c0383e323bd6ea" providerId="LiveId" clId="{72CEA336-3CF7-0740-9187-942BCF55D6BE}" dt="2023-08-18T09:19:48.692" v="1238" actId="207"/>
          <ac:spMkLst>
            <pc:docMk/>
            <pc:sldMk cId="1557391853" sldId="337"/>
            <ac:spMk id="24" creationId="{68891AA4-834A-D243-A217-483531A5B694}"/>
          </ac:spMkLst>
        </pc:spChg>
        <pc:spChg chg="mod">
          <ac:chgData name="Loc Huynh" userId="80c0383e323bd6ea" providerId="LiveId" clId="{72CEA336-3CF7-0740-9187-942BCF55D6BE}" dt="2023-08-18T09:19:45.509" v="1237" actId="207"/>
          <ac:spMkLst>
            <pc:docMk/>
            <pc:sldMk cId="1557391853" sldId="337"/>
            <ac:spMk id="35" creationId="{136F4219-C3E1-C043-BAEE-CD225F8B49B4}"/>
          </ac:spMkLst>
        </pc:spChg>
        <pc:spChg chg="mod">
          <ac:chgData name="Loc Huynh" userId="80c0383e323bd6ea" providerId="LiveId" clId="{72CEA336-3CF7-0740-9187-942BCF55D6BE}" dt="2023-08-18T09:19:52.205" v="1239" actId="207"/>
          <ac:spMkLst>
            <pc:docMk/>
            <pc:sldMk cId="1557391853" sldId="337"/>
            <ac:spMk id="38" creationId="{78B443AA-06C5-364F-8E50-5122BC49D8EF}"/>
          </ac:spMkLst>
        </pc:spChg>
        <pc:spChg chg="mod">
          <ac:chgData name="Loc Huynh" userId="80c0383e323bd6ea" providerId="LiveId" clId="{72CEA336-3CF7-0740-9187-942BCF55D6BE}" dt="2023-08-18T09:19:54.750" v="1240" actId="207"/>
          <ac:spMkLst>
            <pc:docMk/>
            <pc:sldMk cId="1557391853" sldId="337"/>
            <ac:spMk id="42" creationId="{605164EC-2669-4249-8184-04233C2276EC}"/>
          </ac:spMkLst>
        </pc:spChg>
      </pc:sldChg>
      <pc:sldChg chg="addSp delSp modSp mod chgLayout">
        <pc:chgData name="Loc Huynh" userId="80c0383e323bd6ea" providerId="LiveId" clId="{72CEA336-3CF7-0740-9187-942BCF55D6BE}" dt="2023-09-11T11:13:52.069" v="13655" actId="1076"/>
        <pc:sldMkLst>
          <pc:docMk/>
          <pc:sldMk cId="127802819" sldId="338"/>
        </pc:sldMkLst>
        <pc:spChg chg="mod ord">
          <ac:chgData name="Loc Huynh" userId="80c0383e323bd6ea" providerId="LiveId" clId="{72CEA336-3CF7-0740-9187-942BCF55D6BE}" dt="2023-09-11T11:13:28.974" v="13652" actId="700"/>
          <ac:spMkLst>
            <pc:docMk/>
            <pc:sldMk cId="127802819" sldId="338"/>
            <ac:spMk id="2" creationId="{1EC6BF10-FE2C-5345-B7B5-775DC6E3CB37}"/>
          </ac:spMkLst>
        </pc:spChg>
        <pc:spChg chg="mod ord">
          <ac:chgData name="Loc Huynh" userId="80c0383e323bd6ea" providerId="LiveId" clId="{72CEA336-3CF7-0740-9187-942BCF55D6BE}" dt="2023-09-11T11:13:28.974" v="13652" actId="700"/>
          <ac:spMkLst>
            <pc:docMk/>
            <pc:sldMk cId="127802819" sldId="338"/>
            <ac:spMk id="3" creationId="{19F26957-3555-4C48-AE14-45801A0508A3}"/>
          </ac:spMkLst>
        </pc:spChg>
        <pc:spChg chg="mod ord">
          <ac:chgData name="Loc Huynh" userId="80c0383e323bd6ea" providerId="LiveId" clId="{72CEA336-3CF7-0740-9187-942BCF55D6BE}" dt="2023-09-11T11:13:28.974" v="13652" actId="700"/>
          <ac:spMkLst>
            <pc:docMk/>
            <pc:sldMk cId="127802819" sldId="338"/>
            <ac:spMk id="4" creationId="{0FA5299A-2878-F147-AA08-D805F2EDF50A}"/>
          </ac:spMkLst>
        </pc:spChg>
        <pc:spChg chg="mod ord">
          <ac:chgData name="Loc Huynh" userId="80c0383e323bd6ea" providerId="LiveId" clId="{72CEA336-3CF7-0740-9187-942BCF55D6BE}" dt="2023-09-11T11:13:28.974" v="13652" actId="700"/>
          <ac:spMkLst>
            <pc:docMk/>
            <pc:sldMk cId="127802819" sldId="338"/>
            <ac:spMk id="5" creationId="{0011AAE3-A2A2-694D-B6CF-86C7051A2059}"/>
          </ac:spMkLst>
        </pc:spChg>
        <pc:spChg chg="add del">
          <ac:chgData name="Loc Huynh" userId="80c0383e323bd6ea" providerId="LiveId" clId="{72CEA336-3CF7-0740-9187-942BCF55D6BE}" dt="2023-08-18T10:11:40.673" v="2317" actId="22"/>
          <ac:spMkLst>
            <pc:docMk/>
            <pc:sldMk cId="127802819" sldId="338"/>
            <ac:spMk id="7" creationId="{18618C2C-BA4B-AFE5-5A4D-51A4E9B16A16}"/>
          </ac:spMkLst>
        </pc:spChg>
        <pc:graphicFrameChg chg="mod modGraphic">
          <ac:chgData name="Loc Huynh" userId="80c0383e323bd6ea" providerId="LiveId" clId="{72CEA336-3CF7-0740-9187-942BCF55D6BE}" dt="2023-09-11T11:13:52.069" v="13655" actId="1076"/>
          <ac:graphicFrameMkLst>
            <pc:docMk/>
            <pc:sldMk cId="127802819" sldId="338"/>
            <ac:graphicFrameMk id="12" creationId="{948B7D63-8853-A448-9D87-1C4BE919E799}"/>
          </ac:graphicFrameMkLst>
        </pc:graphicFrameChg>
        <pc:picChg chg="mod">
          <ac:chgData name="Loc Huynh" userId="80c0383e323bd6ea" providerId="LiveId" clId="{72CEA336-3CF7-0740-9187-942BCF55D6BE}" dt="2023-09-11T11:13:52.069" v="13655" actId="1076"/>
          <ac:picMkLst>
            <pc:docMk/>
            <pc:sldMk cId="127802819" sldId="338"/>
            <ac:picMk id="29698" creationId="{A1056F00-EE99-5043-9C90-8B99AA1CC856}"/>
          </ac:picMkLst>
        </pc:picChg>
        <pc:picChg chg="mod">
          <ac:chgData name="Loc Huynh" userId="80c0383e323bd6ea" providerId="LiveId" clId="{72CEA336-3CF7-0740-9187-942BCF55D6BE}" dt="2023-09-11T11:13:52.069" v="13655" actId="1076"/>
          <ac:picMkLst>
            <pc:docMk/>
            <pc:sldMk cId="127802819" sldId="338"/>
            <ac:picMk id="29700" creationId="{70790298-B185-BD43-B62B-CEC3BE769F1A}"/>
          </ac:picMkLst>
        </pc:picChg>
        <pc:picChg chg="mod">
          <ac:chgData name="Loc Huynh" userId="80c0383e323bd6ea" providerId="LiveId" clId="{72CEA336-3CF7-0740-9187-942BCF55D6BE}" dt="2023-09-11T11:13:52.069" v="13655" actId="1076"/>
          <ac:picMkLst>
            <pc:docMk/>
            <pc:sldMk cId="127802819" sldId="338"/>
            <ac:picMk id="29702" creationId="{D9D3B0F0-3B94-A241-88FD-36B20E9E88F5}"/>
          </ac:picMkLst>
        </pc:picChg>
        <pc:picChg chg="mod">
          <ac:chgData name="Loc Huynh" userId="80c0383e323bd6ea" providerId="LiveId" clId="{72CEA336-3CF7-0740-9187-942BCF55D6BE}" dt="2023-09-11T11:13:52.069" v="13655" actId="1076"/>
          <ac:picMkLst>
            <pc:docMk/>
            <pc:sldMk cId="127802819" sldId="338"/>
            <ac:picMk id="29704" creationId="{D726B684-CA60-AB43-8978-98FC4BF03796}"/>
          </ac:picMkLst>
        </pc:picChg>
        <pc:picChg chg="mod">
          <ac:chgData name="Loc Huynh" userId="80c0383e323bd6ea" providerId="LiveId" clId="{72CEA336-3CF7-0740-9187-942BCF55D6BE}" dt="2023-09-11T11:13:52.069" v="13655" actId="1076"/>
          <ac:picMkLst>
            <pc:docMk/>
            <pc:sldMk cId="127802819" sldId="338"/>
            <ac:picMk id="29706" creationId="{E3EE8008-70B3-0B42-B4E6-B9DF8FE284A1}"/>
          </ac:picMkLst>
        </pc:picChg>
      </pc:sldChg>
      <pc:sldChg chg="modSp mod chgLayout">
        <pc:chgData name="Loc Huynh" userId="80c0383e323bd6ea" providerId="LiveId" clId="{72CEA336-3CF7-0740-9187-942BCF55D6BE}" dt="2023-09-11T11:59:29.723" v="14190" actId="20577"/>
        <pc:sldMkLst>
          <pc:docMk/>
          <pc:sldMk cId="1317106903" sldId="339"/>
        </pc:sldMkLst>
        <pc:spChg chg="mod ord">
          <ac:chgData name="Loc Huynh" userId="80c0383e323bd6ea" providerId="LiveId" clId="{72CEA336-3CF7-0740-9187-942BCF55D6BE}" dt="2023-09-11T11:24:33.924" v="14088" actId="700"/>
          <ac:spMkLst>
            <pc:docMk/>
            <pc:sldMk cId="1317106903" sldId="339"/>
            <ac:spMk id="2" creationId="{1EC6BF10-FE2C-5345-B7B5-775DC6E3CB37}"/>
          </ac:spMkLst>
        </pc:spChg>
        <pc:spChg chg="mod ord">
          <ac:chgData name="Loc Huynh" userId="80c0383e323bd6ea" providerId="LiveId" clId="{72CEA336-3CF7-0740-9187-942BCF55D6BE}" dt="2023-09-11T11:59:29.723" v="14190" actId="20577"/>
          <ac:spMkLst>
            <pc:docMk/>
            <pc:sldMk cId="1317106903" sldId="339"/>
            <ac:spMk id="3" creationId="{19F26957-3555-4C48-AE14-45801A0508A3}"/>
          </ac:spMkLst>
        </pc:spChg>
        <pc:spChg chg="mod ord">
          <ac:chgData name="Loc Huynh" userId="80c0383e323bd6ea" providerId="LiveId" clId="{72CEA336-3CF7-0740-9187-942BCF55D6BE}" dt="2023-09-11T11:24:33.924" v="14088" actId="700"/>
          <ac:spMkLst>
            <pc:docMk/>
            <pc:sldMk cId="1317106903" sldId="339"/>
            <ac:spMk id="4" creationId="{0FA5299A-2878-F147-AA08-D805F2EDF50A}"/>
          </ac:spMkLst>
        </pc:spChg>
        <pc:spChg chg="mod ord">
          <ac:chgData name="Loc Huynh" userId="80c0383e323bd6ea" providerId="LiveId" clId="{72CEA336-3CF7-0740-9187-942BCF55D6BE}" dt="2023-09-11T11:24:33.924" v="14088" actId="700"/>
          <ac:spMkLst>
            <pc:docMk/>
            <pc:sldMk cId="1317106903" sldId="339"/>
            <ac:spMk id="5" creationId="{0011AAE3-A2A2-694D-B6CF-86C7051A2059}"/>
          </ac:spMkLst>
        </pc:spChg>
      </pc:sldChg>
      <pc:sldChg chg="modSp del mod chgLayout">
        <pc:chgData name="Loc Huynh" userId="80c0383e323bd6ea" providerId="LiveId" clId="{72CEA336-3CF7-0740-9187-942BCF55D6BE}" dt="2023-09-11T12:03:06.432" v="14249" actId="2696"/>
        <pc:sldMkLst>
          <pc:docMk/>
          <pc:sldMk cId="28933879" sldId="341"/>
        </pc:sldMkLst>
        <pc:spChg chg="mod ord">
          <ac:chgData name="Loc Huynh" userId="80c0383e323bd6ea" providerId="LiveId" clId="{72CEA336-3CF7-0740-9187-942BCF55D6BE}" dt="2023-09-11T11:24:36.910" v="14089" actId="700"/>
          <ac:spMkLst>
            <pc:docMk/>
            <pc:sldMk cId="28933879" sldId="341"/>
            <ac:spMk id="2" creationId="{1EC6BF10-FE2C-5345-B7B5-775DC6E3CB37}"/>
          </ac:spMkLst>
        </pc:spChg>
        <pc:spChg chg="mod ord">
          <ac:chgData name="Loc Huynh" userId="80c0383e323bd6ea" providerId="LiveId" clId="{72CEA336-3CF7-0740-9187-942BCF55D6BE}" dt="2023-09-11T12:01:09.336" v="14228" actId="20577"/>
          <ac:spMkLst>
            <pc:docMk/>
            <pc:sldMk cId="28933879" sldId="341"/>
            <ac:spMk id="3" creationId="{19F26957-3555-4C48-AE14-45801A0508A3}"/>
          </ac:spMkLst>
        </pc:spChg>
        <pc:spChg chg="mod ord">
          <ac:chgData name="Loc Huynh" userId="80c0383e323bd6ea" providerId="LiveId" clId="{72CEA336-3CF7-0740-9187-942BCF55D6BE}" dt="2023-09-11T11:24:36.910" v="14089" actId="700"/>
          <ac:spMkLst>
            <pc:docMk/>
            <pc:sldMk cId="28933879" sldId="341"/>
            <ac:spMk id="4" creationId="{0FA5299A-2878-F147-AA08-D805F2EDF50A}"/>
          </ac:spMkLst>
        </pc:spChg>
        <pc:spChg chg="mod ord">
          <ac:chgData name="Loc Huynh" userId="80c0383e323bd6ea" providerId="LiveId" clId="{72CEA336-3CF7-0740-9187-942BCF55D6BE}" dt="2023-09-11T11:24:36.910" v="14089" actId="700"/>
          <ac:spMkLst>
            <pc:docMk/>
            <pc:sldMk cId="28933879" sldId="341"/>
            <ac:spMk id="5" creationId="{0011AAE3-A2A2-694D-B6CF-86C7051A2059}"/>
          </ac:spMkLst>
        </pc:spChg>
      </pc:sldChg>
      <pc:sldChg chg="modSp del mod">
        <pc:chgData name="Loc Huynh" userId="80c0383e323bd6ea" providerId="LiveId" clId="{72CEA336-3CF7-0740-9187-942BCF55D6BE}" dt="2023-09-11T11:09:21.312" v="13533" actId="2696"/>
        <pc:sldMkLst>
          <pc:docMk/>
          <pc:sldMk cId="4286825711" sldId="342"/>
        </pc:sldMkLst>
        <pc:spChg chg="mod">
          <ac:chgData name="Loc Huynh" userId="80c0383e323bd6ea" providerId="LiveId" clId="{72CEA336-3CF7-0740-9187-942BCF55D6BE}" dt="2023-08-18T10:11:50.858" v="2321"/>
          <ac:spMkLst>
            <pc:docMk/>
            <pc:sldMk cId="4286825711" sldId="342"/>
            <ac:spMk id="2" creationId="{1EC6BF10-FE2C-5345-B7B5-775DC6E3CB37}"/>
          </ac:spMkLst>
        </pc:spChg>
      </pc:sldChg>
      <pc:sldChg chg="modSp del mod chgLayout">
        <pc:chgData name="Loc Huynh" userId="80c0383e323bd6ea" providerId="LiveId" clId="{72CEA336-3CF7-0740-9187-942BCF55D6BE}" dt="2023-09-11T12:04:20.086" v="14280" actId="2696"/>
        <pc:sldMkLst>
          <pc:docMk/>
          <pc:sldMk cId="927765203" sldId="343"/>
        </pc:sldMkLst>
        <pc:spChg chg="mod ord">
          <ac:chgData name="Loc Huynh" userId="80c0383e323bd6ea" providerId="LiveId" clId="{72CEA336-3CF7-0740-9187-942BCF55D6BE}" dt="2023-09-11T11:24:40.877" v="14090" actId="700"/>
          <ac:spMkLst>
            <pc:docMk/>
            <pc:sldMk cId="927765203" sldId="343"/>
            <ac:spMk id="2" creationId="{1EC6BF10-FE2C-5345-B7B5-775DC6E3CB37}"/>
          </ac:spMkLst>
        </pc:spChg>
        <pc:spChg chg="mod ord">
          <ac:chgData name="Loc Huynh" userId="80c0383e323bd6ea" providerId="LiveId" clId="{72CEA336-3CF7-0740-9187-942BCF55D6BE}" dt="2023-09-11T12:03:57.501" v="14271" actId="21"/>
          <ac:spMkLst>
            <pc:docMk/>
            <pc:sldMk cId="927765203" sldId="343"/>
            <ac:spMk id="3" creationId="{19F26957-3555-4C48-AE14-45801A0508A3}"/>
          </ac:spMkLst>
        </pc:spChg>
        <pc:spChg chg="mod ord">
          <ac:chgData name="Loc Huynh" userId="80c0383e323bd6ea" providerId="LiveId" clId="{72CEA336-3CF7-0740-9187-942BCF55D6BE}" dt="2023-09-11T11:24:40.877" v="14090" actId="700"/>
          <ac:spMkLst>
            <pc:docMk/>
            <pc:sldMk cId="927765203" sldId="343"/>
            <ac:spMk id="4" creationId="{0FA5299A-2878-F147-AA08-D805F2EDF50A}"/>
          </ac:spMkLst>
        </pc:spChg>
        <pc:spChg chg="mod ord">
          <ac:chgData name="Loc Huynh" userId="80c0383e323bd6ea" providerId="LiveId" clId="{72CEA336-3CF7-0740-9187-942BCF55D6BE}" dt="2023-09-11T11:24:40.877" v="14090" actId="700"/>
          <ac:spMkLst>
            <pc:docMk/>
            <pc:sldMk cId="927765203" sldId="343"/>
            <ac:spMk id="5" creationId="{0011AAE3-A2A2-694D-B6CF-86C7051A2059}"/>
          </ac:spMkLst>
        </pc:spChg>
      </pc:sldChg>
      <pc:sldChg chg="modSp mod">
        <pc:chgData name="Loc Huynh" userId="80c0383e323bd6ea" providerId="LiveId" clId="{72CEA336-3CF7-0740-9187-942BCF55D6BE}" dt="2023-09-11T11:07:56.228" v="13491" actId="20577"/>
        <pc:sldMkLst>
          <pc:docMk/>
          <pc:sldMk cId="961475434" sldId="344"/>
        </pc:sldMkLst>
        <pc:spChg chg="mod">
          <ac:chgData name="Loc Huynh" userId="80c0383e323bd6ea" providerId="LiveId" clId="{72CEA336-3CF7-0740-9187-942BCF55D6BE}" dt="2023-09-11T11:07:56.228" v="13491" actId="20577"/>
          <ac:spMkLst>
            <pc:docMk/>
            <pc:sldMk cId="961475434" sldId="344"/>
            <ac:spMk id="2" creationId="{6C57E25F-3877-A949-869C-2A7604169574}"/>
          </ac:spMkLst>
        </pc:spChg>
        <pc:spChg chg="mod">
          <ac:chgData name="Loc Huynh" userId="80c0383e323bd6ea" providerId="LiveId" clId="{72CEA336-3CF7-0740-9187-942BCF55D6BE}" dt="2023-08-18T09:14:53.299" v="1235" actId="20577"/>
          <ac:spMkLst>
            <pc:docMk/>
            <pc:sldMk cId="961475434" sldId="344"/>
            <ac:spMk id="3" creationId="{DC38A515-FAB2-1041-B18A-AF0A989DCEAE}"/>
          </ac:spMkLst>
        </pc:spChg>
      </pc:sldChg>
      <pc:sldChg chg="modSp mod">
        <pc:chgData name="Loc Huynh" userId="80c0383e323bd6ea" providerId="LiveId" clId="{72CEA336-3CF7-0740-9187-942BCF55D6BE}" dt="2023-09-11T11:08:06.390" v="13511" actId="404"/>
        <pc:sldMkLst>
          <pc:docMk/>
          <pc:sldMk cId="1208499357" sldId="377"/>
        </pc:sldMkLst>
        <pc:spChg chg="mod">
          <ac:chgData name="Loc Huynh" userId="80c0383e323bd6ea" providerId="LiveId" clId="{72CEA336-3CF7-0740-9187-942BCF55D6BE}" dt="2023-09-11T11:08:06.390" v="13511" actId="404"/>
          <ac:spMkLst>
            <pc:docMk/>
            <pc:sldMk cId="1208499357" sldId="377"/>
            <ac:spMk id="2" creationId="{4D4061A0-AE36-D34D-BDB8-DC4255BBEE4A}"/>
          </ac:spMkLst>
        </pc:spChg>
        <pc:spChg chg="mod">
          <ac:chgData name="Loc Huynh" userId="80c0383e323bd6ea" providerId="LiveId" clId="{72CEA336-3CF7-0740-9187-942BCF55D6BE}" dt="2023-08-18T10:02:34.767" v="2032" actId="207"/>
          <ac:spMkLst>
            <pc:docMk/>
            <pc:sldMk cId="1208499357" sldId="377"/>
            <ac:spMk id="3" creationId="{0CACF207-72A6-6E48-93CB-CDAE9C14B61A}"/>
          </ac:spMkLst>
        </pc:spChg>
        <pc:picChg chg="mod">
          <ac:chgData name="Loc Huynh" userId="80c0383e323bd6ea" providerId="LiveId" clId="{72CEA336-3CF7-0740-9187-942BCF55D6BE}" dt="2023-08-18T10:00:52.381" v="2004" actId="1076"/>
          <ac:picMkLst>
            <pc:docMk/>
            <pc:sldMk cId="1208499357" sldId="377"/>
            <ac:picMk id="6" creationId="{EF6373AE-F9C8-964C-8632-EF2E29C0FE65}"/>
          </ac:picMkLst>
        </pc:picChg>
      </pc:sldChg>
      <pc:sldChg chg="addSp modSp mod">
        <pc:chgData name="Loc Huynh" userId="80c0383e323bd6ea" providerId="LiveId" clId="{72CEA336-3CF7-0740-9187-942BCF55D6BE}" dt="2023-09-11T11:08:17.837" v="13514" actId="404"/>
        <pc:sldMkLst>
          <pc:docMk/>
          <pc:sldMk cId="2078064597" sldId="378"/>
        </pc:sldMkLst>
        <pc:spChg chg="mod">
          <ac:chgData name="Loc Huynh" userId="80c0383e323bd6ea" providerId="LiveId" clId="{72CEA336-3CF7-0740-9187-942BCF55D6BE}" dt="2023-09-11T11:08:17.837" v="13514" actId="404"/>
          <ac:spMkLst>
            <pc:docMk/>
            <pc:sldMk cId="2078064597" sldId="378"/>
            <ac:spMk id="2" creationId="{4D4061A0-AE36-D34D-BDB8-DC4255BBEE4A}"/>
          </ac:spMkLst>
        </pc:spChg>
        <pc:spChg chg="mod">
          <ac:chgData name="Loc Huynh" userId="80c0383e323bd6ea" providerId="LiveId" clId="{72CEA336-3CF7-0740-9187-942BCF55D6BE}" dt="2023-08-18T10:02:40.662" v="2033" actId="207"/>
          <ac:spMkLst>
            <pc:docMk/>
            <pc:sldMk cId="2078064597" sldId="378"/>
            <ac:spMk id="3" creationId="{0CACF207-72A6-6E48-93CB-CDAE9C14B61A}"/>
          </ac:spMkLst>
        </pc:spChg>
        <pc:spChg chg="mod">
          <ac:chgData name="Loc Huynh" userId="80c0383e323bd6ea" providerId="LiveId" clId="{72CEA336-3CF7-0740-9187-942BCF55D6BE}" dt="2023-08-18T10:01:21.065" v="2020" actId="1036"/>
          <ac:spMkLst>
            <pc:docMk/>
            <pc:sldMk cId="2078064597" sldId="378"/>
            <ac:spMk id="8" creationId="{CBFB6DED-805B-C348-A0B3-E670B58C9660}"/>
          </ac:spMkLst>
        </pc:spChg>
        <pc:grpChg chg="add">
          <ac:chgData name="Loc Huynh" userId="80c0383e323bd6ea" providerId="LiveId" clId="{72CEA336-3CF7-0740-9187-942BCF55D6BE}" dt="2023-08-18T10:01:25.301" v="2021" actId="164"/>
          <ac:grpSpMkLst>
            <pc:docMk/>
            <pc:sldMk cId="2078064597" sldId="378"/>
            <ac:grpSpMk id="6" creationId="{A7E65DD2-BF4F-297F-207C-E31627029987}"/>
          </ac:grpSpMkLst>
        </pc:grpChg>
        <pc:picChg chg="mod">
          <ac:chgData name="Loc Huynh" userId="80c0383e323bd6ea" providerId="LiveId" clId="{72CEA336-3CF7-0740-9187-942BCF55D6BE}" dt="2023-08-18T10:00:56.469" v="2005" actId="1076"/>
          <ac:picMkLst>
            <pc:docMk/>
            <pc:sldMk cId="2078064597" sldId="378"/>
            <ac:picMk id="7" creationId="{AEA92EC2-7CE6-B545-81BC-FB1F84719C34}"/>
          </ac:picMkLst>
        </pc:picChg>
      </pc:sldChg>
      <pc:sldChg chg="addSp modSp mod">
        <pc:chgData name="Loc Huynh" userId="80c0383e323bd6ea" providerId="LiveId" clId="{72CEA336-3CF7-0740-9187-942BCF55D6BE}" dt="2023-09-11T11:08:29.102" v="13519" actId="403"/>
        <pc:sldMkLst>
          <pc:docMk/>
          <pc:sldMk cId="2878301185" sldId="379"/>
        </pc:sldMkLst>
        <pc:spChg chg="mod">
          <ac:chgData name="Loc Huynh" userId="80c0383e323bd6ea" providerId="LiveId" clId="{72CEA336-3CF7-0740-9187-942BCF55D6BE}" dt="2023-09-11T11:08:29.102" v="13519" actId="403"/>
          <ac:spMkLst>
            <pc:docMk/>
            <pc:sldMk cId="2878301185" sldId="379"/>
            <ac:spMk id="2" creationId="{4D4061A0-AE36-D34D-BDB8-DC4255BBEE4A}"/>
          </ac:spMkLst>
        </pc:spChg>
        <pc:spChg chg="mod">
          <ac:chgData name="Loc Huynh" userId="80c0383e323bd6ea" providerId="LiveId" clId="{72CEA336-3CF7-0740-9187-942BCF55D6BE}" dt="2023-08-18T10:02:44.002" v="2034" actId="207"/>
          <ac:spMkLst>
            <pc:docMk/>
            <pc:sldMk cId="2878301185" sldId="379"/>
            <ac:spMk id="3" creationId="{0CACF207-72A6-6E48-93CB-CDAE9C14B61A}"/>
          </ac:spMkLst>
        </pc:spChg>
        <pc:spChg chg="mod">
          <ac:chgData name="Loc Huynh" userId="80c0383e323bd6ea" providerId="LiveId" clId="{72CEA336-3CF7-0740-9187-942BCF55D6BE}" dt="2023-08-18T10:02:08.475" v="2029" actId="13822"/>
          <ac:spMkLst>
            <pc:docMk/>
            <pc:sldMk cId="2878301185" sldId="379"/>
            <ac:spMk id="10" creationId="{09EA6289-93FE-7E4A-ACD6-FAF2F63F3160}"/>
          </ac:spMkLst>
        </pc:spChg>
        <pc:spChg chg="mod">
          <ac:chgData name="Loc Huynh" userId="80c0383e323bd6ea" providerId="LiveId" clId="{72CEA336-3CF7-0740-9187-942BCF55D6BE}" dt="2023-08-18T10:01:59.824" v="2026" actId="1582"/>
          <ac:spMkLst>
            <pc:docMk/>
            <pc:sldMk cId="2878301185" sldId="379"/>
            <ac:spMk id="11" creationId="{274CF9B1-E939-BE4D-9966-9D30ACF52C81}"/>
          </ac:spMkLst>
        </pc:spChg>
        <pc:grpChg chg="add">
          <ac:chgData name="Loc Huynh" userId="80c0383e323bd6ea" providerId="LiveId" clId="{72CEA336-3CF7-0740-9187-942BCF55D6BE}" dt="2023-08-18T10:02:20.875" v="2030" actId="164"/>
          <ac:grpSpMkLst>
            <pc:docMk/>
            <pc:sldMk cId="2878301185" sldId="379"/>
            <ac:grpSpMk id="6" creationId="{27088D03-80B5-B282-10CF-1E5F607FD9C3}"/>
          </ac:grpSpMkLst>
        </pc:grpChg>
        <pc:picChg chg="mod">
          <ac:chgData name="Loc Huynh" userId="80c0383e323bd6ea" providerId="LiveId" clId="{72CEA336-3CF7-0740-9187-942BCF55D6BE}" dt="2023-08-18T10:01:37.502" v="2024" actId="1076"/>
          <ac:picMkLst>
            <pc:docMk/>
            <pc:sldMk cId="2878301185" sldId="379"/>
            <ac:picMk id="9" creationId="{1CDD1589-929C-E34F-BC60-F7E701757457}"/>
          </ac:picMkLst>
        </pc:picChg>
      </pc:sldChg>
      <pc:sldChg chg="modSp mod">
        <pc:chgData name="Loc Huynh" userId="80c0383e323bd6ea" providerId="LiveId" clId="{72CEA336-3CF7-0740-9187-942BCF55D6BE}" dt="2023-09-11T11:08:36.557" v="13522" actId="404"/>
        <pc:sldMkLst>
          <pc:docMk/>
          <pc:sldMk cId="219472599" sldId="380"/>
        </pc:sldMkLst>
        <pc:spChg chg="mod">
          <ac:chgData name="Loc Huynh" userId="80c0383e323bd6ea" providerId="LiveId" clId="{72CEA336-3CF7-0740-9187-942BCF55D6BE}" dt="2023-09-11T11:08:36.557" v="13522" actId="404"/>
          <ac:spMkLst>
            <pc:docMk/>
            <pc:sldMk cId="219472599" sldId="380"/>
            <ac:spMk id="2" creationId="{4D4061A0-AE36-D34D-BDB8-DC4255BBEE4A}"/>
          </ac:spMkLst>
        </pc:spChg>
        <pc:spChg chg="mod">
          <ac:chgData name="Loc Huynh" userId="80c0383e323bd6ea" providerId="LiveId" clId="{72CEA336-3CF7-0740-9187-942BCF55D6BE}" dt="2023-08-18T10:02:52.834" v="2035" actId="1076"/>
          <ac:spMkLst>
            <pc:docMk/>
            <pc:sldMk cId="219472599" sldId="380"/>
            <ac:spMk id="14" creationId="{819223FB-6957-AD4F-AF46-594CB70AC449}"/>
          </ac:spMkLst>
        </pc:spChg>
        <pc:grpChg chg="mod">
          <ac:chgData name="Loc Huynh" userId="80c0383e323bd6ea" providerId="LiveId" clId="{72CEA336-3CF7-0740-9187-942BCF55D6BE}" dt="2023-08-18T10:02:52.834" v="2035" actId="1076"/>
          <ac:grpSpMkLst>
            <pc:docMk/>
            <pc:sldMk cId="219472599" sldId="380"/>
            <ac:grpSpMk id="12" creationId="{FCC0A316-6E4C-2D4B-996C-1C2404F0C7B0}"/>
          </ac:grpSpMkLst>
        </pc:grpChg>
        <pc:picChg chg="mod">
          <ac:chgData name="Loc Huynh" userId="80c0383e323bd6ea" providerId="LiveId" clId="{72CEA336-3CF7-0740-9187-942BCF55D6BE}" dt="2023-08-18T10:02:52.834" v="2035" actId="1076"/>
          <ac:picMkLst>
            <pc:docMk/>
            <pc:sldMk cId="219472599" sldId="380"/>
            <ac:picMk id="13" creationId="{0B45F18C-9413-854C-B43C-B921A140E57F}"/>
          </ac:picMkLst>
        </pc:picChg>
      </pc:sldChg>
      <pc:sldChg chg="modSp mod">
        <pc:chgData name="Loc Huynh" userId="80c0383e323bd6ea" providerId="LiveId" clId="{72CEA336-3CF7-0740-9187-942BCF55D6BE}" dt="2023-09-11T11:08:42.152" v="13525" actId="404"/>
        <pc:sldMkLst>
          <pc:docMk/>
          <pc:sldMk cId="888047964" sldId="381"/>
        </pc:sldMkLst>
        <pc:spChg chg="mod">
          <ac:chgData name="Loc Huynh" userId="80c0383e323bd6ea" providerId="LiveId" clId="{72CEA336-3CF7-0740-9187-942BCF55D6BE}" dt="2023-09-11T11:08:42.152" v="13525" actId="404"/>
          <ac:spMkLst>
            <pc:docMk/>
            <pc:sldMk cId="888047964" sldId="381"/>
            <ac:spMk id="2" creationId="{4D4061A0-AE36-D34D-BDB8-DC4255BBEE4A}"/>
          </ac:spMkLst>
        </pc:spChg>
        <pc:spChg chg="mod">
          <ac:chgData name="Loc Huynh" userId="80c0383e323bd6ea" providerId="LiveId" clId="{72CEA336-3CF7-0740-9187-942BCF55D6BE}" dt="2023-08-18T10:03:25.198" v="2039" actId="14100"/>
          <ac:spMkLst>
            <pc:docMk/>
            <pc:sldMk cId="888047964" sldId="381"/>
            <ac:spMk id="11" creationId="{A1E35A94-3F47-094E-84FE-9CB892A7DCF5}"/>
          </ac:spMkLst>
        </pc:spChg>
        <pc:grpChg chg="mod">
          <ac:chgData name="Loc Huynh" userId="80c0383e323bd6ea" providerId="LiveId" clId="{72CEA336-3CF7-0740-9187-942BCF55D6BE}" dt="2023-08-18T10:02:56.546" v="2036" actId="1076"/>
          <ac:grpSpMkLst>
            <pc:docMk/>
            <pc:sldMk cId="888047964" sldId="381"/>
            <ac:grpSpMk id="9" creationId="{49AFD293-AB1A-E944-A08E-2AFBA52B5AB1}"/>
          </ac:grpSpMkLst>
        </pc:grpChg>
        <pc:picChg chg="mod">
          <ac:chgData name="Loc Huynh" userId="80c0383e323bd6ea" providerId="LiveId" clId="{72CEA336-3CF7-0740-9187-942BCF55D6BE}" dt="2023-08-18T10:02:56.546" v="2036" actId="1076"/>
          <ac:picMkLst>
            <pc:docMk/>
            <pc:sldMk cId="888047964" sldId="381"/>
            <ac:picMk id="10" creationId="{E7DA48BD-86CE-9D49-9350-A678DBA70D5C}"/>
          </ac:picMkLst>
        </pc:picChg>
      </pc:sldChg>
      <pc:sldChg chg="modSp mod">
        <pc:chgData name="Loc Huynh" userId="80c0383e323bd6ea" providerId="LiveId" clId="{72CEA336-3CF7-0740-9187-942BCF55D6BE}" dt="2023-09-11T11:08:47.865" v="13528" actId="404"/>
        <pc:sldMkLst>
          <pc:docMk/>
          <pc:sldMk cId="3264862103" sldId="382"/>
        </pc:sldMkLst>
        <pc:spChg chg="mod">
          <ac:chgData name="Loc Huynh" userId="80c0383e323bd6ea" providerId="LiveId" clId="{72CEA336-3CF7-0740-9187-942BCF55D6BE}" dt="2023-09-11T11:08:47.865" v="13528" actId="404"/>
          <ac:spMkLst>
            <pc:docMk/>
            <pc:sldMk cId="3264862103" sldId="382"/>
            <ac:spMk id="2" creationId="{4D4061A0-AE36-D34D-BDB8-DC4255BBEE4A}"/>
          </ac:spMkLst>
        </pc:spChg>
        <pc:picChg chg="mod">
          <ac:chgData name="Loc Huynh" userId="80c0383e323bd6ea" providerId="LiveId" clId="{72CEA336-3CF7-0740-9187-942BCF55D6BE}" dt="2023-08-18T10:03:44.875" v="2040" actId="1076"/>
          <ac:picMkLst>
            <pc:docMk/>
            <pc:sldMk cId="3264862103" sldId="382"/>
            <ac:picMk id="12" creationId="{02E83164-2468-E243-8B4C-1CD594CA7579}"/>
          </ac:picMkLst>
        </pc:picChg>
      </pc:sldChg>
      <pc:sldChg chg="modSp mod">
        <pc:chgData name="Loc Huynh" userId="80c0383e323bd6ea" providerId="LiveId" clId="{72CEA336-3CF7-0740-9187-942BCF55D6BE}" dt="2023-09-11T11:08:54.196" v="13531" actId="404"/>
        <pc:sldMkLst>
          <pc:docMk/>
          <pc:sldMk cId="1941501112" sldId="383"/>
        </pc:sldMkLst>
        <pc:spChg chg="mod">
          <ac:chgData name="Loc Huynh" userId="80c0383e323bd6ea" providerId="LiveId" clId="{72CEA336-3CF7-0740-9187-942BCF55D6BE}" dt="2023-09-11T11:08:54.196" v="13531" actId="404"/>
          <ac:spMkLst>
            <pc:docMk/>
            <pc:sldMk cId="1941501112" sldId="383"/>
            <ac:spMk id="2" creationId="{4D4061A0-AE36-D34D-BDB8-DC4255BBEE4A}"/>
          </ac:spMkLst>
        </pc:spChg>
        <pc:picChg chg="mod">
          <ac:chgData name="Loc Huynh" userId="80c0383e323bd6ea" providerId="LiveId" clId="{72CEA336-3CF7-0740-9187-942BCF55D6BE}" dt="2023-08-18T10:03:48.958" v="2041" actId="1076"/>
          <ac:picMkLst>
            <pc:docMk/>
            <pc:sldMk cId="1941501112" sldId="383"/>
            <ac:picMk id="7" creationId="{0B642D91-EAED-FF48-98DE-7FAEB260B619}"/>
          </ac:picMkLst>
        </pc:picChg>
      </pc:sldChg>
      <pc:sldChg chg="modSp mod ord">
        <pc:chgData name="Loc Huynh" userId="80c0383e323bd6ea" providerId="LiveId" clId="{72CEA336-3CF7-0740-9187-942BCF55D6BE}" dt="2023-09-11T11:09:07.802" v="13532" actId="20578"/>
        <pc:sldMkLst>
          <pc:docMk/>
          <pc:sldMk cId="2538837064" sldId="385"/>
        </pc:sldMkLst>
        <pc:spChg chg="mod">
          <ac:chgData name="Loc Huynh" userId="80c0383e323bd6ea" providerId="LiveId" clId="{72CEA336-3CF7-0740-9187-942BCF55D6BE}" dt="2023-08-18T10:08:49.440" v="2178" actId="1076"/>
          <ac:spMkLst>
            <pc:docMk/>
            <pc:sldMk cId="2538837064" sldId="385"/>
            <ac:spMk id="3" creationId="{5AF176FD-7669-EF49-B2D4-CDB406817E64}"/>
          </ac:spMkLst>
        </pc:spChg>
      </pc:sldChg>
      <pc:sldChg chg="addSp delSp modSp del mod delAnim">
        <pc:chgData name="Loc Huynh" userId="80c0383e323bd6ea" providerId="LiveId" clId="{72CEA336-3CF7-0740-9187-942BCF55D6BE}" dt="2023-08-18T09:25:13.187" v="1344" actId="2696"/>
        <pc:sldMkLst>
          <pc:docMk/>
          <pc:sldMk cId="2244625653" sldId="387"/>
        </pc:sldMkLst>
        <pc:spChg chg="del">
          <ac:chgData name="Loc Huynh" userId="80c0383e323bd6ea" providerId="LiveId" clId="{72CEA336-3CF7-0740-9187-942BCF55D6BE}" dt="2023-08-18T09:25:08.901" v="1343" actId="478"/>
          <ac:spMkLst>
            <pc:docMk/>
            <pc:sldMk cId="2244625653" sldId="387"/>
            <ac:spMk id="4" creationId="{6ED64640-FA12-5344-ACD9-2818D0D4D059}"/>
          </ac:spMkLst>
        </pc:spChg>
        <pc:spChg chg="add mod">
          <ac:chgData name="Loc Huynh" userId="80c0383e323bd6ea" providerId="LiveId" clId="{72CEA336-3CF7-0740-9187-942BCF55D6BE}" dt="2023-08-18T09:21:11.027" v="1257"/>
          <ac:spMkLst>
            <pc:docMk/>
            <pc:sldMk cId="2244625653" sldId="387"/>
            <ac:spMk id="5" creationId="{5669FD04-DE0A-AD83-5E04-487932EF1044}"/>
          </ac:spMkLst>
        </pc:spChg>
        <pc:spChg chg="del">
          <ac:chgData name="Loc Huynh" userId="80c0383e323bd6ea" providerId="LiveId" clId="{72CEA336-3CF7-0740-9187-942BCF55D6BE}" dt="2023-08-18T09:21:10.663" v="1256" actId="478"/>
          <ac:spMkLst>
            <pc:docMk/>
            <pc:sldMk cId="2244625653" sldId="387"/>
            <ac:spMk id="10" creationId="{398C95A5-47A4-CE44-B270-7C07015F385D}"/>
          </ac:spMkLst>
        </pc:spChg>
        <pc:spChg chg="del">
          <ac:chgData name="Loc Huynh" userId="80c0383e323bd6ea" providerId="LiveId" clId="{72CEA336-3CF7-0740-9187-942BCF55D6BE}" dt="2023-08-18T09:25:03.713" v="1341" actId="478"/>
          <ac:spMkLst>
            <pc:docMk/>
            <pc:sldMk cId="2244625653" sldId="387"/>
            <ac:spMk id="12" creationId="{9237323F-C933-7B45-BF79-097A4EE83F6C}"/>
          </ac:spMkLst>
        </pc:spChg>
        <pc:spChg chg="del">
          <ac:chgData name="Loc Huynh" userId="80c0383e323bd6ea" providerId="LiveId" clId="{72CEA336-3CF7-0740-9187-942BCF55D6BE}" dt="2023-08-18T09:25:06.323" v="1342" actId="478"/>
          <ac:spMkLst>
            <pc:docMk/>
            <pc:sldMk cId="2244625653" sldId="387"/>
            <ac:spMk id="13" creationId="{20E29D89-976E-E44D-B868-40AA89F7A08F}"/>
          </ac:spMkLst>
        </pc:spChg>
        <pc:spChg chg="del">
          <ac:chgData name="Loc Huynh" userId="80c0383e323bd6ea" providerId="LiveId" clId="{72CEA336-3CF7-0740-9187-942BCF55D6BE}" dt="2023-08-18T09:25:03.713" v="1341" actId="478"/>
          <ac:spMkLst>
            <pc:docMk/>
            <pc:sldMk cId="2244625653" sldId="387"/>
            <ac:spMk id="14" creationId="{982F1350-C6D1-C349-A145-66EC606420E7}"/>
          </ac:spMkLst>
        </pc:spChg>
        <pc:spChg chg="del">
          <ac:chgData name="Loc Huynh" userId="80c0383e323bd6ea" providerId="LiveId" clId="{72CEA336-3CF7-0740-9187-942BCF55D6BE}" dt="2023-08-18T09:25:03.713" v="1341" actId="478"/>
          <ac:spMkLst>
            <pc:docMk/>
            <pc:sldMk cId="2244625653" sldId="387"/>
            <ac:spMk id="15" creationId="{F09BDA23-5804-F740-9F21-412FB3AF9334}"/>
          </ac:spMkLst>
        </pc:spChg>
        <pc:spChg chg="del">
          <ac:chgData name="Loc Huynh" userId="80c0383e323bd6ea" providerId="LiveId" clId="{72CEA336-3CF7-0740-9187-942BCF55D6BE}" dt="2023-08-18T09:25:06.323" v="1342" actId="478"/>
          <ac:spMkLst>
            <pc:docMk/>
            <pc:sldMk cId="2244625653" sldId="387"/>
            <ac:spMk id="16" creationId="{E96857CB-680A-6240-AC07-BECF26080C77}"/>
          </ac:spMkLst>
        </pc:spChg>
        <pc:spChg chg="del">
          <ac:chgData name="Loc Huynh" userId="80c0383e323bd6ea" providerId="LiveId" clId="{72CEA336-3CF7-0740-9187-942BCF55D6BE}" dt="2023-08-18T09:25:03.713" v="1341" actId="478"/>
          <ac:spMkLst>
            <pc:docMk/>
            <pc:sldMk cId="2244625653" sldId="387"/>
            <ac:spMk id="17" creationId="{7048D51E-9E9B-4A4C-849A-496E40395447}"/>
          </ac:spMkLst>
        </pc:spChg>
        <pc:spChg chg="del">
          <ac:chgData name="Loc Huynh" userId="80c0383e323bd6ea" providerId="LiveId" clId="{72CEA336-3CF7-0740-9187-942BCF55D6BE}" dt="2023-08-18T09:25:08.901" v="1343" actId="478"/>
          <ac:spMkLst>
            <pc:docMk/>
            <pc:sldMk cId="2244625653" sldId="387"/>
            <ac:spMk id="18" creationId="{C32C6BDF-D642-5F4A-B736-70FD3857B019}"/>
          </ac:spMkLst>
        </pc:spChg>
      </pc:sldChg>
      <pc:sldChg chg="addSp delSp modSp del mod">
        <pc:chgData name="Loc Huynh" userId="80c0383e323bd6ea" providerId="LiveId" clId="{72CEA336-3CF7-0740-9187-942BCF55D6BE}" dt="2023-08-18T09:25:14.825" v="1345" actId="2696"/>
        <pc:sldMkLst>
          <pc:docMk/>
          <pc:sldMk cId="2800804248" sldId="388"/>
        </pc:sldMkLst>
        <pc:spChg chg="add mod">
          <ac:chgData name="Loc Huynh" userId="80c0383e323bd6ea" providerId="LiveId" clId="{72CEA336-3CF7-0740-9187-942BCF55D6BE}" dt="2023-08-18T09:21:15.579" v="1259"/>
          <ac:spMkLst>
            <pc:docMk/>
            <pc:sldMk cId="2800804248" sldId="388"/>
            <ac:spMk id="4" creationId="{B894D1CE-01B1-7504-4C54-CEBA88048BD7}"/>
          </ac:spMkLst>
        </pc:spChg>
        <pc:spChg chg="del">
          <ac:chgData name="Loc Huynh" userId="80c0383e323bd6ea" providerId="LiveId" clId="{72CEA336-3CF7-0740-9187-942BCF55D6BE}" dt="2023-08-18T09:21:15.193" v="1258" actId="478"/>
          <ac:spMkLst>
            <pc:docMk/>
            <pc:sldMk cId="2800804248" sldId="388"/>
            <ac:spMk id="10" creationId="{398C95A5-47A4-CE44-B270-7C07015F385D}"/>
          </ac:spMkLst>
        </pc:spChg>
      </pc:sldChg>
      <pc:sldChg chg="del">
        <pc:chgData name="Loc Huynh" userId="80c0383e323bd6ea" providerId="LiveId" clId="{72CEA336-3CF7-0740-9187-942BCF55D6BE}" dt="2023-09-11T06:31:53.295" v="8545" actId="2696"/>
        <pc:sldMkLst>
          <pc:docMk/>
          <pc:sldMk cId="3499657469" sldId="389"/>
        </pc:sldMkLst>
      </pc:sldChg>
      <pc:sldChg chg="addSp delSp modSp add del mod ord modNotesTx">
        <pc:chgData name="Loc Huynh" userId="80c0383e323bd6ea" providerId="LiveId" clId="{72CEA336-3CF7-0740-9187-942BCF55D6BE}" dt="2023-09-11T09:27:42.766" v="10899" actId="2696"/>
        <pc:sldMkLst>
          <pc:docMk/>
          <pc:sldMk cId="3512535658" sldId="390"/>
        </pc:sldMkLst>
        <pc:spChg chg="mod">
          <ac:chgData name="Loc Huynh" userId="80c0383e323bd6ea" providerId="LiveId" clId="{72CEA336-3CF7-0740-9187-942BCF55D6BE}" dt="2023-08-21T05:32:23.684" v="4394" actId="20577"/>
          <ac:spMkLst>
            <pc:docMk/>
            <pc:sldMk cId="3512535658" sldId="390"/>
            <ac:spMk id="2" creationId="{7B00E714-86D8-D94C-B1C3-AF267E84D197}"/>
          </ac:spMkLst>
        </pc:spChg>
        <pc:spChg chg="mod">
          <ac:chgData name="Loc Huynh" userId="80c0383e323bd6ea" providerId="LiveId" clId="{72CEA336-3CF7-0740-9187-942BCF55D6BE}" dt="2023-08-18T09:48:48.666" v="1571" actId="1037"/>
          <ac:spMkLst>
            <pc:docMk/>
            <pc:sldMk cId="3512535658" sldId="390"/>
            <ac:spMk id="3" creationId="{7FFBE53D-29E6-6243-A558-44AA8B0D326B}"/>
          </ac:spMkLst>
        </pc:spChg>
        <pc:spChg chg="mod">
          <ac:chgData name="Loc Huynh" userId="80c0383e323bd6ea" providerId="LiveId" clId="{72CEA336-3CF7-0740-9187-942BCF55D6BE}" dt="2023-08-18T09:49:01.754" v="1573" actId="1076"/>
          <ac:spMkLst>
            <pc:docMk/>
            <pc:sldMk cId="3512535658" sldId="390"/>
            <ac:spMk id="6" creationId="{19B41883-10E9-1505-64FC-F5D629EDBA60}"/>
          </ac:spMkLst>
        </pc:spChg>
        <pc:spChg chg="del">
          <ac:chgData name="Loc Huynh" userId="80c0383e323bd6ea" providerId="LiveId" clId="{72CEA336-3CF7-0740-9187-942BCF55D6BE}" dt="2023-08-18T09:45:38.108" v="1519" actId="478"/>
          <ac:spMkLst>
            <pc:docMk/>
            <pc:sldMk cId="3512535658" sldId="390"/>
            <ac:spMk id="8" creationId="{1220F9DC-B861-FC4B-B615-8AE014B5EE30}"/>
          </ac:spMkLst>
        </pc:spChg>
        <pc:spChg chg="del mod">
          <ac:chgData name="Loc Huynh" userId="80c0383e323bd6ea" providerId="LiveId" clId="{72CEA336-3CF7-0740-9187-942BCF55D6BE}" dt="2023-08-18T09:45:39.551" v="1520" actId="478"/>
          <ac:spMkLst>
            <pc:docMk/>
            <pc:sldMk cId="3512535658" sldId="390"/>
            <ac:spMk id="11" creationId="{92CD03D7-E799-744B-8FFF-EC85E26AFE32}"/>
          </ac:spMkLst>
        </pc:spChg>
        <pc:spChg chg="add mod">
          <ac:chgData name="Loc Huynh" userId="80c0383e323bd6ea" providerId="LiveId" clId="{72CEA336-3CF7-0740-9187-942BCF55D6BE}" dt="2023-08-18T09:50:33.578" v="1610" actId="20577"/>
          <ac:spMkLst>
            <pc:docMk/>
            <pc:sldMk cId="3512535658" sldId="390"/>
            <ac:spMk id="13" creationId="{3CD4CFCF-09FC-5DC3-E691-14A1350AD5FD}"/>
          </ac:spMkLst>
        </pc:spChg>
        <pc:spChg chg="add mod">
          <ac:chgData name="Loc Huynh" userId="80c0383e323bd6ea" providerId="LiveId" clId="{72CEA336-3CF7-0740-9187-942BCF55D6BE}" dt="2023-08-18T09:48:57.185" v="1572" actId="1076"/>
          <ac:spMkLst>
            <pc:docMk/>
            <pc:sldMk cId="3512535658" sldId="390"/>
            <ac:spMk id="14" creationId="{26EB131F-CCA4-1C34-8F32-F1A4A41FB296}"/>
          </ac:spMkLst>
        </pc:spChg>
        <pc:spChg chg="add mod">
          <ac:chgData name="Loc Huynh" userId="80c0383e323bd6ea" providerId="LiveId" clId="{72CEA336-3CF7-0740-9187-942BCF55D6BE}" dt="2023-08-18T09:50:24.631" v="1609" actId="13822"/>
          <ac:spMkLst>
            <pc:docMk/>
            <pc:sldMk cId="3512535658" sldId="390"/>
            <ac:spMk id="15" creationId="{3BCBDF02-F539-5562-0841-E3F9240C36E2}"/>
          </ac:spMkLst>
        </pc:spChg>
        <pc:spChg chg="del mod">
          <ac:chgData name="Loc Huynh" userId="80c0383e323bd6ea" providerId="LiveId" clId="{72CEA336-3CF7-0740-9187-942BCF55D6BE}" dt="2023-08-18T09:45:33.658" v="1515" actId="478"/>
          <ac:spMkLst>
            <pc:docMk/>
            <pc:sldMk cId="3512535658" sldId="390"/>
            <ac:spMk id="26" creationId="{DC2A4460-7468-5C4E-BAC3-76E454C7408C}"/>
          </ac:spMkLst>
        </pc:spChg>
        <pc:spChg chg="add del mod">
          <ac:chgData name="Loc Huynh" userId="80c0383e323bd6ea" providerId="LiveId" clId="{72CEA336-3CF7-0740-9187-942BCF55D6BE}" dt="2023-08-18T09:50:14.182" v="1608" actId="13822"/>
          <ac:spMkLst>
            <pc:docMk/>
            <pc:sldMk cId="3512535658" sldId="390"/>
            <ac:spMk id="27" creationId="{E6788127-EAF5-694E-9D1E-295CCFB23D1E}"/>
          </ac:spMkLst>
        </pc:spChg>
        <pc:spChg chg="del">
          <ac:chgData name="Loc Huynh" userId="80c0383e323bd6ea" providerId="LiveId" clId="{72CEA336-3CF7-0740-9187-942BCF55D6BE}" dt="2023-08-18T09:45:32.335" v="1513" actId="478"/>
          <ac:spMkLst>
            <pc:docMk/>
            <pc:sldMk cId="3512535658" sldId="390"/>
            <ac:spMk id="29" creationId="{ABA6D674-3C43-9049-93EC-575441356998}"/>
          </ac:spMkLst>
        </pc:spChg>
        <pc:spChg chg="del">
          <ac:chgData name="Loc Huynh" userId="80c0383e323bd6ea" providerId="LiveId" clId="{72CEA336-3CF7-0740-9187-942BCF55D6BE}" dt="2023-08-18T09:45:35.552" v="1517" actId="478"/>
          <ac:spMkLst>
            <pc:docMk/>
            <pc:sldMk cId="3512535658" sldId="390"/>
            <ac:spMk id="30" creationId="{E2C75CD4-AE5E-3944-B32D-AB9BCF47170B}"/>
          </ac:spMkLst>
        </pc:spChg>
        <pc:grpChg chg="del">
          <ac:chgData name="Loc Huynh" userId="80c0383e323bd6ea" providerId="LiveId" clId="{72CEA336-3CF7-0740-9187-942BCF55D6BE}" dt="2023-08-18T09:45:41.080" v="1522" actId="478"/>
          <ac:grpSpMkLst>
            <pc:docMk/>
            <pc:sldMk cId="3512535658" sldId="390"/>
            <ac:grpSpMk id="12" creationId="{700F5E3A-8D9E-CF46-BBD3-5739A3ADC061}"/>
          </ac:grpSpMkLst>
        </pc:grpChg>
        <pc:picChg chg="del">
          <ac:chgData name="Loc Huynh" userId="80c0383e323bd6ea" providerId="LiveId" clId="{72CEA336-3CF7-0740-9187-942BCF55D6BE}" dt="2023-08-18T09:45:30.896" v="1511" actId="478"/>
          <ac:picMkLst>
            <pc:docMk/>
            <pc:sldMk cId="3512535658" sldId="390"/>
            <ac:picMk id="18" creationId="{9FCF0CCC-86A7-7940-AFAB-1D4F3BD6C7B6}"/>
          </ac:picMkLst>
        </pc:picChg>
        <pc:picChg chg="mod">
          <ac:chgData name="Loc Huynh" userId="80c0383e323bd6ea" providerId="LiveId" clId="{72CEA336-3CF7-0740-9187-942BCF55D6BE}" dt="2023-08-18T09:48:57.185" v="1572" actId="1076"/>
          <ac:picMkLst>
            <pc:docMk/>
            <pc:sldMk cId="3512535658" sldId="390"/>
            <ac:picMk id="25" creationId="{7A491AE9-606F-914B-ADA6-AA5690F81D9C}"/>
          </ac:picMkLst>
        </pc:picChg>
        <pc:picChg chg="del">
          <ac:chgData name="Loc Huynh" userId="80c0383e323bd6ea" providerId="LiveId" clId="{72CEA336-3CF7-0740-9187-942BCF55D6BE}" dt="2023-08-18T09:45:34.223" v="1516" actId="478"/>
          <ac:picMkLst>
            <pc:docMk/>
            <pc:sldMk cId="3512535658" sldId="390"/>
            <ac:picMk id="28" creationId="{D6E9D265-6CEE-3E4F-BD88-C1A53192B460}"/>
          </ac:picMkLst>
        </pc:picChg>
        <pc:picChg chg="del">
          <ac:chgData name="Loc Huynh" userId="80c0383e323bd6ea" providerId="LiveId" clId="{72CEA336-3CF7-0740-9187-942BCF55D6BE}" dt="2023-08-18T09:45:40.232" v="1521" actId="478"/>
          <ac:picMkLst>
            <pc:docMk/>
            <pc:sldMk cId="3512535658" sldId="390"/>
            <ac:picMk id="37" creationId="{B0017858-0E8F-9C46-A75C-9B35D1C20892}"/>
          </ac:picMkLst>
        </pc:picChg>
      </pc:sldChg>
      <pc:sldChg chg="modSp add mod">
        <pc:chgData name="Loc Huynh" userId="80c0383e323bd6ea" providerId="LiveId" clId="{72CEA336-3CF7-0740-9187-942BCF55D6BE}" dt="2023-09-11T07:40:26.870" v="9008" actId="20577"/>
        <pc:sldMkLst>
          <pc:docMk/>
          <pc:sldMk cId="461107909" sldId="391"/>
        </pc:sldMkLst>
        <pc:spChg chg="mod">
          <ac:chgData name="Loc Huynh" userId="80c0383e323bd6ea" providerId="LiveId" clId="{72CEA336-3CF7-0740-9187-942BCF55D6BE}" dt="2023-09-11T07:40:26.870" v="9008" actId="20577"/>
          <ac:spMkLst>
            <pc:docMk/>
            <pc:sldMk cId="461107909" sldId="391"/>
            <ac:spMk id="3" creationId="{5511CC07-0D49-434E-8EE9-377DC0963F2A}"/>
          </ac:spMkLst>
        </pc:spChg>
        <pc:spChg chg="mod">
          <ac:chgData name="Loc Huynh" userId="80c0383e323bd6ea" providerId="LiveId" clId="{72CEA336-3CF7-0740-9187-942BCF55D6BE}" dt="2023-08-21T05:32:02.282" v="4381" actId="1035"/>
          <ac:spMkLst>
            <pc:docMk/>
            <pc:sldMk cId="461107909" sldId="391"/>
            <ac:spMk id="6" creationId="{1851ECDA-9DAF-4185-665E-F1A8E65998A0}"/>
          </ac:spMkLst>
        </pc:spChg>
        <pc:spChg chg="mod">
          <ac:chgData name="Loc Huynh" userId="80c0383e323bd6ea" providerId="LiveId" clId="{72CEA336-3CF7-0740-9187-942BCF55D6BE}" dt="2023-08-21T05:32:02.282" v="4381" actId="1035"/>
          <ac:spMkLst>
            <pc:docMk/>
            <pc:sldMk cId="461107909" sldId="391"/>
            <ac:spMk id="7" creationId="{5FF7D1C0-7215-8A9F-3D6F-11F2E7B7AC10}"/>
          </ac:spMkLst>
        </pc:spChg>
        <pc:spChg chg="mod">
          <ac:chgData name="Loc Huynh" userId="80c0383e323bd6ea" providerId="LiveId" clId="{72CEA336-3CF7-0740-9187-942BCF55D6BE}" dt="2023-08-21T05:32:02.282" v="4381" actId="1035"/>
          <ac:spMkLst>
            <pc:docMk/>
            <pc:sldMk cId="461107909" sldId="391"/>
            <ac:spMk id="9" creationId="{7179BB11-4014-59E0-0E13-CF5F1FE72551}"/>
          </ac:spMkLst>
        </pc:spChg>
        <pc:cxnChg chg="mod">
          <ac:chgData name="Loc Huynh" userId="80c0383e323bd6ea" providerId="LiveId" clId="{72CEA336-3CF7-0740-9187-942BCF55D6BE}" dt="2023-08-21T05:32:02.282" v="4381" actId="1035"/>
          <ac:cxnSpMkLst>
            <pc:docMk/>
            <pc:sldMk cId="461107909" sldId="391"/>
            <ac:cxnSpMk id="11" creationId="{D2F4C658-EA64-BC94-E089-8855741AD804}"/>
          </ac:cxnSpMkLst>
        </pc:cxnChg>
        <pc:cxnChg chg="mod">
          <ac:chgData name="Loc Huynh" userId="80c0383e323bd6ea" providerId="LiveId" clId="{72CEA336-3CF7-0740-9187-942BCF55D6BE}" dt="2023-08-21T05:32:02.282" v="4381" actId="1035"/>
          <ac:cxnSpMkLst>
            <pc:docMk/>
            <pc:sldMk cId="461107909" sldId="391"/>
            <ac:cxnSpMk id="13" creationId="{16D1D2BE-2E1A-B8D1-7D1B-AF7A8E4A1182}"/>
          </ac:cxnSpMkLst>
        </pc:cxnChg>
      </pc:sldChg>
      <pc:sldChg chg="addSp modSp add mod">
        <pc:chgData name="Loc Huynh" userId="80c0383e323bd6ea" providerId="LiveId" clId="{72CEA336-3CF7-0740-9187-942BCF55D6BE}" dt="2023-09-11T13:20:02.669" v="14327" actId="20577"/>
        <pc:sldMkLst>
          <pc:docMk/>
          <pc:sldMk cId="685094552" sldId="392"/>
        </pc:sldMkLst>
        <pc:spChg chg="mod">
          <ac:chgData name="Loc Huynh" userId="80c0383e323bd6ea" providerId="LiveId" clId="{72CEA336-3CF7-0740-9187-942BCF55D6BE}" dt="2023-09-11T13:19:54.755" v="14320" actId="207"/>
          <ac:spMkLst>
            <pc:docMk/>
            <pc:sldMk cId="685094552" sldId="392"/>
            <ac:spMk id="3" creationId="{5511CC07-0D49-434E-8EE9-377DC0963F2A}"/>
          </ac:spMkLst>
        </pc:spChg>
        <pc:graphicFrameChg chg="add mod modGraphic">
          <ac:chgData name="Loc Huynh" userId="80c0383e323bd6ea" providerId="LiveId" clId="{72CEA336-3CF7-0740-9187-942BCF55D6BE}" dt="2023-09-11T03:07:29.134" v="8101" actId="20577"/>
          <ac:graphicFrameMkLst>
            <pc:docMk/>
            <pc:sldMk cId="685094552" sldId="392"/>
            <ac:graphicFrameMk id="6" creationId="{F8676617-76AF-AC9F-75CB-0349F4C3ECEE}"/>
          </ac:graphicFrameMkLst>
        </pc:graphicFrameChg>
        <pc:graphicFrameChg chg="add mod modGraphic">
          <ac:chgData name="Loc Huynh" userId="80c0383e323bd6ea" providerId="LiveId" clId="{72CEA336-3CF7-0740-9187-942BCF55D6BE}" dt="2023-09-11T13:20:02.669" v="14327" actId="20577"/>
          <ac:graphicFrameMkLst>
            <pc:docMk/>
            <pc:sldMk cId="685094552" sldId="392"/>
            <ac:graphicFrameMk id="7" creationId="{E3018FF8-B5D3-7398-5200-DB4812C74E6C}"/>
          </ac:graphicFrameMkLst>
        </pc:graphicFrameChg>
      </pc:sldChg>
      <pc:sldChg chg="modSp add mod">
        <pc:chgData name="Loc Huynh" userId="80c0383e323bd6ea" providerId="LiveId" clId="{72CEA336-3CF7-0740-9187-942BCF55D6BE}" dt="2023-09-11T03:34:13.657" v="8237" actId="20577"/>
        <pc:sldMkLst>
          <pc:docMk/>
          <pc:sldMk cId="4095758079" sldId="393"/>
        </pc:sldMkLst>
        <pc:spChg chg="mod">
          <ac:chgData name="Loc Huynh" userId="80c0383e323bd6ea" providerId="LiveId" clId="{72CEA336-3CF7-0740-9187-942BCF55D6BE}" dt="2023-09-11T03:34:13.657" v="8237" actId="20577"/>
          <ac:spMkLst>
            <pc:docMk/>
            <pc:sldMk cId="4095758079" sldId="393"/>
            <ac:spMk id="6" creationId="{4FEBBFF9-93B0-4C1B-3209-2310D7A4D2B5}"/>
          </ac:spMkLst>
        </pc:spChg>
      </pc:sldChg>
      <pc:sldChg chg="addSp delSp modSp add mod modAnim modNotes modNotesTx">
        <pc:chgData name="Loc Huynh" userId="80c0383e323bd6ea" providerId="LiveId" clId="{72CEA336-3CF7-0740-9187-942BCF55D6BE}" dt="2023-09-11T13:27:24.682" v="14358"/>
        <pc:sldMkLst>
          <pc:docMk/>
          <pc:sldMk cId="827014128" sldId="394"/>
        </pc:sldMkLst>
        <pc:spChg chg="mod">
          <ac:chgData name="Loc Huynh" userId="80c0383e323bd6ea" providerId="LiveId" clId="{72CEA336-3CF7-0740-9187-942BCF55D6BE}" dt="2023-08-30T04:56:18.162" v="6405" actId="20577"/>
          <ac:spMkLst>
            <pc:docMk/>
            <pc:sldMk cId="827014128" sldId="394"/>
            <ac:spMk id="3" creationId="{7FFBE53D-29E6-6243-A558-44AA8B0D326B}"/>
          </ac:spMkLst>
        </pc:spChg>
        <pc:spChg chg="del">
          <ac:chgData name="Loc Huynh" userId="80c0383e323bd6ea" providerId="LiveId" clId="{72CEA336-3CF7-0740-9187-942BCF55D6BE}" dt="2023-08-30T02:58:48.916" v="5145" actId="478"/>
          <ac:spMkLst>
            <pc:docMk/>
            <pc:sldMk cId="827014128" sldId="394"/>
            <ac:spMk id="6" creationId="{A09A0462-58B7-274C-9622-8CE208258C29}"/>
          </ac:spMkLst>
        </pc:spChg>
        <pc:spChg chg="del">
          <ac:chgData name="Loc Huynh" userId="80c0383e323bd6ea" providerId="LiveId" clId="{72CEA336-3CF7-0740-9187-942BCF55D6BE}" dt="2023-08-30T02:58:46.060" v="5144" actId="478"/>
          <ac:spMkLst>
            <pc:docMk/>
            <pc:sldMk cId="827014128" sldId="394"/>
            <ac:spMk id="8" creationId="{DF390B2C-B625-7A47-8317-DEF33255B4F9}"/>
          </ac:spMkLst>
        </pc:spChg>
        <pc:spChg chg="add mod">
          <ac:chgData name="Loc Huynh" userId="80c0383e323bd6ea" providerId="LiveId" clId="{72CEA336-3CF7-0740-9187-942BCF55D6BE}" dt="2023-08-30T04:57:18.402" v="6445" actId="20577"/>
          <ac:spMkLst>
            <pc:docMk/>
            <pc:sldMk cId="827014128" sldId="394"/>
            <ac:spMk id="9" creationId="{29DA5FFA-73C3-344D-465E-4D679C7E768D}"/>
          </ac:spMkLst>
        </pc:spChg>
        <pc:picChg chg="del">
          <ac:chgData name="Loc Huynh" userId="80c0383e323bd6ea" providerId="LiveId" clId="{72CEA336-3CF7-0740-9187-942BCF55D6BE}" dt="2023-08-30T02:58:43.441" v="5143" actId="478"/>
          <ac:picMkLst>
            <pc:docMk/>
            <pc:sldMk cId="827014128" sldId="394"/>
            <ac:picMk id="7" creationId="{DC173718-4014-C249-BA30-EA13655537C2}"/>
          </ac:picMkLst>
        </pc:picChg>
        <pc:picChg chg="mod">
          <ac:chgData name="Loc Huynh" userId="80c0383e323bd6ea" providerId="LiveId" clId="{72CEA336-3CF7-0740-9187-942BCF55D6BE}" dt="2023-08-30T03:22:18.351" v="5661" actId="1076"/>
          <ac:picMkLst>
            <pc:docMk/>
            <pc:sldMk cId="827014128" sldId="394"/>
            <ac:picMk id="10" creationId="{9301D4FD-13DD-6382-375B-84F401E4BB36}"/>
          </ac:picMkLst>
        </pc:picChg>
      </pc:sldChg>
      <pc:sldChg chg="addSp delSp modSp add mod modNotes">
        <pc:chgData name="Loc Huynh" userId="80c0383e323bd6ea" providerId="LiveId" clId="{72CEA336-3CF7-0740-9187-942BCF55D6BE}" dt="2023-09-11T13:27:24.682" v="14358"/>
        <pc:sldMkLst>
          <pc:docMk/>
          <pc:sldMk cId="3174288583" sldId="395"/>
        </pc:sldMkLst>
        <pc:spChg chg="mod">
          <ac:chgData name="Loc Huynh" userId="80c0383e323bd6ea" providerId="LiveId" clId="{72CEA336-3CF7-0740-9187-942BCF55D6BE}" dt="2023-08-30T04:56:11.744" v="6400" actId="20577"/>
          <ac:spMkLst>
            <pc:docMk/>
            <pc:sldMk cId="3174288583" sldId="395"/>
            <ac:spMk id="3" creationId="{7FFBE53D-29E6-6243-A558-44AA8B0D326B}"/>
          </ac:spMkLst>
        </pc:spChg>
        <pc:spChg chg="mod">
          <ac:chgData name="Loc Huynh" userId="80c0383e323bd6ea" providerId="LiveId" clId="{72CEA336-3CF7-0740-9187-942BCF55D6BE}" dt="2023-08-30T04:57:33.092" v="6470" actId="20577"/>
          <ac:spMkLst>
            <pc:docMk/>
            <pc:sldMk cId="3174288583" sldId="395"/>
            <ac:spMk id="9" creationId="{29DA5FFA-73C3-344D-465E-4D679C7E768D}"/>
          </ac:spMkLst>
        </pc:spChg>
        <pc:spChg chg="add del mod">
          <ac:chgData name="Loc Huynh" userId="80c0383e323bd6ea" providerId="LiveId" clId="{72CEA336-3CF7-0740-9187-942BCF55D6BE}" dt="2023-08-30T04:44:58.251" v="6202" actId="478"/>
          <ac:spMkLst>
            <pc:docMk/>
            <pc:sldMk cId="3174288583" sldId="395"/>
            <ac:spMk id="15" creationId="{C1A99173-51A5-81F4-A212-11368D96C7AA}"/>
          </ac:spMkLst>
        </pc:spChg>
        <pc:spChg chg="add mod">
          <ac:chgData name="Loc Huynh" userId="80c0383e323bd6ea" providerId="LiveId" clId="{72CEA336-3CF7-0740-9187-942BCF55D6BE}" dt="2023-08-30T04:46:23.106" v="6224" actId="255"/>
          <ac:spMkLst>
            <pc:docMk/>
            <pc:sldMk cId="3174288583" sldId="395"/>
            <ac:spMk id="17" creationId="{86F13403-ED64-6C50-9760-380A20232868}"/>
          </ac:spMkLst>
        </pc:spChg>
        <pc:spChg chg="add mod">
          <ac:chgData name="Loc Huynh" userId="80c0383e323bd6ea" providerId="LiveId" clId="{72CEA336-3CF7-0740-9187-942BCF55D6BE}" dt="2023-08-30T04:47:06.295" v="6230" actId="1076"/>
          <ac:spMkLst>
            <pc:docMk/>
            <pc:sldMk cId="3174288583" sldId="395"/>
            <ac:spMk id="20" creationId="{2BD7DB4C-E0C8-943E-3F0B-6C2C940A7A57}"/>
          </ac:spMkLst>
        </pc:spChg>
        <pc:spChg chg="add mod">
          <ac:chgData name="Loc Huynh" userId="80c0383e323bd6ea" providerId="LiveId" clId="{72CEA336-3CF7-0740-9187-942BCF55D6BE}" dt="2023-08-30T04:46:57.081" v="6229" actId="1076"/>
          <ac:spMkLst>
            <pc:docMk/>
            <pc:sldMk cId="3174288583" sldId="395"/>
            <ac:spMk id="21" creationId="{D9930F50-9A02-6C26-A023-2AEB7B7390F3}"/>
          </ac:spMkLst>
        </pc:spChg>
        <pc:spChg chg="add mod">
          <ac:chgData name="Loc Huynh" userId="80c0383e323bd6ea" providerId="LiveId" clId="{72CEA336-3CF7-0740-9187-942BCF55D6BE}" dt="2023-08-30T04:46:50.695" v="6228" actId="1076"/>
          <ac:spMkLst>
            <pc:docMk/>
            <pc:sldMk cId="3174288583" sldId="395"/>
            <ac:spMk id="22" creationId="{2E75BCC8-0631-2D57-EEA1-ABA017C682B4}"/>
          </ac:spMkLst>
        </pc:spChg>
        <pc:picChg chg="add del mod">
          <ac:chgData name="Loc Huynh" userId="80c0383e323bd6ea" providerId="LiveId" clId="{72CEA336-3CF7-0740-9187-942BCF55D6BE}" dt="2023-08-30T04:41:38.423" v="6148" actId="478"/>
          <ac:picMkLst>
            <pc:docMk/>
            <pc:sldMk cId="3174288583" sldId="395"/>
            <ac:picMk id="7" creationId="{565BE024-A61F-947A-BFDD-717EA2C45BC8}"/>
          </ac:picMkLst>
        </pc:picChg>
        <pc:picChg chg="del">
          <ac:chgData name="Loc Huynh" userId="80c0383e323bd6ea" providerId="LiveId" clId="{72CEA336-3CF7-0740-9187-942BCF55D6BE}" dt="2023-08-30T03:40:04.233" v="5996" actId="478"/>
          <ac:picMkLst>
            <pc:docMk/>
            <pc:sldMk cId="3174288583" sldId="395"/>
            <ac:picMk id="10" creationId="{9301D4FD-13DD-6382-375B-84F401E4BB36}"/>
          </ac:picMkLst>
        </pc:picChg>
        <pc:picChg chg="add mod modCrop">
          <ac:chgData name="Loc Huynh" userId="80c0383e323bd6ea" providerId="LiveId" clId="{72CEA336-3CF7-0740-9187-942BCF55D6BE}" dt="2023-08-30T04:43:51.368" v="6162" actId="1076"/>
          <ac:picMkLst>
            <pc:docMk/>
            <pc:sldMk cId="3174288583" sldId="395"/>
            <ac:picMk id="11" creationId="{0B094BA9-222C-F0CE-AF1E-3382A4CAABB6}"/>
          </ac:picMkLst>
        </pc:picChg>
        <pc:picChg chg="add del mod">
          <ac:chgData name="Loc Huynh" userId="80c0383e323bd6ea" providerId="LiveId" clId="{72CEA336-3CF7-0740-9187-942BCF55D6BE}" dt="2023-08-30T04:39:04.896" v="6086" actId="478"/>
          <ac:picMkLst>
            <pc:docMk/>
            <pc:sldMk cId="3174288583" sldId="395"/>
            <ac:picMk id="13" creationId="{F7259755-009D-42EF-1AA3-65A92FFDE2CF}"/>
          </ac:picMkLst>
        </pc:picChg>
        <pc:picChg chg="add del mod">
          <ac:chgData name="Loc Huynh" userId="80c0383e323bd6ea" providerId="LiveId" clId="{72CEA336-3CF7-0740-9187-942BCF55D6BE}" dt="2023-08-30T04:40:36.705" v="6096" actId="478"/>
          <ac:picMkLst>
            <pc:docMk/>
            <pc:sldMk cId="3174288583" sldId="395"/>
            <ac:picMk id="19" creationId="{3C5CFD5E-DF08-8F77-D499-AF8C2B816FBA}"/>
          </ac:picMkLst>
        </pc:picChg>
      </pc:sldChg>
      <pc:sldChg chg="addSp delSp modSp add mod delAnim modNotes">
        <pc:chgData name="Loc Huynh" userId="80c0383e323bd6ea" providerId="LiveId" clId="{72CEA336-3CF7-0740-9187-942BCF55D6BE}" dt="2023-09-11T13:27:24.682" v="14358"/>
        <pc:sldMkLst>
          <pc:docMk/>
          <pc:sldMk cId="2324424646" sldId="396"/>
        </pc:sldMkLst>
        <pc:spChg chg="mod">
          <ac:chgData name="Loc Huynh" userId="80c0383e323bd6ea" providerId="LiveId" clId="{72CEA336-3CF7-0740-9187-942BCF55D6BE}" dt="2023-08-30T05:08:04.336" v="6754" actId="255"/>
          <ac:spMkLst>
            <pc:docMk/>
            <pc:sldMk cId="2324424646" sldId="396"/>
            <ac:spMk id="3" creationId="{7FFBE53D-29E6-6243-A558-44AA8B0D326B}"/>
          </ac:spMkLst>
        </pc:spChg>
        <pc:spChg chg="del">
          <ac:chgData name="Loc Huynh" userId="80c0383e323bd6ea" providerId="LiveId" clId="{72CEA336-3CF7-0740-9187-942BCF55D6BE}" dt="2023-08-30T04:50:52.194" v="6318" actId="478"/>
          <ac:spMkLst>
            <pc:docMk/>
            <pc:sldMk cId="2324424646" sldId="396"/>
            <ac:spMk id="9" creationId="{29DA5FFA-73C3-344D-465E-4D679C7E768D}"/>
          </ac:spMkLst>
        </pc:spChg>
        <pc:spChg chg="add mod">
          <ac:chgData name="Loc Huynh" userId="80c0383e323bd6ea" providerId="LiveId" clId="{72CEA336-3CF7-0740-9187-942BCF55D6BE}" dt="2023-08-30T05:05:52.833" v="6720" actId="1076"/>
          <ac:spMkLst>
            <pc:docMk/>
            <pc:sldMk cId="2324424646" sldId="396"/>
            <ac:spMk id="12" creationId="{A80A7D10-FDB1-CC49-D7A2-F3C3381EBD87}"/>
          </ac:spMkLst>
        </pc:spChg>
        <pc:spChg chg="add mod">
          <ac:chgData name="Loc Huynh" userId="80c0383e323bd6ea" providerId="LiveId" clId="{72CEA336-3CF7-0740-9187-942BCF55D6BE}" dt="2023-08-30T05:06:05.438" v="6722" actId="1076"/>
          <ac:spMkLst>
            <pc:docMk/>
            <pc:sldMk cId="2324424646" sldId="396"/>
            <ac:spMk id="13" creationId="{67FDA90E-24AE-F407-D11F-08A5F762BA9B}"/>
          </ac:spMkLst>
        </pc:spChg>
        <pc:spChg chg="add mod">
          <ac:chgData name="Loc Huynh" userId="80c0383e323bd6ea" providerId="LiveId" clId="{72CEA336-3CF7-0740-9187-942BCF55D6BE}" dt="2023-08-30T05:06:18.808" v="6724" actId="1076"/>
          <ac:spMkLst>
            <pc:docMk/>
            <pc:sldMk cId="2324424646" sldId="396"/>
            <ac:spMk id="14" creationId="{628BF46A-592D-41A2-E947-E7386036F1D1}"/>
          </ac:spMkLst>
        </pc:spChg>
        <pc:spChg chg="del">
          <ac:chgData name="Loc Huynh" userId="80c0383e323bd6ea" providerId="LiveId" clId="{72CEA336-3CF7-0740-9187-942BCF55D6BE}" dt="2023-08-30T04:49:40.573" v="6305" actId="478"/>
          <ac:spMkLst>
            <pc:docMk/>
            <pc:sldMk cId="2324424646" sldId="396"/>
            <ac:spMk id="15" creationId="{C1A99173-51A5-81F4-A212-11368D96C7AA}"/>
          </ac:spMkLst>
        </pc:spChg>
        <pc:spChg chg="add mod">
          <ac:chgData name="Loc Huynh" userId="80c0383e323bd6ea" providerId="LiveId" clId="{72CEA336-3CF7-0740-9187-942BCF55D6BE}" dt="2023-08-30T05:05:58.378" v="6721" actId="1076"/>
          <ac:spMkLst>
            <pc:docMk/>
            <pc:sldMk cId="2324424646" sldId="396"/>
            <ac:spMk id="16" creationId="{32FB3D61-8256-C923-784A-2694EBD435A6}"/>
          </ac:spMkLst>
        </pc:spChg>
        <pc:spChg chg="del">
          <ac:chgData name="Loc Huynh" userId="80c0383e323bd6ea" providerId="LiveId" clId="{72CEA336-3CF7-0740-9187-942BCF55D6BE}" dt="2023-08-30T04:49:42.486" v="6306" actId="478"/>
          <ac:spMkLst>
            <pc:docMk/>
            <pc:sldMk cId="2324424646" sldId="396"/>
            <ac:spMk id="17" creationId="{86F13403-ED64-6C50-9760-380A20232868}"/>
          </ac:spMkLst>
        </pc:spChg>
        <pc:picChg chg="add del">
          <ac:chgData name="Loc Huynh" userId="80c0383e323bd6ea" providerId="LiveId" clId="{72CEA336-3CF7-0740-9187-942BCF55D6BE}" dt="2023-08-30T04:49:43.760" v="6307" actId="478"/>
          <ac:picMkLst>
            <pc:docMk/>
            <pc:sldMk cId="2324424646" sldId="396"/>
            <ac:picMk id="7" creationId="{565BE024-A61F-947A-BFDD-717EA2C45BC8}"/>
          </ac:picMkLst>
        </pc:picChg>
        <pc:picChg chg="add mod">
          <ac:chgData name="Loc Huynh" userId="80c0383e323bd6ea" providerId="LiveId" clId="{72CEA336-3CF7-0740-9187-942BCF55D6BE}" dt="2023-08-30T05:06:29.682" v="6725" actId="1076"/>
          <ac:picMkLst>
            <pc:docMk/>
            <pc:sldMk cId="2324424646" sldId="396"/>
            <ac:picMk id="8" creationId="{40BC3BAC-0B0F-A5A1-5F98-FB5D26E4EEA4}"/>
          </ac:picMkLst>
        </pc:picChg>
        <pc:picChg chg="add del mod">
          <ac:chgData name="Loc Huynh" userId="80c0383e323bd6ea" providerId="LiveId" clId="{72CEA336-3CF7-0740-9187-942BCF55D6BE}" dt="2023-08-30T04:52:55.962" v="6329" actId="478"/>
          <ac:picMkLst>
            <pc:docMk/>
            <pc:sldMk cId="2324424646" sldId="396"/>
            <ac:picMk id="10" creationId="{B596650C-1320-A576-E389-8D722381BD8A}"/>
          </ac:picMkLst>
        </pc:picChg>
        <pc:picChg chg="del">
          <ac:chgData name="Loc Huynh" userId="80c0383e323bd6ea" providerId="LiveId" clId="{72CEA336-3CF7-0740-9187-942BCF55D6BE}" dt="2023-08-30T04:49:36.901" v="6304" actId="478"/>
          <ac:picMkLst>
            <pc:docMk/>
            <pc:sldMk cId="2324424646" sldId="396"/>
            <ac:picMk id="11" creationId="{0B094BA9-222C-F0CE-AF1E-3382A4CAABB6}"/>
          </ac:picMkLst>
        </pc:picChg>
      </pc:sldChg>
      <pc:sldChg chg="addSp delSp modSp add mod modNotes modNotesTx">
        <pc:chgData name="Loc Huynh" userId="80c0383e323bd6ea" providerId="LiveId" clId="{72CEA336-3CF7-0740-9187-942BCF55D6BE}" dt="2023-09-11T13:27:52.577" v="14359"/>
        <pc:sldMkLst>
          <pc:docMk/>
          <pc:sldMk cId="224955889" sldId="397"/>
        </pc:sldMkLst>
        <pc:spChg chg="mod">
          <ac:chgData name="Loc Huynh" userId="80c0383e323bd6ea" providerId="LiveId" clId="{72CEA336-3CF7-0740-9187-942BCF55D6BE}" dt="2023-09-11T00:58:53.454" v="7014" actId="20577"/>
          <ac:spMkLst>
            <pc:docMk/>
            <pc:sldMk cId="224955889" sldId="397"/>
            <ac:spMk id="3" creationId="{5511CC07-0D49-434E-8EE9-377DC0963F2A}"/>
          </ac:spMkLst>
        </pc:spChg>
        <pc:graphicFrameChg chg="add mod modGraphic">
          <ac:chgData name="Loc Huynh" userId="80c0383e323bd6ea" providerId="LiveId" clId="{72CEA336-3CF7-0740-9187-942BCF55D6BE}" dt="2023-09-11T02:59:09.725" v="7827" actId="20577"/>
          <ac:graphicFrameMkLst>
            <pc:docMk/>
            <pc:sldMk cId="224955889" sldId="397"/>
            <ac:graphicFrameMk id="6" creationId="{43276A9D-B6DE-3D37-4132-F6DC3E05677C}"/>
          </ac:graphicFrameMkLst>
        </pc:graphicFrameChg>
        <pc:graphicFrameChg chg="add del mod">
          <ac:chgData name="Loc Huynh" userId="80c0383e323bd6ea" providerId="LiveId" clId="{72CEA336-3CF7-0740-9187-942BCF55D6BE}" dt="2023-09-11T02:58:48.622" v="7820" actId="478"/>
          <ac:graphicFrameMkLst>
            <pc:docMk/>
            <pc:sldMk cId="224955889" sldId="397"/>
            <ac:graphicFrameMk id="7" creationId="{DA59DBFB-D8E7-3F3A-B146-F214FEBA0F52}"/>
          </ac:graphicFrameMkLst>
        </pc:graphicFrameChg>
      </pc:sldChg>
      <pc:sldChg chg="addSp modSp add mod modNotes modNotesTx">
        <pc:chgData name="Loc Huynh" userId="80c0383e323bd6ea" providerId="LiveId" clId="{72CEA336-3CF7-0740-9187-942BCF55D6BE}" dt="2023-09-11T13:27:52.577" v="14359"/>
        <pc:sldMkLst>
          <pc:docMk/>
          <pc:sldMk cId="4114821335" sldId="398"/>
        </pc:sldMkLst>
        <pc:spChg chg="mod">
          <ac:chgData name="Loc Huynh" userId="80c0383e323bd6ea" providerId="LiveId" clId="{72CEA336-3CF7-0740-9187-942BCF55D6BE}" dt="2023-09-11T03:06:07.981" v="8062" actId="207"/>
          <ac:spMkLst>
            <pc:docMk/>
            <pc:sldMk cId="4114821335" sldId="398"/>
            <ac:spMk id="3" creationId="{5511CC07-0D49-434E-8EE9-377DC0963F2A}"/>
          </ac:spMkLst>
        </pc:spChg>
        <pc:graphicFrameChg chg="add mod modGraphic">
          <ac:chgData name="Loc Huynh" userId="80c0383e323bd6ea" providerId="LiveId" clId="{72CEA336-3CF7-0740-9187-942BCF55D6BE}" dt="2023-09-11T03:13:10.758" v="8208" actId="20577"/>
          <ac:graphicFrameMkLst>
            <pc:docMk/>
            <pc:sldMk cId="4114821335" sldId="398"/>
            <ac:graphicFrameMk id="6" creationId="{9D7D518E-62F5-6761-B6DF-FD8C533EC8D0}"/>
          </ac:graphicFrameMkLst>
        </pc:graphicFrameChg>
      </pc:sldChg>
      <pc:sldChg chg="modSp add mod modNotes modNotesTx">
        <pc:chgData name="Loc Huynh" userId="80c0383e323bd6ea" providerId="LiveId" clId="{72CEA336-3CF7-0740-9187-942BCF55D6BE}" dt="2023-09-11T13:27:52.577" v="14359"/>
        <pc:sldMkLst>
          <pc:docMk/>
          <pc:sldMk cId="3033251506" sldId="399"/>
        </pc:sldMkLst>
        <pc:spChg chg="mod">
          <ac:chgData name="Loc Huynh" userId="80c0383e323bd6ea" providerId="LiveId" clId="{72CEA336-3CF7-0740-9187-942BCF55D6BE}" dt="2023-09-11T04:58:52.943" v="8484" actId="20577"/>
          <ac:spMkLst>
            <pc:docMk/>
            <pc:sldMk cId="3033251506" sldId="399"/>
            <ac:spMk id="3" creationId="{5511CC07-0D49-434E-8EE9-377DC0963F2A}"/>
          </ac:spMkLst>
        </pc:spChg>
        <pc:graphicFrameChg chg="modGraphic">
          <ac:chgData name="Loc Huynh" userId="80c0383e323bd6ea" providerId="LiveId" clId="{72CEA336-3CF7-0740-9187-942BCF55D6BE}" dt="2023-09-11T13:21:58.824" v="14350" actId="20577"/>
          <ac:graphicFrameMkLst>
            <pc:docMk/>
            <pc:sldMk cId="3033251506" sldId="399"/>
            <ac:graphicFrameMk id="6" creationId="{9D7D518E-62F5-6761-B6DF-FD8C533EC8D0}"/>
          </ac:graphicFrameMkLst>
        </pc:graphicFrameChg>
      </pc:sldChg>
      <pc:sldChg chg="modSp add mod modNotes modNotesTx">
        <pc:chgData name="Loc Huynh" userId="80c0383e323bd6ea" providerId="LiveId" clId="{72CEA336-3CF7-0740-9187-942BCF55D6BE}" dt="2023-09-11T13:27:52.577" v="14359"/>
        <pc:sldMkLst>
          <pc:docMk/>
          <pc:sldMk cId="400770477" sldId="400"/>
        </pc:sldMkLst>
        <pc:spChg chg="mod">
          <ac:chgData name="Loc Huynh" userId="80c0383e323bd6ea" providerId="LiveId" clId="{72CEA336-3CF7-0740-9187-942BCF55D6BE}" dt="2023-09-11T09:22:13.290" v="10859" actId="20577"/>
          <ac:spMkLst>
            <pc:docMk/>
            <pc:sldMk cId="400770477" sldId="400"/>
            <ac:spMk id="2" creationId="{1EC6BF10-FE2C-5345-B7B5-775DC6E3CB37}"/>
          </ac:spMkLst>
        </pc:spChg>
        <pc:spChg chg="mod">
          <ac:chgData name="Loc Huynh" userId="80c0383e323bd6ea" providerId="LiveId" clId="{72CEA336-3CF7-0740-9187-942BCF55D6BE}" dt="2023-09-11T10:58:30.848" v="13478" actId="20577"/>
          <ac:spMkLst>
            <pc:docMk/>
            <pc:sldMk cId="400770477" sldId="400"/>
            <ac:spMk id="3" creationId="{19F26957-3555-4C48-AE14-45801A0508A3}"/>
          </ac:spMkLst>
        </pc:spChg>
      </pc:sldChg>
      <pc:sldChg chg="modSp add mod">
        <pc:chgData name="Loc Huynh" userId="80c0383e323bd6ea" providerId="LiveId" clId="{72CEA336-3CF7-0740-9187-942BCF55D6BE}" dt="2023-09-11T11:58:04.266" v="14150" actId="20577"/>
        <pc:sldMkLst>
          <pc:docMk/>
          <pc:sldMk cId="1183980602" sldId="401"/>
        </pc:sldMkLst>
        <pc:spChg chg="mod">
          <ac:chgData name="Loc Huynh" userId="80c0383e323bd6ea" providerId="LiveId" clId="{72CEA336-3CF7-0740-9187-942BCF55D6BE}" dt="2023-09-11T11:58:04.266" v="14150" actId="20577"/>
          <ac:spMkLst>
            <pc:docMk/>
            <pc:sldMk cId="1183980602" sldId="401"/>
            <ac:spMk id="3" creationId="{19F26957-3555-4C48-AE14-45801A0508A3}"/>
          </ac:spMkLst>
        </pc:spChg>
      </pc:sldChg>
      <pc:sldChg chg="modSp add mod modNotes modNotesTx">
        <pc:chgData name="Loc Huynh" userId="80c0383e323bd6ea" providerId="LiveId" clId="{72CEA336-3CF7-0740-9187-942BCF55D6BE}" dt="2023-09-11T13:27:52.577" v="14359"/>
        <pc:sldMkLst>
          <pc:docMk/>
          <pc:sldMk cId="2768050575" sldId="402"/>
        </pc:sldMkLst>
        <pc:spChg chg="mod">
          <ac:chgData name="Loc Huynh" userId="80c0383e323bd6ea" providerId="LiveId" clId="{72CEA336-3CF7-0740-9187-942BCF55D6BE}" dt="2023-09-11T11:58:14.776" v="14156" actId="20577"/>
          <ac:spMkLst>
            <pc:docMk/>
            <pc:sldMk cId="2768050575" sldId="402"/>
            <ac:spMk id="3" creationId="{19F26957-3555-4C48-AE14-45801A0508A3}"/>
          </ac:spMkLst>
        </pc:spChg>
      </pc:sldChg>
      <pc:sldChg chg="modSp add mod">
        <pc:chgData name="Loc Huynh" userId="80c0383e323bd6ea" providerId="LiveId" clId="{72CEA336-3CF7-0740-9187-942BCF55D6BE}" dt="2023-09-11T11:58:41.241" v="14163" actId="20577"/>
        <pc:sldMkLst>
          <pc:docMk/>
          <pc:sldMk cId="1001971359" sldId="403"/>
        </pc:sldMkLst>
        <pc:spChg chg="mod">
          <ac:chgData name="Loc Huynh" userId="80c0383e323bd6ea" providerId="LiveId" clId="{72CEA336-3CF7-0740-9187-942BCF55D6BE}" dt="2023-09-11T11:58:41.241" v="14163" actId="20577"/>
          <ac:spMkLst>
            <pc:docMk/>
            <pc:sldMk cId="1001971359" sldId="403"/>
            <ac:spMk id="3" creationId="{19F26957-3555-4C48-AE14-45801A0508A3}"/>
          </ac:spMkLst>
        </pc:spChg>
      </pc:sldChg>
      <pc:sldChg chg="modSp add mod">
        <pc:chgData name="Loc Huynh" userId="80c0383e323bd6ea" providerId="LiveId" clId="{72CEA336-3CF7-0740-9187-942BCF55D6BE}" dt="2023-09-11T11:58:07.584" v="14152" actId="20577"/>
        <pc:sldMkLst>
          <pc:docMk/>
          <pc:sldMk cId="1675180054" sldId="404"/>
        </pc:sldMkLst>
        <pc:spChg chg="mod">
          <ac:chgData name="Loc Huynh" userId="80c0383e323bd6ea" providerId="LiveId" clId="{72CEA336-3CF7-0740-9187-942BCF55D6BE}" dt="2023-09-11T11:58:07.584" v="14152" actId="20577"/>
          <ac:spMkLst>
            <pc:docMk/>
            <pc:sldMk cId="1675180054" sldId="404"/>
            <ac:spMk id="3" creationId="{19F26957-3555-4C48-AE14-45801A0508A3}"/>
          </ac:spMkLst>
        </pc:spChg>
      </pc:sldChg>
      <pc:sldChg chg="modSp add mod ord">
        <pc:chgData name="Loc Huynh" userId="80c0383e323bd6ea" providerId="LiveId" clId="{72CEA336-3CF7-0740-9187-942BCF55D6BE}" dt="2023-09-11T11:58:10.986" v="14154" actId="20577"/>
        <pc:sldMkLst>
          <pc:docMk/>
          <pc:sldMk cId="323696544" sldId="405"/>
        </pc:sldMkLst>
        <pc:spChg chg="mod">
          <ac:chgData name="Loc Huynh" userId="80c0383e323bd6ea" providerId="LiveId" clId="{72CEA336-3CF7-0740-9187-942BCF55D6BE}" dt="2023-09-11T11:58:10.986" v="14154" actId="20577"/>
          <ac:spMkLst>
            <pc:docMk/>
            <pc:sldMk cId="323696544" sldId="405"/>
            <ac:spMk id="3" creationId="{19F26957-3555-4C48-AE14-45801A0508A3}"/>
          </ac:spMkLst>
        </pc:spChg>
      </pc:sldChg>
      <pc:sldChg chg="modSp add mod modNotes modNotesTx">
        <pc:chgData name="Loc Huynh" userId="80c0383e323bd6ea" providerId="LiveId" clId="{72CEA336-3CF7-0740-9187-942BCF55D6BE}" dt="2023-09-11T13:27:52.577" v="14359"/>
        <pc:sldMkLst>
          <pc:docMk/>
          <pc:sldMk cId="4233947355" sldId="406"/>
        </pc:sldMkLst>
        <pc:spChg chg="mod">
          <ac:chgData name="Loc Huynh" userId="80c0383e323bd6ea" providerId="LiveId" clId="{72CEA336-3CF7-0740-9187-942BCF55D6BE}" dt="2023-09-11T11:58:19.044" v="14158" actId="20577"/>
          <ac:spMkLst>
            <pc:docMk/>
            <pc:sldMk cId="4233947355" sldId="406"/>
            <ac:spMk id="3" creationId="{19F26957-3555-4C48-AE14-45801A0508A3}"/>
          </ac:spMkLst>
        </pc:spChg>
      </pc:sldChg>
      <pc:sldChg chg="modSp add mod">
        <pc:chgData name="Loc Huynh" userId="80c0383e323bd6ea" providerId="LiveId" clId="{72CEA336-3CF7-0740-9187-942BCF55D6BE}" dt="2023-09-11T11:58:33.246" v="14161" actId="20577"/>
        <pc:sldMkLst>
          <pc:docMk/>
          <pc:sldMk cId="3737314179" sldId="407"/>
        </pc:sldMkLst>
        <pc:spChg chg="mod">
          <ac:chgData name="Loc Huynh" userId="80c0383e323bd6ea" providerId="LiveId" clId="{72CEA336-3CF7-0740-9187-942BCF55D6BE}" dt="2023-09-11T11:58:33.246" v="14161" actId="20577"/>
          <ac:spMkLst>
            <pc:docMk/>
            <pc:sldMk cId="3737314179" sldId="407"/>
            <ac:spMk id="3" creationId="{19F26957-3555-4C48-AE14-45801A0508A3}"/>
          </ac:spMkLst>
        </pc:spChg>
      </pc:sldChg>
      <pc:sldChg chg="add del">
        <pc:chgData name="Loc Huynh" userId="80c0383e323bd6ea" providerId="LiveId" clId="{72CEA336-3CF7-0740-9187-942BCF55D6BE}" dt="2023-09-11T10:39:25.155" v="12901"/>
        <pc:sldMkLst>
          <pc:docMk/>
          <pc:sldMk cId="1116206445" sldId="408"/>
        </pc:sldMkLst>
      </pc:sldChg>
      <pc:sldChg chg="modSp add mod">
        <pc:chgData name="Loc Huynh" userId="80c0383e323bd6ea" providerId="LiveId" clId="{72CEA336-3CF7-0740-9187-942BCF55D6BE}" dt="2023-09-11T11:58:44.728" v="14165" actId="20577"/>
        <pc:sldMkLst>
          <pc:docMk/>
          <pc:sldMk cId="3674598150" sldId="408"/>
        </pc:sldMkLst>
        <pc:spChg chg="mod">
          <ac:chgData name="Loc Huynh" userId="80c0383e323bd6ea" providerId="LiveId" clId="{72CEA336-3CF7-0740-9187-942BCF55D6BE}" dt="2023-09-11T11:58:44.728" v="14165" actId="20577"/>
          <ac:spMkLst>
            <pc:docMk/>
            <pc:sldMk cId="3674598150" sldId="408"/>
            <ac:spMk id="3" creationId="{19F26957-3555-4C48-AE14-45801A0508A3}"/>
          </ac:spMkLst>
        </pc:spChg>
      </pc:sldChg>
      <pc:sldChg chg="modSp add mod modNotes">
        <pc:chgData name="Loc Huynh" userId="80c0383e323bd6ea" providerId="LiveId" clId="{72CEA336-3CF7-0740-9187-942BCF55D6BE}" dt="2023-09-11T13:27:52.577" v="14359"/>
        <pc:sldMkLst>
          <pc:docMk/>
          <pc:sldMk cId="3296418743" sldId="409"/>
        </pc:sldMkLst>
        <pc:spChg chg="mod">
          <ac:chgData name="Loc Huynh" userId="80c0383e323bd6ea" providerId="LiveId" clId="{72CEA336-3CF7-0740-9187-942BCF55D6BE}" dt="2023-09-11T11:58:55.387" v="14168" actId="20577"/>
          <ac:spMkLst>
            <pc:docMk/>
            <pc:sldMk cId="3296418743" sldId="409"/>
            <ac:spMk id="3" creationId="{19F26957-3555-4C48-AE14-45801A0508A3}"/>
          </ac:spMkLst>
        </pc:spChg>
      </pc:sldChg>
      <pc:sldChg chg="modSp add mod modNotes">
        <pc:chgData name="Loc Huynh" userId="80c0383e323bd6ea" providerId="LiveId" clId="{72CEA336-3CF7-0740-9187-942BCF55D6BE}" dt="2023-09-11T13:27:52.577" v="14359"/>
        <pc:sldMkLst>
          <pc:docMk/>
          <pc:sldMk cId="1727122677" sldId="410"/>
        </pc:sldMkLst>
        <pc:spChg chg="mod">
          <ac:chgData name="Loc Huynh" userId="80c0383e323bd6ea" providerId="LiveId" clId="{72CEA336-3CF7-0740-9187-942BCF55D6BE}" dt="2023-09-11T11:59:00.040" v="14171" actId="20577"/>
          <ac:spMkLst>
            <pc:docMk/>
            <pc:sldMk cId="1727122677" sldId="410"/>
            <ac:spMk id="3" creationId="{19F26957-3555-4C48-AE14-45801A0508A3}"/>
          </ac:spMkLst>
        </pc:spChg>
      </pc:sldChg>
      <pc:sldChg chg="addSp delSp modSp add mod modNotes">
        <pc:chgData name="Loc Huynh" userId="80c0383e323bd6ea" providerId="LiveId" clId="{72CEA336-3CF7-0740-9187-942BCF55D6BE}" dt="2023-09-11T13:27:52.577" v="14359"/>
        <pc:sldMkLst>
          <pc:docMk/>
          <pc:sldMk cId="3515211321" sldId="411"/>
        </pc:sldMkLst>
        <pc:spChg chg="mod">
          <ac:chgData name="Loc Huynh" userId="80c0383e323bd6ea" providerId="LiveId" clId="{72CEA336-3CF7-0740-9187-942BCF55D6BE}" dt="2023-09-11T11:59:03.395" v="14174" actId="20577"/>
          <ac:spMkLst>
            <pc:docMk/>
            <pc:sldMk cId="3515211321" sldId="411"/>
            <ac:spMk id="3" creationId="{19F26957-3555-4C48-AE14-45801A0508A3}"/>
          </ac:spMkLst>
        </pc:spChg>
        <pc:picChg chg="add del mod">
          <ac:chgData name="Loc Huynh" userId="80c0383e323bd6ea" providerId="LiveId" clId="{72CEA336-3CF7-0740-9187-942BCF55D6BE}" dt="2023-09-11T11:54:45.846" v="14100" actId="478"/>
          <ac:picMkLst>
            <pc:docMk/>
            <pc:sldMk cId="3515211321" sldId="411"/>
            <ac:picMk id="7" creationId="{AF805DD4-48B9-0B94-BD63-EB562D291A14}"/>
          </ac:picMkLst>
        </pc:picChg>
        <pc:picChg chg="add mod">
          <ac:chgData name="Loc Huynh" userId="80c0383e323bd6ea" providerId="LiveId" clId="{72CEA336-3CF7-0740-9187-942BCF55D6BE}" dt="2023-09-11T11:55:00.782" v="14105" actId="1076"/>
          <ac:picMkLst>
            <pc:docMk/>
            <pc:sldMk cId="3515211321" sldId="411"/>
            <ac:picMk id="9" creationId="{FAEF0607-FE5C-0846-0E0D-69AE736114DA}"/>
          </ac:picMkLst>
        </pc:picChg>
      </pc:sldChg>
      <pc:sldChg chg="modSp add mod">
        <pc:chgData name="Loc Huynh" userId="80c0383e323bd6ea" providerId="LiveId" clId="{72CEA336-3CF7-0740-9187-942BCF55D6BE}" dt="2023-09-11T12:00:56.700" v="14226" actId="20577"/>
        <pc:sldMkLst>
          <pc:docMk/>
          <pc:sldMk cId="4260985147" sldId="412"/>
        </pc:sldMkLst>
        <pc:spChg chg="mod">
          <ac:chgData name="Loc Huynh" userId="80c0383e323bd6ea" providerId="LiveId" clId="{72CEA336-3CF7-0740-9187-942BCF55D6BE}" dt="2023-09-11T12:00:56.700" v="14226" actId="20577"/>
          <ac:spMkLst>
            <pc:docMk/>
            <pc:sldMk cId="4260985147" sldId="412"/>
            <ac:spMk id="3" creationId="{19F26957-3555-4C48-AE14-45801A0508A3}"/>
          </ac:spMkLst>
        </pc:spChg>
      </pc:sldChg>
      <pc:sldChg chg="modSp add mod">
        <pc:chgData name="Loc Huynh" userId="80c0383e323bd6ea" providerId="LiveId" clId="{72CEA336-3CF7-0740-9187-942BCF55D6BE}" dt="2023-09-11T12:02:05.386" v="14236" actId="20577"/>
        <pc:sldMkLst>
          <pc:docMk/>
          <pc:sldMk cId="1680730362" sldId="413"/>
        </pc:sldMkLst>
        <pc:spChg chg="mod">
          <ac:chgData name="Loc Huynh" userId="80c0383e323bd6ea" providerId="LiveId" clId="{72CEA336-3CF7-0740-9187-942BCF55D6BE}" dt="2023-09-11T12:02:05.386" v="14236" actId="20577"/>
          <ac:spMkLst>
            <pc:docMk/>
            <pc:sldMk cId="1680730362" sldId="413"/>
            <ac:spMk id="3" creationId="{19F26957-3555-4C48-AE14-45801A0508A3}"/>
          </ac:spMkLst>
        </pc:spChg>
      </pc:sldChg>
      <pc:sldChg chg="modSp add mod">
        <pc:chgData name="Loc Huynh" userId="80c0383e323bd6ea" providerId="LiveId" clId="{72CEA336-3CF7-0740-9187-942BCF55D6BE}" dt="2023-09-11T12:05:33.189" v="14309" actId="20577"/>
        <pc:sldMkLst>
          <pc:docMk/>
          <pc:sldMk cId="527378509" sldId="414"/>
        </pc:sldMkLst>
        <pc:spChg chg="mod">
          <ac:chgData name="Loc Huynh" userId="80c0383e323bd6ea" providerId="LiveId" clId="{72CEA336-3CF7-0740-9187-942BCF55D6BE}" dt="2023-09-11T12:05:33.189" v="14309" actId="20577"/>
          <ac:spMkLst>
            <pc:docMk/>
            <pc:sldMk cId="527378509" sldId="414"/>
            <ac:spMk id="3" creationId="{19F26957-3555-4C48-AE14-45801A0508A3}"/>
          </ac:spMkLst>
        </pc:spChg>
      </pc:sldChg>
      <pc:sldChg chg="modSp add mod">
        <pc:chgData name="Loc Huynh" userId="80c0383e323bd6ea" providerId="LiveId" clId="{72CEA336-3CF7-0740-9187-942BCF55D6BE}" dt="2023-09-11T12:05:40.404" v="14312" actId="15"/>
        <pc:sldMkLst>
          <pc:docMk/>
          <pc:sldMk cId="1444418759" sldId="415"/>
        </pc:sldMkLst>
        <pc:spChg chg="mod">
          <ac:chgData name="Loc Huynh" userId="80c0383e323bd6ea" providerId="LiveId" clId="{72CEA336-3CF7-0740-9187-942BCF55D6BE}" dt="2023-09-11T12:05:40.404" v="14312" actId="15"/>
          <ac:spMkLst>
            <pc:docMk/>
            <pc:sldMk cId="1444418759" sldId="415"/>
            <ac:spMk id="3" creationId="{19F26957-3555-4C48-AE14-45801A0508A3}"/>
          </ac:spMkLst>
        </pc:spChg>
      </pc:sldChg>
      <pc:sldChg chg="modSp add del mod">
        <pc:chgData name="Loc Huynh" userId="80c0383e323bd6ea" providerId="LiveId" clId="{72CEA336-3CF7-0740-9187-942BCF55D6BE}" dt="2023-09-11T12:04:02.812" v="14272" actId="2696"/>
        <pc:sldMkLst>
          <pc:docMk/>
          <pc:sldMk cId="3120289679" sldId="415"/>
        </pc:sldMkLst>
        <pc:spChg chg="mod">
          <ac:chgData name="Loc Huynh" userId="80c0383e323bd6ea" providerId="LiveId" clId="{72CEA336-3CF7-0740-9187-942BCF55D6BE}" dt="2023-09-11T12:03:56.194" v="14270"/>
          <ac:spMkLst>
            <pc:docMk/>
            <pc:sldMk cId="3120289679" sldId="415"/>
            <ac:spMk id="3" creationId="{19F26957-3555-4C48-AE14-45801A0508A3}"/>
          </ac:spMkLst>
        </pc:spChg>
      </pc:sldChg>
      <pc:sldChg chg="modSp add mod">
        <pc:chgData name="Loc Huynh" userId="80c0383e323bd6ea" providerId="LiveId" clId="{72CEA336-3CF7-0740-9187-942BCF55D6BE}" dt="2023-09-11T12:05:18.534" v="14307" actId="20577"/>
        <pc:sldMkLst>
          <pc:docMk/>
          <pc:sldMk cId="1915011341" sldId="416"/>
        </pc:sldMkLst>
        <pc:spChg chg="mod">
          <ac:chgData name="Loc Huynh" userId="80c0383e323bd6ea" providerId="LiveId" clId="{72CEA336-3CF7-0740-9187-942BCF55D6BE}" dt="2023-09-11T12:05:18.534" v="14307" actId="20577"/>
          <ac:spMkLst>
            <pc:docMk/>
            <pc:sldMk cId="1915011341" sldId="416"/>
            <ac:spMk id="3" creationId="{19F26957-3555-4C48-AE14-45801A0508A3}"/>
          </ac:spMkLst>
        </pc:spChg>
      </pc:sldChg>
    </pc:docChg>
  </pc:docChgLst>
  <pc:docChgLst>
    <pc:chgData name="Loc Huynh" userId="80c0383e323bd6ea" providerId="LiveId" clId="{45D23C15-8B6E-3442-9B58-7B186F27CDA3}"/>
    <pc:docChg chg="undo custSel addSld delSld modSld sldOrd">
      <pc:chgData name="Loc Huynh" userId="80c0383e323bd6ea" providerId="LiveId" clId="{45D23C15-8B6E-3442-9B58-7B186F27CDA3}" dt="2023-09-20T02:40:37.290" v="4997" actId="114"/>
      <pc:docMkLst>
        <pc:docMk/>
      </pc:docMkLst>
      <pc:sldChg chg="modSp add del mod">
        <pc:chgData name="Loc Huynh" userId="80c0383e323bd6ea" providerId="LiveId" clId="{45D23C15-8B6E-3442-9B58-7B186F27CDA3}" dt="2023-09-18T00:57:31.676" v="62" actId="2696"/>
        <pc:sldMkLst>
          <pc:docMk/>
          <pc:sldMk cId="1841662302" sldId="300"/>
        </pc:sldMkLst>
        <pc:spChg chg="mod">
          <ac:chgData name="Loc Huynh" userId="80c0383e323bd6ea" providerId="LiveId" clId="{45D23C15-8B6E-3442-9B58-7B186F27CDA3}" dt="2023-09-18T00:56:24.413" v="2" actId="27636"/>
          <ac:spMkLst>
            <pc:docMk/>
            <pc:sldMk cId="1841662302" sldId="300"/>
            <ac:spMk id="2" creationId="{707B5CBE-3939-F54D-A22C-69B71CE11473}"/>
          </ac:spMkLst>
        </pc:spChg>
      </pc:sldChg>
      <pc:sldChg chg="modSp add mod">
        <pc:chgData name="Loc Huynh" userId="80c0383e323bd6ea" providerId="LiveId" clId="{45D23C15-8B6E-3442-9B58-7B186F27CDA3}" dt="2023-09-18T07:02:26.860" v="2877" actId="20577"/>
        <pc:sldMkLst>
          <pc:docMk/>
          <pc:sldMk cId="1614817535" sldId="304"/>
        </pc:sldMkLst>
        <pc:spChg chg="mod">
          <ac:chgData name="Loc Huynh" userId="80c0383e323bd6ea" providerId="LiveId" clId="{45D23C15-8B6E-3442-9B58-7B186F27CDA3}" dt="2023-09-18T07:02:26.860" v="2877" actId="20577"/>
          <ac:spMkLst>
            <pc:docMk/>
            <pc:sldMk cId="1614817535" sldId="304"/>
            <ac:spMk id="3" creationId="{F68C27CE-6A1E-0840-BC2F-D1738F041307}"/>
          </ac:spMkLst>
        </pc:spChg>
      </pc:sldChg>
      <pc:sldChg chg="del">
        <pc:chgData name="Loc Huynh" userId="80c0383e323bd6ea" providerId="LiveId" clId="{45D23C15-8B6E-3442-9B58-7B186F27CDA3}" dt="2023-09-18T00:56:33.420" v="23" actId="2696"/>
        <pc:sldMkLst>
          <pc:docMk/>
          <pc:sldMk cId="2463610150" sldId="304"/>
        </pc:sldMkLst>
      </pc:sldChg>
      <pc:sldChg chg="modSp add del mod">
        <pc:chgData name="Loc Huynh" userId="80c0383e323bd6ea" providerId="LiveId" clId="{45D23C15-8B6E-3442-9B58-7B186F27CDA3}" dt="2023-09-18T00:59:40.169" v="149" actId="2696"/>
        <pc:sldMkLst>
          <pc:docMk/>
          <pc:sldMk cId="2538837064" sldId="385"/>
        </pc:sldMkLst>
        <pc:spChg chg="mod">
          <ac:chgData name="Loc Huynh" userId="80c0383e323bd6ea" providerId="LiveId" clId="{45D23C15-8B6E-3442-9B58-7B186F27CDA3}" dt="2023-09-18T00:56:23.130" v="1" actId="27636"/>
          <ac:spMkLst>
            <pc:docMk/>
            <pc:sldMk cId="2538837064" sldId="385"/>
            <ac:spMk id="2" creationId="{B47FBB48-7296-B043-B166-77771F65499C}"/>
          </ac:spMkLst>
        </pc:spChg>
      </pc:sldChg>
      <pc:sldChg chg="add del">
        <pc:chgData name="Loc Huynh" userId="80c0383e323bd6ea" providerId="LiveId" clId="{45D23C15-8B6E-3442-9B58-7B186F27CDA3}" dt="2023-09-18T00:59:22.667" v="143" actId="2696"/>
        <pc:sldMkLst>
          <pc:docMk/>
          <pc:sldMk cId="2590096522" sldId="386"/>
        </pc:sldMkLst>
      </pc:sldChg>
      <pc:sldChg chg="del">
        <pc:chgData name="Loc Huynh" userId="80c0383e323bd6ea" providerId="LiveId" clId="{45D23C15-8B6E-3442-9B58-7B186F27CDA3}" dt="2023-09-18T00:59:18.261" v="77" actId="2696"/>
        <pc:sldMkLst>
          <pc:docMk/>
          <pc:sldMk cId="2103274842" sldId="389"/>
        </pc:sldMkLst>
      </pc:sldChg>
      <pc:sldChg chg="del">
        <pc:chgData name="Loc Huynh" userId="80c0383e323bd6ea" providerId="LiveId" clId="{45D23C15-8B6E-3442-9B58-7B186F27CDA3}" dt="2023-09-18T00:59:18.302" v="88" actId="2696"/>
        <pc:sldMkLst>
          <pc:docMk/>
          <pc:sldMk cId="3109192718" sldId="390"/>
        </pc:sldMkLst>
      </pc:sldChg>
      <pc:sldChg chg="modSp mod">
        <pc:chgData name="Loc Huynh" userId="80c0383e323bd6ea" providerId="LiveId" clId="{45D23C15-8B6E-3442-9B58-7B186F27CDA3}" dt="2023-09-20T02:40:37.290" v="4997" actId="114"/>
        <pc:sldMkLst>
          <pc:docMk/>
          <pc:sldMk cId="4095758079" sldId="393"/>
        </pc:sldMkLst>
        <pc:spChg chg="mod">
          <ac:chgData name="Loc Huynh" userId="80c0383e323bd6ea" providerId="LiveId" clId="{45D23C15-8B6E-3442-9B58-7B186F27CDA3}" dt="2023-09-18T00:56:56.287" v="59" actId="20577"/>
          <ac:spMkLst>
            <pc:docMk/>
            <pc:sldMk cId="4095758079" sldId="393"/>
            <ac:spMk id="2" creationId="{00000000-0000-0000-0000-000000000000}"/>
          </ac:spMkLst>
        </pc:spChg>
        <pc:spChg chg="mod">
          <ac:chgData name="Loc Huynh" userId="80c0383e323bd6ea" providerId="LiveId" clId="{45D23C15-8B6E-3442-9B58-7B186F27CDA3}" dt="2023-09-20T02:40:37.290" v="4997" actId="114"/>
          <ac:spMkLst>
            <pc:docMk/>
            <pc:sldMk cId="4095758079" sldId="393"/>
            <ac:spMk id="4" creationId="{FB84735A-F5BB-4C4D-93E0-8DCF8CEA9FB1}"/>
          </ac:spMkLst>
        </pc:spChg>
      </pc:sldChg>
      <pc:sldChg chg="del">
        <pc:chgData name="Loc Huynh" userId="80c0383e323bd6ea" providerId="LiveId" clId="{45D23C15-8B6E-3442-9B58-7B186F27CDA3}" dt="2023-09-18T00:59:18.557" v="133" actId="2696"/>
        <pc:sldMkLst>
          <pc:docMk/>
          <pc:sldMk cId="2252125456" sldId="417"/>
        </pc:sldMkLst>
      </pc:sldChg>
      <pc:sldChg chg="del">
        <pc:chgData name="Loc Huynh" userId="80c0383e323bd6ea" providerId="LiveId" clId="{45D23C15-8B6E-3442-9B58-7B186F27CDA3}" dt="2023-09-18T00:59:18.311" v="91" actId="2696"/>
        <pc:sldMkLst>
          <pc:docMk/>
          <pc:sldMk cId="4156242330" sldId="418"/>
        </pc:sldMkLst>
      </pc:sldChg>
      <pc:sldChg chg="del">
        <pc:chgData name="Loc Huynh" userId="80c0383e323bd6ea" providerId="LiveId" clId="{45D23C15-8B6E-3442-9B58-7B186F27CDA3}" dt="2023-09-18T00:59:18.550" v="130" actId="2696"/>
        <pc:sldMkLst>
          <pc:docMk/>
          <pc:sldMk cId="1060857223" sldId="423"/>
        </pc:sldMkLst>
      </pc:sldChg>
      <pc:sldChg chg="del">
        <pc:chgData name="Loc Huynh" userId="80c0383e323bd6ea" providerId="LiveId" clId="{45D23C15-8B6E-3442-9B58-7B186F27CDA3}" dt="2023-09-18T00:59:18.393" v="108" actId="2696"/>
        <pc:sldMkLst>
          <pc:docMk/>
          <pc:sldMk cId="1639710476" sldId="424"/>
        </pc:sldMkLst>
      </pc:sldChg>
      <pc:sldChg chg="del">
        <pc:chgData name="Loc Huynh" userId="80c0383e323bd6ea" providerId="LiveId" clId="{45D23C15-8B6E-3442-9B58-7B186F27CDA3}" dt="2023-09-18T00:59:18.415" v="115" actId="2696"/>
        <pc:sldMkLst>
          <pc:docMk/>
          <pc:sldMk cId="3333566873" sldId="425"/>
        </pc:sldMkLst>
      </pc:sldChg>
      <pc:sldChg chg="del">
        <pc:chgData name="Loc Huynh" userId="80c0383e323bd6ea" providerId="LiveId" clId="{45D23C15-8B6E-3442-9B58-7B186F27CDA3}" dt="2023-09-18T00:59:18.564" v="136" actId="2696"/>
        <pc:sldMkLst>
          <pc:docMk/>
          <pc:sldMk cId="42986778" sldId="426"/>
        </pc:sldMkLst>
      </pc:sldChg>
      <pc:sldChg chg="del">
        <pc:chgData name="Loc Huynh" userId="80c0383e323bd6ea" providerId="LiveId" clId="{45D23C15-8B6E-3442-9B58-7B186F27CDA3}" dt="2023-09-18T00:59:18.477" v="125" actId="2696"/>
        <pc:sldMkLst>
          <pc:docMk/>
          <pc:sldMk cId="3400533864" sldId="427"/>
        </pc:sldMkLst>
      </pc:sldChg>
      <pc:sldChg chg="del">
        <pc:chgData name="Loc Huynh" userId="80c0383e323bd6ea" providerId="LiveId" clId="{45D23C15-8B6E-3442-9B58-7B186F27CDA3}" dt="2023-09-18T00:59:18.434" v="121" actId="2696"/>
        <pc:sldMkLst>
          <pc:docMk/>
          <pc:sldMk cId="1376264870" sldId="428"/>
        </pc:sldMkLst>
      </pc:sldChg>
      <pc:sldChg chg="del">
        <pc:chgData name="Loc Huynh" userId="80c0383e323bd6ea" providerId="LiveId" clId="{45D23C15-8B6E-3442-9B58-7B186F27CDA3}" dt="2023-09-18T00:59:18.480" v="126" actId="2696"/>
        <pc:sldMkLst>
          <pc:docMk/>
          <pc:sldMk cId="2750843972" sldId="429"/>
        </pc:sldMkLst>
      </pc:sldChg>
      <pc:sldChg chg="del">
        <pc:chgData name="Loc Huynh" userId="80c0383e323bd6ea" providerId="LiveId" clId="{45D23C15-8B6E-3442-9B58-7B186F27CDA3}" dt="2023-09-18T00:59:18.342" v="101" actId="2696"/>
        <pc:sldMkLst>
          <pc:docMk/>
          <pc:sldMk cId="892916379" sldId="430"/>
        </pc:sldMkLst>
      </pc:sldChg>
      <pc:sldChg chg="del">
        <pc:chgData name="Loc Huynh" userId="80c0383e323bd6ea" providerId="LiveId" clId="{45D23C15-8B6E-3442-9B58-7B186F27CDA3}" dt="2023-09-18T00:59:18.574" v="140" actId="2696"/>
        <pc:sldMkLst>
          <pc:docMk/>
          <pc:sldMk cId="1943365552" sldId="433"/>
        </pc:sldMkLst>
      </pc:sldChg>
      <pc:sldChg chg="del">
        <pc:chgData name="Loc Huynh" userId="80c0383e323bd6ea" providerId="LiveId" clId="{45D23C15-8B6E-3442-9B58-7B186F27CDA3}" dt="2023-09-18T00:59:18.304" v="89" actId="2696"/>
        <pc:sldMkLst>
          <pc:docMk/>
          <pc:sldMk cId="1953601379" sldId="434"/>
        </pc:sldMkLst>
      </pc:sldChg>
      <pc:sldChg chg="del">
        <pc:chgData name="Loc Huynh" userId="80c0383e323bd6ea" providerId="LiveId" clId="{45D23C15-8B6E-3442-9B58-7B186F27CDA3}" dt="2023-09-18T00:59:18.314" v="92" actId="2696"/>
        <pc:sldMkLst>
          <pc:docMk/>
          <pc:sldMk cId="41131106" sldId="436"/>
        </pc:sldMkLst>
      </pc:sldChg>
      <pc:sldChg chg="del">
        <pc:chgData name="Loc Huynh" userId="80c0383e323bd6ea" providerId="LiveId" clId="{45D23C15-8B6E-3442-9B58-7B186F27CDA3}" dt="2023-09-18T00:59:18.420" v="117" actId="2696"/>
        <pc:sldMkLst>
          <pc:docMk/>
          <pc:sldMk cId="3186563993" sldId="439"/>
        </pc:sldMkLst>
      </pc:sldChg>
      <pc:sldChg chg="del">
        <pc:chgData name="Loc Huynh" userId="80c0383e323bd6ea" providerId="LiveId" clId="{45D23C15-8B6E-3442-9B58-7B186F27CDA3}" dt="2023-09-18T00:59:18.375" v="102" actId="2696"/>
        <pc:sldMkLst>
          <pc:docMk/>
          <pc:sldMk cId="4080267677" sldId="440"/>
        </pc:sldMkLst>
      </pc:sldChg>
      <pc:sldChg chg="del">
        <pc:chgData name="Loc Huynh" userId="80c0383e323bd6ea" providerId="LiveId" clId="{45D23C15-8B6E-3442-9B58-7B186F27CDA3}" dt="2023-09-18T00:59:18.413" v="114" actId="2696"/>
        <pc:sldMkLst>
          <pc:docMk/>
          <pc:sldMk cId="2359405987" sldId="442"/>
        </pc:sldMkLst>
      </pc:sldChg>
      <pc:sldChg chg="del">
        <pc:chgData name="Loc Huynh" userId="80c0383e323bd6ea" providerId="LiveId" clId="{45D23C15-8B6E-3442-9B58-7B186F27CDA3}" dt="2023-09-18T00:59:18.474" v="124" actId="2696"/>
        <pc:sldMkLst>
          <pc:docMk/>
          <pc:sldMk cId="2035529738" sldId="443"/>
        </pc:sldMkLst>
      </pc:sldChg>
      <pc:sldChg chg="del">
        <pc:chgData name="Loc Huynh" userId="80c0383e323bd6ea" providerId="LiveId" clId="{45D23C15-8B6E-3442-9B58-7B186F27CDA3}" dt="2023-09-18T00:59:18.471" v="123" actId="2696"/>
        <pc:sldMkLst>
          <pc:docMk/>
          <pc:sldMk cId="4105547035" sldId="448"/>
        </pc:sldMkLst>
      </pc:sldChg>
      <pc:sldChg chg="del">
        <pc:chgData name="Loc Huynh" userId="80c0383e323bd6ea" providerId="LiveId" clId="{45D23C15-8B6E-3442-9B58-7B186F27CDA3}" dt="2023-09-18T00:59:18.277" v="81" actId="2696"/>
        <pc:sldMkLst>
          <pc:docMk/>
          <pc:sldMk cId="3450026280" sldId="450"/>
        </pc:sldMkLst>
      </pc:sldChg>
      <pc:sldChg chg="del">
        <pc:chgData name="Loc Huynh" userId="80c0383e323bd6ea" providerId="LiveId" clId="{45D23C15-8B6E-3442-9B58-7B186F27CDA3}" dt="2023-09-18T00:59:18.426" v="119" actId="2696"/>
        <pc:sldMkLst>
          <pc:docMk/>
          <pc:sldMk cId="2343509165" sldId="451"/>
        </pc:sldMkLst>
      </pc:sldChg>
      <pc:sldChg chg="del">
        <pc:chgData name="Loc Huynh" userId="80c0383e323bd6ea" providerId="LiveId" clId="{45D23C15-8B6E-3442-9B58-7B186F27CDA3}" dt="2023-09-18T00:59:18.430" v="120" actId="2696"/>
        <pc:sldMkLst>
          <pc:docMk/>
          <pc:sldMk cId="547251480" sldId="452"/>
        </pc:sldMkLst>
      </pc:sldChg>
      <pc:sldChg chg="del">
        <pc:chgData name="Loc Huynh" userId="80c0383e323bd6ea" providerId="LiveId" clId="{45D23C15-8B6E-3442-9B58-7B186F27CDA3}" dt="2023-09-18T00:59:18.272" v="80" actId="2696"/>
        <pc:sldMkLst>
          <pc:docMk/>
          <pc:sldMk cId="2538116365" sldId="455"/>
        </pc:sldMkLst>
      </pc:sldChg>
      <pc:sldChg chg="del">
        <pc:chgData name="Loc Huynh" userId="80c0383e323bd6ea" providerId="LiveId" clId="{45D23C15-8B6E-3442-9B58-7B186F27CDA3}" dt="2023-09-18T00:59:18.524" v="127" actId="2696"/>
        <pc:sldMkLst>
          <pc:docMk/>
          <pc:sldMk cId="336719145" sldId="456"/>
        </pc:sldMkLst>
      </pc:sldChg>
      <pc:sldChg chg="del">
        <pc:chgData name="Loc Huynh" userId="80c0383e323bd6ea" providerId="LiveId" clId="{45D23C15-8B6E-3442-9B58-7B186F27CDA3}" dt="2023-09-18T00:59:18.327" v="96" actId="2696"/>
        <pc:sldMkLst>
          <pc:docMk/>
          <pc:sldMk cId="844610759" sldId="457"/>
        </pc:sldMkLst>
      </pc:sldChg>
      <pc:sldChg chg="del">
        <pc:chgData name="Loc Huynh" userId="80c0383e323bd6ea" providerId="LiveId" clId="{45D23C15-8B6E-3442-9B58-7B186F27CDA3}" dt="2023-09-18T00:59:18.380" v="104" actId="2696"/>
        <pc:sldMkLst>
          <pc:docMk/>
          <pc:sldMk cId="1501404333" sldId="458"/>
        </pc:sldMkLst>
      </pc:sldChg>
      <pc:sldChg chg="del">
        <pc:chgData name="Loc Huynh" userId="80c0383e323bd6ea" providerId="LiveId" clId="{45D23C15-8B6E-3442-9B58-7B186F27CDA3}" dt="2023-09-18T00:59:18.330" v="97" actId="2696"/>
        <pc:sldMkLst>
          <pc:docMk/>
          <pc:sldMk cId="760621709" sldId="459"/>
        </pc:sldMkLst>
      </pc:sldChg>
      <pc:sldChg chg="del">
        <pc:chgData name="Loc Huynh" userId="80c0383e323bd6ea" providerId="LiveId" clId="{45D23C15-8B6E-3442-9B58-7B186F27CDA3}" dt="2023-09-18T00:59:18.265" v="78" actId="2696"/>
        <pc:sldMkLst>
          <pc:docMk/>
          <pc:sldMk cId="547033570" sldId="460"/>
        </pc:sldMkLst>
      </pc:sldChg>
      <pc:sldChg chg="del">
        <pc:chgData name="Loc Huynh" userId="80c0383e323bd6ea" providerId="LiveId" clId="{45D23C15-8B6E-3442-9B58-7B186F27CDA3}" dt="2023-09-18T00:59:18.545" v="128" actId="2696"/>
        <pc:sldMkLst>
          <pc:docMk/>
          <pc:sldMk cId="2304379650" sldId="461"/>
        </pc:sldMkLst>
      </pc:sldChg>
      <pc:sldChg chg="del">
        <pc:chgData name="Loc Huynh" userId="80c0383e323bd6ea" providerId="LiveId" clId="{45D23C15-8B6E-3442-9B58-7B186F27CDA3}" dt="2023-09-18T00:59:18.615" v="141" actId="2696"/>
        <pc:sldMkLst>
          <pc:docMk/>
          <pc:sldMk cId="1909827065" sldId="462"/>
        </pc:sldMkLst>
      </pc:sldChg>
      <pc:sldChg chg="del">
        <pc:chgData name="Loc Huynh" userId="80c0383e323bd6ea" providerId="LiveId" clId="{45D23C15-8B6E-3442-9B58-7B186F27CDA3}" dt="2023-09-18T00:59:18.555" v="132" actId="2696"/>
        <pc:sldMkLst>
          <pc:docMk/>
          <pc:sldMk cId="1184405224" sldId="463"/>
        </pc:sldMkLst>
      </pc:sldChg>
      <pc:sldChg chg="del">
        <pc:chgData name="Loc Huynh" userId="80c0383e323bd6ea" providerId="LiveId" clId="{45D23C15-8B6E-3442-9B58-7B186F27CDA3}" dt="2023-09-18T00:59:18.318" v="93" actId="2696"/>
        <pc:sldMkLst>
          <pc:docMk/>
          <pc:sldMk cId="3184868754" sldId="464"/>
        </pc:sldMkLst>
      </pc:sldChg>
      <pc:sldChg chg="del">
        <pc:chgData name="Loc Huynh" userId="80c0383e323bd6ea" providerId="LiveId" clId="{45D23C15-8B6E-3442-9B58-7B186F27CDA3}" dt="2023-09-18T00:59:18.339" v="100" actId="2696"/>
        <pc:sldMkLst>
          <pc:docMk/>
          <pc:sldMk cId="1313697068" sldId="465"/>
        </pc:sldMkLst>
      </pc:sldChg>
      <pc:sldChg chg="del">
        <pc:chgData name="Loc Huynh" userId="80c0383e323bd6ea" providerId="LiveId" clId="{45D23C15-8B6E-3442-9B58-7B186F27CDA3}" dt="2023-09-18T00:59:18.282" v="82" actId="2696"/>
        <pc:sldMkLst>
          <pc:docMk/>
          <pc:sldMk cId="1200658594" sldId="466"/>
        </pc:sldMkLst>
      </pc:sldChg>
      <pc:sldChg chg="del">
        <pc:chgData name="Loc Huynh" userId="80c0383e323bd6ea" providerId="LiveId" clId="{45D23C15-8B6E-3442-9B58-7B186F27CDA3}" dt="2023-09-18T00:59:18.570" v="138" actId="2696"/>
        <pc:sldMkLst>
          <pc:docMk/>
          <pc:sldMk cId="344793592" sldId="467"/>
        </pc:sldMkLst>
      </pc:sldChg>
      <pc:sldChg chg="del">
        <pc:chgData name="Loc Huynh" userId="80c0383e323bd6ea" providerId="LiveId" clId="{45D23C15-8B6E-3442-9B58-7B186F27CDA3}" dt="2023-09-18T00:59:18.308" v="90" actId="2696"/>
        <pc:sldMkLst>
          <pc:docMk/>
          <pc:sldMk cId="3122522420" sldId="468"/>
        </pc:sldMkLst>
      </pc:sldChg>
      <pc:sldChg chg="del">
        <pc:chgData name="Loc Huynh" userId="80c0383e323bd6ea" providerId="LiveId" clId="{45D23C15-8B6E-3442-9B58-7B186F27CDA3}" dt="2023-09-18T00:59:18.389" v="107" actId="2696"/>
        <pc:sldMkLst>
          <pc:docMk/>
          <pc:sldMk cId="1770153382" sldId="469"/>
        </pc:sldMkLst>
      </pc:sldChg>
      <pc:sldChg chg="del">
        <pc:chgData name="Loc Huynh" userId="80c0383e323bd6ea" providerId="LiveId" clId="{45D23C15-8B6E-3442-9B58-7B186F27CDA3}" dt="2023-09-18T00:59:18.297" v="87" actId="2696"/>
        <pc:sldMkLst>
          <pc:docMk/>
          <pc:sldMk cId="3684564904" sldId="470"/>
        </pc:sldMkLst>
      </pc:sldChg>
      <pc:sldChg chg="del">
        <pc:chgData name="Loc Huynh" userId="80c0383e323bd6ea" providerId="LiveId" clId="{45D23C15-8B6E-3442-9B58-7B186F27CDA3}" dt="2023-09-18T00:59:18.396" v="109" actId="2696"/>
        <pc:sldMkLst>
          <pc:docMk/>
          <pc:sldMk cId="1997632837" sldId="471"/>
        </pc:sldMkLst>
      </pc:sldChg>
      <pc:sldChg chg="del">
        <pc:chgData name="Loc Huynh" userId="80c0383e323bd6ea" providerId="LiveId" clId="{45D23C15-8B6E-3442-9B58-7B186F27CDA3}" dt="2023-09-18T00:59:18.335" v="99" actId="2696"/>
        <pc:sldMkLst>
          <pc:docMk/>
          <pc:sldMk cId="3934483243" sldId="472"/>
        </pc:sldMkLst>
      </pc:sldChg>
      <pc:sldChg chg="del">
        <pc:chgData name="Loc Huynh" userId="80c0383e323bd6ea" providerId="LiveId" clId="{45D23C15-8B6E-3442-9B58-7B186F27CDA3}" dt="2023-09-18T00:59:18.562" v="135" actId="2696"/>
        <pc:sldMkLst>
          <pc:docMk/>
          <pc:sldMk cId="3915191108" sldId="473"/>
        </pc:sldMkLst>
      </pc:sldChg>
      <pc:sldChg chg="del">
        <pc:chgData name="Loc Huynh" userId="80c0383e323bd6ea" providerId="LiveId" clId="{45D23C15-8B6E-3442-9B58-7B186F27CDA3}" dt="2023-09-18T00:59:18.572" v="139" actId="2696"/>
        <pc:sldMkLst>
          <pc:docMk/>
          <pc:sldMk cId="1242105478" sldId="474"/>
        </pc:sldMkLst>
      </pc:sldChg>
      <pc:sldChg chg="del">
        <pc:chgData name="Loc Huynh" userId="80c0383e323bd6ea" providerId="LiveId" clId="{45D23C15-8B6E-3442-9B58-7B186F27CDA3}" dt="2023-09-18T00:59:18.560" v="134" actId="2696"/>
        <pc:sldMkLst>
          <pc:docMk/>
          <pc:sldMk cId="4292046202" sldId="475"/>
        </pc:sldMkLst>
      </pc:sldChg>
      <pc:sldChg chg="del">
        <pc:chgData name="Loc Huynh" userId="80c0383e323bd6ea" providerId="LiveId" clId="{45D23C15-8B6E-3442-9B58-7B186F27CDA3}" dt="2023-09-18T00:59:18.407" v="112" actId="2696"/>
        <pc:sldMkLst>
          <pc:docMk/>
          <pc:sldMk cId="950542315" sldId="476"/>
        </pc:sldMkLst>
      </pc:sldChg>
      <pc:sldChg chg="del">
        <pc:chgData name="Loc Huynh" userId="80c0383e323bd6ea" providerId="LiveId" clId="{45D23C15-8B6E-3442-9B58-7B186F27CDA3}" dt="2023-09-18T00:59:18.548" v="129" actId="2696"/>
        <pc:sldMkLst>
          <pc:docMk/>
          <pc:sldMk cId="1686432855" sldId="477"/>
        </pc:sldMkLst>
      </pc:sldChg>
      <pc:sldChg chg="del">
        <pc:chgData name="Loc Huynh" userId="80c0383e323bd6ea" providerId="LiveId" clId="{45D23C15-8B6E-3442-9B58-7B186F27CDA3}" dt="2023-09-18T00:59:18.320" v="94" actId="2696"/>
        <pc:sldMkLst>
          <pc:docMk/>
          <pc:sldMk cId="422089934" sldId="478"/>
        </pc:sldMkLst>
      </pc:sldChg>
      <pc:sldChg chg="del">
        <pc:chgData name="Loc Huynh" userId="80c0383e323bd6ea" providerId="LiveId" clId="{45D23C15-8B6E-3442-9B58-7B186F27CDA3}" dt="2023-09-18T00:59:18.293" v="86" actId="2696"/>
        <pc:sldMkLst>
          <pc:docMk/>
          <pc:sldMk cId="1634204803" sldId="479"/>
        </pc:sldMkLst>
      </pc:sldChg>
      <pc:sldChg chg="del">
        <pc:chgData name="Loc Huynh" userId="80c0383e323bd6ea" providerId="LiveId" clId="{45D23C15-8B6E-3442-9B58-7B186F27CDA3}" dt="2023-09-18T00:59:18.400" v="110" actId="2696"/>
        <pc:sldMkLst>
          <pc:docMk/>
          <pc:sldMk cId="1875871481" sldId="480"/>
        </pc:sldMkLst>
      </pc:sldChg>
      <pc:sldChg chg="del">
        <pc:chgData name="Loc Huynh" userId="80c0383e323bd6ea" providerId="LiveId" clId="{45D23C15-8B6E-3442-9B58-7B186F27CDA3}" dt="2023-09-18T00:59:18.404" v="111" actId="2696"/>
        <pc:sldMkLst>
          <pc:docMk/>
          <pc:sldMk cId="920391041" sldId="481"/>
        </pc:sldMkLst>
      </pc:sldChg>
      <pc:sldChg chg="del">
        <pc:chgData name="Loc Huynh" userId="80c0383e323bd6ea" providerId="LiveId" clId="{45D23C15-8B6E-3442-9B58-7B186F27CDA3}" dt="2023-09-18T00:59:18.436" v="122" actId="2696"/>
        <pc:sldMkLst>
          <pc:docMk/>
          <pc:sldMk cId="3148386529" sldId="482"/>
        </pc:sldMkLst>
      </pc:sldChg>
      <pc:sldChg chg="del">
        <pc:chgData name="Loc Huynh" userId="80c0383e323bd6ea" providerId="LiveId" clId="{45D23C15-8B6E-3442-9B58-7B186F27CDA3}" dt="2023-09-18T00:59:18.333" v="98" actId="2696"/>
        <pc:sldMkLst>
          <pc:docMk/>
          <pc:sldMk cId="325634289" sldId="483"/>
        </pc:sldMkLst>
      </pc:sldChg>
      <pc:sldChg chg="del">
        <pc:chgData name="Loc Huynh" userId="80c0383e323bd6ea" providerId="LiveId" clId="{45D23C15-8B6E-3442-9B58-7B186F27CDA3}" dt="2023-09-18T00:59:18.268" v="79" actId="2696"/>
        <pc:sldMkLst>
          <pc:docMk/>
          <pc:sldMk cId="468758230" sldId="484"/>
        </pc:sldMkLst>
      </pc:sldChg>
      <pc:sldChg chg="del">
        <pc:chgData name="Loc Huynh" userId="80c0383e323bd6ea" providerId="LiveId" clId="{45D23C15-8B6E-3442-9B58-7B186F27CDA3}" dt="2023-09-18T00:59:18.290" v="85" actId="2696"/>
        <pc:sldMkLst>
          <pc:docMk/>
          <pc:sldMk cId="1211839815" sldId="485"/>
        </pc:sldMkLst>
      </pc:sldChg>
      <pc:sldChg chg="del">
        <pc:chgData name="Loc Huynh" userId="80c0383e323bd6ea" providerId="LiveId" clId="{45D23C15-8B6E-3442-9B58-7B186F27CDA3}" dt="2023-09-18T00:59:18.698" v="142" actId="2696"/>
        <pc:sldMkLst>
          <pc:docMk/>
          <pc:sldMk cId="4108101354" sldId="486"/>
        </pc:sldMkLst>
      </pc:sldChg>
      <pc:sldChg chg="del">
        <pc:chgData name="Loc Huynh" userId="80c0383e323bd6ea" providerId="LiveId" clId="{45D23C15-8B6E-3442-9B58-7B186F27CDA3}" dt="2023-09-18T00:59:18.552" v="131" actId="2696"/>
        <pc:sldMkLst>
          <pc:docMk/>
          <pc:sldMk cId="4007891925" sldId="487"/>
        </pc:sldMkLst>
      </pc:sldChg>
      <pc:sldChg chg="del">
        <pc:chgData name="Loc Huynh" userId="80c0383e323bd6ea" providerId="LiveId" clId="{45D23C15-8B6E-3442-9B58-7B186F27CDA3}" dt="2023-09-18T00:59:18.377" v="103" actId="2696"/>
        <pc:sldMkLst>
          <pc:docMk/>
          <pc:sldMk cId="1413876724" sldId="488"/>
        </pc:sldMkLst>
      </pc:sldChg>
      <pc:sldChg chg="del">
        <pc:chgData name="Loc Huynh" userId="80c0383e323bd6ea" providerId="LiveId" clId="{45D23C15-8B6E-3442-9B58-7B186F27CDA3}" dt="2023-09-18T00:59:18.566" v="137" actId="2696"/>
        <pc:sldMkLst>
          <pc:docMk/>
          <pc:sldMk cId="2855966079" sldId="489"/>
        </pc:sldMkLst>
      </pc:sldChg>
      <pc:sldChg chg="del">
        <pc:chgData name="Loc Huynh" userId="80c0383e323bd6ea" providerId="LiveId" clId="{45D23C15-8B6E-3442-9B58-7B186F27CDA3}" dt="2023-09-18T00:59:18.288" v="84" actId="2696"/>
        <pc:sldMkLst>
          <pc:docMk/>
          <pc:sldMk cId="123613759" sldId="490"/>
        </pc:sldMkLst>
      </pc:sldChg>
      <pc:sldChg chg="modSp mod">
        <pc:chgData name="Loc Huynh" userId="80c0383e323bd6ea" providerId="LiveId" clId="{45D23C15-8B6E-3442-9B58-7B186F27CDA3}" dt="2023-09-18T07:02:57.510" v="2900" actId="20577"/>
        <pc:sldMkLst>
          <pc:docMk/>
          <pc:sldMk cId="2539440922" sldId="492"/>
        </pc:sldMkLst>
        <pc:spChg chg="mod">
          <ac:chgData name="Loc Huynh" userId="80c0383e323bd6ea" providerId="LiveId" clId="{45D23C15-8B6E-3442-9B58-7B186F27CDA3}" dt="2023-09-18T07:02:57.510" v="2900" actId="20577"/>
          <ac:spMkLst>
            <pc:docMk/>
            <pc:sldMk cId="2539440922" sldId="492"/>
            <ac:spMk id="3" creationId="{5AF176FD-7669-EF49-B2D4-CDB406817E64}"/>
          </ac:spMkLst>
        </pc:spChg>
        <pc:spChg chg="mod">
          <ac:chgData name="Loc Huynh" userId="80c0383e323bd6ea" providerId="LiveId" clId="{45D23C15-8B6E-3442-9B58-7B186F27CDA3}" dt="2023-09-18T00:59:27.159" v="146" actId="20577"/>
          <ac:spMkLst>
            <pc:docMk/>
            <pc:sldMk cId="2539440922" sldId="492"/>
            <ac:spMk id="7" creationId="{0C974B13-B1B8-E148-903B-85C71136A561}"/>
          </ac:spMkLst>
        </pc:spChg>
      </pc:sldChg>
      <pc:sldChg chg="del">
        <pc:chgData name="Loc Huynh" userId="80c0383e323bd6ea" providerId="LiveId" clId="{45D23C15-8B6E-3442-9B58-7B186F27CDA3}" dt="2023-09-18T00:59:18.418" v="116" actId="2696"/>
        <pc:sldMkLst>
          <pc:docMk/>
          <pc:sldMk cId="2353403814" sldId="493"/>
        </pc:sldMkLst>
      </pc:sldChg>
      <pc:sldChg chg="del">
        <pc:chgData name="Loc Huynh" userId="80c0383e323bd6ea" providerId="LiveId" clId="{45D23C15-8B6E-3442-9B58-7B186F27CDA3}" dt="2023-09-18T00:59:18.410" v="113" actId="2696"/>
        <pc:sldMkLst>
          <pc:docMk/>
          <pc:sldMk cId="1075784339" sldId="494"/>
        </pc:sldMkLst>
      </pc:sldChg>
      <pc:sldChg chg="del">
        <pc:chgData name="Loc Huynh" userId="80c0383e323bd6ea" providerId="LiveId" clId="{45D23C15-8B6E-3442-9B58-7B186F27CDA3}" dt="2023-09-18T00:59:18.386" v="106" actId="2696"/>
        <pc:sldMkLst>
          <pc:docMk/>
          <pc:sldMk cId="3887065777" sldId="495"/>
        </pc:sldMkLst>
      </pc:sldChg>
      <pc:sldChg chg="del">
        <pc:chgData name="Loc Huynh" userId="80c0383e323bd6ea" providerId="LiveId" clId="{45D23C15-8B6E-3442-9B58-7B186F27CDA3}" dt="2023-09-18T00:59:18.383" v="105" actId="2696"/>
        <pc:sldMkLst>
          <pc:docMk/>
          <pc:sldMk cId="1922161333" sldId="496"/>
        </pc:sldMkLst>
      </pc:sldChg>
      <pc:sldChg chg="del">
        <pc:chgData name="Loc Huynh" userId="80c0383e323bd6ea" providerId="LiveId" clId="{45D23C15-8B6E-3442-9B58-7B186F27CDA3}" dt="2023-09-18T00:59:18.323" v="95" actId="2696"/>
        <pc:sldMkLst>
          <pc:docMk/>
          <pc:sldMk cId="1152783581" sldId="497"/>
        </pc:sldMkLst>
      </pc:sldChg>
      <pc:sldChg chg="del">
        <pc:chgData name="Loc Huynh" userId="80c0383e323bd6ea" providerId="LiveId" clId="{45D23C15-8B6E-3442-9B58-7B186F27CDA3}" dt="2023-09-18T00:59:18.423" v="118" actId="2696"/>
        <pc:sldMkLst>
          <pc:docMk/>
          <pc:sldMk cId="2317161822" sldId="498"/>
        </pc:sldMkLst>
      </pc:sldChg>
      <pc:sldChg chg="del">
        <pc:chgData name="Loc Huynh" userId="80c0383e323bd6ea" providerId="LiveId" clId="{45D23C15-8B6E-3442-9B58-7B186F27CDA3}" dt="2023-09-18T00:59:18.285" v="83" actId="2696"/>
        <pc:sldMkLst>
          <pc:docMk/>
          <pc:sldMk cId="3028732016" sldId="499"/>
        </pc:sldMkLst>
      </pc:sldChg>
      <pc:sldChg chg="add del">
        <pc:chgData name="Loc Huynh" userId="80c0383e323bd6ea" providerId="LiveId" clId="{45D23C15-8B6E-3442-9B58-7B186F27CDA3}" dt="2023-09-18T00:57:00.061" v="60" actId="2696"/>
        <pc:sldMkLst>
          <pc:docMk/>
          <pc:sldMk cId="0" sldId="500"/>
        </pc:sldMkLst>
      </pc:sldChg>
      <pc:sldChg chg="modSp add mod chgLayout">
        <pc:chgData name="Loc Huynh" userId="80c0383e323bd6ea" providerId="LiveId" clId="{45D23C15-8B6E-3442-9B58-7B186F27CDA3}" dt="2023-09-18T01:31:41.190" v="1042" actId="207"/>
        <pc:sldMkLst>
          <pc:docMk/>
          <pc:sldMk cId="3519274192" sldId="501"/>
        </pc:sldMkLst>
        <pc:spChg chg="mod ord">
          <ac:chgData name="Loc Huynh" userId="80c0383e323bd6ea" providerId="LiveId" clId="{45D23C15-8B6E-3442-9B58-7B186F27CDA3}" dt="2023-09-18T01:26:58.755" v="934" actId="700"/>
          <ac:spMkLst>
            <pc:docMk/>
            <pc:sldMk cId="3519274192" sldId="501"/>
            <ac:spMk id="2" creationId="{1C111DD4-D6F5-0741-8C18-D64693B57757}"/>
          </ac:spMkLst>
        </pc:spChg>
        <pc:spChg chg="mod ord">
          <ac:chgData name="Loc Huynh" userId="80c0383e323bd6ea" providerId="LiveId" clId="{45D23C15-8B6E-3442-9B58-7B186F27CDA3}" dt="2023-09-18T01:30:13.943" v="1025" actId="1076"/>
          <ac:spMkLst>
            <pc:docMk/>
            <pc:sldMk cId="3519274192" sldId="501"/>
            <ac:spMk id="3" creationId="{7F7DFE1E-8A2D-6145-BBE1-74889E55A8BD}"/>
          </ac:spMkLst>
        </pc:spChg>
        <pc:spChg chg="mod ord">
          <ac:chgData name="Loc Huynh" userId="80c0383e323bd6ea" providerId="LiveId" clId="{45D23C15-8B6E-3442-9B58-7B186F27CDA3}" dt="2023-09-18T01:26:58.755" v="934" actId="700"/>
          <ac:spMkLst>
            <pc:docMk/>
            <pc:sldMk cId="3519274192" sldId="501"/>
            <ac:spMk id="4" creationId="{3DF2F3A0-B11D-C945-844B-13BB2613F0DD}"/>
          </ac:spMkLst>
        </pc:spChg>
        <pc:spChg chg="mod ord">
          <ac:chgData name="Loc Huynh" userId="80c0383e323bd6ea" providerId="LiveId" clId="{45D23C15-8B6E-3442-9B58-7B186F27CDA3}" dt="2023-09-18T01:26:58.755" v="934" actId="700"/>
          <ac:spMkLst>
            <pc:docMk/>
            <pc:sldMk cId="3519274192" sldId="501"/>
            <ac:spMk id="5" creationId="{28BD6334-3AC2-5B46-97CE-C371AE126E0A}"/>
          </ac:spMkLst>
        </pc:spChg>
        <pc:spChg chg="mod">
          <ac:chgData name="Loc Huynh" userId="80c0383e323bd6ea" providerId="LiveId" clId="{45D23C15-8B6E-3442-9B58-7B186F27CDA3}" dt="2023-09-18T01:31:41.190" v="1042" actId="207"/>
          <ac:spMkLst>
            <pc:docMk/>
            <pc:sldMk cId="3519274192" sldId="501"/>
            <ac:spMk id="8" creationId="{7C6BAE47-AFD0-2040-B28C-BEAA14F4E77A}"/>
          </ac:spMkLst>
        </pc:spChg>
        <pc:spChg chg="mod">
          <ac:chgData name="Loc Huynh" userId="80c0383e323bd6ea" providerId="LiveId" clId="{45D23C15-8B6E-3442-9B58-7B186F27CDA3}" dt="2023-09-18T01:30:22.335" v="1026" actId="1076"/>
          <ac:spMkLst>
            <pc:docMk/>
            <pc:sldMk cId="3519274192" sldId="501"/>
            <ac:spMk id="22" creationId="{852BC080-A509-8A4B-BAED-F357439042BD}"/>
          </ac:spMkLst>
        </pc:spChg>
        <pc:spChg chg="mod">
          <ac:chgData name="Loc Huynh" userId="80c0383e323bd6ea" providerId="LiveId" clId="{45D23C15-8B6E-3442-9B58-7B186F27CDA3}" dt="2023-09-18T01:30:22.335" v="1026" actId="1076"/>
          <ac:spMkLst>
            <pc:docMk/>
            <pc:sldMk cId="3519274192" sldId="501"/>
            <ac:spMk id="28" creationId="{F97F9C5A-2673-E141-A71B-DF826A4519F9}"/>
          </ac:spMkLst>
        </pc:spChg>
        <pc:spChg chg="mod">
          <ac:chgData name="Loc Huynh" userId="80c0383e323bd6ea" providerId="LiveId" clId="{45D23C15-8B6E-3442-9B58-7B186F27CDA3}" dt="2023-09-18T01:30:22.335" v="1026" actId="1076"/>
          <ac:spMkLst>
            <pc:docMk/>
            <pc:sldMk cId="3519274192" sldId="501"/>
            <ac:spMk id="32" creationId="{25609249-3E7A-EF4C-9519-60505B18938B}"/>
          </ac:spMkLst>
        </pc:spChg>
        <pc:spChg chg="mod">
          <ac:chgData name="Loc Huynh" userId="80c0383e323bd6ea" providerId="LiveId" clId="{45D23C15-8B6E-3442-9B58-7B186F27CDA3}" dt="2023-09-18T01:30:22.335" v="1026" actId="1076"/>
          <ac:spMkLst>
            <pc:docMk/>
            <pc:sldMk cId="3519274192" sldId="501"/>
            <ac:spMk id="34" creationId="{3FFA2580-FF4D-DF46-867E-556CDA0B053E}"/>
          </ac:spMkLst>
        </pc:spChg>
        <pc:spChg chg="mod">
          <ac:chgData name="Loc Huynh" userId="80c0383e323bd6ea" providerId="LiveId" clId="{45D23C15-8B6E-3442-9B58-7B186F27CDA3}" dt="2023-09-18T01:30:22.335" v="1026" actId="1076"/>
          <ac:spMkLst>
            <pc:docMk/>
            <pc:sldMk cId="3519274192" sldId="501"/>
            <ac:spMk id="44" creationId="{420A901D-7DF3-E245-89BF-F829927E709F}"/>
          </ac:spMkLst>
        </pc:spChg>
        <pc:spChg chg="mod">
          <ac:chgData name="Loc Huynh" userId="80c0383e323bd6ea" providerId="LiveId" clId="{45D23C15-8B6E-3442-9B58-7B186F27CDA3}" dt="2023-09-18T01:30:22.335" v="1026" actId="1076"/>
          <ac:spMkLst>
            <pc:docMk/>
            <pc:sldMk cId="3519274192" sldId="501"/>
            <ac:spMk id="66" creationId="{0979238A-877B-E044-83BA-EC18C08245A4}"/>
          </ac:spMkLst>
        </pc:spChg>
        <pc:grpChg chg="mod">
          <ac:chgData name="Loc Huynh" userId="80c0383e323bd6ea" providerId="LiveId" clId="{45D23C15-8B6E-3442-9B58-7B186F27CDA3}" dt="2023-09-18T01:30:22.335" v="1026" actId="1076"/>
          <ac:grpSpMkLst>
            <pc:docMk/>
            <pc:sldMk cId="3519274192" sldId="501"/>
            <ac:grpSpMk id="11" creationId="{25446E48-F079-B548-9F85-0AFA2B9C2F78}"/>
          </ac:grpSpMkLst>
        </pc:grpChg>
        <pc:grpChg chg="mod">
          <ac:chgData name="Loc Huynh" userId="80c0383e323bd6ea" providerId="LiveId" clId="{45D23C15-8B6E-3442-9B58-7B186F27CDA3}" dt="2023-09-18T01:30:22.335" v="1026" actId="1076"/>
          <ac:grpSpMkLst>
            <pc:docMk/>
            <pc:sldMk cId="3519274192" sldId="501"/>
            <ac:grpSpMk id="53" creationId="{529A317A-BDAC-6D46-8E9A-D28844DB60EC}"/>
          </ac:grpSpMkLst>
        </pc:grpChg>
        <pc:grpChg chg="mod">
          <ac:chgData name="Loc Huynh" userId="80c0383e323bd6ea" providerId="LiveId" clId="{45D23C15-8B6E-3442-9B58-7B186F27CDA3}" dt="2023-09-18T01:30:22.335" v="1026" actId="1076"/>
          <ac:grpSpMkLst>
            <pc:docMk/>
            <pc:sldMk cId="3519274192" sldId="501"/>
            <ac:grpSpMk id="54" creationId="{21B8CEC0-2CEA-6949-9E66-CF2078C9B446}"/>
          </ac:grpSpMkLst>
        </pc:grpChg>
        <pc:grpChg chg="mod">
          <ac:chgData name="Loc Huynh" userId="80c0383e323bd6ea" providerId="LiveId" clId="{45D23C15-8B6E-3442-9B58-7B186F27CDA3}" dt="2023-09-18T01:30:22.335" v="1026" actId="1076"/>
          <ac:grpSpMkLst>
            <pc:docMk/>
            <pc:sldMk cId="3519274192" sldId="501"/>
            <ac:grpSpMk id="55" creationId="{6862D82D-7B8E-F64C-BA33-6EFCA7095BE2}"/>
          </ac:grpSpMkLst>
        </pc:grpChg>
        <pc:grpChg chg="mod">
          <ac:chgData name="Loc Huynh" userId="80c0383e323bd6ea" providerId="LiveId" clId="{45D23C15-8B6E-3442-9B58-7B186F27CDA3}" dt="2023-09-18T01:30:22.335" v="1026" actId="1076"/>
          <ac:grpSpMkLst>
            <pc:docMk/>
            <pc:sldMk cId="3519274192" sldId="501"/>
            <ac:grpSpMk id="63" creationId="{C1A6FA30-DCFD-2441-A3BE-57A6F45198A3}"/>
          </ac:grpSpMkLst>
        </pc:grpChg>
        <pc:grpChg chg="mod">
          <ac:chgData name="Loc Huynh" userId="80c0383e323bd6ea" providerId="LiveId" clId="{45D23C15-8B6E-3442-9B58-7B186F27CDA3}" dt="2023-09-18T01:30:22.335" v="1026" actId="1076"/>
          <ac:grpSpMkLst>
            <pc:docMk/>
            <pc:sldMk cId="3519274192" sldId="501"/>
            <ac:grpSpMk id="64" creationId="{80634512-FEE3-E14C-8029-A8CA99249471}"/>
          </ac:grpSpMkLst>
        </pc:grpChg>
        <pc:grpChg chg="mod">
          <ac:chgData name="Loc Huynh" userId="80c0383e323bd6ea" providerId="LiveId" clId="{45D23C15-8B6E-3442-9B58-7B186F27CDA3}" dt="2023-09-18T01:30:22.335" v="1026" actId="1076"/>
          <ac:grpSpMkLst>
            <pc:docMk/>
            <pc:sldMk cId="3519274192" sldId="501"/>
            <ac:grpSpMk id="65" creationId="{D3C55C00-04F4-5946-8CD6-5709450CF9CB}"/>
          </ac:grpSpMkLst>
        </pc:grpChg>
        <pc:picChg chg="mod">
          <ac:chgData name="Loc Huynh" userId="80c0383e323bd6ea" providerId="LiveId" clId="{45D23C15-8B6E-3442-9B58-7B186F27CDA3}" dt="2023-09-18T01:30:22.335" v="1026" actId="1076"/>
          <ac:picMkLst>
            <pc:docMk/>
            <pc:sldMk cId="3519274192" sldId="501"/>
            <ac:picMk id="14" creationId="{E08986B9-FF5C-8249-9685-2F3A460F6149}"/>
          </ac:picMkLst>
        </pc:picChg>
        <pc:picChg chg="mod">
          <ac:chgData name="Loc Huynh" userId="80c0383e323bd6ea" providerId="LiveId" clId="{45D23C15-8B6E-3442-9B58-7B186F27CDA3}" dt="2023-09-18T01:30:22.335" v="1026" actId="1076"/>
          <ac:picMkLst>
            <pc:docMk/>
            <pc:sldMk cId="3519274192" sldId="501"/>
            <ac:picMk id="27" creationId="{C70A13B9-23E5-C643-A7EF-4E6B4FC98F1C}"/>
          </ac:picMkLst>
        </pc:picChg>
        <pc:picChg chg="mod">
          <ac:chgData name="Loc Huynh" userId="80c0383e323bd6ea" providerId="LiveId" clId="{45D23C15-8B6E-3442-9B58-7B186F27CDA3}" dt="2023-09-18T01:30:22.335" v="1026" actId="1076"/>
          <ac:picMkLst>
            <pc:docMk/>
            <pc:sldMk cId="3519274192" sldId="501"/>
            <ac:picMk id="31" creationId="{FAC8C118-3728-394A-B7EE-9411D96A2CEB}"/>
          </ac:picMkLst>
        </pc:picChg>
        <pc:picChg chg="mod">
          <ac:chgData name="Loc Huynh" userId="80c0383e323bd6ea" providerId="LiveId" clId="{45D23C15-8B6E-3442-9B58-7B186F27CDA3}" dt="2023-09-18T01:30:22.335" v="1026" actId="1076"/>
          <ac:picMkLst>
            <pc:docMk/>
            <pc:sldMk cId="3519274192" sldId="501"/>
            <ac:picMk id="33" creationId="{5799DDCF-96A8-2F4B-B4D0-0AFA43F3CE3B}"/>
          </ac:picMkLst>
        </pc:picChg>
        <pc:picChg chg="mod">
          <ac:chgData name="Loc Huynh" userId="80c0383e323bd6ea" providerId="LiveId" clId="{45D23C15-8B6E-3442-9B58-7B186F27CDA3}" dt="2023-09-18T01:30:22.335" v="1026" actId="1076"/>
          <ac:picMkLst>
            <pc:docMk/>
            <pc:sldMk cId="3519274192" sldId="501"/>
            <ac:picMk id="43" creationId="{EEE8352C-AD7F-C343-BE36-92D31739F14E}"/>
          </ac:picMkLst>
        </pc:picChg>
        <pc:cxnChg chg="mod">
          <ac:chgData name="Loc Huynh" userId="80c0383e323bd6ea" providerId="LiveId" clId="{45D23C15-8B6E-3442-9B58-7B186F27CDA3}" dt="2023-09-18T01:30:22.335" v="1026" actId="1076"/>
          <ac:cxnSpMkLst>
            <pc:docMk/>
            <pc:sldMk cId="3519274192" sldId="501"/>
            <ac:cxnSpMk id="12" creationId="{2DF1DFE5-4863-1C40-9216-5BBC37FB6237}"/>
          </ac:cxnSpMkLst>
        </pc:cxnChg>
        <pc:cxnChg chg="mod">
          <ac:chgData name="Loc Huynh" userId="80c0383e323bd6ea" providerId="LiveId" clId="{45D23C15-8B6E-3442-9B58-7B186F27CDA3}" dt="2023-09-18T01:30:22.335" v="1026" actId="1076"/>
          <ac:cxnSpMkLst>
            <pc:docMk/>
            <pc:sldMk cId="3519274192" sldId="501"/>
            <ac:cxnSpMk id="13" creationId="{9A38952E-125F-954F-8DC5-124983BDC67E}"/>
          </ac:cxnSpMkLst>
        </pc:cxnChg>
        <pc:cxnChg chg="mod">
          <ac:chgData name="Loc Huynh" userId="80c0383e323bd6ea" providerId="LiveId" clId="{45D23C15-8B6E-3442-9B58-7B186F27CDA3}" dt="2023-09-18T01:30:22.335" v="1026" actId="1076"/>
          <ac:cxnSpMkLst>
            <pc:docMk/>
            <pc:sldMk cId="3519274192" sldId="501"/>
            <ac:cxnSpMk id="19" creationId="{978ABF91-B5F1-7F46-A168-0E2C1F2454D7}"/>
          </ac:cxnSpMkLst>
        </pc:cxnChg>
        <pc:cxnChg chg="mod">
          <ac:chgData name="Loc Huynh" userId="80c0383e323bd6ea" providerId="LiveId" clId="{45D23C15-8B6E-3442-9B58-7B186F27CDA3}" dt="2023-09-18T01:30:22.335" v="1026" actId="1076"/>
          <ac:cxnSpMkLst>
            <pc:docMk/>
            <pc:sldMk cId="3519274192" sldId="501"/>
            <ac:cxnSpMk id="60" creationId="{1F6B4763-03FE-CB41-8FE9-28A6E5AA9D70}"/>
          </ac:cxnSpMkLst>
        </pc:cxnChg>
      </pc:sldChg>
      <pc:sldChg chg="addSp delSp modSp add mod delAnim modAnim">
        <pc:chgData name="Loc Huynh" userId="80c0383e323bd6ea" providerId="LiveId" clId="{45D23C15-8B6E-3442-9B58-7B186F27CDA3}" dt="2023-09-18T08:45:14.427" v="4905"/>
        <pc:sldMkLst>
          <pc:docMk/>
          <pc:sldMk cId="989988788" sldId="502"/>
        </pc:sldMkLst>
        <pc:spChg chg="mod">
          <ac:chgData name="Loc Huynh" userId="80c0383e323bd6ea" providerId="LiveId" clId="{45D23C15-8B6E-3442-9B58-7B186F27CDA3}" dt="2023-09-18T01:07:16.133" v="404"/>
          <ac:spMkLst>
            <pc:docMk/>
            <pc:sldMk cId="989988788" sldId="502"/>
            <ac:spMk id="2" creationId="{636479E2-C0D6-904F-B5C5-2271728A96C3}"/>
          </ac:spMkLst>
        </pc:spChg>
        <pc:spChg chg="mod">
          <ac:chgData name="Loc Huynh" userId="80c0383e323bd6ea" providerId="LiveId" clId="{45D23C15-8B6E-3442-9B58-7B186F27CDA3}" dt="2023-09-18T01:19:46.684" v="788" actId="20577"/>
          <ac:spMkLst>
            <pc:docMk/>
            <pc:sldMk cId="989988788" sldId="502"/>
            <ac:spMk id="3" creationId="{C0C21A69-FB3A-5848-81E0-17A1514E605F}"/>
          </ac:spMkLst>
        </pc:spChg>
        <pc:spChg chg="del mod">
          <ac:chgData name="Loc Huynh" userId="80c0383e323bd6ea" providerId="LiveId" clId="{45D23C15-8B6E-3442-9B58-7B186F27CDA3}" dt="2023-09-18T01:20:19.496" v="794" actId="478"/>
          <ac:spMkLst>
            <pc:docMk/>
            <pc:sldMk cId="989988788" sldId="502"/>
            <ac:spMk id="6" creationId="{BE4269D0-7B03-9243-8BB4-303505BE87FE}"/>
          </ac:spMkLst>
        </pc:spChg>
        <pc:spChg chg="mod">
          <ac:chgData name="Loc Huynh" userId="80c0383e323bd6ea" providerId="LiveId" clId="{45D23C15-8B6E-3442-9B58-7B186F27CDA3}" dt="2023-09-18T01:24:16.191" v="913" actId="14100"/>
          <ac:spMkLst>
            <pc:docMk/>
            <pc:sldMk cId="989988788" sldId="502"/>
            <ac:spMk id="15" creationId="{0EA707EE-3C3A-754A-A507-6E69052638AB}"/>
          </ac:spMkLst>
        </pc:spChg>
        <pc:spChg chg="mod">
          <ac:chgData name="Loc Huynh" userId="80c0383e323bd6ea" providerId="LiveId" clId="{45D23C15-8B6E-3442-9B58-7B186F27CDA3}" dt="2023-09-18T01:24:16.191" v="913" actId="14100"/>
          <ac:spMkLst>
            <pc:docMk/>
            <pc:sldMk cId="989988788" sldId="502"/>
            <ac:spMk id="16" creationId="{F0F10D6E-F959-BC4B-BF82-6DF0624F419E}"/>
          </ac:spMkLst>
        </pc:spChg>
        <pc:spChg chg="mod">
          <ac:chgData name="Loc Huynh" userId="80c0383e323bd6ea" providerId="LiveId" clId="{45D23C15-8B6E-3442-9B58-7B186F27CDA3}" dt="2023-09-18T01:24:37.030" v="917" actId="1037"/>
          <ac:spMkLst>
            <pc:docMk/>
            <pc:sldMk cId="989988788" sldId="502"/>
            <ac:spMk id="17" creationId="{CC4809B5-31EC-7444-A009-D99E87766B7D}"/>
          </ac:spMkLst>
        </pc:spChg>
        <pc:spChg chg="mod">
          <ac:chgData name="Loc Huynh" userId="80c0383e323bd6ea" providerId="LiveId" clId="{45D23C15-8B6E-3442-9B58-7B186F27CDA3}" dt="2023-09-18T01:24:16.191" v="913" actId="14100"/>
          <ac:spMkLst>
            <pc:docMk/>
            <pc:sldMk cId="989988788" sldId="502"/>
            <ac:spMk id="18" creationId="{05B32A83-D7E1-174D-9322-5D54EDC9C483}"/>
          </ac:spMkLst>
        </pc:spChg>
        <pc:spChg chg="mod">
          <ac:chgData name="Loc Huynh" userId="80c0383e323bd6ea" providerId="LiveId" clId="{45D23C15-8B6E-3442-9B58-7B186F27CDA3}" dt="2023-09-18T01:24:16.191" v="913" actId="14100"/>
          <ac:spMkLst>
            <pc:docMk/>
            <pc:sldMk cId="989988788" sldId="502"/>
            <ac:spMk id="19" creationId="{F0F7439D-7CF6-FC47-97DB-0F9827356118}"/>
          </ac:spMkLst>
        </pc:spChg>
        <pc:spChg chg="mod">
          <ac:chgData name="Loc Huynh" userId="80c0383e323bd6ea" providerId="LiveId" clId="{45D23C15-8B6E-3442-9B58-7B186F27CDA3}" dt="2023-09-18T01:24:23.350" v="915" actId="14100"/>
          <ac:spMkLst>
            <pc:docMk/>
            <pc:sldMk cId="989988788" sldId="502"/>
            <ac:spMk id="20" creationId="{64374040-34DA-ED49-8068-E4F32B628326}"/>
          </ac:spMkLst>
        </pc:spChg>
        <pc:spChg chg="mod">
          <ac:chgData name="Loc Huynh" userId="80c0383e323bd6ea" providerId="LiveId" clId="{45D23C15-8B6E-3442-9B58-7B186F27CDA3}" dt="2023-09-18T01:24:16.191" v="913" actId="14100"/>
          <ac:spMkLst>
            <pc:docMk/>
            <pc:sldMk cId="989988788" sldId="502"/>
            <ac:spMk id="22" creationId="{46B79D35-6142-D34C-94F6-5281D46E757E}"/>
          </ac:spMkLst>
        </pc:spChg>
        <pc:spChg chg="add mod">
          <ac:chgData name="Loc Huynh" userId="80c0383e323bd6ea" providerId="LiveId" clId="{45D23C15-8B6E-3442-9B58-7B186F27CDA3}" dt="2023-09-18T01:24:08.334" v="911" actId="1036"/>
          <ac:spMkLst>
            <pc:docMk/>
            <pc:sldMk cId="989988788" sldId="502"/>
            <ac:spMk id="33" creationId="{3D12F168-8BE8-A84F-1669-DC28F7FFFDAF}"/>
          </ac:spMkLst>
        </pc:spChg>
        <pc:grpChg chg="mod">
          <ac:chgData name="Loc Huynh" userId="80c0383e323bd6ea" providerId="LiveId" clId="{45D23C15-8B6E-3442-9B58-7B186F27CDA3}" dt="2023-09-18T01:24:16.191" v="913" actId="14100"/>
          <ac:grpSpMkLst>
            <pc:docMk/>
            <pc:sldMk cId="989988788" sldId="502"/>
            <ac:grpSpMk id="25" creationId="{52EB860E-B878-944A-881D-3F2E505585C4}"/>
          </ac:grpSpMkLst>
        </pc:grpChg>
        <pc:picChg chg="del mod">
          <ac:chgData name="Loc Huynh" userId="80c0383e323bd6ea" providerId="LiveId" clId="{45D23C15-8B6E-3442-9B58-7B186F27CDA3}" dt="2023-09-18T01:19:35.919" v="782" actId="478"/>
          <ac:picMkLst>
            <pc:docMk/>
            <pc:sldMk cId="989988788" sldId="502"/>
            <ac:picMk id="7" creationId="{09749128-1F8C-E148-B218-51D252A2F98A}"/>
          </ac:picMkLst>
        </pc:picChg>
        <pc:picChg chg="mod">
          <ac:chgData name="Loc Huynh" userId="80c0383e323bd6ea" providerId="LiveId" clId="{45D23C15-8B6E-3442-9B58-7B186F27CDA3}" dt="2023-09-18T01:24:16.191" v="913" actId="14100"/>
          <ac:picMkLst>
            <pc:docMk/>
            <pc:sldMk cId="989988788" sldId="502"/>
            <ac:picMk id="8" creationId="{501E36B7-5A61-7140-8434-642F15684F9A}"/>
          </ac:picMkLst>
        </pc:picChg>
        <pc:cxnChg chg="mod">
          <ac:chgData name="Loc Huynh" userId="80c0383e323bd6ea" providerId="LiveId" clId="{45D23C15-8B6E-3442-9B58-7B186F27CDA3}" dt="2023-09-18T01:24:16.191" v="913" actId="14100"/>
          <ac:cxnSpMkLst>
            <pc:docMk/>
            <pc:sldMk cId="989988788" sldId="502"/>
            <ac:cxnSpMk id="9" creationId="{71FC5D96-C203-BD4C-9662-ED2CDC41B16F}"/>
          </ac:cxnSpMkLst>
        </pc:cxnChg>
        <pc:cxnChg chg="mod">
          <ac:chgData name="Loc Huynh" userId="80c0383e323bd6ea" providerId="LiveId" clId="{45D23C15-8B6E-3442-9B58-7B186F27CDA3}" dt="2023-09-18T01:24:16.191" v="913" actId="14100"/>
          <ac:cxnSpMkLst>
            <pc:docMk/>
            <pc:sldMk cId="989988788" sldId="502"/>
            <ac:cxnSpMk id="11" creationId="{9769BCF3-EA58-D848-82B0-EF82362CE6C0}"/>
          </ac:cxnSpMkLst>
        </pc:cxnChg>
        <pc:cxnChg chg="mod">
          <ac:chgData name="Loc Huynh" userId="80c0383e323bd6ea" providerId="LiveId" clId="{45D23C15-8B6E-3442-9B58-7B186F27CDA3}" dt="2023-09-18T01:24:16.191" v="913" actId="14100"/>
          <ac:cxnSpMkLst>
            <pc:docMk/>
            <pc:sldMk cId="989988788" sldId="502"/>
            <ac:cxnSpMk id="12" creationId="{05D943C5-2D55-5D4B-BF84-AD7DADDBFA5F}"/>
          </ac:cxnSpMkLst>
        </pc:cxnChg>
        <pc:cxnChg chg="add mod">
          <ac:chgData name="Loc Huynh" userId="80c0383e323bd6ea" providerId="LiveId" clId="{45D23C15-8B6E-3442-9B58-7B186F27CDA3}" dt="2023-09-18T01:24:37.030" v="917" actId="1037"/>
          <ac:cxnSpMkLst>
            <pc:docMk/>
            <pc:sldMk cId="989988788" sldId="502"/>
            <ac:cxnSpMk id="30" creationId="{780957C6-1A15-E4AB-CCAC-F49197A3CDF3}"/>
          </ac:cxnSpMkLst>
        </pc:cxnChg>
        <pc:cxnChg chg="add mod">
          <ac:chgData name="Loc Huynh" userId="80c0383e323bd6ea" providerId="LiveId" clId="{45D23C15-8B6E-3442-9B58-7B186F27CDA3}" dt="2023-09-18T01:23:27.629" v="826" actId="1076"/>
          <ac:cxnSpMkLst>
            <pc:docMk/>
            <pc:sldMk cId="989988788" sldId="502"/>
            <ac:cxnSpMk id="32" creationId="{CBF432D7-6A67-68A9-4E78-B3FCC24C61EE}"/>
          </ac:cxnSpMkLst>
        </pc:cxnChg>
      </pc:sldChg>
      <pc:sldChg chg="delSp modSp add mod delAnim chgLayout">
        <pc:chgData name="Loc Huynh" userId="80c0383e323bd6ea" providerId="LiveId" clId="{45D23C15-8B6E-3442-9B58-7B186F27CDA3}" dt="2023-09-18T07:39:06.676" v="4070" actId="478"/>
        <pc:sldMkLst>
          <pc:docMk/>
          <pc:sldMk cId="2896080346" sldId="503"/>
        </pc:sldMkLst>
        <pc:spChg chg="mod ord">
          <ac:chgData name="Loc Huynh" userId="80c0383e323bd6ea" providerId="LiveId" clId="{45D23C15-8B6E-3442-9B58-7B186F27CDA3}" dt="2023-09-18T05:47:19.477" v="1056" actId="700"/>
          <ac:spMkLst>
            <pc:docMk/>
            <pc:sldMk cId="2896080346" sldId="503"/>
            <ac:spMk id="2" creationId="{636479E2-C0D6-904F-B5C5-2271728A96C3}"/>
          </ac:spMkLst>
        </pc:spChg>
        <pc:spChg chg="mod ord">
          <ac:chgData name="Loc Huynh" userId="80c0383e323bd6ea" providerId="LiveId" clId="{45D23C15-8B6E-3442-9B58-7B186F27CDA3}" dt="2023-09-18T05:47:19.477" v="1056" actId="700"/>
          <ac:spMkLst>
            <pc:docMk/>
            <pc:sldMk cId="2896080346" sldId="503"/>
            <ac:spMk id="3" creationId="{C0C21A69-FB3A-5848-81E0-17A1514E605F}"/>
          </ac:spMkLst>
        </pc:spChg>
        <pc:spChg chg="mod ord">
          <ac:chgData name="Loc Huynh" userId="80c0383e323bd6ea" providerId="LiveId" clId="{45D23C15-8B6E-3442-9B58-7B186F27CDA3}" dt="2023-09-18T05:47:19.477" v="1056" actId="700"/>
          <ac:spMkLst>
            <pc:docMk/>
            <pc:sldMk cId="2896080346" sldId="503"/>
            <ac:spMk id="4" creationId="{961813DB-F3F2-A844-9A22-9324D7622836}"/>
          </ac:spMkLst>
        </pc:spChg>
        <pc:spChg chg="mod ord">
          <ac:chgData name="Loc Huynh" userId="80c0383e323bd6ea" providerId="LiveId" clId="{45D23C15-8B6E-3442-9B58-7B186F27CDA3}" dt="2023-09-18T05:47:19.477" v="1056" actId="700"/>
          <ac:spMkLst>
            <pc:docMk/>
            <pc:sldMk cId="2896080346" sldId="503"/>
            <ac:spMk id="5" creationId="{FA4B7677-0B6E-3943-B277-ADD7EE6E6F2D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18" creationId="{05B32A83-D7E1-174D-9322-5D54EDC9C483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19" creationId="{F0F7439D-7CF6-FC47-97DB-0F9827356118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20" creationId="{64374040-34DA-ED49-8068-E4F32B628326}"/>
          </ac:spMkLst>
        </pc:spChg>
        <pc:spChg chg="mod">
          <ac:chgData name="Loc Huynh" userId="80c0383e323bd6ea" providerId="LiveId" clId="{45D23C15-8B6E-3442-9B58-7B186F27CDA3}" dt="2023-09-18T05:48:00.346" v="1060" actId="13926"/>
          <ac:spMkLst>
            <pc:docMk/>
            <pc:sldMk cId="2896080346" sldId="503"/>
            <ac:spMk id="22" creationId="{46B79D35-6142-D34C-94F6-5281D46E757E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29" creationId="{DC6B2538-AFB7-8147-B28A-945317E366EF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32" creationId="{BF2CA5C5-0EBE-9D49-AD7D-DEF7CB707D7D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39" creationId="{864C34BB-47D3-AB4D-B22B-A3239914681E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41" creationId="{3223F34C-52BF-1944-805F-237C45E0B5F3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43" creationId="{1C043D60-3498-B540-A27D-F2926F28F86D}"/>
          </ac:spMkLst>
        </pc:spChg>
        <pc:spChg chg="del mod">
          <ac:chgData name="Loc Huynh" userId="80c0383e323bd6ea" providerId="LiveId" clId="{45D23C15-8B6E-3442-9B58-7B186F27CDA3}" dt="2023-09-18T07:39:06.676" v="4070" actId="478"/>
          <ac:spMkLst>
            <pc:docMk/>
            <pc:sldMk cId="2896080346" sldId="503"/>
            <ac:spMk id="70" creationId="{26258327-1155-2947-8FA7-42DBF3D5FF12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287" creationId="{8519FBEA-6B51-5B41-ADB8-B6A58EEE90F4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290" creationId="{4B914365-6900-B14B-89FD-61D58254F38A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295" creationId="{A429E02B-483F-6F4A-9A78-E0F24433334B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297" creationId="{0D852643-D7F9-4444-8E58-BBAE9D945351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299" creationId="{5AA38928-682A-0744-93B1-A49A42C70EB6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300" creationId="{500C06FC-9309-9542-95F5-C06AC8756058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305" creationId="{6F6710BF-CAF2-7D4B-B0F4-01F2EDCAADB1}"/>
          </ac:spMkLst>
        </pc:spChg>
        <pc:spChg chg="mod">
          <ac:chgData name="Loc Huynh" userId="80c0383e323bd6ea" providerId="LiveId" clId="{45D23C15-8B6E-3442-9B58-7B186F27CDA3}" dt="2023-09-18T05:47:38.988" v="1057" actId="1076"/>
          <ac:spMkLst>
            <pc:docMk/>
            <pc:sldMk cId="2896080346" sldId="503"/>
            <ac:spMk id="306" creationId="{1B4AA0B4-29F4-034A-B3C4-E855AD7FB9E3}"/>
          </ac:spMkLst>
        </pc:spChg>
        <pc:spChg chg="mod">
          <ac:chgData name="Loc Huynh" userId="80c0383e323bd6ea" providerId="LiveId" clId="{45D23C15-8B6E-3442-9B58-7B186F27CDA3}" dt="2023-09-18T05:47:54.062" v="1059" actId="13926"/>
          <ac:spMkLst>
            <pc:docMk/>
            <pc:sldMk cId="2896080346" sldId="503"/>
            <ac:spMk id="307" creationId="{072BBA43-9F63-D74C-B846-9B31509A7A00}"/>
          </ac:spMkLst>
        </pc:s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3" creationId="{2F5AD5B7-315E-8F4B-9F87-BA5E59BA497D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5" creationId="{52EB860E-B878-944A-881D-3F2E505585C4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6" creationId="{26C7835F-7FD5-4145-AC33-D1F035EF613D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7" creationId="{C44AA796-8AD1-4347-9FA2-13EBCB496EF6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30" creationId="{55D8C2F4-659F-694F-B8F0-D797F7068C47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31" creationId="{A5B91EC4-F179-D747-AD7D-02F76686D026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33" creationId="{73C207F9-DBCC-1243-8394-6EDA2D7EB0F7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67" creationId="{3DF1DC16-A562-6849-9D40-9BA8650ECDD4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136" creationId="{5466DA01-9B99-884B-9F6D-2B230E73EA8E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76" creationId="{A5212F4D-AB59-BD4F-9410-57992AFFD8A5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77" creationId="{4AD9A38A-002A-6F4C-9261-140FA1B83832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82" creationId="{E9D70910-A99C-6847-9828-6F909F0DA9F6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83" creationId="{8E42DED5-8EB3-5E4D-ADC5-7E9BA969AE91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84" creationId="{8F511502-D15D-8945-A977-27E0E6D2F03E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85" creationId="{1DC892B2-4DC8-AD4A-A613-A281679C01CC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88" creationId="{8FD42856-F3E0-2441-A434-D0DE68ACA4EE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89" creationId="{DBF94588-C792-6A4E-9C17-2396064DEBBA}"/>
          </ac:grpSpMkLst>
        </pc:grpChg>
        <pc:grpChg chg="mod">
          <ac:chgData name="Loc Huynh" userId="80c0383e323bd6ea" providerId="LiveId" clId="{45D23C15-8B6E-3442-9B58-7B186F27CDA3}" dt="2023-09-18T05:47:38.988" v="1057" actId="1076"/>
          <ac:grpSpMkLst>
            <pc:docMk/>
            <pc:sldMk cId="2896080346" sldId="503"/>
            <ac:grpSpMk id="291" creationId="{C4216D4B-59BE-B642-BFBC-5C239172DE87}"/>
          </ac:grpSpMkLst>
        </pc:grpChg>
        <pc:picChg chg="mod">
          <ac:chgData name="Loc Huynh" userId="80c0383e323bd6ea" providerId="LiveId" clId="{45D23C15-8B6E-3442-9B58-7B186F27CDA3}" dt="2023-09-18T05:47:38.988" v="1057" actId="1076"/>
          <ac:picMkLst>
            <pc:docMk/>
            <pc:sldMk cId="2896080346" sldId="503"/>
            <ac:picMk id="8" creationId="{501E36B7-5A61-7140-8434-642F15684F9A}"/>
          </ac:picMkLst>
        </pc:picChg>
        <pc:picChg chg="mod">
          <ac:chgData name="Loc Huynh" userId="80c0383e323bd6ea" providerId="LiveId" clId="{45D23C15-8B6E-3442-9B58-7B186F27CDA3}" dt="2023-09-18T05:47:38.988" v="1057" actId="1076"/>
          <ac:picMkLst>
            <pc:docMk/>
            <pc:sldMk cId="2896080346" sldId="503"/>
            <ac:picMk id="28" creationId="{11401D3B-CC51-EA4F-A5FD-3031658F8C53}"/>
          </ac:picMkLst>
        </pc:picChg>
        <pc:picChg chg="mod">
          <ac:chgData name="Loc Huynh" userId="80c0383e323bd6ea" providerId="LiveId" clId="{45D23C15-8B6E-3442-9B58-7B186F27CDA3}" dt="2023-09-18T05:47:38.988" v="1057" actId="1076"/>
          <ac:picMkLst>
            <pc:docMk/>
            <pc:sldMk cId="2896080346" sldId="503"/>
            <ac:picMk id="34" creationId="{5BFFD6C7-34EF-6B4F-A1A8-DEC175A29752}"/>
          </ac:picMkLst>
        </pc:picChg>
        <pc:picChg chg="mod">
          <ac:chgData name="Loc Huynh" userId="80c0383e323bd6ea" providerId="LiveId" clId="{45D23C15-8B6E-3442-9B58-7B186F27CDA3}" dt="2023-09-18T05:47:38.988" v="1057" actId="1076"/>
          <ac:picMkLst>
            <pc:docMk/>
            <pc:sldMk cId="2896080346" sldId="503"/>
            <ac:picMk id="37" creationId="{B94AB986-87CB-5649-9E0A-0253466CBA4F}"/>
          </ac:picMkLst>
        </pc:picChg>
        <pc:picChg chg="mod">
          <ac:chgData name="Loc Huynh" userId="80c0383e323bd6ea" providerId="LiveId" clId="{45D23C15-8B6E-3442-9B58-7B186F27CDA3}" dt="2023-09-18T05:47:38.988" v="1057" actId="1076"/>
          <ac:picMkLst>
            <pc:docMk/>
            <pc:sldMk cId="2896080346" sldId="503"/>
            <ac:picMk id="40" creationId="{22E05F6B-7630-5949-9550-9B830E948F7B}"/>
          </ac:picMkLst>
        </pc:picChg>
        <pc:picChg chg="mod">
          <ac:chgData name="Loc Huynh" userId="80c0383e323bd6ea" providerId="LiveId" clId="{45D23C15-8B6E-3442-9B58-7B186F27CDA3}" dt="2023-09-18T05:47:38.988" v="1057" actId="1076"/>
          <ac:picMkLst>
            <pc:docMk/>
            <pc:sldMk cId="2896080346" sldId="503"/>
            <ac:picMk id="42" creationId="{58873C29-DC35-BA4E-BE13-84FB40620559}"/>
          </ac:picMkLst>
        </pc:picChg>
        <pc:picChg chg="mod">
          <ac:chgData name="Loc Huynh" userId="80c0383e323bd6ea" providerId="LiveId" clId="{45D23C15-8B6E-3442-9B58-7B186F27CDA3}" dt="2023-09-18T05:47:38.988" v="1057" actId="1076"/>
          <ac:picMkLst>
            <pc:docMk/>
            <pc:sldMk cId="2896080346" sldId="503"/>
            <ac:picMk id="286" creationId="{188CCA70-E6A6-6743-BF1E-B7AD693323FA}"/>
          </ac:picMkLst>
        </pc:picChg>
        <pc:picChg chg="mod">
          <ac:chgData name="Loc Huynh" userId="80c0383e323bd6ea" providerId="LiveId" clId="{45D23C15-8B6E-3442-9B58-7B186F27CDA3}" dt="2023-09-18T05:47:38.988" v="1057" actId="1076"/>
          <ac:picMkLst>
            <pc:docMk/>
            <pc:sldMk cId="2896080346" sldId="503"/>
            <ac:picMk id="292" creationId="{DEE0248C-E53E-3B47-B662-C8E972B924E3}"/>
          </ac:picMkLst>
        </pc:picChg>
        <pc:picChg chg="mod">
          <ac:chgData name="Loc Huynh" userId="80c0383e323bd6ea" providerId="LiveId" clId="{45D23C15-8B6E-3442-9B58-7B186F27CDA3}" dt="2023-09-18T05:47:38.988" v="1057" actId="1076"/>
          <ac:picMkLst>
            <pc:docMk/>
            <pc:sldMk cId="2896080346" sldId="503"/>
            <ac:picMk id="293" creationId="{FA02E69E-574E-8F4F-BB83-6E05C0F3B809}"/>
          </ac:picMkLst>
        </pc:picChg>
        <pc:picChg chg="mod">
          <ac:chgData name="Loc Huynh" userId="80c0383e323bd6ea" providerId="LiveId" clId="{45D23C15-8B6E-3442-9B58-7B186F27CDA3}" dt="2023-09-18T05:47:38.988" v="1057" actId="1076"/>
          <ac:picMkLst>
            <pc:docMk/>
            <pc:sldMk cId="2896080346" sldId="503"/>
            <ac:picMk id="296" creationId="{BD7AF321-CCB8-E54D-9D68-858922EB192C}"/>
          </ac:picMkLst>
        </pc:picChg>
        <pc:picChg chg="mod">
          <ac:chgData name="Loc Huynh" userId="80c0383e323bd6ea" providerId="LiveId" clId="{45D23C15-8B6E-3442-9B58-7B186F27CDA3}" dt="2023-09-18T05:47:38.988" v="1057" actId="1076"/>
          <ac:picMkLst>
            <pc:docMk/>
            <pc:sldMk cId="2896080346" sldId="503"/>
            <ac:picMk id="298" creationId="{D927850C-74B1-1E4B-AD48-1AB33193394C}"/>
          </ac:picMkLst>
        </pc:picChg>
        <pc:picChg chg="mod">
          <ac:chgData name="Loc Huynh" userId="80c0383e323bd6ea" providerId="LiveId" clId="{45D23C15-8B6E-3442-9B58-7B186F27CDA3}" dt="2023-09-18T05:47:38.988" v="1057" actId="1076"/>
          <ac:picMkLst>
            <pc:docMk/>
            <pc:sldMk cId="2896080346" sldId="503"/>
            <ac:picMk id="303" creationId="{75DB9AF9-D895-8D45-9FE8-91277958C25F}"/>
          </ac:picMkLst>
        </pc:pic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9" creationId="{71FC5D96-C203-BD4C-9662-ED2CDC41B16F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11" creationId="{9769BCF3-EA58-D848-82B0-EF82362CE6C0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12" creationId="{05D943C5-2D55-5D4B-BF84-AD7DADDBFA5F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38" creationId="{6108DD37-8146-6640-881E-D766373595C9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126" creationId="{AFEE7EBB-8D30-1E4F-BCC5-3DD92FEF08EE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128" creationId="{E9A93C60-4880-A74A-869C-F9F07574E4A8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130" creationId="{89558E59-F662-D84B-A50A-F3206200E401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134" creationId="{C1BAF99A-CAB7-1F41-BD3B-4448ACE58501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278" creationId="{305F70DB-131D-8F43-9A0A-BF950A786F48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279" creationId="{A5D4A973-5594-7A4F-85DA-66C1CC77E574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280" creationId="{EDBFC859-8AEB-1242-89FC-BC30EE3108CA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281" creationId="{5366AC0F-70DA-9341-B069-DB09BF4E5E63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294" creationId="{F73DB47C-26C9-C94B-9919-EBC3D1BF5237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301" creationId="{D8BA3CD2-39F2-9E4F-94B2-77A595BE4A00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302" creationId="{5F223300-CAEA-614B-86D5-6D726FD91C73}"/>
          </ac:cxnSpMkLst>
        </pc:cxnChg>
        <pc:cxnChg chg="mod">
          <ac:chgData name="Loc Huynh" userId="80c0383e323bd6ea" providerId="LiveId" clId="{45D23C15-8B6E-3442-9B58-7B186F27CDA3}" dt="2023-09-18T05:47:38.988" v="1057" actId="1076"/>
          <ac:cxnSpMkLst>
            <pc:docMk/>
            <pc:sldMk cId="2896080346" sldId="503"/>
            <ac:cxnSpMk id="304" creationId="{5E49B435-9396-5246-994D-7C21CD061BEF}"/>
          </ac:cxnSpMkLst>
        </pc:cxnChg>
      </pc:sldChg>
      <pc:sldChg chg="modSp add mod chgLayout">
        <pc:chgData name="Loc Huynh" userId="80c0383e323bd6ea" providerId="LiveId" clId="{45D23C15-8B6E-3442-9B58-7B186F27CDA3}" dt="2023-09-18T06:13:46.051" v="1708" actId="20577"/>
        <pc:sldMkLst>
          <pc:docMk/>
          <pc:sldMk cId="1121849836" sldId="504"/>
        </pc:sldMkLst>
        <pc:spChg chg="mod ord">
          <ac:chgData name="Loc Huynh" userId="80c0383e323bd6ea" providerId="LiveId" clId="{45D23C15-8B6E-3442-9B58-7B186F27CDA3}" dt="2023-09-18T05:56:56.498" v="1186" actId="20577"/>
          <ac:spMkLst>
            <pc:docMk/>
            <pc:sldMk cId="1121849836" sldId="504"/>
            <ac:spMk id="3" creationId="{00000000-0000-0000-0000-000000000000}"/>
          </ac:spMkLst>
        </pc:spChg>
        <pc:spChg chg="mod ord">
          <ac:chgData name="Loc Huynh" userId="80c0383e323bd6ea" providerId="LiveId" clId="{45D23C15-8B6E-3442-9B58-7B186F27CDA3}" dt="2023-09-18T06:13:46.051" v="1708" actId="20577"/>
          <ac:spMkLst>
            <pc:docMk/>
            <pc:sldMk cId="1121849836" sldId="504"/>
            <ac:spMk id="5" creationId="{00000000-0000-0000-0000-000000000000}"/>
          </ac:spMkLst>
        </pc:spChg>
        <pc:spChg chg="mod ord">
          <ac:chgData name="Loc Huynh" userId="80c0383e323bd6ea" providerId="LiveId" clId="{45D23C15-8B6E-3442-9B58-7B186F27CDA3}" dt="2023-09-18T05:48:46.973" v="1061" actId="700"/>
          <ac:spMkLst>
            <pc:docMk/>
            <pc:sldMk cId="1121849836" sldId="504"/>
            <ac:spMk id="8" creationId="{239476E9-6325-814F-9E0C-7661FB780031}"/>
          </ac:spMkLst>
        </pc:spChg>
        <pc:spChg chg="mod ord">
          <ac:chgData name="Loc Huynh" userId="80c0383e323bd6ea" providerId="LiveId" clId="{45D23C15-8B6E-3442-9B58-7B186F27CDA3}" dt="2023-09-18T05:48:46.973" v="1061" actId="700"/>
          <ac:spMkLst>
            <pc:docMk/>
            <pc:sldMk cId="1121849836" sldId="504"/>
            <ac:spMk id="9" creationId="{AC730A53-D852-2F42-9F8B-B2EE93EE8038}"/>
          </ac:spMkLst>
        </pc:spChg>
        <pc:graphicFrameChg chg="mod modGraphic">
          <ac:chgData name="Loc Huynh" userId="80c0383e323bd6ea" providerId="LiveId" clId="{45D23C15-8B6E-3442-9B58-7B186F27CDA3}" dt="2023-09-18T06:04:47.587" v="1377" actId="2062"/>
          <ac:graphicFrameMkLst>
            <pc:docMk/>
            <pc:sldMk cId="1121849836" sldId="504"/>
            <ac:graphicFrameMk id="10" creationId="{BC68152C-7346-AF4B-99D9-258622843C29}"/>
          </ac:graphicFrameMkLst>
        </pc:graphicFrameChg>
      </pc:sldChg>
      <pc:sldChg chg="addSp delSp modSp add mod ord delAnim modAnim chgLayout modNotesTx">
        <pc:chgData name="Loc Huynh" userId="80c0383e323bd6ea" providerId="LiveId" clId="{45D23C15-8B6E-3442-9B58-7B186F27CDA3}" dt="2023-09-18T07:19:13.446" v="3593" actId="20577"/>
        <pc:sldMkLst>
          <pc:docMk/>
          <pc:sldMk cId="1306995435" sldId="505"/>
        </pc:sldMkLst>
        <pc:spChg chg="mod ord">
          <ac:chgData name="Loc Huynh" userId="80c0383e323bd6ea" providerId="LiveId" clId="{45D23C15-8B6E-3442-9B58-7B186F27CDA3}" dt="2023-09-18T06:06:55.957" v="1407" actId="20577"/>
          <ac:spMkLst>
            <pc:docMk/>
            <pc:sldMk cId="1306995435" sldId="505"/>
            <ac:spMk id="3" creationId="{00000000-0000-0000-0000-000000000000}"/>
          </ac:spMkLst>
        </pc:spChg>
        <pc:spChg chg="add del mod">
          <ac:chgData name="Loc Huynh" userId="80c0383e323bd6ea" providerId="LiveId" clId="{45D23C15-8B6E-3442-9B58-7B186F27CDA3}" dt="2023-09-18T06:44:52.701" v="2520" actId="478"/>
          <ac:spMkLst>
            <pc:docMk/>
            <pc:sldMk cId="1306995435" sldId="505"/>
            <ac:spMk id="4" creationId="{24EC9DDC-A189-634B-303A-4372CC57ACAF}"/>
          </ac:spMkLst>
        </pc:spChg>
        <pc:spChg chg="mod ord">
          <ac:chgData name="Loc Huynh" userId="80c0383e323bd6ea" providerId="LiveId" clId="{45D23C15-8B6E-3442-9B58-7B186F27CDA3}" dt="2023-09-18T07:19:13.446" v="3593" actId="20577"/>
          <ac:spMkLst>
            <pc:docMk/>
            <pc:sldMk cId="1306995435" sldId="505"/>
            <ac:spMk id="5" creationId="{00000000-0000-0000-0000-000000000000}"/>
          </ac:spMkLst>
        </pc:spChg>
        <pc:spChg chg="mod ord">
          <ac:chgData name="Loc Huynh" userId="80c0383e323bd6ea" providerId="LiveId" clId="{45D23C15-8B6E-3442-9B58-7B186F27CDA3}" dt="2023-09-18T06:04:58.113" v="1378" actId="700"/>
          <ac:spMkLst>
            <pc:docMk/>
            <pc:sldMk cId="1306995435" sldId="505"/>
            <ac:spMk id="6" creationId="{B177E208-866D-5541-9317-6B3AD721CB71}"/>
          </ac:spMkLst>
        </pc:spChg>
        <pc:spChg chg="mod ord">
          <ac:chgData name="Loc Huynh" userId="80c0383e323bd6ea" providerId="LiveId" clId="{45D23C15-8B6E-3442-9B58-7B186F27CDA3}" dt="2023-09-18T06:04:58.113" v="1378" actId="700"/>
          <ac:spMkLst>
            <pc:docMk/>
            <pc:sldMk cId="1306995435" sldId="505"/>
            <ac:spMk id="8" creationId="{51E9DD53-EF2B-554D-BF71-18CA41B5C6FA}"/>
          </ac:spMkLst>
        </pc:spChg>
        <pc:graphicFrameChg chg="add del mod modGraphic">
          <ac:chgData name="Loc Huynh" userId="80c0383e323bd6ea" providerId="LiveId" clId="{45D23C15-8B6E-3442-9B58-7B186F27CDA3}" dt="2023-09-18T06:44:53.865" v="2521" actId="478"/>
          <ac:graphicFrameMkLst>
            <pc:docMk/>
            <pc:sldMk cId="1306995435" sldId="505"/>
            <ac:graphicFrameMk id="2" creationId="{7D5864D3-2B82-A3A0-35E5-5AEB8E3A5052}"/>
          </ac:graphicFrameMkLst>
        </pc:graphicFrameChg>
        <pc:graphicFrameChg chg="add mod modGraphic">
          <ac:chgData name="Loc Huynh" userId="80c0383e323bd6ea" providerId="LiveId" clId="{45D23C15-8B6E-3442-9B58-7B186F27CDA3}" dt="2023-09-18T06:54:54.163" v="2710" actId="20577"/>
          <ac:graphicFrameMkLst>
            <pc:docMk/>
            <pc:sldMk cId="1306995435" sldId="505"/>
            <ac:graphicFrameMk id="7" creationId="{EEF1BE46-FC06-5CB8-AC41-D1BB8E704242}"/>
          </ac:graphicFrameMkLst>
        </pc:graphicFrameChg>
        <pc:graphicFrameChg chg="del">
          <ac:chgData name="Loc Huynh" userId="80c0383e323bd6ea" providerId="LiveId" clId="{45D23C15-8B6E-3442-9B58-7B186F27CDA3}" dt="2023-09-18T06:15:19.563" v="1731" actId="478"/>
          <ac:graphicFrameMkLst>
            <pc:docMk/>
            <pc:sldMk cId="1306995435" sldId="505"/>
            <ac:graphicFrameMk id="41" creationId="{7AC5D6FB-BD84-D144-83D6-C79B588BDF37}"/>
          </ac:graphicFrameMkLst>
        </pc:graphicFrameChg>
      </pc:sldChg>
      <pc:sldChg chg="delSp modSp add del mod modAnim chgLayout">
        <pc:chgData name="Loc Huynh" userId="80c0383e323bd6ea" providerId="LiveId" clId="{45D23C15-8B6E-3442-9B58-7B186F27CDA3}" dt="2023-09-18T07:25:50.372" v="3824" actId="2696"/>
        <pc:sldMkLst>
          <pc:docMk/>
          <pc:sldMk cId="2137868242" sldId="506"/>
        </pc:sldMkLst>
        <pc:spChg chg="mod ord">
          <ac:chgData name="Loc Huynh" userId="80c0383e323bd6ea" providerId="LiveId" clId="{45D23C15-8B6E-3442-9B58-7B186F27CDA3}" dt="2023-09-18T06:58:15.963" v="2718" actId="700"/>
          <ac:spMkLst>
            <pc:docMk/>
            <pc:sldMk cId="2137868242" sldId="506"/>
            <ac:spMk id="2" creationId="{1C111DD4-D6F5-0741-8C18-D64693B57757}"/>
          </ac:spMkLst>
        </pc:spChg>
        <pc:spChg chg="mod ord">
          <ac:chgData name="Loc Huynh" userId="80c0383e323bd6ea" providerId="LiveId" clId="{45D23C15-8B6E-3442-9B58-7B186F27CDA3}" dt="2023-09-18T07:25:01.069" v="3821" actId="20577"/>
          <ac:spMkLst>
            <pc:docMk/>
            <pc:sldMk cId="2137868242" sldId="506"/>
            <ac:spMk id="3" creationId="{7F7DFE1E-8A2D-6145-BBE1-74889E55A8BD}"/>
          </ac:spMkLst>
        </pc:spChg>
        <pc:spChg chg="mod ord">
          <ac:chgData name="Loc Huynh" userId="80c0383e323bd6ea" providerId="LiveId" clId="{45D23C15-8B6E-3442-9B58-7B186F27CDA3}" dt="2023-09-18T06:58:15.963" v="2718" actId="700"/>
          <ac:spMkLst>
            <pc:docMk/>
            <pc:sldMk cId="2137868242" sldId="506"/>
            <ac:spMk id="4" creationId="{3DF2F3A0-B11D-C945-844B-13BB2613F0DD}"/>
          </ac:spMkLst>
        </pc:spChg>
        <pc:spChg chg="mod ord">
          <ac:chgData name="Loc Huynh" userId="80c0383e323bd6ea" providerId="LiveId" clId="{45D23C15-8B6E-3442-9B58-7B186F27CDA3}" dt="2023-09-18T06:58:15.963" v="2718" actId="700"/>
          <ac:spMkLst>
            <pc:docMk/>
            <pc:sldMk cId="2137868242" sldId="506"/>
            <ac:spMk id="5" creationId="{28BD6334-3AC2-5B46-97CE-C371AE126E0A}"/>
          </ac:spMkLst>
        </pc:spChg>
        <pc:spChg chg="mod">
          <ac:chgData name="Loc Huynh" userId="80c0383e323bd6ea" providerId="LiveId" clId="{45D23C15-8B6E-3442-9B58-7B186F27CDA3}" dt="2023-09-18T07:08:31.668" v="3023" actId="1076"/>
          <ac:spMkLst>
            <pc:docMk/>
            <pc:sldMk cId="2137868242" sldId="506"/>
            <ac:spMk id="39" creationId="{7319686A-2551-9240-A5D1-327FF286015A}"/>
          </ac:spMkLst>
        </pc:spChg>
        <pc:spChg chg="mod">
          <ac:chgData name="Loc Huynh" userId="80c0383e323bd6ea" providerId="LiveId" clId="{45D23C15-8B6E-3442-9B58-7B186F27CDA3}" dt="2023-09-18T07:08:57.987" v="3038" actId="20577"/>
          <ac:spMkLst>
            <pc:docMk/>
            <pc:sldMk cId="2137868242" sldId="506"/>
            <ac:spMk id="40" creationId="{302224B9-2260-B44B-8C3E-3D3D164D4625}"/>
          </ac:spMkLst>
        </pc:spChg>
        <pc:spChg chg="mod">
          <ac:chgData name="Loc Huynh" userId="80c0383e323bd6ea" providerId="LiveId" clId="{45D23C15-8B6E-3442-9B58-7B186F27CDA3}" dt="2023-09-18T07:08:34.847" v="3024" actId="207"/>
          <ac:spMkLst>
            <pc:docMk/>
            <pc:sldMk cId="2137868242" sldId="506"/>
            <ac:spMk id="63" creationId="{F6051A20-7F2F-2142-9FA2-99A51650D432}"/>
          </ac:spMkLst>
        </pc:spChg>
        <pc:spChg chg="mod">
          <ac:chgData name="Loc Huynh" userId="80c0383e323bd6ea" providerId="LiveId" clId="{45D23C15-8B6E-3442-9B58-7B186F27CDA3}" dt="2023-09-18T07:08:31.668" v="3023" actId="1076"/>
          <ac:spMkLst>
            <pc:docMk/>
            <pc:sldMk cId="2137868242" sldId="506"/>
            <ac:spMk id="78" creationId="{0D415569-5D90-1B43-9254-3B7F0AC0DDF3}"/>
          </ac:spMkLst>
        </pc:spChg>
        <pc:spChg chg="mod">
          <ac:chgData name="Loc Huynh" userId="80c0383e323bd6ea" providerId="LiveId" clId="{45D23C15-8B6E-3442-9B58-7B186F27CDA3}" dt="2023-09-18T07:08:31.668" v="3023" actId="1076"/>
          <ac:spMkLst>
            <pc:docMk/>
            <pc:sldMk cId="2137868242" sldId="506"/>
            <ac:spMk id="81" creationId="{9DAD2462-5BF1-F94E-AD24-08B160CAEF18}"/>
          </ac:spMkLst>
        </pc:spChg>
        <pc:spChg chg="mod">
          <ac:chgData name="Loc Huynh" userId="80c0383e323bd6ea" providerId="LiveId" clId="{45D23C15-8B6E-3442-9B58-7B186F27CDA3}" dt="2023-09-18T07:08:39.245" v="3025" actId="207"/>
          <ac:spMkLst>
            <pc:docMk/>
            <pc:sldMk cId="2137868242" sldId="506"/>
            <ac:spMk id="83" creationId="{B299D543-E5E6-7C45-AEEE-BE8726DCCE6D}"/>
          </ac:spMkLst>
        </pc:spChg>
        <pc:spChg chg="mod">
          <ac:chgData name="Loc Huynh" userId="80c0383e323bd6ea" providerId="LiveId" clId="{45D23C15-8B6E-3442-9B58-7B186F27CDA3}" dt="2023-09-18T07:08:31.668" v="3023" actId="1076"/>
          <ac:spMkLst>
            <pc:docMk/>
            <pc:sldMk cId="2137868242" sldId="506"/>
            <ac:spMk id="84" creationId="{07FB0D8A-0DC2-1D44-A7B4-50A5D945C052}"/>
          </ac:spMkLst>
        </pc:spChg>
        <pc:spChg chg="mod">
          <ac:chgData name="Loc Huynh" userId="80c0383e323bd6ea" providerId="LiveId" clId="{45D23C15-8B6E-3442-9B58-7B186F27CDA3}" dt="2023-09-18T07:08:31.668" v="3023" actId="1076"/>
          <ac:spMkLst>
            <pc:docMk/>
            <pc:sldMk cId="2137868242" sldId="506"/>
            <ac:spMk id="88" creationId="{BA3576A1-DE85-8946-8632-22980298C821}"/>
          </ac:spMkLst>
        </pc:spChg>
        <pc:spChg chg="mod">
          <ac:chgData name="Loc Huynh" userId="80c0383e323bd6ea" providerId="LiveId" clId="{45D23C15-8B6E-3442-9B58-7B186F27CDA3}" dt="2023-09-18T07:08:31.668" v="3023" actId="1076"/>
          <ac:spMkLst>
            <pc:docMk/>
            <pc:sldMk cId="2137868242" sldId="506"/>
            <ac:spMk id="89" creationId="{039E817B-B4A8-334F-BA95-4BD4D34E00B3}"/>
          </ac:spMkLst>
        </pc:spChg>
        <pc:spChg chg="mod">
          <ac:chgData name="Loc Huynh" userId="80c0383e323bd6ea" providerId="LiveId" clId="{45D23C15-8B6E-3442-9B58-7B186F27CDA3}" dt="2023-09-18T07:08:48.128" v="3032" actId="20577"/>
          <ac:spMkLst>
            <pc:docMk/>
            <pc:sldMk cId="2137868242" sldId="506"/>
            <ac:spMk id="90" creationId="{350B1A9B-686D-ED42-BF53-21E426523126}"/>
          </ac:spMkLst>
        </pc:spChg>
        <pc:spChg chg="del mod">
          <ac:chgData name="Loc Huynh" userId="80c0383e323bd6ea" providerId="LiveId" clId="{45D23C15-8B6E-3442-9B58-7B186F27CDA3}" dt="2023-09-18T07:10:00.726" v="3049" actId="478"/>
          <ac:spMkLst>
            <pc:docMk/>
            <pc:sldMk cId="2137868242" sldId="506"/>
            <ac:spMk id="96" creationId="{D8A161B4-9F55-3E46-AD0A-A964890599C7}"/>
          </ac:spMkLst>
        </pc:spChg>
        <pc:grpChg chg="mod">
          <ac:chgData name="Loc Huynh" userId="80c0383e323bd6ea" providerId="LiveId" clId="{45D23C15-8B6E-3442-9B58-7B186F27CDA3}" dt="2023-09-18T07:08:31.668" v="3023" actId="1076"/>
          <ac:grpSpMkLst>
            <pc:docMk/>
            <pc:sldMk cId="2137868242" sldId="506"/>
            <ac:grpSpMk id="6" creationId="{0B75FCC5-0D77-8243-BF92-DD684D1DC331}"/>
          </ac:grpSpMkLst>
        </pc:grpChg>
        <pc:grpChg chg="del mod">
          <ac:chgData name="Loc Huynh" userId="80c0383e323bd6ea" providerId="LiveId" clId="{45D23C15-8B6E-3442-9B58-7B186F27CDA3}" dt="2023-09-18T07:10:00.726" v="3049" actId="478"/>
          <ac:grpSpMkLst>
            <pc:docMk/>
            <pc:sldMk cId="2137868242" sldId="506"/>
            <ac:grpSpMk id="8" creationId="{94748BC9-5FAF-7440-BC24-B90A710F6F65}"/>
          </ac:grpSpMkLst>
        </pc:grpChg>
        <pc:grpChg chg="mod">
          <ac:chgData name="Loc Huynh" userId="80c0383e323bd6ea" providerId="LiveId" clId="{45D23C15-8B6E-3442-9B58-7B186F27CDA3}" dt="2023-09-18T07:08:31.668" v="3023" actId="1076"/>
          <ac:grpSpMkLst>
            <pc:docMk/>
            <pc:sldMk cId="2137868242" sldId="506"/>
            <ac:grpSpMk id="42" creationId="{49286A45-5DED-B949-A98C-FB1EC820D660}"/>
          </ac:grpSpMkLst>
        </pc:grpChg>
        <pc:grpChg chg="mod">
          <ac:chgData name="Loc Huynh" userId="80c0383e323bd6ea" providerId="LiveId" clId="{45D23C15-8B6E-3442-9B58-7B186F27CDA3}" dt="2023-09-18T07:08:31.668" v="3023" actId="1076"/>
          <ac:grpSpMkLst>
            <pc:docMk/>
            <pc:sldMk cId="2137868242" sldId="506"/>
            <ac:grpSpMk id="44" creationId="{B34F314B-14FC-DE4B-BA80-62D827C4DEDF}"/>
          </ac:grpSpMkLst>
        </pc:grpChg>
        <pc:grpChg chg="mod">
          <ac:chgData name="Loc Huynh" userId="80c0383e323bd6ea" providerId="LiveId" clId="{45D23C15-8B6E-3442-9B58-7B186F27CDA3}" dt="2023-09-18T07:08:31.668" v="3023" actId="1076"/>
          <ac:grpSpMkLst>
            <pc:docMk/>
            <pc:sldMk cId="2137868242" sldId="506"/>
            <ac:grpSpMk id="46" creationId="{DC4B8109-AC5D-C546-A5D3-640CA094E8C3}"/>
          </ac:grpSpMkLst>
        </pc:grpChg>
        <pc:grpChg chg="mod">
          <ac:chgData name="Loc Huynh" userId="80c0383e323bd6ea" providerId="LiveId" clId="{45D23C15-8B6E-3442-9B58-7B186F27CDA3}" dt="2023-09-18T07:08:31.668" v="3023" actId="1076"/>
          <ac:grpSpMkLst>
            <pc:docMk/>
            <pc:sldMk cId="2137868242" sldId="506"/>
            <ac:grpSpMk id="53" creationId="{7F595AE1-1639-6C49-B714-600CB43A226F}"/>
          </ac:grpSpMkLst>
        </pc:grpChg>
        <pc:grpChg chg="mod">
          <ac:chgData name="Loc Huynh" userId="80c0383e323bd6ea" providerId="LiveId" clId="{45D23C15-8B6E-3442-9B58-7B186F27CDA3}" dt="2023-09-18T07:08:31.668" v="3023" actId="1076"/>
          <ac:grpSpMkLst>
            <pc:docMk/>
            <pc:sldMk cId="2137868242" sldId="506"/>
            <ac:grpSpMk id="54" creationId="{3F08B7E4-1D3B-BE4A-9F1A-EDD17832E883}"/>
          </ac:grpSpMkLst>
        </pc:grpChg>
        <pc:grpChg chg="mod">
          <ac:chgData name="Loc Huynh" userId="80c0383e323bd6ea" providerId="LiveId" clId="{45D23C15-8B6E-3442-9B58-7B186F27CDA3}" dt="2023-09-18T07:08:31.668" v="3023" actId="1076"/>
          <ac:grpSpMkLst>
            <pc:docMk/>
            <pc:sldMk cId="2137868242" sldId="506"/>
            <ac:grpSpMk id="55" creationId="{8290BA03-24A0-1E4C-9946-481B8A274978}"/>
          </ac:grpSpMkLst>
        </pc:grpChg>
        <pc:grpChg chg="mod">
          <ac:chgData name="Loc Huynh" userId="80c0383e323bd6ea" providerId="LiveId" clId="{45D23C15-8B6E-3442-9B58-7B186F27CDA3}" dt="2023-09-18T07:08:31.668" v="3023" actId="1076"/>
          <ac:grpSpMkLst>
            <pc:docMk/>
            <pc:sldMk cId="2137868242" sldId="506"/>
            <ac:grpSpMk id="60" creationId="{E6117B08-2EBD-8E43-BD74-D40D088DB419}"/>
          </ac:grpSpMkLst>
        </pc:grpChg>
        <pc:grpChg chg="mod">
          <ac:chgData name="Loc Huynh" userId="80c0383e323bd6ea" providerId="LiveId" clId="{45D23C15-8B6E-3442-9B58-7B186F27CDA3}" dt="2023-09-18T07:08:31.668" v="3023" actId="1076"/>
          <ac:grpSpMkLst>
            <pc:docMk/>
            <pc:sldMk cId="2137868242" sldId="506"/>
            <ac:grpSpMk id="64" creationId="{616E618C-98C3-CB47-926C-96A69FB1F5B6}"/>
          </ac:grpSpMkLst>
        </pc:grpChg>
        <pc:picChg chg="mod">
          <ac:chgData name="Loc Huynh" userId="80c0383e323bd6ea" providerId="LiveId" clId="{45D23C15-8B6E-3442-9B58-7B186F27CDA3}" dt="2023-09-18T07:08:31.668" v="3023" actId="1076"/>
          <ac:picMkLst>
            <pc:docMk/>
            <pc:sldMk cId="2137868242" sldId="506"/>
            <ac:picMk id="65" creationId="{6B488DB9-2487-8D4D-8198-3F4B42F4CD1F}"/>
          </ac:picMkLst>
        </pc:picChg>
        <pc:picChg chg="mod">
          <ac:chgData name="Loc Huynh" userId="80c0383e323bd6ea" providerId="LiveId" clId="{45D23C15-8B6E-3442-9B58-7B186F27CDA3}" dt="2023-09-18T07:08:31.668" v="3023" actId="1076"/>
          <ac:picMkLst>
            <pc:docMk/>
            <pc:sldMk cId="2137868242" sldId="506"/>
            <ac:picMk id="66" creationId="{2615A543-E51D-6D4E-B27B-D433562B7524}"/>
          </ac:picMkLst>
        </pc:picChg>
        <pc:picChg chg="mod">
          <ac:chgData name="Loc Huynh" userId="80c0383e323bd6ea" providerId="LiveId" clId="{45D23C15-8B6E-3442-9B58-7B186F27CDA3}" dt="2023-09-18T07:08:31.668" v="3023" actId="1076"/>
          <ac:picMkLst>
            <pc:docMk/>
            <pc:sldMk cId="2137868242" sldId="506"/>
            <ac:picMk id="80" creationId="{45F2FEA1-29A1-9448-BD03-A32D4D58F092}"/>
          </ac:picMkLst>
        </pc:picChg>
        <pc:picChg chg="mod">
          <ac:chgData name="Loc Huynh" userId="80c0383e323bd6ea" providerId="LiveId" clId="{45D23C15-8B6E-3442-9B58-7B186F27CDA3}" dt="2023-09-18T07:08:31.668" v="3023" actId="1076"/>
          <ac:picMkLst>
            <pc:docMk/>
            <pc:sldMk cId="2137868242" sldId="506"/>
            <ac:picMk id="82" creationId="{E1979621-48FE-0B47-850F-76A138E82F61}"/>
          </ac:picMkLst>
        </pc:picChg>
        <pc:picChg chg="mod">
          <ac:chgData name="Loc Huynh" userId="80c0383e323bd6ea" providerId="LiveId" clId="{45D23C15-8B6E-3442-9B58-7B186F27CDA3}" dt="2023-09-18T07:08:31.668" v="3023" actId="1076"/>
          <ac:picMkLst>
            <pc:docMk/>
            <pc:sldMk cId="2137868242" sldId="506"/>
            <ac:picMk id="86" creationId="{1DBF0DE8-506E-BE4D-92B3-B747BDC1899B}"/>
          </ac:picMkLst>
        </pc:picChg>
        <pc:cxnChg chg="mod">
          <ac:chgData name="Loc Huynh" userId="80c0383e323bd6ea" providerId="LiveId" clId="{45D23C15-8B6E-3442-9B58-7B186F27CDA3}" dt="2023-09-18T07:08:31.668" v="3023" actId="1076"/>
          <ac:cxnSpMkLst>
            <pc:docMk/>
            <pc:sldMk cId="2137868242" sldId="506"/>
            <ac:cxnSpMk id="43" creationId="{24AEB2CC-996A-1D4B-9B88-547AA24EA7B0}"/>
          </ac:cxnSpMkLst>
        </pc:cxnChg>
        <pc:cxnChg chg="mod">
          <ac:chgData name="Loc Huynh" userId="80c0383e323bd6ea" providerId="LiveId" clId="{45D23C15-8B6E-3442-9B58-7B186F27CDA3}" dt="2023-09-18T07:08:31.668" v="3023" actId="1076"/>
          <ac:cxnSpMkLst>
            <pc:docMk/>
            <pc:sldMk cId="2137868242" sldId="506"/>
            <ac:cxnSpMk id="45" creationId="{0B6A6D3B-3942-E043-A772-D526FC4741A6}"/>
          </ac:cxnSpMkLst>
        </pc:cxnChg>
        <pc:cxnChg chg="mod">
          <ac:chgData name="Loc Huynh" userId="80c0383e323bd6ea" providerId="LiveId" clId="{45D23C15-8B6E-3442-9B58-7B186F27CDA3}" dt="2023-09-18T07:08:31.668" v="3023" actId="1076"/>
          <ac:cxnSpMkLst>
            <pc:docMk/>
            <pc:sldMk cId="2137868242" sldId="506"/>
            <ac:cxnSpMk id="68" creationId="{AD49BBC5-2356-B84B-842B-653826FACAFE}"/>
          </ac:cxnSpMkLst>
        </pc:cxnChg>
        <pc:cxnChg chg="mod">
          <ac:chgData name="Loc Huynh" userId="80c0383e323bd6ea" providerId="LiveId" clId="{45D23C15-8B6E-3442-9B58-7B186F27CDA3}" dt="2023-09-18T07:08:31.668" v="3023" actId="1076"/>
          <ac:cxnSpMkLst>
            <pc:docMk/>
            <pc:sldMk cId="2137868242" sldId="506"/>
            <ac:cxnSpMk id="85" creationId="{A15E7B0D-2FE8-A749-8CBF-0FBAA6DC1C3D}"/>
          </ac:cxnSpMkLst>
        </pc:cxnChg>
        <pc:cxnChg chg="mod">
          <ac:chgData name="Loc Huynh" userId="80c0383e323bd6ea" providerId="LiveId" clId="{45D23C15-8B6E-3442-9B58-7B186F27CDA3}" dt="2023-09-18T07:08:31.668" v="3023" actId="1076"/>
          <ac:cxnSpMkLst>
            <pc:docMk/>
            <pc:sldMk cId="2137868242" sldId="506"/>
            <ac:cxnSpMk id="87" creationId="{F80E9544-735A-AC40-9145-49A17265F161}"/>
          </ac:cxnSpMkLst>
        </pc:cxnChg>
        <pc:cxnChg chg="mod">
          <ac:chgData name="Loc Huynh" userId="80c0383e323bd6ea" providerId="LiveId" clId="{45D23C15-8B6E-3442-9B58-7B186F27CDA3}" dt="2023-09-18T07:08:31.668" v="3023" actId="1076"/>
          <ac:cxnSpMkLst>
            <pc:docMk/>
            <pc:sldMk cId="2137868242" sldId="506"/>
            <ac:cxnSpMk id="93" creationId="{B0B1E731-EE7E-A946-B929-28D666D36762}"/>
          </ac:cxnSpMkLst>
        </pc:cxnChg>
        <pc:cxnChg chg="mod">
          <ac:chgData name="Loc Huynh" userId="80c0383e323bd6ea" providerId="LiveId" clId="{45D23C15-8B6E-3442-9B58-7B186F27CDA3}" dt="2023-09-18T07:08:31.668" v="3023" actId="1076"/>
          <ac:cxnSpMkLst>
            <pc:docMk/>
            <pc:sldMk cId="2137868242" sldId="506"/>
            <ac:cxnSpMk id="94" creationId="{38F15F3E-3836-9D45-BC0B-08B12AE0FE7D}"/>
          </ac:cxnSpMkLst>
        </pc:cxnChg>
        <pc:cxnChg chg="mod">
          <ac:chgData name="Loc Huynh" userId="80c0383e323bd6ea" providerId="LiveId" clId="{45D23C15-8B6E-3442-9B58-7B186F27CDA3}" dt="2023-09-18T07:08:31.668" v="3023" actId="1076"/>
          <ac:cxnSpMkLst>
            <pc:docMk/>
            <pc:sldMk cId="2137868242" sldId="506"/>
            <ac:cxnSpMk id="95" creationId="{5CE4E8FF-CA2D-2743-B2F2-6F0D96C63CDE}"/>
          </ac:cxnSpMkLst>
        </pc:cxnChg>
      </pc:sldChg>
      <pc:sldChg chg="addSp modSp add mod delAnim chgLayout">
        <pc:chgData name="Loc Huynh" userId="80c0383e323bd6ea" providerId="LiveId" clId="{45D23C15-8B6E-3442-9B58-7B186F27CDA3}" dt="2023-09-18T07:44:42.073" v="4171" actId="14100"/>
        <pc:sldMkLst>
          <pc:docMk/>
          <pc:sldMk cId="150743603" sldId="507"/>
        </pc:sldMkLst>
        <pc:spChg chg="mod ord">
          <ac:chgData name="Loc Huynh" userId="80c0383e323bd6ea" providerId="LiveId" clId="{45D23C15-8B6E-3442-9B58-7B186F27CDA3}" dt="2023-09-18T06:58:20.163" v="2719" actId="700"/>
          <ac:spMkLst>
            <pc:docMk/>
            <pc:sldMk cId="150743603" sldId="507"/>
            <ac:spMk id="2" creationId="{1C111DD4-D6F5-0741-8C18-D64693B57757}"/>
          </ac:spMkLst>
        </pc:spChg>
        <pc:spChg chg="mod ord">
          <ac:chgData name="Loc Huynh" userId="80c0383e323bd6ea" providerId="LiveId" clId="{45D23C15-8B6E-3442-9B58-7B186F27CDA3}" dt="2023-09-18T07:43:00.410" v="4142" actId="207"/>
          <ac:spMkLst>
            <pc:docMk/>
            <pc:sldMk cId="150743603" sldId="507"/>
            <ac:spMk id="3" creationId="{7F7DFE1E-8A2D-6145-BBE1-74889E55A8BD}"/>
          </ac:spMkLst>
        </pc:spChg>
        <pc:spChg chg="mod ord">
          <ac:chgData name="Loc Huynh" userId="80c0383e323bd6ea" providerId="LiveId" clId="{45D23C15-8B6E-3442-9B58-7B186F27CDA3}" dt="2023-09-18T06:58:20.163" v="2719" actId="700"/>
          <ac:spMkLst>
            <pc:docMk/>
            <pc:sldMk cId="150743603" sldId="507"/>
            <ac:spMk id="4" creationId="{3DF2F3A0-B11D-C945-844B-13BB2613F0DD}"/>
          </ac:spMkLst>
        </pc:spChg>
        <pc:spChg chg="mod ord">
          <ac:chgData name="Loc Huynh" userId="80c0383e323bd6ea" providerId="LiveId" clId="{45D23C15-8B6E-3442-9B58-7B186F27CDA3}" dt="2023-09-18T06:58:20.163" v="2719" actId="700"/>
          <ac:spMkLst>
            <pc:docMk/>
            <pc:sldMk cId="150743603" sldId="507"/>
            <ac:spMk id="5" creationId="{28BD6334-3AC2-5B46-97CE-C371AE126E0A}"/>
          </ac:spMkLst>
        </pc:spChg>
        <pc:spChg chg="mod">
          <ac:chgData name="Loc Huynh" userId="80c0383e323bd6ea" providerId="LiveId" clId="{45D23C15-8B6E-3442-9B58-7B186F27CDA3}" dt="2023-09-18T07:43:08.038" v="4144" actId="1076"/>
          <ac:spMkLst>
            <pc:docMk/>
            <pc:sldMk cId="150743603" sldId="507"/>
            <ac:spMk id="42" creationId="{2EA1E63E-A922-F346-9C40-C37F1C00AC02}"/>
          </ac:spMkLst>
        </pc:spChg>
        <pc:spChg chg="mod">
          <ac:chgData name="Loc Huynh" userId="80c0383e323bd6ea" providerId="LiveId" clId="{45D23C15-8B6E-3442-9B58-7B186F27CDA3}" dt="2023-09-18T07:43:41.648" v="4150" actId="207"/>
          <ac:spMkLst>
            <pc:docMk/>
            <pc:sldMk cId="150743603" sldId="507"/>
            <ac:spMk id="44" creationId="{C0DE1E9F-DE74-2F43-BACF-A73FF3715CFF}"/>
          </ac:spMkLst>
        </pc:spChg>
        <pc:spChg chg="mod">
          <ac:chgData name="Loc Huynh" userId="80c0383e323bd6ea" providerId="LiveId" clId="{45D23C15-8B6E-3442-9B58-7B186F27CDA3}" dt="2023-09-18T07:43:39.792" v="4149" actId="207"/>
          <ac:spMkLst>
            <pc:docMk/>
            <pc:sldMk cId="150743603" sldId="507"/>
            <ac:spMk id="49" creationId="{87A12B07-92DB-5A46-9EB7-67EFD20080F0}"/>
          </ac:spMkLst>
        </pc:spChg>
        <pc:spChg chg="mod">
          <ac:chgData name="Loc Huynh" userId="80c0383e323bd6ea" providerId="LiveId" clId="{45D23C15-8B6E-3442-9B58-7B186F27CDA3}" dt="2023-09-18T07:43:34.140" v="4148" actId="1076"/>
          <ac:spMkLst>
            <pc:docMk/>
            <pc:sldMk cId="150743603" sldId="507"/>
            <ac:spMk id="57" creationId="{6E3192B3-D948-B74D-98FA-2561A2C6C8CE}"/>
          </ac:spMkLst>
        </pc:spChg>
        <pc:spChg chg="mod">
          <ac:chgData name="Loc Huynh" userId="80c0383e323bd6ea" providerId="LiveId" clId="{45D23C15-8B6E-3442-9B58-7B186F27CDA3}" dt="2023-09-18T07:43:34.140" v="4148" actId="1076"/>
          <ac:spMkLst>
            <pc:docMk/>
            <pc:sldMk cId="150743603" sldId="507"/>
            <ac:spMk id="59" creationId="{41D24058-A91F-114B-B3CE-C1FD2FAE45A7}"/>
          </ac:spMkLst>
        </pc:spChg>
        <pc:spChg chg="mod">
          <ac:chgData name="Loc Huynh" userId="80c0383e323bd6ea" providerId="LiveId" clId="{45D23C15-8B6E-3442-9B58-7B186F27CDA3}" dt="2023-09-18T07:43:55.804" v="4156" actId="207"/>
          <ac:spMkLst>
            <pc:docMk/>
            <pc:sldMk cId="150743603" sldId="507"/>
            <ac:spMk id="62" creationId="{DD445614-1FA1-6B49-9201-10C2229D1924}"/>
          </ac:spMkLst>
        </pc:spChg>
        <pc:spChg chg="mod">
          <ac:chgData name="Loc Huynh" userId="80c0383e323bd6ea" providerId="LiveId" clId="{45D23C15-8B6E-3442-9B58-7B186F27CDA3}" dt="2023-09-18T07:43:52.292" v="4154" actId="207"/>
          <ac:spMkLst>
            <pc:docMk/>
            <pc:sldMk cId="150743603" sldId="507"/>
            <ac:spMk id="64" creationId="{3EAD3B7B-6579-E540-8B51-8153A04A7D4B}"/>
          </ac:spMkLst>
        </pc:spChg>
        <pc:spChg chg="mod">
          <ac:chgData name="Loc Huynh" userId="80c0383e323bd6ea" providerId="LiveId" clId="{45D23C15-8B6E-3442-9B58-7B186F27CDA3}" dt="2023-09-18T07:43:53.808" v="4155" actId="207"/>
          <ac:spMkLst>
            <pc:docMk/>
            <pc:sldMk cId="150743603" sldId="507"/>
            <ac:spMk id="65" creationId="{63BE4BE4-1458-1742-A1FD-3AF9AECFC413}"/>
          </ac:spMkLst>
        </pc:spChg>
        <pc:spChg chg="mod">
          <ac:chgData name="Loc Huynh" userId="80c0383e323bd6ea" providerId="LiveId" clId="{45D23C15-8B6E-3442-9B58-7B186F27CDA3}" dt="2023-09-18T07:43:34.140" v="4148" actId="1076"/>
          <ac:spMkLst>
            <pc:docMk/>
            <pc:sldMk cId="150743603" sldId="507"/>
            <ac:spMk id="72" creationId="{8989EF33-5527-A441-88D5-FB78655AC0F1}"/>
          </ac:spMkLst>
        </pc:spChg>
        <pc:spChg chg="mod">
          <ac:chgData name="Loc Huynh" userId="80c0383e323bd6ea" providerId="LiveId" clId="{45D23C15-8B6E-3442-9B58-7B186F27CDA3}" dt="2023-09-18T07:43:34.140" v="4148" actId="1076"/>
          <ac:spMkLst>
            <pc:docMk/>
            <pc:sldMk cId="150743603" sldId="507"/>
            <ac:spMk id="73" creationId="{C770BCFF-0830-B44B-8099-453F4748B3A2}"/>
          </ac:spMkLst>
        </pc:spChg>
        <pc:spChg chg="mod">
          <ac:chgData name="Loc Huynh" userId="80c0383e323bd6ea" providerId="LiveId" clId="{45D23C15-8B6E-3442-9B58-7B186F27CDA3}" dt="2023-09-18T07:43:48.820" v="4153" actId="207"/>
          <ac:spMkLst>
            <pc:docMk/>
            <pc:sldMk cId="150743603" sldId="507"/>
            <ac:spMk id="74" creationId="{6BBDAC58-F6B8-7C49-BD21-28820C193A57}"/>
          </ac:spMkLst>
        </pc:spChg>
        <pc:spChg chg="mod">
          <ac:chgData name="Loc Huynh" userId="80c0383e323bd6ea" providerId="LiveId" clId="{45D23C15-8B6E-3442-9B58-7B186F27CDA3}" dt="2023-09-18T07:44:42.073" v="4171" actId="14100"/>
          <ac:spMkLst>
            <pc:docMk/>
            <pc:sldMk cId="150743603" sldId="507"/>
            <ac:spMk id="79" creationId="{9F08162D-7103-DB47-9A65-4C0EA6337BE6}"/>
          </ac:spMkLst>
        </pc:spChg>
        <pc:spChg chg="mod">
          <ac:chgData name="Loc Huynh" userId="80c0383e323bd6ea" providerId="LiveId" clId="{45D23C15-8B6E-3442-9B58-7B186F27CDA3}" dt="2023-09-18T07:43:34.140" v="4148" actId="1076"/>
          <ac:spMkLst>
            <pc:docMk/>
            <pc:sldMk cId="150743603" sldId="507"/>
            <ac:spMk id="82" creationId="{81BF5FED-1701-454F-9809-79DD8735223E}"/>
          </ac:spMkLst>
        </pc:spChg>
        <pc:spChg chg="mod">
          <ac:chgData name="Loc Huynh" userId="80c0383e323bd6ea" providerId="LiveId" clId="{45D23C15-8B6E-3442-9B58-7B186F27CDA3}" dt="2023-09-18T07:44:07.619" v="4160" actId="13926"/>
          <ac:spMkLst>
            <pc:docMk/>
            <pc:sldMk cId="150743603" sldId="507"/>
            <ac:spMk id="83" creationId="{C943A46A-99BD-C947-8C1C-A728194F6796}"/>
          </ac:spMkLst>
        </pc:spChg>
        <pc:spChg chg="mod">
          <ac:chgData name="Loc Huynh" userId="80c0383e323bd6ea" providerId="LiveId" clId="{45D23C15-8B6E-3442-9B58-7B186F27CDA3}" dt="2023-09-18T07:43:34.140" v="4148" actId="1076"/>
          <ac:spMkLst>
            <pc:docMk/>
            <pc:sldMk cId="150743603" sldId="507"/>
            <ac:spMk id="88" creationId="{F3C4E38D-3DCB-C347-9910-DFE0C98A03D9}"/>
          </ac:spMkLst>
        </pc:spChg>
        <pc:spChg chg="mod">
          <ac:chgData name="Loc Huynh" userId="80c0383e323bd6ea" providerId="LiveId" clId="{45D23C15-8B6E-3442-9B58-7B186F27CDA3}" dt="2023-09-18T07:44:03.286" v="4158" actId="207"/>
          <ac:spMkLst>
            <pc:docMk/>
            <pc:sldMk cId="150743603" sldId="507"/>
            <ac:spMk id="94" creationId="{EFFDCBE8-6F92-3049-B644-36C42A3D395B}"/>
          </ac:spMkLst>
        </pc:spChg>
        <pc:spChg chg="mod">
          <ac:chgData name="Loc Huynh" userId="80c0383e323bd6ea" providerId="LiveId" clId="{45D23C15-8B6E-3442-9B58-7B186F27CDA3}" dt="2023-09-18T07:43:58.679" v="4157" actId="207"/>
          <ac:spMkLst>
            <pc:docMk/>
            <pc:sldMk cId="150743603" sldId="507"/>
            <ac:spMk id="98" creationId="{6A64837D-A99D-1840-9E10-E668BDEE9235}"/>
          </ac:spMkLst>
        </pc:spChg>
        <pc:spChg chg="mod">
          <ac:chgData name="Loc Huynh" userId="80c0383e323bd6ea" providerId="LiveId" clId="{45D23C15-8B6E-3442-9B58-7B186F27CDA3}" dt="2023-09-18T07:44:11.564" v="4161" actId="207"/>
          <ac:spMkLst>
            <pc:docMk/>
            <pc:sldMk cId="150743603" sldId="507"/>
            <ac:spMk id="101" creationId="{DDF91A2F-C47C-5D47-9CAA-BBF32AA481A4}"/>
          </ac:spMkLst>
        </pc:spChg>
        <pc:grpChg chg="add mod">
          <ac:chgData name="Loc Huynh" userId="80c0383e323bd6ea" providerId="LiveId" clId="{45D23C15-8B6E-3442-9B58-7B186F27CDA3}" dt="2023-09-18T07:43:34.140" v="4148" actId="1076"/>
          <ac:grpSpMkLst>
            <pc:docMk/>
            <pc:sldMk cId="150743603" sldId="507"/>
            <ac:grpSpMk id="6" creationId="{6FD14B71-BCD2-C9E1-0028-70047806B251}"/>
          </ac:grpSpMkLst>
        </pc:grpChg>
        <pc:grpChg chg="mod">
          <ac:chgData name="Loc Huynh" userId="80c0383e323bd6ea" providerId="LiveId" clId="{45D23C15-8B6E-3442-9B58-7B186F27CDA3}" dt="2023-09-18T07:43:34.140" v="4148" actId="1076"/>
          <ac:grpSpMkLst>
            <pc:docMk/>
            <pc:sldMk cId="150743603" sldId="507"/>
            <ac:grpSpMk id="12" creationId="{DE930267-B3B7-B34F-B9EC-AEC7245F38D1}"/>
          </ac:grpSpMkLst>
        </pc:grpChg>
        <pc:grpChg chg="mod">
          <ac:chgData name="Loc Huynh" userId="80c0383e323bd6ea" providerId="LiveId" clId="{45D23C15-8B6E-3442-9B58-7B186F27CDA3}" dt="2023-09-18T07:43:34.140" v="4148" actId="1076"/>
          <ac:grpSpMkLst>
            <pc:docMk/>
            <pc:sldMk cId="150743603" sldId="507"/>
            <ac:grpSpMk id="30" creationId="{814E20C7-EAA7-7446-888B-D7EC7279F425}"/>
          </ac:grpSpMkLst>
        </pc:grpChg>
        <pc:grpChg chg="mod">
          <ac:chgData name="Loc Huynh" userId="80c0383e323bd6ea" providerId="LiveId" clId="{45D23C15-8B6E-3442-9B58-7B186F27CDA3}" dt="2023-09-18T07:43:34.140" v="4148" actId="1076"/>
          <ac:grpSpMkLst>
            <pc:docMk/>
            <pc:sldMk cId="150743603" sldId="507"/>
            <ac:grpSpMk id="39" creationId="{FD2F1995-C3D9-F64B-8AD6-7A744BB627F0}"/>
          </ac:grpSpMkLst>
        </pc:grpChg>
        <pc:grpChg chg="mod">
          <ac:chgData name="Loc Huynh" userId="80c0383e323bd6ea" providerId="LiveId" clId="{45D23C15-8B6E-3442-9B58-7B186F27CDA3}" dt="2023-09-18T07:43:34.140" v="4148" actId="1076"/>
          <ac:grpSpMkLst>
            <pc:docMk/>
            <pc:sldMk cId="150743603" sldId="507"/>
            <ac:grpSpMk id="40" creationId="{EDEC995F-385C-FE42-B262-0821F6563911}"/>
          </ac:grpSpMkLst>
        </pc:grpChg>
        <pc:grpChg chg="mod">
          <ac:chgData name="Loc Huynh" userId="80c0383e323bd6ea" providerId="LiveId" clId="{45D23C15-8B6E-3442-9B58-7B186F27CDA3}" dt="2023-09-18T07:43:34.140" v="4148" actId="1076"/>
          <ac:grpSpMkLst>
            <pc:docMk/>
            <pc:sldMk cId="150743603" sldId="507"/>
            <ac:grpSpMk id="41" creationId="{9A47FD88-E834-204E-BB7C-B993BDD4785E}"/>
          </ac:grpSpMkLst>
        </pc:grpChg>
        <pc:grpChg chg="mod">
          <ac:chgData name="Loc Huynh" userId="80c0383e323bd6ea" providerId="LiveId" clId="{45D23C15-8B6E-3442-9B58-7B186F27CDA3}" dt="2023-09-18T07:43:34.140" v="4148" actId="1076"/>
          <ac:grpSpMkLst>
            <pc:docMk/>
            <pc:sldMk cId="150743603" sldId="507"/>
            <ac:grpSpMk id="47" creationId="{7FEDD779-E2C9-5A4C-A487-C79FD9C9B2BF}"/>
          </ac:grpSpMkLst>
        </pc:grpChg>
        <pc:grpChg chg="mod">
          <ac:chgData name="Loc Huynh" userId="80c0383e323bd6ea" providerId="LiveId" clId="{45D23C15-8B6E-3442-9B58-7B186F27CDA3}" dt="2023-09-18T07:43:34.140" v="4148" actId="1076"/>
          <ac:grpSpMkLst>
            <pc:docMk/>
            <pc:sldMk cId="150743603" sldId="507"/>
            <ac:grpSpMk id="48" creationId="{5454892B-A326-FA47-A872-427C8BCD6EFA}"/>
          </ac:grpSpMkLst>
        </pc:grpChg>
        <pc:grpChg chg="mod">
          <ac:chgData name="Loc Huynh" userId="80c0383e323bd6ea" providerId="LiveId" clId="{45D23C15-8B6E-3442-9B58-7B186F27CDA3}" dt="2023-09-18T07:43:34.140" v="4148" actId="1076"/>
          <ac:grpSpMkLst>
            <pc:docMk/>
            <pc:sldMk cId="150743603" sldId="507"/>
            <ac:grpSpMk id="50" creationId="{A65D75BD-4FE4-E44A-B360-DF3B506DD15D}"/>
          </ac:grpSpMkLst>
        </pc:grpChg>
        <pc:picChg chg="mod">
          <ac:chgData name="Loc Huynh" userId="80c0383e323bd6ea" providerId="LiveId" clId="{45D23C15-8B6E-3442-9B58-7B186F27CDA3}" dt="2023-09-18T07:43:34.140" v="4148" actId="1076"/>
          <ac:picMkLst>
            <pc:docMk/>
            <pc:sldMk cId="150743603" sldId="507"/>
            <ac:picMk id="51" creationId="{40E1049D-7B19-E84D-BD08-9354C05F3754}"/>
          </ac:picMkLst>
        </pc:picChg>
        <pc:picChg chg="mod">
          <ac:chgData name="Loc Huynh" userId="80c0383e323bd6ea" providerId="LiveId" clId="{45D23C15-8B6E-3442-9B58-7B186F27CDA3}" dt="2023-09-18T07:43:34.140" v="4148" actId="1076"/>
          <ac:picMkLst>
            <pc:docMk/>
            <pc:sldMk cId="150743603" sldId="507"/>
            <ac:picMk id="52" creationId="{E5456431-4B01-E146-9074-FDBD22DF646D}"/>
          </ac:picMkLst>
        </pc:picChg>
        <pc:picChg chg="mod">
          <ac:chgData name="Loc Huynh" userId="80c0383e323bd6ea" providerId="LiveId" clId="{45D23C15-8B6E-3442-9B58-7B186F27CDA3}" dt="2023-09-18T07:43:34.140" v="4148" actId="1076"/>
          <ac:picMkLst>
            <pc:docMk/>
            <pc:sldMk cId="150743603" sldId="507"/>
            <ac:picMk id="58" creationId="{31A69A8E-DC08-F042-BC13-DEA5A4267EF9}"/>
          </ac:picMkLst>
        </pc:picChg>
        <pc:picChg chg="mod">
          <ac:chgData name="Loc Huynh" userId="80c0383e323bd6ea" providerId="LiveId" clId="{45D23C15-8B6E-3442-9B58-7B186F27CDA3}" dt="2023-09-18T07:43:34.140" v="4148" actId="1076"/>
          <ac:picMkLst>
            <pc:docMk/>
            <pc:sldMk cId="150743603" sldId="507"/>
            <ac:picMk id="61" creationId="{ADEE127F-39B2-1541-AA82-A861EC044E79}"/>
          </ac:picMkLst>
        </pc:picChg>
        <pc:picChg chg="mod">
          <ac:chgData name="Loc Huynh" userId="80c0383e323bd6ea" providerId="LiveId" clId="{45D23C15-8B6E-3442-9B58-7B186F27CDA3}" dt="2023-09-18T07:43:34.140" v="4148" actId="1076"/>
          <ac:picMkLst>
            <pc:docMk/>
            <pc:sldMk cId="150743603" sldId="507"/>
            <ac:picMk id="70" creationId="{F56A6049-A1BC-634D-B96F-059FC38BB74E}"/>
          </ac:picMkLst>
        </pc:picChg>
        <pc:picChg chg="mod">
          <ac:chgData name="Loc Huynh" userId="80c0383e323bd6ea" providerId="LiveId" clId="{45D23C15-8B6E-3442-9B58-7B186F27CDA3}" dt="2023-09-18T07:43:34.140" v="4148" actId="1076"/>
          <ac:picMkLst>
            <pc:docMk/>
            <pc:sldMk cId="150743603" sldId="507"/>
            <ac:picMk id="81" creationId="{4F41E1F3-E4D1-854B-A6AE-402E27E5EDC9}"/>
          </ac:picMkLst>
        </pc:picChg>
        <pc:picChg chg="mod">
          <ac:chgData name="Loc Huynh" userId="80c0383e323bd6ea" providerId="LiveId" clId="{45D23C15-8B6E-3442-9B58-7B186F27CDA3}" dt="2023-09-18T07:43:34.140" v="4148" actId="1076"/>
          <ac:picMkLst>
            <pc:docMk/>
            <pc:sldMk cId="150743603" sldId="507"/>
            <ac:picMk id="97" creationId="{527F3F1F-6A43-DB46-AE50-274EFFE8DADD}"/>
          </ac:picMkLst>
        </pc:picChg>
        <pc:picChg chg="mod">
          <ac:chgData name="Loc Huynh" userId="80c0383e323bd6ea" providerId="LiveId" clId="{45D23C15-8B6E-3442-9B58-7B186F27CDA3}" dt="2023-09-18T07:43:34.140" v="4148" actId="1076"/>
          <ac:picMkLst>
            <pc:docMk/>
            <pc:sldMk cId="150743603" sldId="507"/>
            <ac:picMk id="100" creationId="{1D7F44BA-D4E0-774A-A0CA-4FC3626B8354}"/>
          </ac:picMkLst>
        </pc:pic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21" creationId="{AD64AC9F-E8F5-9C43-AB74-DD2319F03559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36" creationId="{ACD15BD6-744D-364F-9488-C63FEFB4084F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38" creationId="{9EB13634-0A81-3D41-988E-12FAA8C81D7A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56" creationId="{41758B78-2E0B-E94A-BD8D-380A4DB05E58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60" creationId="{041C8438-E42C-DA49-87F7-DF52B9E55A6C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69" creationId="{93631A10-0543-DD45-9262-783D421726E6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71" creationId="{C402EE36-12F7-C54E-9E5A-C6CFE1CFFB84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78" creationId="{B2F75767-118A-2440-9A87-156628B6E253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80" creationId="{4057A28D-0348-E541-B559-9F7821B4D44B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89" creationId="{E91FA1A9-A7AF-B646-B7BF-0105A5D3C5B3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99" creationId="{B30B0C27-EE07-2C48-9681-E36C74DD7311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117" creationId="{CA03A42E-7C56-4A40-B163-5096304545E6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118" creationId="{6711DB52-93AD-3540-BC7A-4EBAB35CED6C}"/>
          </ac:cxnSpMkLst>
        </pc:cxnChg>
        <pc:cxnChg chg="mod">
          <ac:chgData name="Loc Huynh" userId="80c0383e323bd6ea" providerId="LiveId" clId="{45D23C15-8B6E-3442-9B58-7B186F27CDA3}" dt="2023-09-18T07:43:34.140" v="4148" actId="1076"/>
          <ac:cxnSpMkLst>
            <pc:docMk/>
            <pc:sldMk cId="150743603" sldId="507"/>
            <ac:cxnSpMk id="120" creationId="{02022B24-34C3-AE4C-8DB3-BC717FCE5C4A}"/>
          </ac:cxnSpMkLst>
        </pc:cxnChg>
      </pc:sldChg>
      <pc:sldChg chg="addSp delSp modSp add mod chgLayout">
        <pc:chgData name="Loc Huynh" userId="80c0383e323bd6ea" providerId="LiveId" clId="{45D23C15-8B6E-3442-9B58-7B186F27CDA3}" dt="2023-09-18T08:34:20.189" v="4646" actId="14100"/>
        <pc:sldMkLst>
          <pc:docMk/>
          <pc:sldMk cId="3759166692" sldId="508"/>
        </pc:sldMkLst>
        <pc:spChg chg="mod ord">
          <ac:chgData name="Loc Huynh" userId="80c0383e323bd6ea" providerId="LiveId" clId="{45D23C15-8B6E-3442-9B58-7B186F27CDA3}" dt="2023-09-18T07:55:55.158" v="4390" actId="20577"/>
          <ac:spMkLst>
            <pc:docMk/>
            <pc:sldMk cId="3759166692" sldId="508"/>
            <ac:spMk id="2" creationId="{67D965CF-1D55-5443-919B-AC77503498CA}"/>
          </ac:spMkLst>
        </pc:spChg>
        <pc:spChg chg="add del mod ord">
          <ac:chgData name="Loc Huynh" userId="80c0383e323bd6ea" providerId="LiveId" clId="{45D23C15-8B6E-3442-9B58-7B186F27CDA3}" dt="2023-09-18T07:55:38.690" v="4375" actId="478"/>
          <ac:spMkLst>
            <pc:docMk/>
            <pc:sldMk cId="3759166692" sldId="508"/>
            <ac:spMk id="3" creationId="{6B1D9321-FF39-B846-D955-EBEE6C4CA6FB}"/>
          </ac:spMkLst>
        </pc:spChg>
        <pc:spChg chg="mod ord">
          <ac:chgData name="Loc Huynh" userId="80c0383e323bd6ea" providerId="LiveId" clId="{45D23C15-8B6E-3442-9B58-7B186F27CDA3}" dt="2023-09-18T06:58:25.716" v="2720" actId="700"/>
          <ac:spMkLst>
            <pc:docMk/>
            <pc:sldMk cId="3759166692" sldId="508"/>
            <ac:spMk id="4" creationId="{D0B4835D-B712-474E-B6B8-6C1BBDD99FFD}"/>
          </ac:spMkLst>
        </pc:spChg>
        <pc:spChg chg="mod ord">
          <ac:chgData name="Loc Huynh" userId="80c0383e323bd6ea" providerId="LiveId" clId="{45D23C15-8B6E-3442-9B58-7B186F27CDA3}" dt="2023-09-18T06:58:25.716" v="2720" actId="700"/>
          <ac:spMkLst>
            <pc:docMk/>
            <pc:sldMk cId="3759166692" sldId="508"/>
            <ac:spMk id="5" creationId="{AE526D72-773E-714F-A1AE-5B77BAF3A9FB}"/>
          </ac:spMkLst>
        </pc:spChg>
        <pc:spChg chg="mod">
          <ac:chgData name="Loc Huynh" userId="80c0383e323bd6ea" providerId="LiveId" clId="{45D23C15-8B6E-3442-9B58-7B186F27CDA3}" dt="2023-09-18T08:34:08.700" v="4644" actId="20577"/>
          <ac:spMkLst>
            <pc:docMk/>
            <pc:sldMk cId="3759166692" sldId="508"/>
            <ac:spMk id="7" creationId="{9CF46A69-C370-BC4E-A1B6-0D08CD7E7D51}"/>
          </ac:spMkLst>
        </pc:spChg>
        <pc:spChg chg="mod">
          <ac:chgData name="Loc Huynh" userId="80c0383e323bd6ea" providerId="LiveId" clId="{45D23C15-8B6E-3442-9B58-7B186F27CDA3}" dt="2023-09-18T07:47:06.180" v="4225" actId="1076"/>
          <ac:spMkLst>
            <pc:docMk/>
            <pc:sldMk cId="3759166692" sldId="508"/>
            <ac:spMk id="9" creationId="{ADBD2633-F9F7-50BE-2B7C-43FCA352AA7A}"/>
          </ac:spMkLst>
        </pc:spChg>
        <pc:spChg chg="mod">
          <ac:chgData name="Loc Huynh" userId="80c0383e323bd6ea" providerId="LiveId" clId="{45D23C15-8B6E-3442-9B58-7B186F27CDA3}" dt="2023-09-18T07:47:06.180" v="4225" actId="1076"/>
          <ac:spMkLst>
            <pc:docMk/>
            <pc:sldMk cId="3759166692" sldId="508"/>
            <ac:spMk id="10" creationId="{BAEE126E-9848-765F-65E4-212604EB5975}"/>
          </ac:spMkLst>
        </pc:spChg>
        <pc:spChg chg="mod">
          <ac:chgData name="Loc Huynh" userId="80c0383e323bd6ea" providerId="LiveId" clId="{45D23C15-8B6E-3442-9B58-7B186F27CDA3}" dt="2023-09-18T07:46:34.064" v="4222" actId="13822"/>
          <ac:spMkLst>
            <pc:docMk/>
            <pc:sldMk cId="3759166692" sldId="508"/>
            <ac:spMk id="16" creationId="{7C8FDB5D-9AF4-224E-B7B6-BA96C824EC4F}"/>
          </ac:spMkLst>
        </pc:spChg>
        <pc:spChg chg="mod">
          <ac:chgData name="Loc Huynh" userId="80c0383e323bd6ea" providerId="LiveId" clId="{45D23C15-8B6E-3442-9B58-7B186F27CDA3}" dt="2023-09-18T07:47:06.180" v="4225" actId="1076"/>
          <ac:spMkLst>
            <pc:docMk/>
            <pc:sldMk cId="3759166692" sldId="508"/>
            <ac:spMk id="24" creationId="{AE89153D-ED86-6D90-DF1D-45B1DE2007F8}"/>
          </ac:spMkLst>
        </pc:spChg>
        <pc:spChg chg="mod">
          <ac:chgData name="Loc Huynh" userId="80c0383e323bd6ea" providerId="LiveId" clId="{45D23C15-8B6E-3442-9B58-7B186F27CDA3}" dt="2023-09-18T07:47:06.180" v="4225" actId="1076"/>
          <ac:spMkLst>
            <pc:docMk/>
            <pc:sldMk cId="3759166692" sldId="508"/>
            <ac:spMk id="29" creationId="{B1863B2D-FB45-1802-BBFF-C40E2A51FCC5}"/>
          </ac:spMkLst>
        </pc:spChg>
        <pc:spChg chg="mod">
          <ac:chgData name="Loc Huynh" userId="80c0383e323bd6ea" providerId="LiveId" clId="{45D23C15-8B6E-3442-9B58-7B186F27CDA3}" dt="2023-09-18T07:47:06.180" v="4225" actId="1076"/>
          <ac:spMkLst>
            <pc:docMk/>
            <pc:sldMk cId="3759166692" sldId="508"/>
            <ac:spMk id="31" creationId="{AF212A66-DAC0-2A27-1E15-ECEF0CA36879}"/>
          </ac:spMkLst>
        </pc:spChg>
        <pc:spChg chg="mod">
          <ac:chgData name="Loc Huynh" userId="80c0383e323bd6ea" providerId="LiveId" clId="{45D23C15-8B6E-3442-9B58-7B186F27CDA3}" dt="2023-09-18T07:47:06.180" v="4225" actId="1076"/>
          <ac:spMkLst>
            <pc:docMk/>
            <pc:sldMk cId="3759166692" sldId="508"/>
            <ac:spMk id="33" creationId="{159D4F7C-151A-0AC0-4B79-00E1DDAD2FCF}"/>
          </ac:spMkLst>
        </pc:spChg>
        <pc:spChg chg="mod">
          <ac:chgData name="Loc Huynh" userId="80c0383e323bd6ea" providerId="LiveId" clId="{45D23C15-8B6E-3442-9B58-7B186F27CDA3}" dt="2023-09-18T07:47:06.180" v="4225" actId="1076"/>
          <ac:spMkLst>
            <pc:docMk/>
            <pc:sldMk cId="3759166692" sldId="508"/>
            <ac:spMk id="34" creationId="{ABF4CE5B-8275-31EC-0F97-2593B4609BBD}"/>
          </ac:spMkLst>
        </pc:spChg>
        <pc:spChg chg="mod">
          <ac:chgData name="Loc Huynh" userId="80c0383e323bd6ea" providerId="LiveId" clId="{45D23C15-8B6E-3442-9B58-7B186F27CDA3}" dt="2023-09-18T07:47:06.180" v="4225" actId="1076"/>
          <ac:spMkLst>
            <pc:docMk/>
            <pc:sldMk cId="3759166692" sldId="508"/>
            <ac:spMk id="38" creationId="{630B6D47-0461-02AE-0BBB-D281D86642D2}"/>
          </ac:spMkLst>
        </pc:spChg>
        <pc:spChg chg="mod">
          <ac:chgData name="Loc Huynh" userId="80c0383e323bd6ea" providerId="LiveId" clId="{45D23C15-8B6E-3442-9B58-7B186F27CDA3}" dt="2023-09-18T07:47:06.180" v="4225" actId="1076"/>
          <ac:spMkLst>
            <pc:docMk/>
            <pc:sldMk cId="3759166692" sldId="508"/>
            <ac:spMk id="43" creationId="{0641D8B1-E8A2-7C9E-00BC-D6FFF2589D1A}"/>
          </ac:spMkLst>
        </pc:spChg>
        <pc:spChg chg="mod">
          <ac:chgData name="Loc Huynh" userId="80c0383e323bd6ea" providerId="LiveId" clId="{45D23C15-8B6E-3442-9B58-7B186F27CDA3}" dt="2023-09-18T07:47:06.180" v="4225" actId="1076"/>
          <ac:spMkLst>
            <pc:docMk/>
            <pc:sldMk cId="3759166692" sldId="508"/>
            <ac:spMk id="44" creationId="{337FB58C-A3E4-ED0C-0B4D-D4189BE87AF5}"/>
          </ac:spMkLst>
        </pc:spChg>
        <pc:spChg chg="mod">
          <ac:chgData name="Loc Huynh" userId="80c0383e323bd6ea" providerId="LiveId" clId="{45D23C15-8B6E-3442-9B58-7B186F27CDA3}" dt="2023-09-18T08:34:20.189" v="4646" actId="14100"/>
          <ac:spMkLst>
            <pc:docMk/>
            <pc:sldMk cId="3759166692" sldId="508"/>
            <ac:spMk id="75" creationId="{54F5DAA9-1DBD-314C-9F95-F7990C0448CA}"/>
          </ac:spMkLst>
        </pc:spChg>
        <pc:grpChg chg="add mod">
          <ac:chgData name="Loc Huynh" userId="80c0383e323bd6ea" providerId="LiveId" clId="{45D23C15-8B6E-3442-9B58-7B186F27CDA3}" dt="2023-09-18T07:47:06.180" v="4225" actId="1076"/>
          <ac:grpSpMkLst>
            <pc:docMk/>
            <pc:sldMk cId="3759166692" sldId="508"/>
            <ac:grpSpMk id="6" creationId="{A39F8ECC-414E-5F7E-CCF1-0EDBF5AEFA1D}"/>
          </ac:grpSpMkLst>
        </pc:grpChg>
        <pc:grpChg chg="mod">
          <ac:chgData name="Loc Huynh" userId="80c0383e323bd6ea" providerId="LiveId" clId="{45D23C15-8B6E-3442-9B58-7B186F27CDA3}" dt="2023-09-18T07:47:06.180" v="4225" actId="1076"/>
          <ac:grpSpMkLst>
            <pc:docMk/>
            <pc:sldMk cId="3759166692" sldId="508"/>
            <ac:grpSpMk id="8" creationId="{55908445-8A9B-5432-6F62-5AF134D23991}"/>
          </ac:grpSpMkLst>
        </pc:grpChg>
        <pc:grpChg chg="mod">
          <ac:chgData name="Loc Huynh" userId="80c0383e323bd6ea" providerId="LiveId" clId="{45D23C15-8B6E-3442-9B58-7B186F27CDA3}" dt="2023-09-18T07:47:06.180" v="4225" actId="1076"/>
          <ac:grpSpMkLst>
            <pc:docMk/>
            <pc:sldMk cId="3759166692" sldId="508"/>
            <ac:grpSpMk id="11" creationId="{C6D7C670-D973-FA2F-4CDD-545649FF181E}"/>
          </ac:grpSpMkLst>
        </pc:grpChg>
        <pc:grpChg chg="mod">
          <ac:chgData name="Loc Huynh" userId="80c0383e323bd6ea" providerId="LiveId" clId="{45D23C15-8B6E-3442-9B58-7B186F27CDA3}" dt="2023-09-18T07:47:06.180" v="4225" actId="1076"/>
          <ac:grpSpMkLst>
            <pc:docMk/>
            <pc:sldMk cId="3759166692" sldId="508"/>
            <ac:grpSpMk id="17" creationId="{DEE3D981-6399-D817-133A-76D4090D72C8}"/>
          </ac:grpSpMkLst>
        </pc:grpChg>
        <pc:grpChg chg="mod">
          <ac:chgData name="Loc Huynh" userId="80c0383e323bd6ea" providerId="LiveId" clId="{45D23C15-8B6E-3442-9B58-7B186F27CDA3}" dt="2023-09-18T07:47:06.180" v="4225" actId="1076"/>
          <ac:grpSpMkLst>
            <pc:docMk/>
            <pc:sldMk cId="3759166692" sldId="508"/>
            <ac:grpSpMk id="19" creationId="{39EAE24A-9C43-1840-801B-9866E919CC02}"/>
          </ac:grpSpMkLst>
        </pc:grpChg>
        <pc:grpChg chg="mod">
          <ac:chgData name="Loc Huynh" userId="80c0383e323bd6ea" providerId="LiveId" clId="{45D23C15-8B6E-3442-9B58-7B186F27CDA3}" dt="2023-09-18T07:47:06.180" v="4225" actId="1076"/>
          <ac:grpSpMkLst>
            <pc:docMk/>
            <pc:sldMk cId="3759166692" sldId="508"/>
            <ac:grpSpMk id="20" creationId="{69AB1228-60E0-8610-98C1-8441C60AA1DA}"/>
          </ac:grpSpMkLst>
        </pc:grpChg>
        <pc:grpChg chg="mod">
          <ac:chgData name="Loc Huynh" userId="80c0383e323bd6ea" providerId="LiveId" clId="{45D23C15-8B6E-3442-9B58-7B186F27CDA3}" dt="2023-09-18T07:47:06.180" v="4225" actId="1076"/>
          <ac:grpSpMkLst>
            <pc:docMk/>
            <pc:sldMk cId="3759166692" sldId="508"/>
            <ac:grpSpMk id="21" creationId="{DECC8401-0424-EB79-0082-7651C5EFB1E9}"/>
          </ac:grpSpMkLst>
        </pc:grpChg>
        <pc:grpChg chg="mod">
          <ac:chgData name="Loc Huynh" userId="80c0383e323bd6ea" providerId="LiveId" clId="{45D23C15-8B6E-3442-9B58-7B186F27CDA3}" dt="2023-09-18T07:47:06.180" v="4225" actId="1076"/>
          <ac:grpSpMkLst>
            <pc:docMk/>
            <pc:sldMk cId="3759166692" sldId="508"/>
            <ac:grpSpMk id="22" creationId="{4628B9D9-DCC3-21AF-3418-367277FAD7F6}"/>
          </ac:grpSpMkLst>
        </pc:grpChg>
        <pc:grpChg chg="mod">
          <ac:chgData name="Loc Huynh" userId="80c0383e323bd6ea" providerId="LiveId" clId="{45D23C15-8B6E-3442-9B58-7B186F27CDA3}" dt="2023-09-18T07:47:06.180" v="4225" actId="1076"/>
          <ac:grpSpMkLst>
            <pc:docMk/>
            <pc:sldMk cId="3759166692" sldId="508"/>
            <ac:grpSpMk id="23" creationId="{42616145-134C-CEAA-0914-C6BE12951935}"/>
          </ac:grpSpMkLst>
        </pc:grpChg>
        <pc:grpChg chg="mod">
          <ac:chgData name="Loc Huynh" userId="80c0383e323bd6ea" providerId="LiveId" clId="{45D23C15-8B6E-3442-9B58-7B186F27CDA3}" dt="2023-09-18T07:47:06.180" v="4225" actId="1076"/>
          <ac:grpSpMkLst>
            <pc:docMk/>
            <pc:sldMk cId="3759166692" sldId="508"/>
            <ac:grpSpMk id="25" creationId="{5CA87D3A-1BCD-8A1D-5865-C86C3CBB4E96}"/>
          </ac:grpSpMkLst>
        </pc:grpChg>
        <pc:grpChg chg="del">
          <ac:chgData name="Loc Huynh" userId="80c0383e323bd6ea" providerId="LiveId" clId="{45D23C15-8B6E-3442-9B58-7B186F27CDA3}" dt="2023-09-18T07:46:47.829" v="4223" actId="478"/>
          <ac:grpSpMkLst>
            <pc:docMk/>
            <pc:sldMk cId="3759166692" sldId="508"/>
            <ac:grpSpMk id="39" creationId="{C43F4368-27C1-6245-BD02-7B4C6DD61F69}"/>
          </ac:grpSpMkLst>
        </pc:grpChg>
        <pc:picChg chg="mod">
          <ac:chgData name="Loc Huynh" userId="80c0383e323bd6ea" providerId="LiveId" clId="{45D23C15-8B6E-3442-9B58-7B186F27CDA3}" dt="2023-09-18T07:47:06.180" v="4225" actId="1076"/>
          <ac:picMkLst>
            <pc:docMk/>
            <pc:sldMk cId="3759166692" sldId="508"/>
            <ac:picMk id="26" creationId="{4D58A209-37D5-6D4A-4D62-70748EF03DA0}"/>
          </ac:picMkLst>
        </pc:picChg>
        <pc:picChg chg="mod">
          <ac:chgData name="Loc Huynh" userId="80c0383e323bd6ea" providerId="LiveId" clId="{45D23C15-8B6E-3442-9B58-7B186F27CDA3}" dt="2023-09-18T07:47:06.180" v="4225" actId="1076"/>
          <ac:picMkLst>
            <pc:docMk/>
            <pc:sldMk cId="3759166692" sldId="508"/>
            <ac:picMk id="27" creationId="{8DD9ED74-41EC-DBD1-4A4C-B4754E964077}"/>
          </ac:picMkLst>
        </pc:picChg>
        <pc:picChg chg="mod">
          <ac:chgData name="Loc Huynh" userId="80c0383e323bd6ea" providerId="LiveId" clId="{45D23C15-8B6E-3442-9B58-7B186F27CDA3}" dt="2023-09-18T07:47:06.180" v="4225" actId="1076"/>
          <ac:picMkLst>
            <pc:docMk/>
            <pc:sldMk cId="3759166692" sldId="508"/>
            <ac:picMk id="30" creationId="{20A30D1C-6047-3ECC-04A4-581FC9502C1A}"/>
          </ac:picMkLst>
        </pc:picChg>
        <pc:picChg chg="mod">
          <ac:chgData name="Loc Huynh" userId="80c0383e323bd6ea" providerId="LiveId" clId="{45D23C15-8B6E-3442-9B58-7B186F27CDA3}" dt="2023-09-18T07:47:06.180" v="4225" actId="1076"/>
          <ac:picMkLst>
            <pc:docMk/>
            <pc:sldMk cId="3759166692" sldId="508"/>
            <ac:picMk id="32" creationId="{77E73E7E-6853-3469-CBEF-1BBB4648D61A}"/>
          </ac:picMkLst>
        </pc:picChg>
        <pc:picChg chg="mod">
          <ac:chgData name="Loc Huynh" userId="80c0383e323bd6ea" providerId="LiveId" clId="{45D23C15-8B6E-3442-9B58-7B186F27CDA3}" dt="2023-09-18T07:47:06.180" v="4225" actId="1076"/>
          <ac:picMkLst>
            <pc:docMk/>
            <pc:sldMk cId="3759166692" sldId="508"/>
            <ac:picMk id="36" creationId="{06A22A30-28EB-27A1-11DF-A1CD08939060}"/>
          </ac:picMkLst>
        </pc:picChg>
        <pc:cxnChg chg="mod">
          <ac:chgData name="Loc Huynh" userId="80c0383e323bd6ea" providerId="LiveId" clId="{45D23C15-8B6E-3442-9B58-7B186F27CDA3}" dt="2023-09-18T07:47:06.180" v="4225" actId="1076"/>
          <ac:cxnSpMkLst>
            <pc:docMk/>
            <pc:sldMk cId="3759166692" sldId="508"/>
            <ac:cxnSpMk id="12" creationId="{8EAC334F-AD13-046F-2C80-8DFF4EF4F718}"/>
          </ac:cxnSpMkLst>
        </pc:cxnChg>
        <pc:cxnChg chg="mod">
          <ac:chgData name="Loc Huynh" userId="80c0383e323bd6ea" providerId="LiveId" clId="{45D23C15-8B6E-3442-9B58-7B186F27CDA3}" dt="2023-09-18T07:47:06.180" v="4225" actId="1076"/>
          <ac:cxnSpMkLst>
            <pc:docMk/>
            <pc:sldMk cId="3759166692" sldId="508"/>
            <ac:cxnSpMk id="13" creationId="{85D1DE46-BE5E-43F0-AFEF-541163B54329}"/>
          </ac:cxnSpMkLst>
        </pc:cxnChg>
        <pc:cxnChg chg="mod">
          <ac:chgData name="Loc Huynh" userId="80c0383e323bd6ea" providerId="LiveId" clId="{45D23C15-8B6E-3442-9B58-7B186F27CDA3}" dt="2023-09-18T07:47:06.180" v="4225" actId="1076"/>
          <ac:cxnSpMkLst>
            <pc:docMk/>
            <pc:sldMk cId="3759166692" sldId="508"/>
            <ac:cxnSpMk id="14" creationId="{C7D64C15-E77E-C7B6-8CA6-5AD3B7D8082A}"/>
          </ac:cxnSpMkLst>
        </pc:cxnChg>
        <pc:cxnChg chg="mod">
          <ac:chgData name="Loc Huynh" userId="80c0383e323bd6ea" providerId="LiveId" clId="{45D23C15-8B6E-3442-9B58-7B186F27CDA3}" dt="2023-09-18T07:47:06.180" v="4225" actId="1076"/>
          <ac:cxnSpMkLst>
            <pc:docMk/>
            <pc:sldMk cId="3759166692" sldId="508"/>
            <ac:cxnSpMk id="15" creationId="{7AA85CC7-74BA-859A-D6DF-018142ADD981}"/>
          </ac:cxnSpMkLst>
        </pc:cxnChg>
        <pc:cxnChg chg="mod">
          <ac:chgData name="Loc Huynh" userId="80c0383e323bd6ea" providerId="LiveId" clId="{45D23C15-8B6E-3442-9B58-7B186F27CDA3}" dt="2023-09-18T07:47:06.180" v="4225" actId="1076"/>
          <ac:cxnSpMkLst>
            <pc:docMk/>
            <pc:sldMk cId="3759166692" sldId="508"/>
            <ac:cxnSpMk id="18" creationId="{2B166F59-DEE3-46B9-26B0-30E49DB224F5}"/>
          </ac:cxnSpMkLst>
        </pc:cxnChg>
        <pc:cxnChg chg="mod">
          <ac:chgData name="Loc Huynh" userId="80c0383e323bd6ea" providerId="LiveId" clId="{45D23C15-8B6E-3442-9B58-7B186F27CDA3}" dt="2023-09-18T07:47:06.180" v="4225" actId="1076"/>
          <ac:cxnSpMkLst>
            <pc:docMk/>
            <pc:sldMk cId="3759166692" sldId="508"/>
            <ac:cxnSpMk id="28" creationId="{B96C686C-AB60-89EE-4E6F-83710BE64F12}"/>
          </ac:cxnSpMkLst>
        </pc:cxnChg>
        <pc:cxnChg chg="mod">
          <ac:chgData name="Loc Huynh" userId="80c0383e323bd6ea" providerId="LiveId" clId="{45D23C15-8B6E-3442-9B58-7B186F27CDA3}" dt="2023-09-18T07:47:06.180" v="4225" actId="1076"/>
          <ac:cxnSpMkLst>
            <pc:docMk/>
            <pc:sldMk cId="3759166692" sldId="508"/>
            <ac:cxnSpMk id="35" creationId="{5BA58D30-6DA1-DD7E-A863-BCC5C6D1E3F9}"/>
          </ac:cxnSpMkLst>
        </pc:cxnChg>
        <pc:cxnChg chg="mod">
          <ac:chgData name="Loc Huynh" userId="80c0383e323bd6ea" providerId="LiveId" clId="{45D23C15-8B6E-3442-9B58-7B186F27CDA3}" dt="2023-09-18T07:47:06.180" v="4225" actId="1076"/>
          <ac:cxnSpMkLst>
            <pc:docMk/>
            <pc:sldMk cId="3759166692" sldId="508"/>
            <ac:cxnSpMk id="37" creationId="{06123F6E-66D2-FDB1-6D54-3B0C6BA45F04}"/>
          </ac:cxnSpMkLst>
        </pc:cxnChg>
      </pc:sldChg>
      <pc:sldChg chg="addSp delSp modSp add mod chgLayout">
        <pc:chgData name="Loc Huynh" userId="80c0383e323bd6ea" providerId="LiveId" clId="{45D23C15-8B6E-3442-9B58-7B186F27CDA3}" dt="2023-09-18T08:35:29.061" v="4667" actId="20577"/>
        <pc:sldMkLst>
          <pc:docMk/>
          <pc:sldMk cId="1049359333" sldId="509"/>
        </pc:sldMkLst>
        <pc:spChg chg="mod ord">
          <ac:chgData name="Loc Huynh" userId="80c0383e323bd6ea" providerId="LiveId" clId="{45D23C15-8B6E-3442-9B58-7B186F27CDA3}" dt="2023-09-18T07:56:09.171" v="4392"/>
          <ac:spMkLst>
            <pc:docMk/>
            <pc:sldMk cId="1049359333" sldId="509"/>
            <ac:spMk id="2" creationId="{67D965CF-1D55-5443-919B-AC77503498CA}"/>
          </ac:spMkLst>
        </pc:spChg>
        <pc:spChg chg="add del mod ord">
          <ac:chgData name="Loc Huynh" userId="80c0383e323bd6ea" providerId="LiveId" clId="{45D23C15-8B6E-3442-9B58-7B186F27CDA3}" dt="2023-09-18T07:55:44.942" v="4376" actId="478"/>
          <ac:spMkLst>
            <pc:docMk/>
            <pc:sldMk cId="1049359333" sldId="509"/>
            <ac:spMk id="3" creationId="{E822C47B-B604-EA2C-0452-423331904349}"/>
          </ac:spMkLst>
        </pc:spChg>
        <pc:spChg chg="mod ord">
          <ac:chgData name="Loc Huynh" userId="80c0383e323bd6ea" providerId="LiveId" clId="{45D23C15-8B6E-3442-9B58-7B186F27CDA3}" dt="2023-09-18T06:58:28.251" v="2721" actId="700"/>
          <ac:spMkLst>
            <pc:docMk/>
            <pc:sldMk cId="1049359333" sldId="509"/>
            <ac:spMk id="4" creationId="{D0B4835D-B712-474E-B6B8-6C1BBDD99FFD}"/>
          </ac:spMkLst>
        </pc:spChg>
        <pc:spChg chg="mod ord">
          <ac:chgData name="Loc Huynh" userId="80c0383e323bd6ea" providerId="LiveId" clId="{45D23C15-8B6E-3442-9B58-7B186F27CDA3}" dt="2023-09-18T06:58:28.251" v="2721" actId="700"/>
          <ac:spMkLst>
            <pc:docMk/>
            <pc:sldMk cId="1049359333" sldId="509"/>
            <ac:spMk id="5" creationId="{AE526D72-773E-714F-A1AE-5B77BAF3A9FB}"/>
          </ac:spMkLst>
        </pc:spChg>
        <pc:spChg chg="mod">
          <ac:chgData name="Loc Huynh" userId="80c0383e323bd6ea" providerId="LiveId" clId="{45D23C15-8B6E-3442-9B58-7B186F27CDA3}" dt="2023-09-18T08:35:29.061" v="4667" actId="20577"/>
          <ac:spMkLst>
            <pc:docMk/>
            <pc:sldMk cId="1049359333" sldId="509"/>
            <ac:spMk id="7" creationId="{9CF46A69-C370-BC4E-A1B6-0D08CD7E7D51}"/>
          </ac:spMkLst>
        </pc:spChg>
        <pc:spChg chg="mod">
          <ac:chgData name="Loc Huynh" userId="80c0383e323bd6ea" providerId="LiveId" clId="{45D23C15-8B6E-3442-9B58-7B186F27CDA3}" dt="2023-09-18T07:52:29.649" v="4365" actId="207"/>
          <ac:spMkLst>
            <pc:docMk/>
            <pc:sldMk cId="1049359333" sldId="509"/>
            <ac:spMk id="16" creationId="{7C8FDB5D-9AF4-224E-B7B6-BA96C824EC4F}"/>
          </ac:spMkLst>
        </pc:spChg>
        <pc:spChg chg="mod">
          <ac:chgData name="Loc Huynh" userId="80c0383e323bd6ea" providerId="LiveId" clId="{45D23C15-8B6E-3442-9B58-7B186F27CDA3}" dt="2023-09-18T08:35:02.671" v="4650" actId="207"/>
          <ac:spMkLst>
            <pc:docMk/>
            <pc:sldMk cId="1049359333" sldId="509"/>
            <ac:spMk id="82" creationId="{7B61DDC1-8F16-C048-9DD8-1E84EA805EFF}"/>
          </ac:spMkLst>
        </pc:spChg>
        <pc:spChg chg="mod">
          <ac:chgData name="Loc Huynh" userId="80c0383e323bd6ea" providerId="LiveId" clId="{45D23C15-8B6E-3442-9B58-7B186F27CDA3}" dt="2023-09-18T08:34:51.826" v="4647" actId="207"/>
          <ac:spMkLst>
            <pc:docMk/>
            <pc:sldMk cId="1049359333" sldId="509"/>
            <ac:spMk id="85" creationId="{367590B3-3149-1D4D-B5C1-85488F26F9E3}"/>
          </ac:spMkLst>
        </pc:spChg>
        <pc:spChg chg="mod">
          <ac:chgData name="Loc Huynh" userId="80c0383e323bd6ea" providerId="LiveId" clId="{45D23C15-8B6E-3442-9B58-7B186F27CDA3}" dt="2023-09-18T07:51:43.681" v="4354" actId="1076"/>
          <ac:spMkLst>
            <pc:docMk/>
            <pc:sldMk cId="1049359333" sldId="509"/>
            <ac:spMk id="90" creationId="{997E534F-BC79-0E43-AC9D-457C14295FB6}"/>
          </ac:spMkLst>
        </pc:spChg>
        <pc:spChg chg="mod">
          <ac:chgData name="Loc Huynh" userId="80c0383e323bd6ea" providerId="LiveId" clId="{45D23C15-8B6E-3442-9B58-7B186F27CDA3}" dt="2023-09-18T07:51:43.681" v="4354" actId="1076"/>
          <ac:spMkLst>
            <pc:docMk/>
            <pc:sldMk cId="1049359333" sldId="509"/>
            <ac:spMk id="92" creationId="{7273AE01-9072-834F-BA16-0234394B7650}"/>
          </ac:spMkLst>
        </pc:spChg>
        <pc:spChg chg="mod">
          <ac:chgData name="Loc Huynh" userId="80c0383e323bd6ea" providerId="LiveId" clId="{45D23C15-8B6E-3442-9B58-7B186F27CDA3}" dt="2023-09-18T08:35:04.305" v="4651" actId="207"/>
          <ac:spMkLst>
            <pc:docMk/>
            <pc:sldMk cId="1049359333" sldId="509"/>
            <ac:spMk id="94" creationId="{4034932B-D5CA-ED4B-9F3B-B35CB0033B0E}"/>
          </ac:spMkLst>
        </pc:spChg>
        <pc:spChg chg="mod">
          <ac:chgData name="Loc Huynh" userId="80c0383e323bd6ea" providerId="LiveId" clId="{45D23C15-8B6E-3442-9B58-7B186F27CDA3}" dt="2023-09-18T07:51:43.681" v="4354" actId="1076"/>
          <ac:spMkLst>
            <pc:docMk/>
            <pc:sldMk cId="1049359333" sldId="509"/>
            <ac:spMk id="95" creationId="{30B15CCD-6E3D-6740-9486-613FFBB9A2A6}"/>
          </ac:spMkLst>
        </pc:spChg>
        <pc:spChg chg="mod">
          <ac:chgData name="Loc Huynh" userId="80c0383e323bd6ea" providerId="LiveId" clId="{45D23C15-8B6E-3442-9B58-7B186F27CDA3}" dt="2023-09-18T07:51:43.681" v="4354" actId="1076"/>
          <ac:spMkLst>
            <pc:docMk/>
            <pc:sldMk cId="1049359333" sldId="509"/>
            <ac:spMk id="100" creationId="{F9C70EA1-A016-4346-911D-EB9DAE2EDF69}"/>
          </ac:spMkLst>
        </pc:spChg>
        <pc:spChg chg="mod">
          <ac:chgData name="Loc Huynh" userId="80c0383e323bd6ea" providerId="LiveId" clId="{45D23C15-8B6E-3442-9B58-7B186F27CDA3}" dt="2023-09-18T07:51:43.681" v="4354" actId="1076"/>
          <ac:spMkLst>
            <pc:docMk/>
            <pc:sldMk cId="1049359333" sldId="509"/>
            <ac:spMk id="101" creationId="{DA37094E-665D-8C4E-8F91-573BC1B4822E}"/>
          </ac:spMkLst>
        </pc:spChg>
        <pc:spChg chg="mod">
          <ac:chgData name="Loc Huynh" userId="80c0383e323bd6ea" providerId="LiveId" clId="{45D23C15-8B6E-3442-9B58-7B186F27CDA3}" dt="2023-09-18T08:34:59.722" v="4649" actId="13926"/>
          <ac:spMkLst>
            <pc:docMk/>
            <pc:sldMk cId="1049359333" sldId="509"/>
            <ac:spMk id="102" creationId="{232B16C7-2832-6E46-93F2-9FB1C8BBCA32}"/>
          </ac:spMkLst>
        </pc:spChg>
        <pc:spChg chg="mod">
          <ac:chgData name="Loc Huynh" userId="80c0383e323bd6ea" providerId="LiveId" clId="{45D23C15-8B6E-3442-9B58-7B186F27CDA3}" dt="2023-09-18T07:52:06.059" v="4360" actId="1076"/>
          <ac:spMkLst>
            <pc:docMk/>
            <pc:sldMk cId="1049359333" sldId="509"/>
            <ac:spMk id="103" creationId="{6EFD2CB0-6430-8943-8C28-01C900C29A33}"/>
          </ac:spMkLst>
        </pc:spChg>
        <pc:grpChg chg="mod">
          <ac:chgData name="Loc Huynh" userId="80c0383e323bd6ea" providerId="LiveId" clId="{45D23C15-8B6E-3442-9B58-7B186F27CDA3}" dt="2023-09-18T07:51:43.681" v="4354" actId="1076"/>
          <ac:grpSpMkLst>
            <pc:docMk/>
            <pc:sldMk cId="1049359333" sldId="509"/>
            <ac:grpSpMk id="39" creationId="{88095472-AE5E-D040-9B3E-B5D4EA198180}"/>
          </ac:grpSpMkLst>
        </pc:grpChg>
        <pc:grpChg chg="mod">
          <ac:chgData name="Loc Huynh" userId="80c0383e323bd6ea" providerId="LiveId" clId="{45D23C15-8B6E-3442-9B58-7B186F27CDA3}" dt="2023-09-18T07:51:43.681" v="4354" actId="1076"/>
          <ac:grpSpMkLst>
            <pc:docMk/>
            <pc:sldMk cId="1049359333" sldId="509"/>
            <ac:grpSpMk id="40" creationId="{4641CFDC-FDB9-EC4B-89EE-2B6984EB7017}"/>
          </ac:grpSpMkLst>
        </pc:grpChg>
        <pc:grpChg chg="mod">
          <ac:chgData name="Loc Huynh" userId="80c0383e323bd6ea" providerId="LiveId" clId="{45D23C15-8B6E-3442-9B58-7B186F27CDA3}" dt="2023-09-18T07:51:43.681" v="4354" actId="1076"/>
          <ac:grpSpMkLst>
            <pc:docMk/>
            <pc:sldMk cId="1049359333" sldId="509"/>
            <ac:grpSpMk id="77" creationId="{240FF826-F0CA-F144-94D6-77B046FC9635}"/>
          </ac:grpSpMkLst>
        </pc:grpChg>
        <pc:grpChg chg="mod">
          <ac:chgData name="Loc Huynh" userId="80c0383e323bd6ea" providerId="LiveId" clId="{45D23C15-8B6E-3442-9B58-7B186F27CDA3}" dt="2023-09-18T07:51:43.681" v="4354" actId="1076"/>
          <ac:grpSpMkLst>
            <pc:docMk/>
            <pc:sldMk cId="1049359333" sldId="509"/>
            <ac:grpSpMk id="78" creationId="{94702F33-CB4A-874E-A112-1702549E2D25}"/>
          </ac:grpSpMkLst>
        </pc:grpChg>
        <pc:grpChg chg="mod">
          <ac:chgData name="Loc Huynh" userId="80c0383e323bd6ea" providerId="LiveId" clId="{45D23C15-8B6E-3442-9B58-7B186F27CDA3}" dt="2023-09-18T07:51:43.681" v="4354" actId="1076"/>
          <ac:grpSpMkLst>
            <pc:docMk/>
            <pc:sldMk cId="1049359333" sldId="509"/>
            <ac:grpSpMk id="79" creationId="{933C11B9-19C5-8040-B6F6-CEC12824A970}"/>
          </ac:grpSpMkLst>
        </pc:grpChg>
        <pc:grpChg chg="mod">
          <ac:chgData name="Loc Huynh" userId="80c0383e323bd6ea" providerId="LiveId" clId="{45D23C15-8B6E-3442-9B58-7B186F27CDA3}" dt="2023-09-18T07:51:43.681" v="4354" actId="1076"/>
          <ac:grpSpMkLst>
            <pc:docMk/>
            <pc:sldMk cId="1049359333" sldId="509"/>
            <ac:grpSpMk id="80" creationId="{4B4369B9-CC22-6A42-A630-4DC06CFED449}"/>
          </ac:grpSpMkLst>
        </pc:grpChg>
        <pc:grpChg chg="mod">
          <ac:chgData name="Loc Huynh" userId="80c0383e323bd6ea" providerId="LiveId" clId="{45D23C15-8B6E-3442-9B58-7B186F27CDA3}" dt="2023-09-18T07:51:43.681" v="4354" actId="1076"/>
          <ac:grpSpMkLst>
            <pc:docMk/>
            <pc:sldMk cId="1049359333" sldId="509"/>
            <ac:grpSpMk id="83" creationId="{E9BFEF29-EA7E-104D-8BEC-623C4749595B}"/>
          </ac:grpSpMkLst>
        </pc:grpChg>
        <pc:grpChg chg="mod">
          <ac:chgData name="Loc Huynh" userId="80c0383e323bd6ea" providerId="LiveId" clId="{45D23C15-8B6E-3442-9B58-7B186F27CDA3}" dt="2023-09-18T07:51:43.681" v="4354" actId="1076"/>
          <ac:grpSpMkLst>
            <pc:docMk/>
            <pc:sldMk cId="1049359333" sldId="509"/>
            <ac:grpSpMk id="84" creationId="{305D9378-D67E-2F4C-905A-4AB3338D3083}"/>
          </ac:grpSpMkLst>
        </pc:grpChg>
        <pc:grpChg chg="mod">
          <ac:chgData name="Loc Huynh" userId="80c0383e323bd6ea" providerId="LiveId" clId="{45D23C15-8B6E-3442-9B58-7B186F27CDA3}" dt="2023-09-18T07:51:43.681" v="4354" actId="1076"/>
          <ac:grpSpMkLst>
            <pc:docMk/>
            <pc:sldMk cId="1049359333" sldId="509"/>
            <ac:grpSpMk id="86" creationId="{B5F2297C-0EC3-7046-B618-0519159A8B5C}"/>
          </ac:grpSpMkLst>
        </pc:grpChg>
        <pc:picChg chg="mod">
          <ac:chgData name="Loc Huynh" userId="80c0383e323bd6ea" providerId="LiveId" clId="{45D23C15-8B6E-3442-9B58-7B186F27CDA3}" dt="2023-09-18T07:51:43.681" v="4354" actId="1076"/>
          <ac:picMkLst>
            <pc:docMk/>
            <pc:sldMk cId="1049359333" sldId="509"/>
            <ac:picMk id="81" creationId="{58E14BB7-6FE2-F14F-8863-B87666253FB9}"/>
          </ac:picMkLst>
        </pc:picChg>
        <pc:picChg chg="mod">
          <ac:chgData name="Loc Huynh" userId="80c0383e323bd6ea" providerId="LiveId" clId="{45D23C15-8B6E-3442-9B58-7B186F27CDA3}" dt="2023-09-18T07:51:43.681" v="4354" actId="1076"/>
          <ac:picMkLst>
            <pc:docMk/>
            <pc:sldMk cId="1049359333" sldId="509"/>
            <ac:picMk id="87" creationId="{5583E645-FFCB-4C41-BA71-85D83D884E7F}"/>
          </ac:picMkLst>
        </pc:picChg>
        <pc:picChg chg="mod">
          <ac:chgData name="Loc Huynh" userId="80c0383e323bd6ea" providerId="LiveId" clId="{45D23C15-8B6E-3442-9B58-7B186F27CDA3}" dt="2023-09-18T07:51:43.681" v="4354" actId="1076"/>
          <ac:picMkLst>
            <pc:docMk/>
            <pc:sldMk cId="1049359333" sldId="509"/>
            <ac:picMk id="88" creationId="{E9CD2532-2DD4-CB4C-8D76-2353D9AB64AF}"/>
          </ac:picMkLst>
        </pc:picChg>
        <pc:picChg chg="mod">
          <ac:chgData name="Loc Huynh" userId="80c0383e323bd6ea" providerId="LiveId" clId="{45D23C15-8B6E-3442-9B58-7B186F27CDA3}" dt="2023-09-18T07:51:43.681" v="4354" actId="1076"/>
          <ac:picMkLst>
            <pc:docMk/>
            <pc:sldMk cId="1049359333" sldId="509"/>
            <ac:picMk id="91" creationId="{D6B30C25-960F-2749-9236-188C705FFA6C}"/>
          </ac:picMkLst>
        </pc:picChg>
        <pc:picChg chg="mod">
          <ac:chgData name="Loc Huynh" userId="80c0383e323bd6ea" providerId="LiveId" clId="{45D23C15-8B6E-3442-9B58-7B186F27CDA3}" dt="2023-09-18T07:51:43.681" v="4354" actId="1076"/>
          <ac:picMkLst>
            <pc:docMk/>
            <pc:sldMk cId="1049359333" sldId="509"/>
            <ac:picMk id="93" creationId="{3791A1D4-D8D3-3F4A-B7BB-FE5D4384A4E2}"/>
          </ac:picMkLst>
        </pc:picChg>
        <pc:picChg chg="mod">
          <ac:chgData name="Loc Huynh" userId="80c0383e323bd6ea" providerId="LiveId" clId="{45D23C15-8B6E-3442-9B58-7B186F27CDA3}" dt="2023-09-18T07:51:43.681" v="4354" actId="1076"/>
          <ac:picMkLst>
            <pc:docMk/>
            <pc:sldMk cId="1049359333" sldId="509"/>
            <ac:picMk id="98" creationId="{DDC65079-16C6-7448-8081-423FFAA3D1B7}"/>
          </ac:picMkLst>
        </pc:picChg>
        <pc:cxnChg chg="mod">
          <ac:chgData name="Loc Huynh" userId="80c0383e323bd6ea" providerId="LiveId" clId="{45D23C15-8B6E-3442-9B58-7B186F27CDA3}" dt="2023-09-18T07:51:43.681" v="4354" actId="1076"/>
          <ac:cxnSpMkLst>
            <pc:docMk/>
            <pc:sldMk cId="1049359333" sldId="509"/>
            <ac:cxnSpMk id="41" creationId="{C5649678-957B-4947-9EDF-BFB6E34CAF30}"/>
          </ac:cxnSpMkLst>
        </pc:cxnChg>
        <pc:cxnChg chg="mod">
          <ac:chgData name="Loc Huynh" userId="80c0383e323bd6ea" providerId="LiveId" clId="{45D23C15-8B6E-3442-9B58-7B186F27CDA3}" dt="2023-09-18T07:51:43.681" v="4354" actId="1076"/>
          <ac:cxnSpMkLst>
            <pc:docMk/>
            <pc:sldMk cId="1049359333" sldId="509"/>
            <ac:cxnSpMk id="42" creationId="{010212D1-861C-8E4A-92AB-DB65D17E898A}"/>
          </ac:cxnSpMkLst>
        </pc:cxnChg>
        <pc:cxnChg chg="mod">
          <ac:chgData name="Loc Huynh" userId="80c0383e323bd6ea" providerId="LiveId" clId="{45D23C15-8B6E-3442-9B58-7B186F27CDA3}" dt="2023-09-18T07:51:43.681" v="4354" actId="1076"/>
          <ac:cxnSpMkLst>
            <pc:docMk/>
            <pc:sldMk cId="1049359333" sldId="509"/>
            <ac:cxnSpMk id="74" creationId="{8C62451E-B747-754D-8965-469521784375}"/>
          </ac:cxnSpMkLst>
        </pc:cxnChg>
        <pc:cxnChg chg="mod">
          <ac:chgData name="Loc Huynh" userId="80c0383e323bd6ea" providerId="LiveId" clId="{45D23C15-8B6E-3442-9B58-7B186F27CDA3}" dt="2023-09-18T07:51:43.681" v="4354" actId="1076"/>
          <ac:cxnSpMkLst>
            <pc:docMk/>
            <pc:sldMk cId="1049359333" sldId="509"/>
            <ac:cxnSpMk id="76" creationId="{10FB06B6-0E52-0A4B-A40B-91BBD91DE3B7}"/>
          </ac:cxnSpMkLst>
        </pc:cxnChg>
        <pc:cxnChg chg="mod">
          <ac:chgData name="Loc Huynh" userId="80c0383e323bd6ea" providerId="LiveId" clId="{45D23C15-8B6E-3442-9B58-7B186F27CDA3}" dt="2023-09-18T07:51:43.681" v="4354" actId="1076"/>
          <ac:cxnSpMkLst>
            <pc:docMk/>
            <pc:sldMk cId="1049359333" sldId="509"/>
            <ac:cxnSpMk id="89" creationId="{AE1D2B91-7A8E-3341-8979-3C2EA88CD667}"/>
          </ac:cxnSpMkLst>
        </pc:cxnChg>
        <pc:cxnChg chg="mod">
          <ac:chgData name="Loc Huynh" userId="80c0383e323bd6ea" providerId="LiveId" clId="{45D23C15-8B6E-3442-9B58-7B186F27CDA3}" dt="2023-09-18T07:51:43.681" v="4354" actId="1076"/>
          <ac:cxnSpMkLst>
            <pc:docMk/>
            <pc:sldMk cId="1049359333" sldId="509"/>
            <ac:cxnSpMk id="96" creationId="{0599B602-F261-404B-BC5D-FAFDCA6E0A17}"/>
          </ac:cxnSpMkLst>
        </pc:cxnChg>
        <pc:cxnChg chg="mod">
          <ac:chgData name="Loc Huynh" userId="80c0383e323bd6ea" providerId="LiveId" clId="{45D23C15-8B6E-3442-9B58-7B186F27CDA3}" dt="2023-09-18T07:51:43.681" v="4354" actId="1076"/>
          <ac:cxnSpMkLst>
            <pc:docMk/>
            <pc:sldMk cId="1049359333" sldId="509"/>
            <ac:cxnSpMk id="97" creationId="{B3741FD8-E9BF-6B4C-8A88-48FEE43F21C3}"/>
          </ac:cxnSpMkLst>
        </pc:cxnChg>
        <pc:cxnChg chg="mod">
          <ac:chgData name="Loc Huynh" userId="80c0383e323bd6ea" providerId="LiveId" clId="{45D23C15-8B6E-3442-9B58-7B186F27CDA3}" dt="2023-09-18T07:51:43.681" v="4354" actId="1076"/>
          <ac:cxnSpMkLst>
            <pc:docMk/>
            <pc:sldMk cId="1049359333" sldId="509"/>
            <ac:cxnSpMk id="99" creationId="{9158CD91-B723-4242-91F7-E50651374243}"/>
          </ac:cxnSpMkLst>
        </pc:cxnChg>
      </pc:sldChg>
      <pc:sldChg chg="modSp add mod chgLayout">
        <pc:chgData name="Loc Huynh" userId="80c0383e323bd6ea" providerId="LiveId" clId="{45D23C15-8B6E-3442-9B58-7B186F27CDA3}" dt="2023-09-18T07:58:47.073" v="4466" actId="20577"/>
        <pc:sldMkLst>
          <pc:docMk/>
          <pc:sldMk cId="1452076390" sldId="510"/>
        </pc:sldMkLst>
        <pc:spChg chg="mod ord">
          <ac:chgData name="Loc Huynh" userId="80c0383e323bd6ea" providerId="LiveId" clId="{45D23C15-8B6E-3442-9B58-7B186F27CDA3}" dt="2023-09-18T07:56:15.459" v="4394"/>
          <ac:spMkLst>
            <pc:docMk/>
            <pc:sldMk cId="1452076390" sldId="510"/>
            <ac:spMk id="2" creationId="{7474A01E-A813-5647-A400-1D6EAD852A52}"/>
          </ac:spMkLst>
        </pc:spChg>
        <pc:spChg chg="mod ord">
          <ac:chgData name="Loc Huynh" userId="80c0383e323bd6ea" providerId="LiveId" clId="{45D23C15-8B6E-3442-9B58-7B186F27CDA3}" dt="2023-09-18T07:58:47.073" v="4466" actId="20577"/>
          <ac:spMkLst>
            <pc:docMk/>
            <pc:sldMk cId="1452076390" sldId="510"/>
            <ac:spMk id="3" creationId="{2A8192BB-4C32-CE45-A13C-56689409F2AF}"/>
          </ac:spMkLst>
        </pc:spChg>
        <pc:spChg chg="mod ord">
          <ac:chgData name="Loc Huynh" userId="80c0383e323bd6ea" providerId="LiveId" clId="{45D23C15-8B6E-3442-9B58-7B186F27CDA3}" dt="2023-09-18T06:58:33.466" v="2722" actId="700"/>
          <ac:spMkLst>
            <pc:docMk/>
            <pc:sldMk cId="1452076390" sldId="510"/>
            <ac:spMk id="4" creationId="{FFBFE301-8F5F-684A-B4CB-DD6AB90AB12A}"/>
          </ac:spMkLst>
        </pc:spChg>
        <pc:spChg chg="mod ord">
          <ac:chgData name="Loc Huynh" userId="80c0383e323bd6ea" providerId="LiveId" clId="{45D23C15-8B6E-3442-9B58-7B186F27CDA3}" dt="2023-09-18T06:58:33.466" v="2722" actId="700"/>
          <ac:spMkLst>
            <pc:docMk/>
            <pc:sldMk cId="1452076390" sldId="510"/>
            <ac:spMk id="5" creationId="{EB5C2D11-34DE-4244-9A1B-B29A0BA6751D}"/>
          </ac:spMkLst>
        </pc:spChg>
      </pc:sldChg>
      <pc:sldChg chg="modSp add mod chgLayout">
        <pc:chgData name="Loc Huynh" userId="80c0383e323bd6ea" providerId="LiveId" clId="{45D23C15-8B6E-3442-9B58-7B186F27CDA3}" dt="2023-09-18T07:58:49.807" v="4468" actId="20577"/>
        <pc:sldMkLst>
          <pc:docMk/>
          <pc:sldMk cId="2146891506" sldId="511"/>
        </pc:sldMkLst>
        <pc:spChg chg="mod ord">
          <ac:chgData name="Loc Huynh" userId="80c0383e323bd6ea" providerId="LiveId" clId="{45D23C15-8B6E-3442-9B58-7B186F27CDA3}" dt="2023-09-18T07:56:19.311" v="4395"/>
          <ac:spMkLst>
            <pc:docMk/>
            <pc:sldMk cId="2146891506" sldId="511"/>
            <ac:spMk id="2" creationId="{7474A01E-A813-5647-A400-1D6EAD852A52}"/>
          </ac:spMkLst>
        </pc:spChg>
        <pc:spChg chg="mod ord">
          <ac:chgData name="Loc Huynh" userId="80c0383e323bd6ea" providerId="LiveId" clId="{45D23C15-8B6E-3442-9B58-7B186F27CDA3}" dt="2023-09-18T07:58:49.807" v="4468" actId="20577"/>
          <ac:spMkLst>
            <pc:docMk/>
            <pc:sldMk cId="2146891506" sldId="511"/>
            <ac:spMk id="3" creationId="{2A8192BB-4C32-CE45-A13C-56689409F2AF}"/>
          </ac:spMkLst>
        </pc:spChg>
        <pc:spChg chg="mod ord">
          <ac:chgData name="Loc Huynh" userId="80c0383e323bd6ea" providerId="LiveId" clId="{45D23C15-8B6E-3442-9B58-7B186F27CDA3}" dt="2023-09-18T06:58:36.299" v="2723" actId="700"/>
          <ac:spMkLst>
            <pc:docMk/>
            <pc:sldMk cId="2146891506" sldId="511"/>
            <ac:spMk id="4" creationId="{FFBFE301-8F5F-684A-B4CB-DD6AB90AB12A}"/>
          </ac:spMkLst>
        </pc:spChg>
        <pc:spChg chg="mod ord">
          <ac:chgData name="Loc Huynh" userId="80c0383e323bd6ea" providerId="LiveId" clId="{45D23C15-8B6E-3442-9B58-7B186F27CDA3}" dt="2023-09-18T06:58:36.299" v="2723" actId="700"/>
          <ac:spMkLst>
            <pc:docMk/>
            <pc:sldMk cId="2146891506" sldId="511"/>
            <ac:spMk id="5" creationId="{EB5C2D11-34DE-4244-9A1B-B29A0BA6751D}"/>
          </ac:spMkLst>
        </pc:spChg>
      </pc:sldChg>
      <pc:sldChg chg="modSp add mod chgLayout">
        <pc:chgData name="Loc Huynh" userId="80c0383e323bd6ea" providerId="LiveId" clId="{45D23C15-8B6E-3442-9B58-7B186F27CDA3}" dt="2023-09-18T07:59:17.057" v="4474" actId="1076"/>
        <pc:sldMkLst>
          <pc:docMk/>
          <pc:sldMk cId="2196896779" sldId="512"/>
        </pc:sldMkLst>
        <pc:spChg chg="mod ord">
          <ac:chgData name="Loc Huynh" userId="80c0383e323bd6ea" providerId="LiveId" clId="{45D23C15-8B6E-3442-9B58-7B186F27CDA3}" dt="2023-09-18T07:56:22.930" v="4396"/>
          <ac:spMkLst>
            <pc:docMk/>
            <pc:sldMk cId="2196896779" sldId="512"/>
            <ac:spMk id="2" creationId="{7474A01E-A813-5647-A400-1D6EAD852A52}"/>
          </ac:spMkLst>
        </pc:spChg>
        <pc:spChg chg="mod ord">
          <ac:chgData name="Loc Huynh" userId="80c0383e323bd6ea" providerId="LiveId" clId="{45D23C15-8B6E-3442-9B58-7B186F27CDA3}" dt="2023-09-18T07:58:54.086" v="4470" actId="20577"/>
          <ac:spMkLst>
            <pc:docMk/>
            <pc:sldMk cId="2196896779" sldId="512"/>
            <ac:spMk id="3" creationId="{2A8192BB-4C32-CE45-A13C-56689409F2AF}"/>
          </ac:spMkLst>
        </pc:spChg>
        <pc:spChg chg="mod ord">
          <ac:chgData name="Loc Huynh" userId="80c0383e323bd6ea" providerId="LiveId" clId="{45D23C15-8B6E-3442-9B58-7B186F27CDA3}" dt="2023-09-18T06:58:42.675" v="2725" actId="700"/>
          <ac:spMkLst>
            <pc:docMk/>
            <pc:sldMk cId="2196896779" sldId="512"/>
            <ac:spMk id="4" creationId="{FFBFE301-8F5F-684A-B4CB-DD6AB90AB12A}"/>
          </ac:spMkLst>
        </pc:spChg>
        <pc:spChg chg="mod ord">
          <ac:chgData name="Loc Huynh" userId="80c0383e323bd6ea" providerId="LiveId" clId="{45D23C15-8B6E-3442-9B58-7B186F27CDA3}" dt="2023-09-18T06:58:42.675" v="2725" actId="700"/>
          <ac:spMkLst>
            <pc:docMk/>
            <pc:sldMk cId="2196896779" sldId="512"/>
            <ac:spMk id="5" creationId="{EB5C2D11-34DE-4244-9A1B-B29A0BA6751D}"/>
          </ac:spMkLst>
        </pc:spChg>
        <pc:picChg chg="mod">
          <ac:chgData name="Loc Huynh" userId="80c0383e323bd6ea" providerId="LiveId" clId="{45D23C15-8B6E-3442-9B58-7B186F27CDA3}" dt="2023-09-18T07:59:17.057" v="4474" actId="1076"/>
          <ac:picMkLst>
            <pc:docMk/>
            <pc:sldMk cId="2196896779" sldId="512"/>
            <ac:picMk id="6" creationId="{96E7FD6A-4A3B-8A4B-AC68-7174DBD50444}"/>
          </ac:picMkLst>
        </pc:picChg>
      </pc:sldChg>
      <pc:sldChg chg="modSp add mod chgLayout">
        <pc:chgData name="Loc Huynh" userId="80c0383e323bd6ea" providerId="LiveId" clId="{45D23C15-8B6E-3442-9B58-7B186F27CDA3}" dt="2023-09-18T07:58:56.726" v="4473" actId="20577"/>
        <pc:sldMkLst>
          <pc:docMk/>
          <pc:sldMk cId="420334263" sldId="513"/>
        </pc:sldMkLst>
        <pc:spChg chg="mod ord">
          <ac:chgData name="Loc Huynh" userId="80c0383e323bd6ea" providerId="LiveId" clId="{45D23C15-8B6E-3442-9B58-7B186F27CDA3}" dt="2023-09-18T07:56:25.024" v="4397"/>
          <ac:spMkLst>
            <pc:docMk/>
            <pc:sldMk cId="420334263" sldId="513"/>
            <ac:spMk id="2" creationId="{7474A01E-A813-5647-A400-1D6EAD852A52}"/>
          </ac:spMkLst>
        </pc:spChg>
        <pc:spChg chg="mod ord">
          <ac:chgData name="Loc Huynh" userId="80c0383e323bd6ea" providerId="LiveId" clId="{45D23C15-8B6E-3442-9B58-7B186F27CDA3}" dt="2023-09-18T07:58:56.726" v="4473" actId="20577"/>
          <ac:spMkLst>
            <pc:docMk/>
            <pc:sldMk cId="420334263" sldId="513"/>
            <ac:spMk id="3" creationId="{2A8192BB-4C32-CE45-A13C-56689409F2AF}"/>
          </ac:spMkLst>
        </pc:spChg>
        <pc:spChg chg="mod ord">
          <ac:chgData name="Loc Huynh" userId="80c0383e323bd6ea" providerId="LiveId" clId="{45D23C15-8B6E-3442-9B58-7B186F27CDA3}" dt="2023-09-18T06:58:45.344" v="2726" actId="700"/>
          <ac:spMkLst>
            <pc:docMk/>
            <pc:sldMk cId="420334263" sldId="513"/>
            <ac:spMk id="4" creationId="{FFBFE301-8F5F-684A-B4CB-DD6AB90AB12A}"/>
          </ac:spMkLst>
        </pc:spChg>
        <pc:spChg chg="mod ord">
          <ac:chgData name="Loc Huynh" userId="80c0383e323bd6ea" providerId="LiveId" clId="{45D23C15-8B6E-3442-9B58-7B186F27CDA3}" dt="2023-09-18T06:58:45.344" v="2726" actId="700"/>
          <ac:spMkLst>
            <pc:docMk/>
            <pc:sldMk cId="420334263" sldId="513"/>
            <ac:spMk id="5" creationId="{EB5C2D11-34DE-4244-9A1B-B29A0BA6751D}"/>
          </ac:spMkLst>
        </pc:spChg>
      </pc:sldChg>
      <pc:sldChg chg="modSp add mod chgLayout">
        <pc:chgData name="Loc Huynh" userId="80c0383e323bd6ea" providerId="LiveId" clId="{45D23C15-8B6E-3442-9B58-7B186F27CDA3}" dt="2023-09-18T08:36:37.348" v="4688" actId="14100"/>
        <pc:sldMkLst>
          <pc:docMk/>
          <pc:sldMk cId="2257220275" sldId="514"/>
        </pc:sldMkLst>
        <pc:spChg chg="mod ord">
          <ac:chgData name="Loc Huynh" userId="80c0383e323bd6ea" providerId="LiveId" clId="{45D23C15-8B6E-3442-9B58-7B186F27CDA3}" dt="2023-09-18T07:59:48.733" v="4521" actId="20577"/>
          <ac:spMkLst>
            <pc:docMk/>
            <pc:sldMk cId="2257220275" sldId="514"/>
            <ac:spMk id="2" creationId="{7474A01E-A813-5647-A400-1D6EAD852A52}"/>
          </ac:spMkLst>
        </pc:spChg>
        <pc:spChg chg="mod ord">
          <ac:chgData name="Loc Huynh" userId="80c0383e323bd6ea" providerId="LiveId" clId="{45D23C15-8B6E-3442-9B58-7B186F27CDA3}" dt="2023-09-18T06:58:48.516" v="2727" actId="700"/>
          <ac:spMkLst>
            <pc:docMk/>
            <pc:sldMk cId="2257220275" sldId="514"/>
            <ac:spMk id="3" creationId="{2A8192BB-4C32-CE45-A13C-56689409F2AF}"/>
          </ac:spMkLst>
        </pc:spChg>
        <pc:spChg chg="mod ord">
          <ac:chgData name="Loc Huynh" userId="80c0383e323bd6ea" providerId="LiveId" clId="{45D23C15-8B6E-3442-9B58-7B186F27CDA3}" dt="2023-09-18T06:58:48.516" v="2727" actId="700"/>
          <ac:spMkLst>
            <pc:docMk/>
            <pc:sldMk cId="2257220275" sldId="514"/>
            <ac:spMk id="4" creationId="{FFBFE301-8F5F-684A-B4CB-DD6AB90AB12A}"/>
          </ac:spMkLst>
        </pc:spChg>
        <pc:spChg chg="mod ord">
          <ac:chgData name="Loc Huynh" userId="80c0383e323bd6ea" providerId="LiveId" clId="{45D23C15-8B6E-3442-9B58-7B186F27CDA3}" dt="2023-09-18T06:58:48.516" v="2727" actId="700"/>
          <ac:spMkLst>
            <pc:docMk/>
            <pc:sldMk cId="2257220275" sldId="514"/>
            <ac:spMk id="5" creationId="{EB5C2D11-34DE-4244-9A1B-B29A0BA6751D}"/>
          </ac:spMkLst>
        </pc:spChg>
        <pc:spChg chg="mod">
          <ac:chgData name="Loc Huynh" userId="80c0383e323bd6ea" providerId="LiveId" clId="{45D23C15-8B6E-3442-9B58-7B186F27CDA3}" dt="2023-09-18T08:36:37.348" v="4688" actId="14100"/>
          <ac:spMkLst>
            <pc:docMk/>
            <pc:sldMk cId="2257220275" sldId="514"/>
            <ac:spMk id="6" creationId="{1E3FADEF-3FAC-6D48-BD63-D441D12BC0CE}"/>
          </ac:spMkLst>
        </pc:spChg>
        <pc:spChg chg="mod">
          <ac:chgData name="Loc Huynh" userId="80c0383e323bd6ea" providerId="LiveId" clId="{45D23C15-8B6E-3442-9B58-7B186F27CDA3}" dt="2023-09-18T08:36:35.143" v="4687" actId="14100"/>
          <ac:spMkLst>
            <pc:docMk/>
            <pc:sldMk cId="2257220275" sldId="514"/>
            <ac:spMk id="7" creationId="{50E9B846-E819-A149-AFA7-F60DB45BA2C2}"/>
          </ac:spMkLst>
        </pc:spChg>
        <pc:spChg chg="mod">
          <ac:chgData name="Loc Huynh" userId="80c0383e323bd6ea" providerId="LiveId" clId="{45D23C15-8B6E-3442-9B58-7B186F27CDA3}" dt="2023-09-18T08:36:31.284" v="4686" actId="14100"/>
          <ac:spMkLst>
            <pc:docMk/>
            <pc:sldMk cId="2257220275" sldId="514"/>
            <ac:spMk id="8" creationId="{64578F98-12A9-B845-918A-CBCC45EC4C3D}"/>
          </ac:spMkLst>
        </pc:spChg>
      </pc:sldChg>
      <pc:sldChg chg="modSp add mod chgLayout">
        <pc:chgData name="Loc Huynh" userId="80c0383e323bd6ea" providerId="LiveId" clId="{45D23C15-8B6E-3442-9B58-7B186F27CDA3}" dt="2023-09-18T08:11:02.133" v="4563" actId="114"/>
        <pc:sldMkLst>
          <pc:docMk/>
          <pc:sldMk cId="911546546" sldId="515"/>
        </pc:sldMkLst>
        <pc:spChg chg="mod ord">
          <ac:chgData name="Loc Huynh" userId="80c0383e323bd6ea" providerId="LiveId" clId="{45D23C15-8B6E-3442-9B58-7B186F27CDA3}" dt="2023-09-18T07:59:56.125" v="4522"/>
          <ac:spMkLst>
            <pc:docMk/>
            <pc:sldMk cId="911546546" sldId="515"/>
            <ac:spMk id="2" creationId="{7474A01E-A813-5647-A400-1D6EAD852A52}"/>
          </ac:spMkLst>
        </pc:spChg>
        <pc:spChg chg="mod ord">
          <ac:chgData name="Loc Huynh" userId="80c0383e323bd6ea" providerId="LiveId" clId="{45D23C15-8B6E-3442-9B58-7B186F27CDA3}" dt="2023-09-18T08:11:02.133" v="4563" actId="114"/>
          <ac:spMkLst>
            <pc:docMk/>
            <pc:sldMk cId="911546546" sldId="515"/>
            <ac:spMk id="3" creationId="{2A8192BB-4C32-CE45-A13C-56689409F2AF}"/>
          </ac:spMkLst>
        </pc:spChg>
        <pc:spChg chg="mod ord">
          <ac:chgData name="Loc Huynh" userId="80c0383e323bd6ea" providerId="LiveId" clId="{45D23C15-8B6E-3442-9B58-7B186F27CDA3}" dt="2023-09-18T06:58:51.679" v="2728" actId="700"/>
          <ac:spMkLst>
            <pc:docMk/>
            <pc:sldMk cId="911546546" sldId="515"/>
            <ac:spMk id="4" creationId="{FFBFE301-8F5F-684A-B4CB-DD6AB90AB12A}"/>
          </ac:spMkLst>
        </pc:spChg>
        <pc:spChg chg="mod ord">
          <ac:chgData name="Loc Huynh" userId="80c0383e323bd6ea" providerId="LiveId" clId="{45D23C15-8B6E-3442-9B58-7B186F27CDA3}" dt="2023-09-18T06:58:51.679" v="2728" actId="700"/>
          <ac:spMkLst>
            <pc:docMk/>
            <pc:sldMk cId="911546546" sldId="515"/>
            <ac:spMk id="5" creationId="{EB5C2D11-34DE-4244-9A1B-B29A0BA6751D}"/>
          </ac:spMkLst>
        </pc:spChg>
      </pc:sldChg>
      <pc:sldChg chg="modSp add mod">
        <pc:chgData name="Loc Huynh" userId="80c0383e323bd6ea" providerId="LiveId" clId="{45D23C15-8B6E-3442-9B58-7B186F27CDA3}" dt="2023-09-18T08:36:58.199" v="4702" actId="20577"/>
        <pc:sldMkLst>
          <pc:docMk/>
          <pc:sldMk cId="1954030159" sldId="516"/>
        </pc:sldMkLst>
        <pc:spChg chg="mod">
          <ac:chgData name="Loc Huynh" userId="80c0383e323bd6ea" providerId="LiveId" clId="{45D23C15-8B6E-3442-9B58-7B186F27CDA3}" dt="2023-09-18T08:00:04.847" v="4523"/>
          <ac:spMkLst>
            <pc:docMk/>
            <pc:sldMk cId="1954030159" sldId="516"/>
            <ac:spMk id="2" creationId="{7474A01E-A813-5647-A400-1D6EAD852A52}"/>
          </ac:spMkLst>
        </pc:spChg>
        <pc:spChg chg="mod">
          <ac:chgData name="Loc Huynh" userId="80c0383e323bd6ea" providerId="LiveId" clId="{45D23C15-8B6E-3442-9B58-7B186F27CDA3}" dt="2023-09-18T08:09:32.607" v="4543" actId="1076"/>
          <ac:spMkLst>
            <pc:docMk/>
            <pc:sldMk cId="1954030159" sldId="516"/>
            <ac:spMk id="6" creationId="{1E3FADEF-3FAC-6D48-BD63-D441D12BC0CE}"/>
          </ac:spMkLst>
        </pc:spChg>
        <pc:spChg chg="mod">
          <ac:chgData name="Loc Huynh" userId="80c0383e323bd6ea" providerId="LiveId" clId="{45D23C15-8B6E-3442-9B58-7B186F27CDA3}" dt="2023-09-18T08:36:58.199" v="4702" actId="20577"/>
          <ac:spMkLst>
            <pc:docMk/>
            <pc:sldMk cId="1954030159" sldId="516"/>
            <ac:spMk id="7" creationId="{50E9B846-E819-A149-AFA7-F60DB45BA2C2}"/>
          </ac:spMkLst>
        </pc:spChg>
        <pc:spChg chg="mod">
          <ac:chgData name="Loc Huynh" userId="80c0383e323bd6ea" providerId="LiveId" clId="{45D23C15-8B6E-3442-9B58-7B186F27CDA3}" dt="2023-09-18T08:10:11.411" v="4552" actId="14100"/>
          <ac:spMkLst>
            <pc:docMk/>
            <pc:sldMk cId="1954030159" sldId="516"/>
            <ac:spMk id="8" creationId="{64578F98-12A9-B845-918A-CBCC45EC4C3D}"/>
          </ac:spMkLst>
        </pc:spChg>
      </pc:sldChg>
      <pc:sldChg chg="delSp modSp add mod chgLayout">
        <pc:chgData name="Loc Huynh" userId="80c0383e323bd6ea" providerId="LiveId" clId="{45D23C15-8B6E-3442-9B58-7B186F27CDA3}" dt="2023-09-18T08:44:19.268" v="4903" actId="20577"/>
        <pc:sldMkLst>
          <pc:docMk/>
          <pc:sldMk cId="478495063" sldId="517"/>
        </pc:sldMkLst>
        <pc:spChg chg="mod ord">
          <ac:chgData name="Loc Huynh" userId="80c0383e323bd6ea" providerId="LiveId" clId="{45D23C15-8B6E-3442-9B58-7B186F27CDA3}" dt="2023-09-18T08:00:07.936" v="4524"/>
          <ac:spMkLst>
            <pc:docMk/>
            <pc:sldMk cId="478495063" sldId="517"/>
            <ac:spMk id="2" creationId="{7474A01E-A813-5647-A400-1D6EAD852A52}"/>
          </ac:spMkLst>
        </pc:spChg>
        <pc:spChg chg="mod ord">
          <ac:chgData name="Loc Huynh" userId="80c0383e323bd6ea" providerId="LiveId" clId="{45D23C15-8B6E-3442-9B58-7B186F27CDA3}" dt="2023-09-18T08:44:19.268" v="4903" actId="20577"/>
          <ac:spMkLst>
            <pc:docMk/>
            <pc:sldMk cId="478495063" sldId="517"/>
            <ac:spMk id="3" creationId="{2A8192BB-4C32-CE45-A13C-56689409F2AF}"/>
          </ac:spMkLst>
        </pc:spChg>
        <pc:spChg chg="mod ord">
          <ac:chgData name="Loc Huynh" userId="80c0383e323bd6ea" providerId="LiveId" clId="{45D23C15-8B6E-3442-9B58-7B186F27CDA3}" dt="2023-09-18T06:58:59.637" v="2731" actId="700"/>
          <ac:spMkLst>
            <pc:docMk/>
            <pc:sldMk cId="478495063" sldId="517"/>
            <ac:spMk id="4" creationId="{FFBFE301-8F5F-684A-B4CB-DD6AB90AB12A}"/>
          </ac:spMkLst>
        </pc:spChg>
        <pc:spChg chg="mod ord">
          <ac:chgData name="Loc Huynh" userId="80c0383e323bd6ea" providerId="LiveId" clId="{45D23C15-8B6E-3442-9B58-7B186F27CDA3}" dt="2023-09-18T06:58:59.637" v="2731" actId="700"/>
          <ac:spMkLst>
            <pc:docMk/>
            <pc:sldMk cId="478495063" sldId="517"/>
            <ac:spMk id="5" creationId="{EB5C2D11-34DE-4244-9A1B-B29A0BA6751D}"/>
          </ac:spMkLst>
        </pc:spChg>
        <pc:spChg chg="del">
          <ac:chgData name="Loc Huynh" userId="80c0383e323bd6ea" providerId="LiveId" clId="{45D23C15-8B6E-3442-9B58-7B186F27CDA3}" dt="2023-09-18T08:11:27.758" v="4565" actId="478"/>
          <ac:spMkLst>
            <pc:docMk/>
            <pc:sldMk cId="478495063" sldId="517"/>
            <ac:spMk id="9" creationId="{CD5C6726-87CE-3D4E-A4DC-E76AD162700A}"/>
          </ac:spMkLst>
        </pc:spChg>
      </pc:sldChg>
      <pc:sldChg chg="delSp modSp add mod chgLayout">
        <pc:chgData name="Loc Huynh" userId="80c0383e323bd6ea" providerId="LiveId" clId="{45D23C15-8B6E-3442-9B58-7B186F27CDA3}" dt="2023-09-18T08:12:47.928" v="4605" actId="12"/>
        <pc:sldMkLst>
          <pc:docMk/>
          <pc:sldMk cId="2848822208" sldId="518"/>
        </pc:sldMkLst>
        <pc:spChg chg="mod ord">
          <ac:chgData name="Loc Huynh" userId="80c0383e323bd6ea" providerId="LiveId" clId="{45D23C15-8B6E-3442-9B58-7B186F27CDA3}" dt="2023-09-18T08:00:11.584" v="4525"/>
          <ac:spMkLst>
            <pc:docMk/>
            <pc:sldMk cId="2848822208" sldId="518"/>
            <ac:spMk id="2" creationId="{7474A01E-A813-5647-A400-1D6EAD852A52}"/>
          </ac:spMkLst>
        </pc:spChg>
        <pc:spChg chg="mod ord">
          <ac:chgData name="Loc Huynh" userId="80c0383e323bd6ea" providerId="LiveId" clId="{45D23C15-8B6E-3442-9B58-7B186F27CDA3}" dt="2023-09-18T08:12:47.928" v="4605" actId="12"/>
          <ac:spMkLst>
            <pc:docMk/>
            <pc:sldMk cId="2848822208" sldId="518"/>
            <ac:spMk id="3" creationId="{2A8192BB-4C32-CE45-A13C-56689409F2AF}"/>
          </ac:spMkLst>
        </pc:spChg>
        <pc:spChg chg="mod ord">
          <ac:chgData name="Loc Huynh" userId="80c0383e323bd6ea" providerId="LiveId" clId="{45D23C15-8B6E-3442-9B58-7B186F27CDA3}" dt="2023-09-18T06:59:08.832" v="2733" actId="700"/>
          <ac:spMkLst>
            <pc:docMk/>
            <pc:sldMk cId="2848822208" sldId="518"/>
            <ac:spMk id="4" creationId="{FFBFE301-8F5F-684A-B4CB-DD6AB90AB12A}"/>
          </ac:spMkLst>
        </pc:spChg>
        <pc:spChg chg="mod ord">
          <ac:chgData name="Loc Huynh" userId="80c0383e323bd6ea" providerId="LiveId" clId="{45D23C15-8B6E-3442-9B58-7B186F27CDA3}" dt="2023-09-18T06:59:08.832" v="2733" actId="700"/>
          <ac:spMkLst>
            <pc:docMk/>
            <pc:sldMk cId="2848822208" sldId="518"/>
            <ac:spMk id="5" creationId="{EB5C2D11-34DE-4244-9A1B-B29A0BA6751D}"/>
          </ac:spMkLst>
        </pc:spChg>
        <pc:spChg chg="del mod">
          <ac:chgData name="Loc Huynh" userId="80c0383e323bd6ea" providerId="LiveId" clId="{45D23C15-8B6E-3442-9B58-7B186F27CDA3}" dt="2023-09-18T08:12:16.320" v="4597" actId="478"/>
          <ac:spMkLst>
            <pc:docMk/>
            <pc:sldMk cId="2848822208" sldId="518"/>
            <ac:spMk id="9" creationId="{CD5C6726-87CE-3D4E-A4DC-E76AD162700A}"/>
          </ac:spMkLst>
        </pc:spChg>
        <pc:picChg chg="mod">
          <ac:chgData name="Loc Huynh" userId="80c0383e323bd6ea" providerId="LiveId" clId="{45D23C15-8B6E-3442-9B58-7B186F27CDA3}" dt="2023-09-18T08:12:20.875" v="4598" actId="1076"/>
          <ac:picMkLst>
            <pc:docMk/>
            <pc:sldMk cId="2848822208" sldId="518"/>
            <ac:picMk id="10" creationId="{6A170CDB-089C-8447-937A-3E956EDCF6EA}"/>
          </ac:picMkLst>
        </pc:picChg>
      </pc:sldChg>
      <pc:sldChg chg="modSp add del mod chgLayout">
        <pc:chgData name="Loc Huynh" userId="80c0383e323bd6ea" providerId="LiveId" clId="{45D23C15-8B6E-3442-9B58-7B186F27CDA3}" dt="2023-09-18T08:13:48.904" v="4622" actId="2696"/>
        <pc:sldMkLst>
          <pc:docMk/>
          <pc:sldMk cId="83627834" sldId="519"/>
        </pc:sldMkLst>
        <pc:spChg chg="mod ord">
          <ac:chgData name="Loc Huynh" userId="80c0383e323bd6ea" providerId="LiveId" clId="{45D23C15-8B6E-3442-9B58-7B186F27CDA3}" dt="2023-09-18T08:00:14.241" v="4526"/>
          <ac:spMkLst>
            <pc:docMk/>
            <pc:sldMk cId="83627834" sldId="519"/>
            <ac:spMk id="2" creationId="{7474A01E-A813-5647-A400-1D6EAD852A52}"/>
          </ac:spMkLst>
        </pc:spChg>
        <pc:spChg chg="mod ord">
          <ac:chgData name="Loc Huynh" userId="80c0383e323bd6ea" providerId="LiveId" clId="{45D23C15-8B6E-3442-9B58-7B186F27CDA3}" dt="2023-09-18T06:59:15.097" v="2734" actId="700"/>
          <ac:spMkLst>
            <pc:docMk/>
            <pc:sldMk cId="83627834" sldId="519"/>
            <ac:spMk id="3" creationId="{2A8192BB-4C32-CE45-A13C-56689409F2AF}"/>
          </ac:spMkLst>
        </pc:spChg>
        <pc:spChg chg="mod ord">
          <ac:chgData name="Loc Huynh" userId="80c0383e323bd6ea" providerId="LiveId" clId="{45D23C15-8B6E-3442-9B58-7B186F27CDA3}" dt="2023-09-18T06:59:15.097" v="2734" actId="700"/>
          <ac:spMkLst>
            <pc:docMk/>
            <pc:sldMk cId="83627834" sldId="519"/>
            <ac:spMk id="4" creationId="{FFBFE301-8F5F-684A-B4CB-DD6AB90AB12A}"/>
          </ac:spMkLst>
        </pc:spChg>
        <pc:spChg chg="mod ord">
          <ac:chgData name="Loc Huynh" userId="80c0383e323bd6ea" providerId="LiveId" clId="{45D23C15-8B6E-3442-9B58-7B186F27CDA3}" dt="2023-09-18T06:59:15.097" v="2734" actId="700"/>
          <ac:spMkLst>
            <pc:docMk/>
            <pc:sldMk cId="83627834" sldId="519"/>
            <ac:spMk id="5" creationId="{EB5C2D11-34DE-4244-9A1B-B29A0BA6751D}"/>
          </ac:spMkLst>
        </pc:spChg>
        <pc:spChg chg="mod">
          <ac:chgData name="Loc Huynh" userId="80c0383e323bd6ea" providerId="LiveId" clId="{45D23C15-8B6E-3442-9B58-7B186F27CDA3}" dt="2023-09-18T08:13:09.807" v="4611" actId="21"/>
          <ac:spMkLst>
            <pc:docMk/>
            <pc:sldMk cId="83627834" sldId="519"/>
            <ac:spMk id="9" creationId="{CD5C6726-87CE-3D4E-A4DC-E76AD162700A}"/>
          </ac:spMkLst>
        </pc:spChg>
      </pc:sldChg>
      <pc:sldChg chg="modSp add mod modAnim modNotesTx">
        <pc:chgData name="Loc Huynh" userId="80c0383e323bd6ea" providerId="LiveId" clId="{45D23C15-8B6E-3442-9B58-7B186F27CDA3}" dt="2023-09-18T06:24:55.952" v="2036" actId="20577"/>
        <pc:sldMkLst>
          <pc:docMk/>
          <pc:sldMk cId="3295221846" sldId="520"/>
        </pc:sldMkLst>
        <pc:spChg chg="mod">
          <ac:chgData name="Loc Huynh" userId="80c0383e323bd6ea" providerId="LiveId" clId="{45D23C15-8B6E-3442-9B58-7B186F27CDA3}" dt="2023-09-18T06:20:13.314" v="1838" actId="14100"/>
          <ac:spMkLst>
            <pc:docMk/>
            <pc:sldMk cId="3295221846" sldId="520"/>
            <ac:spMk id="4" creationId="{24EC9DDC-A189-634B-303A-4372CC57ACAF}"/>
          </ac:spMkLst>
        </pc:spChg>
        <pc:spChg chg="mod">
          <ac:chgData name="Loc Huynh" userId="80c0383e323bd6ea" providerId="LiveId" clId="{45D23C15-8B6E-3442-9B58-7B186F27CDA3}" dt="2023-09-18T06:20:47.557" v="1858" actId="20577"/>
          <ac:spMkLst>
            <pc:docMk/>
            <pc:sldMk cId="3295221846" sldId="520"/>
            <ac:spMk id="5" creationId="{00000000-0000-0000-0000-000000000000}"/>
          </ac:spMkLst>
        </pc:spChg>
      </pc:sldChg>
      <pc:sldChg chg="modSp add mod modNotesTx">
        <pc:chgData name="Loc Huynh" userId="80c0383e323bd6ea" providerId="LiveId" clId="{45D23C15-8B6E-3442-9B58-7B186F27CDA3}" dt="2023-09-18T06:27:22.772" v="2086" actId="207"/>
        <pc:sldMkLst>
          <pc:docMk/>
          <pc:sldMk cId="2532480240" sldId="521"/>
        </pc:sldMkLst>
        <pc:spChg chg="mod">
          <ac:chgData name="Loc Huynh" userId="80c0383e323bd6ea" providerId="LiveId" clId="{45D23C15-8B6E-3442-9B58-7B186F27CDA3}" dt="2023-09-18T06:26:20.379" v="2054" actId="20577"/>
          <ac:spMkLst>
            <pc:docMk/>
            <pc:sldMk cId="2532480240" sldId="521"/>
            <ac:spMk id="4" creationId="{24EC9DDC-A189-634B-303A-4372CC57ACAF}"/>
          </ac:spMkLst>
        </pc:spChg>
        <pc:spChg chg="mod">
          <ac:chgData name="Loc Huynh" userId="80c0383e323bd6ea" providerId="LiveId" clId="{45D23C15-8B6E-3442-9B58-7B186F27CDA3}" dt="2023-09-18T06:20:52.867" v="1864" actId="20577"/>
          <ac:spMkLst>
            <pc:docMk/>
            <pc:sldMk cId="2532480240" sldId="521"/>
            <ac:spMk id="5" creationId="{00000000-0000-0000-0000-000000000000}"/>
          </ac:spMkLst>
        </pc:spChg>
        <pc:graphicFrameChg chg="modGraphic">
          <ac:chgData name="Loc Huynh" userId="80c0383e323bd6ea" providerId="LiveId" clId="{45D23C15-8B6E-3442-9B58-7B186F27CDA3}" dt="2023-09-18T06:27:22.772" v="2086" actId="207"/>
          <ac:graphicFrameMkLst>
            <pc:docMk/>
            <pc:sldMk cId="2532480240" sldId="521"/>
            <ac:graphicFrameMk id="2" creationId="{7D5864D3-2B82-A3A0-35E5-5AEB8E3A5052}"/>
          </ac:graphicFrameMkLst>
        </pc:graphicFrameChg>
      </pc:sldChg>
      <pc:sldChg chg="modSp add mod modAnim">
        <pc:chgData name="Loc Huynh" userId="80c0383e323bd6ea" providerId="LiveId" clId="{45D23C15-8B6E-3442-9B58-7B186F27CDA3}" dt="2023-09-18T06:28:35.092" v="2125" actId="20577"/>
        <pc:sldMkLst>
          <pc:docMk/>
          <pc:sldMk cId="3183394513" sldId="522"/>
        </pc:sldMkLst>
        <pc:spChg chg="mod">
          <ac:chgData name="Loc Huynh" userId="80c0383e323bd6ea" providerId="LiveId" clId="{45D23C15-8B6E-3442-9B58-7B186F27CDA3}" dt="2023-09-18T06:28:11.191" v="2117" actId="20577"/>
          <ac:spMkLst>
            <pc:docMk/>
            <pc:sldMk cId="3183394513" sldId="522"/>
            <ac:spMk id="4" creationId="{24EC9DDC-A189-634B-303A-4372CC57ACAF}"/>
          </ac:spMkLst>
        </pc:spChg>
        <pc:spChg chg="mod">
          <ac:chgData name="Loc Huynh" userId="80c0383e323bd6ea" providerId="LiveId" clId="{45D23C15-8B6E-3442-9B58-7B186F27CDA3}" dt="2023-09-18T06:26:39.921" v="2070" actId="20577"/>
          <ac:spMkLst>
            <pc:docMk/>
            <pc:sldMk cId="3183394513" sldId="522"/>
            <ac:spMk id="5" creationId="{00000000-0000-0000-0000-000000000000}"/>
          </ac:spMkLst>
        </pc:spChg>
        <pc:graphicFrameChg chg="modGraphic">
          <ac:chgData name="Loc Huynh" userId="80c0383e323bd6ea" providerId="LiveId" clId="{45D23C15-8B6E-3442-9B58-7B186F27CDA3}" dt="2023-09-18T06:27:27.206" v="2087" actId="207"/>
          <ac:graphicFrameMkLst>
            <pc:docMk/>
            <pc:sldMk cId="3183394513" sldId="522"/>
            <ac:graphicFrameMk id="2" creationId="{7D5864D3-2B82-A3A0-35E5-5AEB8E3A5052}"/>
          </ac:graphicFrameMkLst>
        </pc:graphicFrameChg>
      </pc:sldChg>
      <pc:sldChg chg="delSp modSp add mod delAnim">
        <pc:chgData name="Loc Huynh" userId="80c0383e323bd6ea" providerId="LiveId" clId="{45D23C15-8B6E-3442-9B58-7B186F27CDA3}" dt="2023-09-18T06:54:15.947" v="2697" actId="20577"/>
        <pc:sldMkLst>
          <pc:docMk/>
          <pc:sldMk cId="1500369377" sldId="523"/>
        </pc:sldMkLst>
        <pc:spChg chg="del">
          <ac:chgData name="Loc Huynh" userId="80c0383e323bd6ea" providerId="LiveId" clId="{45D23C15-8B6E-3442-9B58-7B186F27CDA3}" dt="2023-09-18T06:37:52.861" v="2260" actId="478"/>
          <ac:spMkLst>
            <pc:docMk/>
            <pc:sldMk cId="1500369377" sldId="523"/>
            <ac:spMk id="4" creationId="{24EC9DDC-A189-634B-303A-4372CC57ACAF}"/>
          </ac:spMkLst>
        </pc:spChg>
        <pc:spChg chg="mod">
          <ac:chgData name="Loc Huynh" userId="80c0383e323bd6ea" providerId="LiveId" clId="{45D23C15-8B6E-3442-9B58-7B186F27CDA3}" dt="2023-09-18T06:54:15.947" v="2697" actId="20577"/>
          <ac:spMkLst>
            <pc:docMk/>
            <pc:sldMk cId="1500369377" sldId="523"/>
            <ac:spMk id="5" creationId="{00000000-0000-0000-0000-000000000000}"/>
          </ac:spMkLst>
        </pc:spChg>
        <pc:graphicFrameChg chg="del">
          <ac:chgData name="Loc Huynh" userId="80c0383e323bd6ea" providerId="LiveId" clId="{45D23C15-8B6E-3442-9B58-7B186F27CDA3}" dt="2023-09-18T06:37:54.550" v="2261" actId="478"/>
          <ac:graphicFrameMkLst>
            <pc:docMk/>
            <pc:sldMk cId="1500369377" sldId="523"/>
            <ac:graphicFrameMk id="2" creationId="{7D5864D3-2B82-A3A0-35E5-5AEB8E3A5052}"/>
          </ac:graphicFrameMkLst>
        </pc:graphicFrameChg>
      </pc:sldChg>
      <pc:sldChg chg="delSp modSp add mod">
        <pc:chgData name="Loc Huynh" userId="80c0383e323bd6ea" providerId="LiveId" clId="{45D23C15-8B6E-3442-9B58-7B186F27CDA3}" dt="2023-09-18T06:55:18.486" v="2716" actId="20577"/>
        <pc:sldMkLst>
          <pc:docMk/>
          <pc:sldMk cId="2762778352" sldId="524"/>
        </pc:sldMkLst>
        <pc:spChg chg="mod">
          <ac:chgData name="Loc Huynh" userId="80c0383e323bd6ea" providerId="LiveId" clId="{45D23C15-8B6E-3442-9B58-7B186F27CDA3}" dt="2023-09-18T06:55:18.486" v="2716" actId="20577"/>
          <ac:spMkLst>
            <pc:docMk/>
            <pc:sldMk cId="2762778352" sldId="524"/>
            <ac:spMk id="4" creationId="{24EC9DDC-A189-634B-303A-4372CC57ACAF}"/>
          </ac:spMkLst>
        </pc:spChg>
        <pc:spChg chg="mod">
          <ac:chgData name="Loc Huynh" userId="80c0383e323bd6ea" providerId="LiveId" clId="{45D23C15-8B6E-3442-9B58-7B186F27CDA3}" dt="2023-09-18T06:42:02.505" v="2483" actId="207"/>
          <ac:spMkLst>
            <pc:docMk/>
            <pc:sldMk cId="2762778352" sldId="524"/>
            <ac:spMk id="5" creationId="{00000000-0000-0000-0000-000000000000}"/>
          </ac:spMkLst>
        </pc:spChg>
        <pc:graphicFrameChg chg="del">
          <ac:chgData name="Loc Huynh" userId="80c0383e323bd6ea" providerId="LiveId" clId="{45D23C15-8B6E-3442-9B58-7B186F27CDA3}" dt="2023-09-18T06:40:17.368" v="2384" actId="478"/>
          <ac:graphicFrameMkLst>
            <pc:docMk/>
            <pc:sldMk cId="2762778352" sldId="524"/>
            <ac:graphicFrameMk id="2" creationId="{7D5864D3-2B82-A3A0-35E5-5AEB8E3A5052}"/>
          </ac:graphicFrameMkLst>
        </pc:graphicFrameChg>
      </pc:sldChg>
      <pc:sldChg chg="modSp add mod modShow">
        <pc:chgData name="Loc Huynh" userId="80c0383e323bd6ea" providerId="LiveId" clId="{45D23C15-8B6E-3442-9B58-7B186F27CDA3}" dt="2023-09-18T07:25:53.058" v="3825" actId="729"/>
        <pc:sldMkLst>
          <pc:docMk/>
          <pc:sldMk cId="3131131681" sldId="525"/>
        </pc:sldMkLst>
        <pc:spChg chg="mod">
          <ac:chgData name="Loc Huynh" userId="80c0383e323bd6ea" providerId="LiveId" clId="{45D23C15-8B6E-3442-9B58-7B186F27CDA3}" dt="2023-09-18T07:25:17.888" v="3823" actId="5793"/>
          <ac:spMkLst>
            <pc:docMk/>
            <pc:sldMk cId="3131131681" sldId="525"/>
            <ac:spMk id="3" creationId="{7F7DFE1E-8A2D-6145-BBE1-74889E55A8BD}"/>
          </ac:spMkLst>
        </pc:spChg>
      </pc:sldChg>
      <pc:sldChg chg="modSp add mod ord">
        <pc:chgData name="Loc Huynh" userId="80c0383e323bd6ea" providerId="LiveId" clId="{45D23C15-8B6E-3442-9B58-7B186F27CDA3}" dt="2023-09-18T07:25:58.714" v="3827" actId="20577"/>
        <pc:sldMkLst>
          <pc:docMk/>
          <pc:sldMk cId="1655734534" sldId="526"/>
        </pc:sldMkLst>
        <pc:spChg chg="mod">
          <ac:chgData name="Loc Huynh" userId="80c0383e323bd6ea" providerId="LiveId" clId="{45D23C15-8B6E-3442-9B58-7B186F27CDA3}" dt="2023-09-18T07:25:58.714" v="3827" actId="20577"/>
          <ac:spMkLst>
            <pc:docMk/>
            <pc:sldMk cId="1655734534" sldId="526"/>
            <ac:spMk id="3" creationId="{7F7DFE1E-8A2D-6145-BBE1-74889E55A8BD}"/>
          </ac:spMkLst>
        </pc:spChg>
      </pc:sldChg>
      <pc:sldChg chg="addSp delSp modSp add del mod delAnim modAnim modShow modNotesTx">
        <pc:chgData name="Loc Huynh" userId="80c0383e323bd6ea" providerId="LiveId" clId="{45D23C15-8B6E-3442-9B58-7B186F27CDA3}" dt="2023-09-18T08:47:07.026" v="4966" actId="2696"/>
        <pc:sldMkLst>
          <pc:docMk/>
          <pc:sldMk cId="1843618767" sldId="527"/>
        </pc:sldMkLst>
        <pc:spChg chg="mod">
          <ac:chgData name="Loc Huynh" userId="80c0383e323bd6ea" providerId="LiveId" clId="{45D23C15-8B6E-3442-9B58-7B186F27CDA3}" dt="2023-09-18T07:41:50.716" v="4137" actId="20577"/>
          <ac:spMkLst>
            <pc:docMk/>
            <pc:sldMk cId="1843618767" sldId="527"/>
            <ac:spMk id="3" creationId="{7F7DFE1E-8A2D-6145-BBE1-74889E55A8BD}"/>
          </ac:spMkLst>
        </pc:spChg>
        <pc:spChg chg="del mod">
          <ac:chgData name="Loc Huynh" userId="80c0383e323bd6ea" providerId="LiveId" clId="{45D23C15-8B6E-3442-9B58-7B186F27CDA3}" dt="2023-09-18T07:27:57.943" v="3867" actId="478"/>
          <ac:spMkLst>
            <pc:docMk/>
            <pc:sldMk cId="1843618767" sldId="527"/>
            <ac:spMk id="8" creationId="{E5D382B1-0F63-C5A3-9C01-83CBCB2C73C6}"/>
          </ac:spMkLst>
        </pc:spChg>
        <pc:spChg chg="del mod topLvl">
          <ac:chgData name="Loc Huynh" userId="80c0383e323bd6ea" providerId="LiveId" clId="{45D23C15-8B6E-3442-9B58-7B186F27CDA3}" dt="2023-09-18T07:34:49.133" v="4035" actId="21"/>
          <ac:spMkLst>
            <pc:docMk/>
            <pc:sldMk cId="1843618767" sldId="527"/>
            <ac:spMk id="9" creationId="{564567C8-16AC-AE51-58ED-92EF83D76C25}"/>
          </ac:spMkLst>
        </pc:spChg>
        <pc:spChg chg="mod">
          <ac:chgData name="Loc Huynh" userId="80c0383e323bd6ea" providerId="LiveId" clId="{45D23C15-8B6E-3442-9B58-7B186F27CDA3}" dt="2023-09-18T07:42:06.356" v="4140" actId="1076"/>
          <ac:spMkLst>
            <pc:docMk/>
            <pc:sldMk cId="1843618767" sldId="527"/>
            <ac:spMk id="22" creationId="{EA79B16D-1073-BBAF-7E0C-05A18B0D6519}"/>
          </ac:spMkLst>
        </pc:spChg>
        <pc:spChg chg="mod">
          <ac:chgData name="Loc Huynh" userId="80c0383e323bd6ea" providerId="LiveId" clId="{45D23C15-8B6E-3442-9B58-7B186F27CDA3}" dt="2023-09-18T07:42:06.356" v="4140" actId="1076"/>
          <ac:spMkLst>
            <pc:docMk/>
            <pc:sldMk cId="1843618767" sldId="527"/>
            <ac:spMk id="27" creationId="{FB71D141-8787-8503-FB25-3440AE6B672E}"/>
          </ac:spMkLst>
        </pc:spChg>
        <pc:spChg chg="mod">
          <ac:chgData name="Loc Huynh" userId="80c0383e323bd6ea" providerId="LiveId" clId="{45D23C15-8B6E-3442-9B58-7B186F27CDA3}" dt="2023-09-18T07:42:06.356" v="4140" actId="1076"/>
          <ac:spMkLst>
            <pc:docMk/>
            <pc:sldMk cId="1843618767" sldId="527"/>
            <ac:spMk id="29" creationId="{D360286B-81ED-09EB-4D2A-B4AF4E56BF61}"/>
          </ac:spMkLst>
        </pc:spChg>
        <pc:spChg chg="del mod">
          <ac:chgData name="Loc Huynh" userId="80c0383e323bd6ea" providerId="LiveId" clId="{45D23C15-8B6E-3442-9B58-7B186F27CDA3}" dt="2023-09-18T07:32:48.726" v="3995" actId="478"/>
          <ac:spMkLst>
            <pc:docMk/>
            <pc:sldMk cId="1843618767" sldId="527"/>
            <ac:spMk id="31" creationId="{CDD79435-D2DA-E52A-22F3-42DD101EFAB2}"/>
          </ac:spMkLst>
        </pc:spChg>
        <pc:spChg chg="mod">
          <ac:chgData name="Loc Huynh" userId="80c0383e323bd6ea" providerId="LiveId" clId="{45D23C15-8B6E-3442-9B58-7B186F27CDA3}" dt="2023-09-18T07:42:06.356" v="4140" actId="1076"/>
          <ac:spMkLst>
            <pc:docMk/>
            <pc:sldMk cId="1843618767" sldId="527"/>
            <ac:spMk id="32" creationId="{91853DC7-9D61-50FA-C6BA-D1F5CF031469}"/>
          </ac:spMkLst>
        </pc:spChg>
        <pc:spChg chg="mod">
          <ac:chgData name="Loc Huynh" userId="80c0383e323bd6ea" providerId="LiveId" clId="{45D23C15-8B6E-3442-9B58-7B186F27CDA3}" dt="2023-09-18T07:42:06.356" v="4140" actId="1076"/>
          <ac:spMkLst>
            <pc:docMk/>
            <pc:sldMk cId="1843618767" sldId="527"/>
            <ac:spMk id="36" creationId="{6D5F8785-FB61-8BE8-5197-288D36281D22}"/>
          </ac:spMkLst>
        </pc:spChg>
        <pc:spChg chg="mod">
          <ac:chgData name="Loc Huynh" userId="80c0383e323bd6ea" providerId="LiveId" clId="{45D23C15-8B6E-3442-9B58-7B186F27CDA3}" dt="2023-09-18T07:42:06.356" v="4140" actId="1076"/>
          <ac:spMkLst>
            <pc:docMk/>
            <pc:sldMk cId="1843618767" sldId="527"/>
            <ac:spMk id="37" creationId="{EA0AD00F-C0D2-3D67-B12B-191AD178682D}"/>
          </ac:spMkLst>
        </pc:spChg>
        <pc:spChg chg="mod">
          <ac:chgData name="Loc Huynh" userId="80c0383e323bd6ea" providerId="LiveId" clId="{45D23C15-8B6E-3442-9B58-7B186F27CDA3}" dt="2023-09-18T07:42:06.356" v="4140" actId="1076"/>
          <ac:spMkLst>
            <pc:docMk/>
            <pc:sldMk cId="1843618767" sldId="527"/>
            <ac:spMk id="38" creationId="{241653B2-3EE9-9BB0-3392-1C4C97E55D39}"/>
          </ac:spMkLst>
        </pc:spChg>
        <pc:spChg chg="add del mod">
          <ac:chgData name="Loc Huynh" userId="80c0383e323bd6ea" providerId="LiveId" clId="{45D23C15-8B6E-3442-9B58-7B186F27CDA3}" dt="2023-09-18T07:42:02.968" v="4139" actId="478"/>
          <ac:spMkLst>
            <pc:docMk/>
            <pc:sldMk cId="1843618767" sldId="527"/>
            <ac:spMk id="39" creationId="{737D7C17-89DC-84D4-FE4F-BC2DA55779E9}"/>
          </ac:spMkLst>
        </pc:spChg>
        <pc:spChg chg="add mod">
          <ac:chgData name="Loc Huynh" userId="80c0383e323bd6ea" providerId="LiveId" clId="{45D23C15-8B6E-3442-9B58-7B186F27CDA3}" dt="2023-09-18T07:42:06.356" v="4140" actId="1076"/>
          <ac:spMkLst>
            <pc:docMk/>
            <pc:sldMk cId="1843618767" sldId="527"/>
            <ac:spMk id="42" creationId="{0B90CA47-62D3-ECC7-FB11-47A64B430663}"/>
          </ac:spMkLst>
        </pc:spChg>
        <pc:spChg chg="add mod">
          <ac:chgData name="Loc Huynh" userId="80c0383e323bd6ea" providerId="LiveId" clId="{45D23C15-8B6E-3442-9B58-7B186F27CDA3}" dt="2023-09-18T07:42:06.356" v="4140" actId="1076"/>
          <ac:spMkLst>
            <pc:docMk/>
            <pc:sldMk cId="1843618767" sldId="527"/>
            <ac:spMk id="55" creationId="{15C10B91-6E8C-2202-F5D2-920513A8C012}"/>
          </ac:spMkLst>
        </pc:spChg>
        <pc:grpChg chg="add del mod">
          <ac:chgData name="Loc Huynh" userId="80c0383e323bd6ea" providerId="LiveId" clId="{45D23C15-8B6E-3442-9B58-7B186F27CDA3}" dt="2023-09-18T07:34:49.133" v="4035" actId="21"/>
          <ac:grpSpMkLst>
            <pc:docMk/>
            <pc:sldMk cId="1843618767" sldId="527"/>
            <ac:grpSpMk id="6" creationId="{D38A524E-715E-067D-32C7-4BD269069DF4}"/>
          </ac:grpSpMkLst>
        </pc:grpChg>
        <pc:grpChg chg="del mod">
          <ac:chgData name="Loc Huynh" userId="80c0383e323bd6ea" providerId="LiveId" clId="{45D23C15-8B6E-3442-9B58-7B186F27CDA3}" dt="2023-09-18T07:32:54.609" v="3999" actId="478"/>
          <ac:grpSpMkLst>
            <pc:docMk/>
            <pc:sldMk cId="1843618767" sldId="527"/>
            <ac:grpSpMk id="7" creationId="{9BC1CA33-74BD-0BF3-7E67-913F625F366F}"/>
          </ac:grpSpMkLst>
        </pc:grpChg>
        <pc:grpChg chg="del mod">
          <ac:chgData name="Loc Huynh" userId="80c0383e323bd6ea" providerId="LiveId" clId="{45D23C15-8B6E-3442-9B58-7B186F27CDA3}" dt="2023-09-18T07:32:58.814" v="4003" actId="478"/>
          <ac:grpSpMkLst>
            <pc:docMk/>
            <pc:sldMk cId="1843618767" sldId="527"/>
            <ac:grpSpMk id="10" creationId="{FB88A37A-1392-A464-87CF-01B999DECA7F}"/>
          </ac:grpSpMkLst>
        </pc:grpChg>
        <pc:grpChg chg="mod topLvl">
          <ac:chgData name="Loc Huynh" userId="80c0383e323bd6ea" providerId="LiveId" clId="{45D23C15-8B6E-3442-9B58-7B186F27CDA3}" dt="2023-09-18T07:42:06.356" v="4140" actId="1076"/>
          <ac:grpSpMkLst>
            <pc:docMk/>
            <pc:sldMk cId="1843618767" sldId="527"/>
            <ac:grpSpMk id="15" creationId="{0B016F60-C788-33C7-E9DA-0FA9B0509BF9}"/>
          </ac:grpSpMkLst>
        </pc:grpChg>
        <pc:grpChg chg="mod">
          <ac:chgData name="Loc Huynh" userId="80c0383e323bd6ea" providerId="LiveId" clId="{45D23C15-8B6E-3442-9B58-7B186F27CDA3}" dt="2023-09-18T07:42:06.356" v="4140" actId="1076"/>
          <ac:grpSpMkLst>
            <pc:docMk/>
            <pc:sldMk cId="1843618767" sldId="527"/>
            <ac:grpSpMk id="17" creationId="{1C12C740-61BE-128D-8D52-AFDDDB158BBC}"/>
          </ac:grpSpMkLst>
        </pc:grpChg>
        <pc:grpChg chg="del mod">
          <ac:chgData name="Loc Huynh" userId="80c0383e323bd6ea" providerId="LiveId" clId="{45D23C15-8B6E-3442-9B58-7B186F27CDA3}" dt="2023-09-18T07:32:48.726" v="3995" actId="478"/>
          <ac:grpSpMkLst>
            <pc:docMk/>
            <pc:sldMk cId="1843618767" sldId="527"/>
            <ac:grpSpMk id="18" creationId="{547C3531-9573-B6BB-5621-C2A5FB978C5E}"/>
          </ac:grpSpMkLst>
        </pc:grpChg>
        <pc:grpChg chg="del mod">
          <ac:chgData name="Loc Huynh" userId="80c0383e323bd6ea" providerId="LiveId" clId="{45D23C15-8B6E-3442-9B58-7B186F27CDA3}" dt="2023-09-18T07:32:45.437" v="3994" actId="478"/>
          <ac:grpSpMkLst>
            <pc:docMk/>
            <pc:sldMk cId="1843618767" sldId="527"/>
            <ac:grpSpMk id="19" creationId="{8A20848F-26EE-02D6-0E7D-558CFBE1F1DA}"/>
          </ac:grpSpMkLst>
        </pc:grpChg>
        <pc:grpChg chg="mod">
          <ac:chgData name="Loc Huynh" userId="80c0383e323bd6ea" providerId="LiveId" clId="{45D23C15-8B6E-3442-9B58-7B186F27CDA3}" dt="2023-09-18T07:42:06.356" v="4140" actId="1076"/>
          <ac:grpSpMkLst>
            <pc:docMk/>
            <pc:sldMk cId="1843618767" sldId="527"/>
            <ac:grpSpMk id="20" creationId="{DF6AA797-702E-FE1B-649B-E738CE94761C}"/>
          </ac:grpSpMkLst>
        </pc:grpChg>
        <pc:grpChg chg="mod">
          <ac:chgData name="Loc Huynh" userId="80c0383e323bd6ea" providerId="LiveId" clId="{45D23C15-8B6E-3442-9B58-7B186F27CDA3}" dt="2023-09-18T07:42:06.356" v="4140" actId="1076"/>
          <ac:grpSpMkLst>
            <pc:docMk/>
            <pc:sldMk cId="1843618767" sldId="527"/>
            <ac:grpSpMk id="21" creationId="{770B071B-5B84-657B-7DCB-E512CCA3F376}"/>
          </ac:grpSpMkLst>
        </pc:grpChg>
        <pc:grpChg chg="mod">
          <ac:chgData name="Loc Huynh" userId="80c0383e323bd6ea" providerId="LiveId" clId="{45D23C15-8B6E-3442-9B58-7B186F27CDA3}" dt="2023-09-18T07:42:06.356" v="4140" actId="1076"/>
          <ac:grpSpMkLst>
            <pc:docMk/>
            <pc:sldMk cId="1843618767" sldId="527"/>
            <ac:grpSpMk id="23" creationId="{ECDE2833-7D31-70EE-96A7-29B503A46170}"/>
          </ac:grpSpMkLst>
        </pc:grpChg>
        <pc:grpChg chg="add mod">
          <ac:chgData name="Loc Huynh" userId="80c0383e323bd6ea" providerId="LiveId" clId="{45D23C15-8B6E-3442-9B58-7B186F27CDA3}" dt="2023-09-18T07:42:06.356" v="4140" actId="1076"/>
          <ac:grpSpMkLst>
            <pc:docMk/>
            <pc:sldMk cId="1843618767" sldId="527"/>
            <ac:grpSpMk id="66" creationId="{539A298B-0B52-C811-2672-05B3AADF92A7}"/>
          </ac:grpSpMkLst>
        </pc:grpChg>
        <pc:picChg chg="mod">
          <ac:chgData name="Loc Huynh" userId="80c0383e323bd6ea" providerId="LiveId" clId="{45D23C15-8B6E-3442-9B58-7B186F27CDA3}" dt="2023-09-18T07:42:06.356" v="4140" actId="1076"/>
          <ac:picMkLst>
            <pc:docMk/>
            <pc:sldMk cId="1843618767" sldId="527"/>
            <ac:picMk id="24" creationId="{79F5ED0E-4FD2-453E-9DC8-C8FF9A27D492}"/>
          </ac:picMkLst>
        </pc:picChg>
        <pc:picChg chg="mod">
          <ac:chgData name="Loc Huynh" userId="80c0383e323bd6ea" providerId="LiveId" clId="{45D23C15-8B6E-3442-9B58-7B186F27CDA3}" dt="2023-09-18T07:42:06.356" v="4140" actId="1076"/>
          <ac:picMkLst>
            <pc:docMk/>
            <pc:sldMk cId="1843618767" sldId="527"/>
            <ac:picMk id="25" creationId="{5399DCEA-E82D-C250-F4C8-3522BA80A0C1}"/>
          </ac:picMkLst>
        </pc:picChg>
        <pc:picChg chg="mod">
          <ac:chgData name="Loc Huynh" userId="80c0383e323bd6ea" providerId="LiveId" clId="{45D23C15-8B6E-3442-9B58-7B186F27CDA3}" dt="2023-09-18T07:42:06.356" v="4140" actId="1076"/>
          <ac:picMkLst>
            <pc:docMk/>
            <pc:sldMk cId="1843618767" sldId="527"/>
            <ac:picMk id="28" creationId="{0B804D5A-F566-A61B-C247-82EA99503349}"/>
          </ac:picMkLst>
        </pc:picChg>
        <pc:picChg chg="del mod">
          <ac:chgData name="Loc Huynh" userId="80c0383e323bd6ea" providerId="LiveId" clId="{45D23C15-8B6E-3442-9B58-7B186F27CDA3}" dt="2023-09-18T07:32:45.437" v="3994" actId="478"/>
          <ac:picMkLst>
            <pc:docMk/>
            <pc:sldMk cId="1843618767" sldId="527"/>
            <ac:picMk id="30" creationId="{21D6FEE0-8C07-494E-C06D-B0EF7260729C}"/>
          </ac:picMkLst>
        </pc:picChg>
        <pc:picChg chg="mod">
          <ac:chgData name="Loc Huynh" userId="80c0383e323bd6ea" providerId="LiveId" clId="{45D23C15-8B6E-3442-9B58-7B186F27CDA3}" dt="2023-09-18T07:42:06.356" v="4140" actId="1076"/>
          <ac:picMkLst>
            <pc:docMk/>
            <pc:sldMk cId="1843618767" sldId="527"/>
            <ac:picMk id="34" creationId="{7BE63973-330F-F824-6288-9CE7742B9F23}"/>
          </ac:picMkLst>
        </pc:picChg>
        <pc:picChg chg="add del mod">
          <ac:chgData name="Loc Huynh" userId="80c0383e323bd6ea" providerId="LiveId" clId="{45D23C15-8B6E-3442-9B58-7B186F27CDA3}" dt="2023-09-18T07:34:45.852" v="4033" actId="21"/>
          <ac:picMkLst>
            <pc:docMk/>
            <pc:sldMk cId="1843618767" sldId="527"/>
            <ac:picMk id="41" creationId="{E617ABDA-5679-ECF4-E06D-DFB63AF9C48B}"/>
          </ac:picMkLst>
        </pc:picChg>
        <pc:picChg chg="add mod">
          <ac:chgData name="Loc Huynh" userId="80c0383e323bd6ea" providerId="LiveId" clId="{45D23C15-8B6E-3442-9B58-7B186F27CDA3}" dt="2023-09-18T07:42:06.356" v="4140" actId="1076"/>
          <ac:picMkLst>
            <pc:docMk/>
            <pc:sldMk cId="1843618767" sldId="527"/>
            <ac:picMk id="43" creationId="{DD9FF9BC-D5A0-730B-A2D4-454E7BB2BE0B}"/>
          </ac:picMkLst>
        </pc:picChg>
        <pc:picChg chg="add del mod">
          <ac:chgData name="Loc Huynh" userId="80c0383e323bd6ea" providerId="LiveId" clId="{45D23C15-8B6E-3442-9B58-7B186F27CDA3}" dt="2023-09-18T07:34:35.590" v="4026"/>
          <ac:picMkLst>
            <pc:docMk/>
            <pc:sldMk cId="1843618767" sldId="527"/>
            <ac:picMk id="53" creationId="{847A0533-42AC-59D1-6D4C-85D72E22D4FF}"/>
          </ac:picMkLst>
        </pc:picChg>
        <pc:picChg chg="add mod">
          <ac:chgData name="Loc Huynh" userId="80c0383e323bd6ea" providerId="LiveId" clId="{45D23C15-8B6E-3442-9B58-7B186F27CDA3}" dt="2023-09-18T07:42:06.356" v="4140" actId="1076"/>
          <ac:picMkLst>
            <pc:docMk/>
            <pc:sldMk cId="1843618767" sldId="527"/>
            <ac:picMk id="54" creationId="{D1A05273-005E-E33E-E305-771DE38B554C}"/>
          </ac:picMkLst>
        </pc:picChg>
        <pc:cxnChg chg="del mod">
          <ac:chgData name="Loc Huynh" userId="80c0383e323bd6ea" providerId="LiveId" clId="{45D23C15-8B6E-3442-9B58-7B186F27CDA3}" dt="2023-09-18T07:32:51.866" v="3997" actId="478"/>
          <ac:cxnSpMkLst>
            <pc:docMk/>
            <pc:sldMk cId="1843618767" sldId="527"/>
            <ac:cxnSpMk id="11" creationId="{7523C675-6B9D-6DFE-17D1-BD9DF11C61A8}"/>
          </ac:cxnSpMkLst>
        </pc:cxnChg>
        <pc:cxnChg chg="del mod">
          <ac:chgData name="Loc Huynh" userId="80c0383e323bd6ea" providerId="LiveId" clId="{45D23C15-8B6E-3442-9B58-7B186F27CDA3}" dt="2023-09-18T07:30:01.923" v="3925" actId="478"/>
          <ac:cxnSpMkLst>
            <pc:docMk/>
            <pc:sldMk cId="1843618767" sldId="527"/>
            <ac:cxnSpMk id="12" creationId="{36F3FCD3-A696-C5DD-9926-2322C57223C9}"/>
          </ac:cxnSpMkLst>
        </pc:cxnChg>
        <pc:cxnChg chg="del mod">
          <ac:chgData name="Loc Huynh" userId="80c0383e323bd6ea" providerId="LiveId" clId="{45D23C15-8B6E-3442-9B58-7B186F27CDA3}" dt="2023-09-18T07:32:54.609" v="3999" actId="478"/>
          <ac:cxnSpMkLst>
            <pc:docMk/>
            <pc:sldMk cId="1843618767" sldId="527"/>
            <ac:cxnSpMk id="13" creationId="{8FFDEDEF-A279-A198-67D6-65F330DFFB7B}"/>
          </ac:cxnSpMkLst>
        </pc:cxnChg>
        <pc:cxnChg chg="del mod">
          <ac:chgData name="Loc Huynh" userId="80c0383e323bd6ea" providerId="LiveId" clId="{45D23C15-8B6E-3442-9B58-7B186F27CDA3}" dt="2023-09-18T07:32:50.406" v="3996" actId="478"/>
          <ac:cxnSpMkLst>
            <pc:docMk/>
            <pc:sldMk cId="1843618767" sldId="527"/>
            <ac:cxnSpMk id="14" creationId="{EB05060D-3D86-2620-25DC-F1EE14EF6EEB}"/>
          </ac:cxnSpMkLst>
        </pc:cxnChg>
        <pc:cxnChg chg="del mod">
          <ac:chgData name="Loc Huynh" userId="80c0383e323bd6ea" providerId="LiveId" clId="{45D23C15-8B6E-3442-9B58-7B186F27CDA3}" dt="2023-09-18T07:32:58.814" v="4003" actId="478"/>
          <ac:cxnSpMkLst>
            <pc:docMk/>
            <pc:sldMk cId="1843618767" sldId="527"/>
            <ac:cxnSpMk id="16" creationId="{A41A8362-49D7-2BDE-B4F8-CC7B400DCEDA}"/>
          </ac:cxnSpMkLst>
        </pc:cxnChg>
        <pc:cxnChg chg="mod">
          <ac:chgData name="Loc Huynh" userId="80c0383e323bd6ea" providerId="LiveId" clId="{45D23C15-8B6E-3442-9B58-7B186F27CDA3}" dt="2023-09-18T07:42:06.356" v="4140" actId="1076"/>
          <ac:cxnSpMkLst>
            <pc:docMk/>
            <pc:sldMk cId="1843618767" sldId="527"/>
            <ac:cxnSpMk id="26" creationId="{B6CAC126-0C83-C3A3-3AAD-B89735363D42}"/>
          </ac:cxnSpMkLst>
        </pc:cxnChg>
        <pc:cxnChg chg="mod">
          <ac:chgData name="Loc Huynh" userId="80c0383e323bd6ea" providerId="LiveId" clId="{45D23C15-8B6E-3442-9B58-7B186F27CDA3}" dt="2023-09-18T07:42:06.356" v="4140" actId="1076"/>
          <ac:cxnSpMkLst>
            <pc:docMk/>
            <pc:sldMk cId="1843618767" sldId="527"/>
            <ac:cxnSpMk id="33" creationId="{40FDDD31-19F6-93B0-5488-37EDEAC5084E}"/>
          </ac:cxnSpMkLst>
        </pc:cxnChg>
        <pc:cxnChg chg="mod">
          <ac:chgData name="Loc Huynh" userId="80c0383e323bd6ea" providerId="LiveId" clId="{45D23C15-8B6E-3442-9B58-7B186F27CDA3}" dt="2023-09-18T07:42:06.356" v="4140" actId="1076"/>
          <ac:cxnSpMkLst>
            <pc:docMk/>
            <pc:sldMk cId="1843618767" sldId="527"/>
            <ac:cxnSpMk id="35" creationId="{E5880243-1D84-CD5C-36CF-34B7070F54EF}"/>
          </ac:cxnSpMkLst>
        </pc:cxnChg>
        <pc:cxnChg chg="add mod">
          <ac:chgData name="Loc Huynh" userId="80c0383e323bd6ea" providerId="LiveId" clId="{45D23C15-8B6E-3442-9B58-7B186F27CDA3}" dt="2023-09-18T07:42:06.356" v="4140" actId="1076"/>
          <ac:cxnSpMkLst>
            <pc:docMk/>
            <pc:sldMk cId="1843618767" sldId="527"/>
            <ac:cxnSpMk id="40" creationId="{F827DCCD-1CBC-A234-2CFF-3B69F02E83B4}"/>
          </ac:cxnSpMkLst>
        </pc:cxnChg>
        <pc:cxnChg chg="add del mod">
          <ac:chgData name="Loc Huynh" userId="80c0383e323bd6ea" providerId="LiveId" clId="{45D23C15-8B6E-3442-9B58-7B186F27CDA3}" dt="2023-09-18T07:32:52.896" v="3998" actId="478"/>
          <ac:cxnSpMkLst>
            <pc:docMk/>
            <pc:sldMk cId="1843618767" sldId="527"/>
            <ac:cxnSpMk id="47" creationId="{E97DE3C8-9012-42BF-DC05-F1FD09786C51}"/>
          </ac:cxnSpMkLst>
        </pc:cxnChg>
        <pc:cxnChg chg="add mod">
          <ac:chgData name="Loc Huynh" userId="80c0383e323bd6ea" providerId="LiveId" clId="{45D23C15-8B6E-3442-9B58-7B186F27CDA3}" dt="2023-09-18T07:42:06.356" v="4140" actId="1076"/>
          <ac:cxnSpMkLst>
            <pc:docMk/>
            <pc:sldMk cId="1843618767" sldId="527"/>
            <ac:cxnSpMk id="49" creationId="{C4EEC47D-B96F-64DB-4E56-DB66645A0735}"/>
          </ac:cxnSpMkLst>
        </pc:cxnChg>
        <pc:cxnChg chg="add mod">
          <ac:chgData name="Loc Huynh" userId="80c0383e323bd6ea" providerId="LiveId" clId="{45D23C15-8B6E-3442-9B58-7B186F27CDA3}" dt="2023-09-18T07:42:06.356" v="4140" actId="1076"/>
          <ac:cxnSpMkLst>
            <pc:docMk/>
            <pc:sldMk cId="1843618767" sldId="527"/>
            <ac:cxnSpMk id="52" creationId="{1DDAE40A-2B42-9026-9898-107BB777BEFF}"/>
          </ac:cxnSpMkLst>
        </pc:cxnChg>
        <pc:cxnChg chg="add mod">
          <ac:chgData name="Loc Huynh" userId="80c0383e323bd6ea" providerId="LiveId" clId="{45D23C15-8B6E-3442-9B58-7B186F27CDA3}" dt="2023-09-18T07:42:06.356" v="4140" actId="1076"/>
          <ac:cxnSpMkLst>
            <pc:docMk/>
            <pc:sldMk cId="1843618767" sldId="527"/>
            <ac:cxnSpMk id="57" creationId="{ABD16156-996C-7432-8377-98620972EF61}"/>
          </ac:cxnSpMkLst>
        </pc:cxnChg>
      </pc:sldChg>
      <pc:sldChg chg="modSp add mod ord">
        <pc:chgData name="Loc Huynh" userId="80c0383e323bd6ea" providerId="LiveId" clId="{45D23C15-8B6E-3442-9B58-7B186F27CDA3}" dt="2023-09-18T07:50:12.678" v="4351" actId="20577"/>
        <pc:sldMkLst>
          <pc:docMk/>
          <pc:sldMk cId="3913691611" sldId="528"/>
        </pc:sldMkLst>
        <pc:spChg chg="mod">
          <ac:chgData name="Loc Huynh" userId="80c0383e323bd6ea" providerId="LiveId" clId="{45D23C15-8B6E-3442-9B58-7B186F27CDA3}" dt="2023-09-18T07:50:12.678" v="4351" actId="20577"/>
          <ac:spMkLst>
            <pc:docMk/>
            <pc:sldMk cId="3913691611" sldId="528"/>
            <ac:spMk id="3" creationId="{7F7DFE1E-8A2D-6145-BBE1-74889E55A8BD}"/>
          </ac:spMkLst>
        </pc:spChg>
      </pc:sldChg>
      <pc:sldChg chg="addSp modSp add mod modAnim">
        <pc:chgData name="Loc Huynh" userId="80c0383e323bd6ea" providerId="LiveId" clId="{45D23C15-8B6E-3442-9B58-7B186F27CDA3}" dt="2023-09-18T07:41:29.582" v="4127"/>
        <pc:sldMkLst>
          <pc:docMk/>
          <pc:sldMk cId="2581088329" sldId="529"/>
        </pc:sldMkLst>
        <pc:spChg chg="mod">
          <ac:chgData name="Loc Huynh" userId="80c0383e323bd6ea" providerId="LiveId" clId="{45D23C15-8B6E-3442-9B58-7B186F27CDA3}" dt="2023-09-18T07:41:29.582" v="4127"/>
          <ac:spMkLst>
            <pc:docMk/>
            <pc:sldMk cId="2581088329" sldId="529"/>
            <ac:spMk id="2" creationId="{636479E2-C0D6-904F-B5C5-2271728A96C3}"/>
          </ac:spMkLst>
        </pc:spChg>
        <pc:spChg chg="mod">
          <ac:chgData name="Loc Huynh" userId="80c0383e323bd6ea" providerId="LiveId" clId="{45D23C15-8B6E-3442-9B58-7B186F27CDA3}" dt="2023-09-18T07:41:05.279" v="4126" actId="20577"/>
          <ac:spMkLst>
            <pc:docMk/>
            <pc:sldMk cId="2581088329" sldId="529"/>
            <ac:spMk id="3" creationId="{C0C21A69-FB3A-5848-81E0-17A1514E605F}"/>
          </ac:spMkLst>
        </pc:spChg>
        <pc:spChg chg="add mod">
          <ac:chgData name="Loc Huynh" userId="80c0383e323bd6ea" providerId="LiveId" clId="{45D23C15-8B6E-3442-9B58-7B186F27CDA3}" dt="2023-09-18T07:40:49.226" v="4091" actId="1076"/>
          <ac:spMkLst>
            <pc:docMk/>
            <pc:sldMk cId="2581088329" sldId="529"/>
            <ac:spMk id="6" creationId="{C5DDAD14-A9B9-994D-0600-AE9DA3D15E1F}"/>
          </ac:spMkLst>
        </pc:spChg>
      </pc:sldChg>
      <pc:sldChg chg="delSp modSp add mod delAnim">
        <pc:chgData name="Loc Huynh" userId="80c0383e323bd6ea" providerId="LiveId" clId="{45D23C15-8B6E-3442-9B58-7B186F27CDA3}" dt="2023-09-18T07:56:06.586" v="4391"/>
        <pc:sldMkLst>
          <pc:docMk/>
          <pc:sldMk cId="3049037987" sldId="530"/>
        </pc:sldMkLst>
        <pc:spChg chg="mod">
          <ac:chgData name="Loc Huynh" userId="80c0383e323bd6ea" providerId="LiveId" clId="{45D23C15-8B6E-3442-9B58-7B186F27CDA3}" dt="2023-09-18T07:56:06.586" v="4391"/>
          <ac:spMkLst>
            <pc:docMk/>
            <pc:sldMk cId="3049037987" sldId="530"/>
            <ac:spMk id="2" creationId="{67D965CF-1D55-5443-919B-AC77503498CA}"/>
          </ac:spMkLst>
        </pc:spChg>
        <pc:spChg chg="mod">
          <ac:chgData name="Loc Huynh" userId="80c0383e323bd6ea" providerId="LiveId" clId="{45D23C15-8B6E-3442-9B58-7B186F27CDA3}" dt="2023-09-18T07:53:38.466" v="4373" actId="20577"/>
          <ac:spMkLst>
            <pc:docMk/>
            <pc:sldMk cId="3049037987" sldId="530"/>
            <ac:spMk id="3" creationId="{6B1D9321-FF39-B846-D955-EBEE6C4CA6FB}"/>
          </ac:spMkLst>
        </pc:spChg>
        <pc:spChg chg="del">
          <ac:chgData name="Loc Huynh" userId="80c0383e323bd6ea" providerId="LiveId" clId="{45D23C15-8B6E-3442-9B58-7B186F27CDA3}" dt="2023-09-18T07:48:55.980" v="4230" actId="478"/>
          <ac:spMkLst>
            <pc:docMk/>
            <pc:sldMk cId="3049037987" sldId="530"/>
            <ac:spMk id="7" creationId="{9CF46A69-C370-BC4E-A1B6-0D08CD7E7D51}"/>
          </ac:spMkLst>
        </pc:spChg>
        <pc:spChg chg="del">
          <ac:chgData name="Loc Huynh" userId="80c0383e323bd6ea" providerId="LiveId" clId="{45D23C15-8B6E-3442-9B58-7B186F27CDA3}" dt="2023-09-18T07:48:59.298" v="4232" actId="478"/>
          <ac:spMkLst>
            <pc:docMk/>
            <pc:sldMk cId="3049037987" sldId="530"/>
            <ac:spMk id="16" creationId="{7C8FDB5D-9AF4-224E-B7B6-BA96C824EC4F}"/>
          </ac:spMkLst>
        </pc:spChg>
        <pc:spChg chg="del">
          <ac:chgData name="Loc Huynh" userId="80c0383e323bd6ea" providerId="LiveId" clId="{45D23C15-8B6E-3442-9B58-7B186F27CDA3}" dt="2023-09-18T07:48:58.232" v="4231" actId="478"/>
          <ac:spMkLst>
            <pc:docMk/>
            <pc:sldMk cId="3049037987" sldId="530"/>
            <ac:spMk id="75" creationId="{54F5DAA9-1DBD-314C-9F95-F7990C0448CA}"/>
          </ac:spMkLst>
        </pc:spChg>
        <pc:grpChg chg="del">
          <ac:chgData name="Loc Huynh" userId="80c0383e323bd6ea" providerId="LiveId" clId="{45D23C15-8B6E-3442-9B58-7B186F27CDA3}" dt="2023-09-18T07:48:54.955" v="4229" actId="478"/>
          <ac:grpSpMkLst>
            <pc:docMk/>
            <pc:sldMk cId="3049037987" sldId="530"/>
            <ac:grpSpMk id="6" creationId="{A39F8ECC-414E-5F7E-CCF1-0EDBF5AEFA1D}"/>
          </ac:grpSpMkLst>
        </pc:grpChg>
      </pc:sldChg>
      <pc:sldChg chg="delSp modSp add mod delAnim">
        <pc:chgData name="Loc Huynh" userId="80c0383e323bd6ea" providerId="LiveId" clId="{45D23C15-8B6E-3442-9B58-7B186F27CDA3}" dt="2023-09-18T07:56:12.479" v="4393"/>
        <pc:sldMkLst>
          <pc:docMk/>
          <pc:sldMk cId="1800207626" sldId="531"/>
        </pc:sldMkLst>
        <pc:spChg chg="mod">
          <ac:chgData name="Loc Huynh" userId="80c0383e323bd6ea" providerId="LiveId" clId="{45D23C15-8B6E-3442-9B58-7B186F27CDA3}" dt="2023-09-18T07:56:12.479" v="4393"/>
          <ac:spMkLst>
            <pc:docMk/>
            <pc:sldMk cId="1800207626" sldId="531"/>
            <ac:spMk id="2" creationId="{67D965CF-1D55-5443-919B-AC77503498CA}"/>
          </ac:spMkLst>
        </pc:spChg>
        <pc:spChg chg="mod">
          <ac:chgData name="Loc Huynh" userId="80c0383e323bd6ea" providerId="LiveId" clId="{45D23C15-8B6E-3442-9B58-7B186F27CDA3}" dt="2023-09-18T07:52:51.522" v="4368" actId="20577"/>
          <ac:spMkLst>
            <pc:docMk/>
            <pc:sldMk cId="1800207626" sldId="531"/>
            <ac:spMk id="3" creationId="{E822C47B-B604-EA2C-0452-423331904349}"/>
          </ac:spMkLst>
        </pc:spChg>
        <pc:spChg chg="del">
          <ac:chgData name="Loc Huynh" userId="80c0383e323bd6ea" providerId="LiveId" clId="{45D23C15-8B6E-3442-9B58-7B186F27CDA3}" dt="2023-09-18T07:52:20.252" v="4363" actId="478"/>
          <ac:spMkLst>
            <pc:docMk/>
            <pc:sldMk cId="1800207626" sldId="531"/>
            <ac:spMk id="7" creationId="{9CF46A69-C370-BC4E-A1B6-0D08CD7E7D51}"/>
          </ac:spMkLst>
        </pc:spChg>
        <pc:spChg chg="del">
          <ac:chgData name="Loc Huynh" userId="80c0383e323bd6ea" providerId="LiveId" clId="{45D23C15-8B6E-3442-9B58-7B186F27CDA3}" dt="2023-09-18T07:52:18.769" v="4362" actId="478"/>
          <ac:spMkLst>
            <pc:docMk/>
            <pc:sldMk cId="1800207626" sldId="531"/>
            <ac:spMk id="16" creationId="{7C8FDB5D-9AF4-224E-B7B6-BA96C824EC4F}"/>
          </ac:spMkLst>
        </pc:spChg>
        <pc:spChg chg="del">
          <ac:chgData name="Loc Huynh" userId="80c0383e323bd6ea" providerId="LiveId" clId="{45D23C15-8B6E-3442-9B58-7B186F27CDA3}" dt="2023-09-18T07:54:57.986" v="4374" actId="478"/>
          <ac:spMkLst>
            <pc:docMk/>
            <pc:sldMk cId="1800207626" sldId="531"/>
            <ac:spMk id="103" creationId="{6EFD2CB0-6430-8943-8C28-01C900C29A33}"/>
          </ac:spMkLst>
        </pc:spChg>
        <pc:grpChg chg="del">
          <ac:chgData name="Loc Huynh" userId="80c0383e323bd6ea" providerId="LiveId" clId="{45D23C15-8B6E-3442-9B58-7B186F27CDA3}" dt="2023-09-18T07:52:23.248" v="4364" actId="478"/>
          <ac:grpSpMkLst>
            <pc:docMk/>
            <pc:sldMk cId="1800207626" sldId="531"/>
            <ac:grpSpMk id="39" creationId="{88095472-AE5E-D040-9B3E-B5D4EA198180}"/>
          </ac:grpSpMkLst>
        </pc:grpChg>
      </pc:sldChg>
      <pc:sldChg chg="addSp modSp add mod">
        <pc:chgData name="Loc Huynh" userId="80c0383e323bd6ea" providerId="LiveId" clId="{45D23C15-8B6E-3442-9B58-7B186F27CDA3}" dt="2023-09-18T07:58:44.639" v="4464" actId="20577"/>
        <pc:sldMkLst>
          <pc:docMk/>
          <pc:sldMk cId="2071186416" sldId="532"/>
        </pc:sldMkLst>
        <pc:spChg chg="mod">
          <ac:chgData name="Loc Huynh" userId="80c0383e323bd6ea" providerId="LiveId" clId="{45D23C15-8B6E-3442-9B58-7B186F27CDA3}" dt="2023-09-18T07:58:44.639" v="4464" actId="20577"/>
          <ac:spMkLst>
            <pc:docMk/>
            <pc:sldMk cId="2071186416" sldId="532"/>
            <ac:spMk id="3" creationId="{E822C47B-B604-EA2C-0452-423331904349}"/>
          </ac:spMkLst>
        </pc:spChg>
        <pc:spChg chg="add mod">
          <ac:chgData name="Loc Huynh" userId="80c0383e323bd6ea" providerId="LiveId" clId="{45D23C15-8B6E-3442-9B58-7B186F27CDA3}" dt="2023-09-18T07:58:38.125" v="4460"/>
          <ac:spMkLst>
            <pc:docMk/>
            <pc:sldMk cId="2071186416" sldId="532"/>
            <ac:spMk id="6" creationId="{C8BD644B-B215-9BCD-BB0A-123ACF5CB071}"/>
          </ac:spMkLst>
        </pc:spChg>
      </pc:sldChg>
      <pc:sldChg chg="addSp delSp modSp add mod">
        <pc:chgData name="Loc Huynh" userId="80c0383e323bd6ea" providerId="LiveId" clId="{45D23C15-8B6E-3442-9B58-7B186F27CDA3}" dt="2023-09-18T08:13:38.106" v="4621" actId="207"/>
        <pc:sldMkLst>
          <pc:docMk/>
          <pc:sldMk cId="1995683344" sldId="533"/>
        </pc:sldMkLst>
        <pc:spChg chg="mod">
          <ac:chgData name="Loc Huynh" userId="80c0383e323bd6ea" providerId="LiveId" clId="{45D23C15-8B6E-3442-9B58-7B186F27CDA3}" dt="2023-09-18T08:13:38.106" v="4621" actId="207"/>
          <ac:spMkLst>
            <pc:docMk/>
            <pc:sldMk cId="1995683344" sldId="533"/>
            <ac:spMk id="3" creationId="{2A8192BB-4C32-CE45-A13C-56689409F2AF}"/>
          </ac:spMkLst>
        </pc:spChg>
        <pc:picChg chg="add mod">
          <ac:chgData name="Loc Huynh" userId="80c0383e323bd6ea" providerId="LiveId" clId="{45D23C15-8B6E-3442-9B58-7B186F27CDA3}" dt="2023-09-18T08:13:21.804" v="4617" actId="1076"/>
          <ac:picMkLst>
            <pc:docMk/>
            <pc:sldMk cId="1995683344" sldId="533"/>
            <ac:picMk id="6" creationId="{418B6757-DF9A-47E1-C067-AF5861EEF3F2}"/>
          </ac:picMkLst>
        </pc:picChg>
        <pc:picChg chg="del">
          <ac:chgData name="Loc Huynh" userId="80c0383e323bd6ea" providerId="LiveId" clId="{45D23C15-8B6E-3442-9B58-7B186F27CDA3}" dt="2023-09-18T08:12:51.705" v="4606" actId="478"/>
          <ac:picMkLst>
            <pc:docMk/>
            <pc:sldMk cId="1995683344" sldId="533"/>
            <ac:picMk id="10" creationId="{6A170CDB-089C-8447-937A-3E956EDCF6EA}"/>
          </ac:picMkLst>
        </pc:picChg>
      </pc:sldChg>
      <pc:sldMasterChg chg="delSldLayout">
        <pc:chgData name="Loc Huynh" userId="80c0383e323bd6ea" providerId="LiveId" clId="{45D23C15-8B6E-3442-9B58-7B186F27CDA3}" dt="2023-09-18T00:59:22.670" v="144" actId="2696"/>
        <pc:sldMasterMkLst>
          <pc:docMk/>
          <pc:sldMasterMk cId="3606943067" sldId="2147483660"/>
        </pc:sldMasterMkLst>
        <pc:sldLayoutChg chg="del">
          <pc:chgData name="Loc Huynh" userId="80c0383e323bd6ea" providerId="LiveId" clId="{45D23C15-8B6E-3442-9B58-7B186F27CDA3}" dt="2023-09-18T00:59:22.670" v="144" actId="2696"/>
          <pc:sldLayoutMkLst>
            <pc:docMk/>
            <pc:sldMasterMk cId="3606943067" sldId="2147483660"/>
            <pc:sldLayoutMk cId="1832653104" sldId="2147483668"/>
          </pc:sldLayoutMkLst>
        </pc:sldLayoutChg>
      </pc:sldMasterChg>
    </pc:docChg>
  </pc:docChgLst>
  <pc:docChgLst>
    <pc:chgData name="Loc Huynh" userId="80c0383e323bd6ea" providerId="LiveId" clId="{7174A1A7-6A26-42BF-9590-B9BA90E8F80B}"/>
    <pc:docChg chg="undo custSel addSld delSld modSld sldOrd">
      <pc:chgData name="Loc Huynh" userId="80c0383e323bd6ea" providerId="LiveId" clId="{7174A1A7-6A26-42BF-9590-B9BA90E8F80B}" dt="2023-09-13T10:58:09.984" v="1861" actId="14100"/>
      <pc:docMkLst>
        <pc:docMk/>
      </pc:docMkLst>
      <pc:sldChg chg="modSp mod">
        <pc:chgData name="Loc Huynh" userId="80c0383e323bd6ea" providerId="LiveId" clId="{7174A1A7-6A26-42BF-9590-B9BA90E8F80B}" dt="2023-09-13T10:56:01.630" v="1851"/>
        <pc:sldMkLst>
          <pc:docMk/>
          <pc:sldMk cId="4095758079" sldId="393"/>
        </pc:sldMkLst>
        <pc:spChg chg="mod">
          <ac:chgData name="Loc Huynh" userId="80c0383e323bd6ea" providerId="LiveId" clId="{7174A1A7-6A26-42BF-9590-B9BA90E8F80B}" dt="2023-09-13T10:56:01.630" v="1851"/>
          <ac:spMkLst>
            <pc:docMk/>
            <pc:sldMk cId="4095758079" sldId="393"/>
            <ac:spMk id="2" creationId="{00000000-0000-0000-0000-000000000000}"/>
          </ac:spMkLst>
        </pc:spChg>
      </pc:sldChg>
      <pc:sldChg chg="modSp mod">
        <pc:chgData name="Loc Huynh" userId="80c0383e323bd6ea" providerId="LiveId" clId="{7174A1A7-6A26-42BF-9590-B9BA90E8F80B}" dt="2023-09-13T09:23:29.764" v="191" actId="20577"/>
        <pc:sldMkLst>
          <pc:docMk/>
          <pc:sldMk cId="2252125456" sldId="417"/>
        </pc:sldMkLst>
        <pc:spChg chg="mod">
          <ac:chgData name="Loc Huynh" userId="80c0383e323bd6ea" providerId="LiveId" clId="{7174A1A7-6A26-42BF-9590-B9BA90E8F80B}" dt="2023-09-13T09:23:29.764" v="191" actId="20577"/>
          <ac:spMkLst>
            <pc:docMk/>
            <pc:sldMk cId="2252125456" sldId="417"/>
            <ac:spMk id="2" creationId="{DF2229FD-A740-5748-AFB0-392AC29E07F4}"/>
          </ac:spMkLst>
        </pc:spChg>
      </pc:sldChg>
      <pc:sldChg chg="modSp mod">
        <pc:chgData name="Loc Huynh" userId="80c0383e323bd6ea" providerId="LiveId" clId="{7174A1A7-6A26-42BF-9590-B9BA90E8F80B}" dt="2023-09-13T09:26:06.295" v="211" actId="14100"/>
        <pc:sldMkLst>
          <pc:docMk/>
          <pc:sldMk cId="4156242330" sldId="418"/>
        </pc:sldMkLst>
        <pc:spChg chg="mod">
          <ac:chgData name="Loc Huynh" userId="80c0383e323bd6ea" providerId="LiveId" clId="{7174A1A7-6A26-42BF-9590-B9BA90E8F80B}" dt="2023-09-13T09:23:36.311" v="192"/>
          <ac:spMkLst>
            <pc:docMk/>
            <pc:sldMk cId="4156242330" sldId="418"/>
            <ac:spMk id="2" creationId="{DF2229FD-A740-5748-AFB0-392AC29E07F4}"/>
          </ac:spMkLst>
        </pc:spChg>
        <pc:spChg chg="mod ord">
          <ac:chgData name="Loc Huynh" userId="80c0383e323bd6ea" providerId="LiveId" clId="{7174A1A7-6A26-42BF-9590-B9BA90E8F80B}" dt="2023-09-13T09:25:55.295" v="209" actId="167"/>
          <ac:spMkLst>
            <pc:docMk/>
            <pc:sldMk cId="4156242330" sldId="418"/>
            <ac:spMk id="6" creationId="{24E3A728-EF22-934F-917A-56D048C67AB6}"/>
          </ac:spMkLst>
        </pc:spChg>
        <pc:spChg chg="mod">
          <ac:chgData name="Loc Huynh" userId="80c0383e323bd6ea" providerId="LiveId" clId="{7174A1A7-6A26-42BF-9590-B9BA90E8F80B}" dt="2023-09-13T09:26:06.295" v="211" actId="14100"/>
          <ac:spMkLst>
            <pc:docMk/>
            <pc:sldMk cId="4156242330" sldId="418"/>
            <ac:spMk id="8" creationId="{9A2495CC-D633-184F-9E35-DBA6F8132AA1}"/>
          </ac:spMkLst>
        </pc:spChg>
      </pc:sldChg>
      <pc:sldChg chg="modSp del mod">
        <pc:chgData name="Loc Huynh" userId="80c0383e323bd6ea" providerId="LiveId" clId="{7174A1A7-6A26-42BF-9590-B9BA90E8F80B}" dt="2023-09-13T09:26:53.451" v="218" actId="47"/>
        <pc:sldMkLst>
          <pc:docMk/>
          <pc:sldMk cId="3461866014" sldId="419"/>
        </pc:sldMkLst>
        <pc:spChg chg="mod">
          <ac:chgData name="Loc Huynh" userId="80c0383e323bd6ea" providerId="LiveId" clId="{7174A1A7-6A26-42BF-9590-B9BA90E8F80B}" dt="2023-09-13T09:23:39.608" v="193"/>
          <ac:spMkLst>
            <pc:docMk/>
            <pc:sldMk cId="3461866014" sldId="419"/>
            <ac:spMk id="2" creationId="{DF2229FD-A740-5748-AFB0-392AC29E07F4}"/>
          </ac:spMkLst>
        </pc:spChg>
      </pc:sldChg>
      <pc:sldChg chg="modSp del mod">
        <pc:chgData name="Loc Huynh" userId="80c0383e323bd6ea" providerId="LiveId" clId="{7174A1A7-6A26-42BF-9590-B9BA90E8F80B}" dt="2023-09-13T09:28:27.467" v="231" actId="47"/>
        <pc:sldMkLst>
          <pc:docMk/>
          <pc:sldMk cId="752068417" sldId="420"/>
        </pc:sldMkLst>
        <pc:spChg chg="mod">
          <ac:chgData name="Loc Huynh" userId="80c0383e323bd6ea" providerId="LiveId" clId="{7174A1A7-6A26-42BF-9590-B9BA90E8F80B}" dt="2023-09-13T09:23:52.795" v="194"/>
          <ac:spMkLst>
            <pc:docMk/>
            <pc:sldMk cId="752068417" sldId="420"/>
            <ac:spMk id="2" creationId="{DF2229FD-A740-5748-AFB0-392AC29E07F4}"/>
          </ac:spMkLst>
        </pc:spChg>
      </pc:sldChg>
      <pc:sldChg chg="modSp del mod">
        <pc:chgData name="Loc Huynh" userId="80c0383e323bd6ea" providerId="LiveId" clId="{7174A1A7-6A26-42BF-9590-B9BA90E8F80B}" dt="2023-09-13T09:29:55.983" v="245" actId="47"/>
        <pc:sldMkLst>
          <pc:docMk/>
          <pc:sldMk cId="4002749354" sldId="421"/>
        </pc:sldMkLst>
        <pc:spChg chg="mod">
          <ac:chgData name="Loc Huynh" userId="80c0383e323bd6ea" providerId="LiveId" clId="{7174A1A7-6A26-42BF-9590-B9BA90E8F80B}" dt="2023-09-13T09:23:57.389" v="196"/>
          <ac:spMkLst>
            <pc:docMk/>
            <pc:sldMk cId="4002749354" sldId="421"/>
            <ac:spMk id="2" creationId="{DF2229FD-A740-5748-AFB0-392AC29E07F4}"/>
          </ac:spMkLst>
        </pc:spChg>
      </pc:sldChg>
      <pc:sldChg chg="modSp del mod">
        <pc:chgData name="Loc Huynh" userId="80c0383e323bd6ea" providerId="LiveId" clId="{7174A1A7-6A26-42BF-9590-B9BA90E8F80B}" dt="2023-09-13T09:30:54.186" v="260" actId="47"/>
        <pc:sldMkLst>
          <pc:docMk/>
          <pc:sldMk cId="1018241307" sldId="422"/>
        </pc:sldMkLst>
        <pc:spChg chg="mod">
          <ac:chgData name="Loc Huynh" userId="80c0383e323bd6ea" providerId="LiveId" clId="{7174A1A7-6A26-42BF-9590-B9BA90E8F80B}" dt="2023-09-13T09:24:02.592" v="197"/>
          <ac:spMkLst>
            <pc:docMk/>
            <pc:sldMk cId="1018241307" sldId="422"/>
            <ac:spMk id="2" creationId="{DF2229FD-A740-5748-AFB0-392AC29E07F4}"/>
          </ac:spMkLst>
        </pc:spChg>
      </pc:sldChg>
      <pc:sldChg chg="modSp mod chgLayout">
        <pc:chgData name="Loc Huynh" userId="80c0383e323bd6ea" providerId="LiveId" clId="{7174A1A7-6A26-42BF-9590-B9BA90E8F80B}" dt="2023-09-13T09:35:25.404" v="404" actId="20577"/>
        <pc:sldMkLst>
          <pc:docMk/>
          <pc:sldMk cId="1060857223" sldId="423"/>
        </pc:sldMkLst>
        <pc:spChg chg="mod ord">
          <ac:chgData name="Loc Huynh" userId="80c0383e323bd6ea" providerId="LiveId" clId="{7174A1A7-6A26-42BF-9590-B9BA90E8F80B}" dt="2023-09-13T09:32:02.233" v="311" actId="20577"/>
          <ac:spMkLst>
            <pc:docMk/>
            <pc:sldMk cId="1060857223" sldId="423"/>
            <ac:spMk id="2" creationId="{80F262CC-7108-BA47-9DF4-6470E3B2A4D3}"/>
          </ac:spMkLst>
        </pc:spChg>
        <pc:spChg chg="mod ord">
          <ac:chgData name="Loc Huynh" userId="80c0383e323bd6ea" providerId="LiveId" clId="{7174A1A7-6A26-42BF-9590-B9BA90E8F80B}" dt="2023-09-13T09:35:25.404" v="404" actId="20577"/>
          <ac:spMkLst>
            <pc:docMk/>
            <pc:sldMk cId="1060857223" sldId="423"/>
            <ac:spMk id="3" creationId="{9AF62101-CCA0-D741-965E-52864A21749A}"/>
          </ac:spMkLst>
        </pc:spChg>
        <pc:spChg chg="mod ord">
          <ac:chgData name="Loc Huynh" userId="80c0383e323bd6ea" providerId="LiveId" clId="{7174A1A7-6A26-42BF-9590-B9BA90E8F80B}" dt="2023-09-13T09:31:43.279" v="282" actId="700"/>
          <ac:spMkLst>
            <pc:docMk/>
            <pc:sldMk cId="1060857223" sldId="423"/>
            <ac:spMk id="4" creationId="{ADC454FB-5702-5C44-BA19-162C0A4A1369}"/>
          </ac:spMkLst>
        </pc:spChg>
        <pc:spChg chg="mod ord">
          <ac:chgData name="Loc Huynh" userId="80c0383e323bd6ea" providerId="LiveId" clId="{7174A1A7-6A26-42BF-9590-B9BA90E8F80B}" dt="2023-09-13T09:31:43.279" v="282" actId="700"/>
          <ac:spMkLst>
            <pc:docMk/>
            <pc:sldMk cId="1060857223" sldId="423"/>
            <ac:spMk id="5" creationId="{F3B52447-5453-054F-8272-608FF5D8E502}"/>
          </ac:spMkLst>
        </pc:spChg>
        <pc:spChg chg="mod">
          <ac:chgData name="Loc Huynh" userId="80c0383e323bd6ea" providerId="LiveId" clId="{7174A1A7-6A26-42BF-9590-B9BA90E8F80B}" dt="2023-09-13T09:34:56.686" v="377" actId="1076"/>
          <ac:spMkLst>
            <pc:docMk/>
            <pc:sldMk cId="1060857223" sldId="423"/>
            <ac:spMk id="7" creationId="{7E655FB6-0A4B-3A47-8D9A-B6C75B0F0D9C}"/>
          </ac:spMkLst>
        </pc:spChg>
        <pc:picChg chg="mod">
          <ac:chgData name="Loc Huynh" userId="80c0383e323bd6ea" providerId="LiveId" clId="{7174A1A7-6A26-42BF-9590-B9BA90E8F80B}" dt="2023-09-13T09:34:59.842" v="378" actId="1076"/>
          <ac:picMkLst>
            <pc:docMk/>
            <pc:sldMk cId="1060857223" sldId="423"/>
            <ac:picMk id="6" creationId="{F9BBBCFC-A58C-4B40-9CCC-2F4D2395E51B}"/>
          </ac:picMkLst>
        </pc:picChg>
      </pc:sldChg>
      <pc:sldChg chg="modSp mod chgLayout">
        <pc:chgData name="Loc Huynh" userId="80c0383e323bd6ea" providerId="LiveId" clId="{7174A1A7-6A26-42BF-9590-B9BA90E8F80B}" dt="2023-09-13T09:40:23.358" v="604" actId="14100"/>
        <pc:sldMkLst>
          <pc:docMk/>
          <pc:sldMk cId="1639710476" sldId="424"/>
        </pc:sldMkLst>
        <pc:spChg chg="mod ord">
          <ac:chgData name="Loc Huynh" userId="80c0383e323bd6ea" providerId="LiveId" clId="{7174A1A7-6A26-42BF-9590-B9BA90E8F80B}" dt="2023-09-13T09:39:45.154" v="579" actId="700"/>
          <ac:spMkLst>
            <pc:docMk/>
            <pc:sldMk cId="1639710476" sldId="424"/>
            <ac:spMk id="2" creationId="{80F262CC-7108-BA47-9DF4-6470E3B2A4D3}"/>
          </ac:spMkLst>
        </pc:spChg>
        <pc:spChg chg="mod ord">
          <ac:chgData name="Loc Huynh" userId="80c0383e323bd6ea" providerId="LiveId" clId="{7174A1A7-6A26-42BF-9590-B9BA90E8F80B}" dt="2023-09-13T09:39:49.358" v="580" actId="207"/>
          <ac:spMkLst>
            <pc:docMk/>
            <pc:sldMk cId="1639710476" sldId="424"/>
            <ac:spMk id="3" creationId="{9AF62101-CCA0-D741-965E-52864A21749A}"/>
          </ac:spMkLst>
        </pc:spChg>
        <pc:spChg chg="mod ord">
          <ac:chgData name="Loc Huynh" userId="80c0383e323bd6ea" providerId="LiveId" clId="{7174A1A7-6A26-42BF-9590-B9BA90E8F80B}" dt="2023-09-13T09:39:45.154" v="579" actId="700"/>
          <ac:spMkLst>
            <pc:docMk/>
            <pc:sldMk cId="1639710476" sldId="424"/>
            <ac:spMk id="4" creationId="{ADC454FB-5702-5C44-BA19-162C0A4A1369}"/>
          </ac:spMkLst>
        </pc:spChg>
        <pc:spChg chg="mod ord">
          <ac:chgData name="Loc Huynh" userId="80c0383e323bd6ea" providerId="LiveId" clId="{7174A1A7-6A26-42BF-9590-B9BA90E8F80B}" dt="2023-09-13T09:39:45.154" v="579" actId="700"/>
          <ac:spMkLst>
            <pc:docMk/>
            <pc:sldMk cId="1639710476" sldId="424"/>
            <ac:spMk id="5" creationId="{F3B52447-5453-054F-8272-608FF5D8E502}"/>
          </ac:spMkLst>
        </pc:spChg>
        <pc:spChg chg="mod">
          <ac:chgData name="Loc Huynh" userId="80c0383e323bd6ea" providerId="LiveId" clId="{7174A1A7-6A26-42BF-9590-B9BA90E8F80B}" dt="2023-09-13T09:40:07.201" v="602" actId="1076"/>
          <ac:spMkLst>
            <pc:docMk/>
            <pc:sldMk cId="1639710476" sldId="424"/>
            <ac:spMk id="20" creationId="{FA11DDA8-F3BD-3545-86C9-A399A991B047}"/>
          </ac:spMkLst>
        </pc:spChg>
        <pc:spChg chg="mod">
          <ac:chgData name="Loc Huynh" userId="80c0383e323bd6ea" providerId="LiveId" clId="{7174A1A7-6A26-42BF-9590-B9BA90E8F80B}" dt="2023-09-13T09:40:00.186" v="601" actId="1035"/>
          <ac:spMkLst>
            <pc:docMk/>
            <pc:sldMk cId="1639710476" sldId="424"/>
            <ac:spMk id="21" creationId="{81710F7F-B602-3D41-A826-158C02388363}"/>
          </ac:spMkLst>
        </pc:spChg>
        <pc:spChg chg="mod">
          <ac:chgData name="Loc Huynh" userId="80c0383e323bd6ea" providerId="LiveId" clId="{7174A1A7-6A26-42BF-9590-B9BA90E8F80B}" dt="2023-09-13T09:40:00.186" v="601" actId="1035"/>
          <ac:spMkLst>
            <pc:docMk/>
            <pc:sldMk cId="1639710476" sldId="424"/>
            <ac:spMk id="22" creationId="{779BDBAC-8884-FF49-899C-79BB55A2730D}"/>
          </ac:spMkLst>
        </pc:spChg>
        <pc:spChg chg="mod">
          <ac:chgData name="Loc Huynh" userId="80c0383e323bd6ea" providerId="LiveId" clId="{7174A1A7-6A26-42BF-9590-B9BA90E8F80B}" dt="2023-09-13T09:40:00.186" v="601" actId="1035"/>
          <ac:spMkLst>
            <pc:docMk/>
            <pc:sldMk cId="1639710476" sldId="424"/>
            <ac:spMk id="23" creationId="{C7376B87-400D-CC44-B9D0-B8883FDF0D16}"/>
          </ac:spMkLst>
        </pc:spChg>
        <pc:spChg chg="mod">
          <ac:chgData name="Loc Huynh" userId="80c0383e323bd6ea" providerId="LiveId" clId="{7174A1A7-6A26-42BF-9590-B9BA90E8F80B}" dt="2023-09-13T09:40:00.186" v="601" actId="1035"/>
          <ac:spMkLst>
            <pc:docMk/>
            <pc:sldMk cId="1639710476" sldId="424"/>
            <ac:spMk id="24" creationId="{742B023B-6E58-5F46-A6EE-6AEE903F293C}"/>
          </ac:spMkLst>
        </pc:spChg>
        <pc:spChg chg="mod">
          <ac:chgData name="Loc Huynh" userId="80c0383e323bd6ea" providerId="LiveId" clId="{7174A1A7-6A26-42BF-9590-B9BA90E8F80B}" dt="2023-09-13T09:40:00.186" v="601" actId="1035"/>
          <ac:spMkLst>
            <pc:docMk/>
            <pc:sldMk cId="1639710476" sldId="424"/>
            <ac:spMk id="25" creationId="{0D73DE56-1AB7-C448-9F22-C191BF690516}"/>
          </ac:spMkLst>
        </pc:spChg>
        <pc:spChg chg="mod">
          <ac:chgData name="Loc Huynh" userId="80c0383e323bd6ea" providerId="LiveId" clId="{7174A1A7-6A26-42BF-9590-B9BA90E8F80B}" dt="2023-09-13T09:40:00.186" v="601" actId="1035"/>
          <ac:spMkLst>
            <pc:docMk/>
            <pc:sldMk cId="1639710476" sldId="424"/>
            <ac:spMk id="26" creationId="{6F22B1D1-6C99-9A49-BA05-373C260BD677}"/>
          </ac:spMkLst>
        </pc:spChg>
        <pc:spChg chg="mod">
          <ac:chgData name="Loc Huynh" userId="80c0383e323bd6ea" providerId="LiveId" clId="{7174A1A7-6A26-42BF-9590-B9BA90E8F80B}" dt="2023-09-13T09:40:23.358" v="604" actId="14100"/>
          <ac:spMkLst>
            <pc:docMk/>
            <pc:sldMk cId="1639710476" sldId="424"/>
            <ac:spMk id="27" creationId="{0C8225AC-0C5B-CC40-B209-B19CD249E823}"/>
          </ac:spMkLst>
        </pc:spChg>
        <pc:grpChg chg="mod">
          <ac:chgData name="Loc Huynh" userId="80c0383e323bd6ea" providerId="LiveId" clId="{7174A1A7-6A26-42BF-9590-B9BA90E8F80B}" dt="2023-09-13T09:40:00.186" v="601" actId="1035"/>
          <ac:grpSpMkLst>
            <pc:docMk/>
            <pc:sldMk cId="1639710476" sldId="424"/>
            <ac:grpSpMk id="30" creationId="{B7209310-2F24-ED4E-8489-4C17D246E160}"/>
          </ac:grpSpMkLst>
        </pc:grpChg>
      </pc:sldChg>
      <pc:sldChg chg="modSp mod ord chgLayout">
        <pc:chgData name="Loc Huynh" userId="80c0383e323bd6ea" providerId="LiveId" clId="{7174A1A7-6A26-42BF-9590-B9BA90E8F80B}" dt="2023-09-13T09:39:09.936" v="526" actId="114"/>
        <pc:sldMkLst>
          <pc:docMk/>
          <pc:sldMk cId="3333566873" sldId="425"/>
        </pc:sldMkLst>
        <pc:spChg chg="mod ord">
          <ac:chgData name="Loc Huynh" userId="80c0383e323bd6ea" providerId="LiveId" clId="{7174A1A7-6A26-42BF-9590-B9BA90E8F80B}" dt="2023-09-13T09:36:58.311" v="418" actId="700"/>
          <ac:spMkLst>
            <pc:docMk/>
            <pc:sldMk cId="3333566873" sldId="425"/>
            <ac:spMk id="2" creationId="{80F262CC-7108-BA47-9DF4-6470E3B2A4D3}"/>
          </ac:spMkLst>
        </pc:spChg>
        <pc:spChg chg="mod ord">
          <ac:chgData name="Loc Huynh" userId="80c0383e323bd6ea" providerId="LiveId" clId="{7174A1A7-6A26-42BF-9590-B9BA90E8F80B}" dt="2023-09-13T09:39:09.936" v="526" actId="114"/>
          <ac:spMkLst>
            <pc:docMk/>
            <pc:sldMk cId="3333566873" sldId="425"/>
            <ac:spMk id="3" creationId="{9AF62101-CCA0-D741-965E-52864A21749A}"/>
          </ac:spMkLst>
        </pc:spChg>
        <pc:spChg chg="mod ord">
          <ac:chgData name="Loc Huynh" userId="80c0383e323bd6ea" providerId="LiveId" clId="{7174A1A7-6A26-42BF-9590-B9BA90E8F80B}" dt="2023-09-13T09:36:58.311" v="418" actId="700"/>
          <ac:spMkLst>
            <pc:docMk/>
            <pc:sldMk cId="3333566873" sldId="425"/>
            <ac:spMk id="4" creationId="{ADC454FB-5702-5C44-BA19-162C0A4A1369}"/>
          </ac:spMkLst>
        </pc:spChg>
        <pc:spChg chg="mod ord">
          <ac:chgData name="Loc Huynh" userId="80c0383e323bd6ea" providerId="LiveId" clId="{7174A1A7-6A26-42BF-9590-B9BA90E8F80B}" dt="2023-09-13T09:36:58.311" v="418" actId="700"/>
          <ac:spMkLst>
            <pc:docMk/>
            <pc:sldMk cId="3333566873" sldId="425"/>
            <ac:spMk id="5" creationId="{F3B52447-5453-054F-8272-608FF5D8E502}"/>
          </ac:spMkLst>
        </pc:spChg>
      </pc:sldChg>
      <pc:sldChg chg="modSp mod ord chgLayout">
        <pc:chgData name="Loc Huynh" userId="80c0383e323bd6ea" providerId="LiveId" clId="{7174A1A7-6A26-42BF-9590-B9BA90E8F80B}" dt="2023-09-13T09:39:17.998" v="527" actId="2710"/>
        <pc:sldMkLst>
          <pc:docMk/>
          <pc:sldMk cId="42986778" sldId="426"/>
        </pc:sldMkLst>
        <pc:spChg chg="mod ord">
          <ac:chgData name="Loc Huynh" userId="80c0383e323bd6ea" providerId="LiveId" clId="{7174A1A7-6A26-42BF-9590-B9BA90E8F80B}" dt="2023-09-13T09:35:55.920" v="409" actId="700"/>
          <ac:spMkLst>
            <pc:docMk/>
            <pc:sldMk cId="42986778" sldId="426"/>
            <ac:spMk id="2" creationId="{80F262CC-7108-BA47-9DF4-6470E3B2A4D3}"/>
          </ac:spMkLst>
        </pc:spChg>
        <pc:spChg chg="mod ord">
          <ac:chgData name="Loc Huynh" userId="80c0383e323bd6ea" providerId="LiveId" clId="{7174A1A7-6A26-42BF-9590-B9BA90E8F80B}" dt="2023-09-13T09:39:17.998" v="527" actId="2710"/>
          <ac:spMkLst>
            <pc:docMk/>
            <pc:sldMk cId="42986778" sldId="426"/>
            <ac:spMk id="3" creationId="{9AF62101-CCA0-D741-965E-52864A21749A}"/>
          </ac:spMkLst>
        </pc:spChg>
        <pc:spChg chg="mod ord">
          <ac:chgData name="Loc Huynh" userId="80c0383e323bd6ea" providerId="LiveId" clId="{7174A1A7-6A26-42BF-9590-B9BA90E8F80B}" dt="2023-09-13T09:35:55.920" v="409" actId="700"/>
          <ac:spMkLst>
            <pc:docMk/>
            <pc:sldMk cId="42986778" sldId="426"/>
            <ac:spMk id="4" creationId="{ADC454FB-5702-5C44-BA19-162C0A4A1369}"/>
          </ac:spMkLst>
        </pc:spChg>
        <pc:spChg chg="mod ord">
          <ac:chgData name="Loc Huynh" userId="80c0383e323bd6ea" providerId="LiveId" clId="{7174A1A7-6A26-42BF-9590-B9BA90E8F80B}" dt="2023-09-13T09:35:55.920" v="409" actId="700"/>
          <ac:spMkLst>
            <pc:docMk/>
            <pc:sldMk cId="42986778" sldId="426"/>
            <ac:spMk id="5" creationId="{F3B52447-5453-054F-8272-608FF5D8E502}"/>
          </ac:spMkLst>
        </pc:spChg>
      </pc:sldChg>
      <pc:sldChg chg="delSp modSp mod chgLayout">
        <pc:chgData name="Loc Huynh" userId="80c0383e323bd6ea" providerId="LiveId" clId="{7174A1A7-6A26-42BF-9590-B9BA90E8F80B}" dt="2023-09-13T09:48:56.575" v="761" actId="1076"/>
        <pc:sldMkLst>
          <pc:docMk/>
          <pc:sldMk cId="3400533864" sldId="427"/>
        </pc:sldMkLst>
        <pc:spChg chg="mod ord">
          <ac:chgData name="Loc Huynh" userId="80c0383e323bd6ea" providerId="LiveId" clId="{7174A1A7-6A26-42BF-9590-B9BA90E8F80B}" dt="2023-09-13T09:45:40.691" v="629" actId="700"/>
          <ac:spMkLst>
            <pc:docMk/>
            <pc:sldMk cId="3400533864" sldId="427"/>
            <ac:spMk id="2" creationId="{899DFE1E-6383-B44C-B387-B63B6B1BC446}"/>
          </ac:spMkLst>
        </pc:spChg>
        <pc:spChg chg="mod ord">
          <ac:chgData name="Loc Huynh" userId="80c0383e323bd6ea" providerId="LiveId" clId="{7174A1A7-6A26-42BF-9590-B9BA90E8F80B}" dt="2023-09-13T09:48:27.737" v="753" actId="2710"/>
          <ac:spMkLst>
            <pc:docMk/>
            <pc:sldMk cId="3400533864" sldId="427"/>
            <ac:spMk id="3" creationId="{B17CB756-9C6B-6C43-8FE6-760ECDD4A1E9}"/>
          </ac:spMkLst>
        </pc:spChg>
        <pc:spChg chg="mod ord">
          <ac:chgData name="Loc Huynh" userId="80c0383e323bd6ea" providerId="LiveId" clId="{7174A1A7-6A26-42BF-9590-B9BA90E8F80B}" dt="2023-09-13T09:45:40.691" v="629" actId="700"/>
          <ac:spMkLst>
            <pc:docMk/>
            <pc:sldMk cId="3400533864" sldId="427"/>
            <ac:spMk id="4" creationId="{31B88018-62EF-2B46-9E31-68F077D2C24B}"/>
          </ac:spMkLst>
        </pc:spChg>
        <pc:spChg chg="mod ord">
          <ac:chgData name="Loc Huynh" userId="80c0383e323bd6ea" providerId="LiveId" clId="{7174A1A7-6A26-42BF-9590-B9BA90E8F80B}" dt="2023-09-13T09:45:40.691" v="629" actId="700"/>
          <ac:spMkLst>
            <pc:docMk/>
            <pc:sldMk cId="3400533864" sldId="427"/>
            <ac:spMk id="5" creationId="{6065B84E-9972-884A-A2BD-94DDEC0B4060}"/>
          </ac:spMkLst>
        </pc:spChg>
        <pc:spChg chg="mod">
          <ac:chgData name="Loc Huynh" userId="80c0383e323bd6ea" providerId="LiveId" clId="{7174A1A7-6A26-42BF-9590-B9BA90E8F80B}" dt="2023-09-13T09:48:43.854" v="760" actId="1076"/>
          <ac:spMkLst>
            <pc:docMk/>
            <pc:sldMk cId="3400533864" sldId="427"/>
            <ac:spMk id="6" creationId="{D8C9A436-0DA9-774E-BBD9-1871AAFD4634}"/>
          </ac:spMkLst>
        </pc:spChg>
        <pc:spChg chg="del mod">
          <ac:chgData name="Loc Huynh" userId="80c0383e323bd6ea" providerId="LiveId" clId="{7174A1A7-6A26-42BF-9590-B9BA90E8F80B}" dt="2023-09-13T09:47:12.223" v="652" actId="478"/>
          <ac:spMkLst>
            <pc:docMk/>
            <pc:sldMk cId="3400533864" sldId="427"/>
            <ac:spMk id="8" creationId="{1DB030E6-0AB7-0E47-B083-DF2C2C7C38B1}"/>
          </ac:spMkLst>
        </pc:spChg>
        <pc:picChg chg="mod">
          <ac:chgData name="Loc Huynh" userId="80c0383e323bd6ea" providerId="LiveId" clId="{7174A1A7-6A26-42BF-9590-B9BA90E8F80B}" dt="2023-09-13T09:48:56.575" v="761" actId="1076"/>
          <ac:picMkLst>
            <pc:docMk/>
            <pc:sldMk cId="3400533864" sldId="427"/>
            <ac:picMk id="7" creationId="{67D98636-A361-D846-90EC-2C4E670F295F}"/>
          </ac:picMkLst>
        </pc:picChg>
      </pc:sldChg>
      <pc:sldChg chg="modSp mod chgLayout">
        <pc:chgData name="Loc Huynh" userId="80c0383e323bd6ea" providerId="LiveId" clId="{7174A1A7-6A26-42BF-9590-B9BA90E8F80B}" dt="2023-09-13T09:51:21.352" v="826" actId="14100"/>
        <pc:sldMkLst>
          <pc:docMk/>
          <pc:sldMk cId="1376264870" sldId="428"/>
        </pc:sldMkLst>
        <pc:spChg chg="mod ord">
          <ac:chgData name="Loc Huynh" userId="80c0383e323bd6ea" providerId="LiveId" clId="{7174A1A7-6A26-42BF-9590-B9BA90E8F80B}" dt="2023-09-13T09:49:07.888" v="762" actId="700"/>
          <ac:spMkLst>
            <pc:docMk/>
            <pc:sldMk cId="1376264870" sldId="428"/>
            <ac:spMk id="2" creationId="{899DFE1E-6383-B44C-B387-B63B6B1BC446}"/>
          </ac:spMkLst>
        </pc:spChg>
        <pc:spChg chg="mod ord">
          <ac:chgData name="Loc Huynh" userId="80c0383e323bd6ea" providerId="LiveId" clId="{7174A1A7-6A26-42BF-9590-B9BA90E8F80B}" dt="2023-09-13T09:50:00.336" v="816" actId="207"/>
          <ac:spMkLst>
            <pc:docMk/>
            <pc:sldMk cId="1376264870" sldId="428"/>
            <ac:spMk id="3" creationId="{B17CB756-9C6B-6C43-8FE6-760ECDD4A1E9}"/>
          </ac:spMkLst>
        </pc:spChg>
        <pc:spChg chg="mod ord">
          <ac:chgData name="Loc Huynh" userId="80c0383e323bd6ea" providerId="LiveId" clId="{7174A1A7-6A26-42BF-9590-B9BA90E8F80B}" dt="2023-09-13T09:49:07.888" v="762" actId="700"/>
          <ac:spMkLst>
            <pc:docMk/>
            <pc:sldMk cId="1376264870" sldId="428"/>
            <ac:spMk id="4" creationId="{31B88018-62EF-2B46-9E31-68F077D2C24B}"/>
          </ac:spMkLst>
        </pc:spChg>
        <pc:spChg chg="mod ord">
          <ac:chgData name="Loc Huynh" userId="80c0383e323bd6ea" providerId="LiveId" clId="{7174A1A7-6A26-42BF-9590-B9BA90E8F80B}" dt="2023-09-13T09:49:07.888" v="762" actId="700"/>
          <ac:spMkLst>
            <pc:docMk/>
            <pc:sldMk cId="1376264870" sldId="428"/>
            <ac:spMk id="5" creationId="{6065B84E-9972-884A-A2BD-94DDEC0B4060}"/>
          </ac:spMkLst>
        </pc:spChg>
        <pc:spChg chg="mod">
          <ac:chgData name="Loc Huynh" userId="80c0383e323bd6ea" providerId="LiveId" clId="{7174A1A7-6A26-42BF-9590-B9BA90E8F80B}" dt="2023-09-13T09:50:48.717" v="817" actId="1076"/>
          <ac:spMkLst>
            <pc:docMk/>
            <pc:sldMk cId="1376264870" sldId="428"/>
            <ac:spMk id="6" creationId="{D8C9A436-0DA9-774E-BBD9-1871AAFD4634}"/>
          </ac:spMkLst>
        </pc:spChg>
        <pc:spChg chg="mod">
          <ac:chgData name="Loc Huynh" userId="80c0383e323bd6ea" providerId="LiveId" clId="{7174A1A7-6A26-42BF-9590-B9BA90E8F80B}" dt="2023-09-13T09:51:14.679" v="824" actId="14100"/>
          <ac:spMkLst>
            <pc:docMk/>
            <pc:sldMk cId="1376264870" sldId="428"/>
            <ac:spMk id="12" creationId="{21587237-5640-A648-8E8D-4506EE033316}"/>
          </ac:spMkLst>
        </pc:spChg>
        <pc:spChg chg="mod">
          <ac:chgData name="Loc Huynh" userId="80c0383e323bd6ea" providerId="LiveId" clId="{7174A1A7-6A26-42BF-9590-B9BA90E8F80B}" dt="2023-09-13T09:51:17.761" v="825" actId="14100"/>
          <ac:spMkLst>
            <pc:docMk/>
            <pc:sldMk cId="1376264870" sldId="428"/>
            <ac:spMk id="13" creationId="{18720369-DFF3-0C4A-ACC8-ADF8E5B54C04}"/>
          </ac:spMkLst>
        </pc:spChg>
        <pc:spChg chg="mod">
          <ac:chgData name="Loc Huynh" userId="80c0383e323bd6ea" providerId="LiveId" clId="{7174A1A7-6A26-42BF-9590-B9BA90E8F80B}" dt="2023-09-13T09:51:21.352" v="826" actId="14100"/>
          <ac:spMkLst>
            <pc:docMk/>
            <pc:sldMk cId="1376264870" sldId="428"/>
            <ac:spMk id="14" creationId="{98E5A6B1-8B7E-BC41-8F51-6C5A48F572A1}"/>
          </ac:spMkLst>
        </pc:spChg>
        <pc:picChg chg="mod">
          <ac:chgData name="Loc Huynh" userId="80c0383e323bd6ea" providerId="LiveId" clId="{7174A1A7-6A26-42BF-9590-B9BA90E8F80B}" dt="2023-09-13T09:51:05.432" v="821" actId="1076"/>
          <ac:picMkLst>
            <pc:docMk/>
            <pc:sldMk cId="1376264870" sldId="428"/>
            <ac:picMk id="9" creationId="{95AF9984-A83D-3745-9D62-1F5A2C0EE88C}"/>
          </ac:picMkLst>
        </pc:picChg>
        <pc:picChg chg="mod">
          <ac:chgData name="Loc Huynh" userId="80c0383e323bd6ea" providerId="LiveId" clId="{7174A1A7-6A26-42BF-9590-B9BA90E8F80B}" dt="2023-09-13T09:51:07.838" v="822" actId="1076"/>
          <ac:picMkLst>
            <pc:docMk/>
            <pc:sldMk cId="1376264870" sldId="428"/>
            <ac:picMk id="10" creationId="{82D61940-C481-464B-8D42-9B50FBBE7171}"/>
          </ac:picMkLst>
        </pc:picChg>
        <pc:picChg chg="mod">
          <ac:chgData name="Loc Huynh" userId="80c0383e323bd6ea" providerId="LiveId" clId="{7174A1A7-6A26-42BF-9590-B9BA90E8F80B}" dt="2023-09-13T09:51:10.606" v="823" actId="1076"/>
          <ac:picMkLst>
            <pc:docMk/>
            <pc:sldMk cId="1376264870" sldId="428"/>
            <ac:picMk id="11" creationId="{5A496974-E844-6E4C-9621-E81755041771}"/>
          </ac:picMkLst>
        </pc:picChg>
      </pc:sldChg>
      <pc:sldChg chg="modSp mod modAnim">
        <pc:chgData name="Loc Huynh" userId="80c0383e323bd6ea" providerId="LiveId" clId="{7174A1A7-6A26-42BF-9590-B9BA90E8F80B}" dt="2023-09-13T10:12:49.104" v="1048" actId="207"/>
        <pc:sldMkLst>
          <pc:docMk/>
          <pc:sldMk cId="2750843972" sldId="429"/>
        </pc:sldMkLst>
        <pc:spChg chg="mod">
          <ac:chgData name="Loc Huynh" userId="80c0383e323bd6ea" providerId="LiveId" clId="{7174A1A7-6A26-42BF-9590-B9BA90E8F80B}" dt="2023-09-13T10:07:01.876" v="961" actId="20577"/>
          <ac:spMkLst>
            <pc:docMk/>
            <pc:sldMk cId="2750843972" sldId="429"/>
            <ac:spMk id="3" creationId="{E31B8DF0-5097-6849-A204-526B69A794B3}"/>
          </ac:spMkLst>
        </pc:spChg>
        <pc:spChg chg="mod">
          <ac:chgData name="Loc Huynh" userId="80c0383e323bd6ea" providerId="LiveId" clId="{7174A1A7-6A26-42BF-9590-B9BA90E8F80B}" dt="2023-09-13T10:12:49.104" v="1048" actId="207"/>
          <ac:spMkLst>
            <pc:docMk/>
            <pc:sldMk cId="2750843972" sldId="429"/>
            <ac:spMk id="7" creationId="{9CF46A69-C370-BC4E-A1B6-0D08CD7E7D51}"/>
          </ac:spMkLst>
        </pc:spChg>
        <pc:spChg chg="mod">
          <ac:chgData name="Loc Huynh" userId="80c0383e323bd6ea" providerId="LiveId" clId="{7174A1A7-6A26-42BF-9590-B9BA90E8F80B}" dt="2023-09-13T10:04:43.454" v="946" actId="14100"/>
          <ac:spMkLst>
            <pc:docMk/>
            <pc:sldMk cId="2750843972" sldId="429"/>
            <ac:spMk id="9" creationId="{63D82EEC-551D-774A-977B-2E51FC46DDFB}"/>
          </ac:spMkLst>
        </pc:spChg>
        <pc:spChg chg="mod">
          <ac:chgData name="Loc Huynh" userId="80c0383e323bd6ea" providerId="LiveId" clId="{7174A1A7-6A26-42BF-9590-B9BA90E8F80B}" dt="2023-09-13T10:05:54.599" v="959" actId="14100"/>
          <ac:spMkLst>
            <pc:docMk/>
            <pc:sldMk cId="2750843972" sldId="429"/>
            <ac:spMk id="10" creationId="{1A7F9704-633B-7344-905E-2FA7E1112854}"/>
          </ac:spMkLst>
        </pc:spChg>
        <pc:picChg chg="mod">
          <ac:chgData name="Loc Huynh" userId="80c0383e323bd6ea" providerId="LiveId" clId="{7174A1A7-6A26-42BF-9590-B9BA90E8F80B}" dt="2023-09-13T10:05:35.997" v="956" actId="1036"/>
          <ac:picMkLst>
            <pc:docMk/>
            <pc:sldMk cId="2750843972" sldId="429"/>
            <ac:picMk id="11" creationId="{658F11D1-A2B4-D843-A1D0-0C844D4E9B1A}"/>
          </ac:picMkLst>
        </pc:picChg>
      </pc:sldChg>
      <pc:sldChg chg="modSp mod chgLayout">
        <pc:chgData name="Loc Huynh" userId="80c0383e323bd6ea" providerId="LiveId" clId="{7174A1A7-6A26-42BF-9590-B9BA90E8F80B}" dt="2023-09-13T09:57:03.793" v="909" actId="207"/>
        <pc:sldMkLst>
          <pc:docMk/>
          <pc:sldMk cId="892916379" sldId="430"/>
        </pc:sldMkLst>
        <pc:spChg chg="mod ord">
          <ac:chgData name="Loc Huynh" userId="80c0383e323bd6ea" providerId="LiveId" clId="{7174A1A7-6A26-42BF-9590-B9BA90E8F80B}" dt="2023-09-13T09:52:04.166" v="857" actId="700"/>
          <ac:spMkLst>
            <pc:docMk/>
            <pc:sldMk cId="892916379" sldId="430"/>
            <ac:spMk id="3" creationId="{00000000-0000-0000-0000-000000000000}"/>
          </ac:spMkLst>
        </pc:spChg>
        <pc:spChg chg="mod ord">
          <ac:chgData name="Loc Huynh" userId="80c0383e323bd6ea" providerId="LiveId" clId="{7174A1A7-6A26-42BF-9590-B9BA90E8F80B}" dt="2023-09-13T09:52:08.507" v="858" actId="207"/>
          <ac:spMkLst>
            <pc:docMk/>
            <pc:sldMk cId="892916379" sldId="430"/>
            <ac:spMk id="5" creationId="{00000000-0000-0000-0000-000000000000}"/>
          </ac:spMkLst>
        </pc:spChg>
        <pc:spChg chg="mod">
          <ac:chgData name="Loc Huynh" userId="80c0383e323bd6ea" providerId="LiveId" clId="{7174A1A7-6A26-42BF-9590-B9BA90E8F80B}" dt="2023-09-13T09:52:23.675" v="861" actId="1076"/>
          <ac:spMkLst>
            <pc:docMk/>
            <pc:sldMk cId="892916379" sldId="430"/>
            <ac:spMk id="7" creationId="{00000000-0000-0000-0000-000000000000}"/>
          </ac:spMkLst>
        </pc:spChg>
        <pc:spChg chg="mod ord">
          <ac:chgData name="Loc Huynh" userId="80c0383e323bd6ea" providerId="LiveId" clId="{7174A1A7-6A26-42BF-9590-B9BA90E8F80B}" dt="2023-09-13T09:52:04.166" v="857" actId="700"/>
          <ac:spMkLst>
            <pc:docMk/>
            <pc:sldMk cId="892916379" sldId="430"/>
            <ac:spMk id="8" creationId="{239476E9-6325-814F-9E0C-7661FB780031}"/>
          </ac:spMkLst>
        </pc:spChg>
        <pc:spChg chg="mod ord">
          <ac:chgData name="Loc Huynh" userId="80c0383e323bd6ea" providerId="LiveId" clId="{7174A1A7-6A26-42BF-9590-B9BA90E8F80B}" dt="2023-09-13T09:52:04.166" v="857" actId="700"/>
          <ac:spMkLst>
            <pc:docMk/>
            <pc:sldMk cId="892916379" sldId="430"/>
            <ac:spMk id="9" creationId="{AC730A53-D852-2F42-9F8B-B2EE93EE8038}"/>
          </ac:spMkLst>
        </pc:spChg>
        <pc:graphicFrameChg chg="mod modGraphic">
          <ac:chgData name="Loc Huynh" userId="80c0383e323bd6ea" providerId="LiveId" clId="{7174A1A7-6A26-42BF-9590-B9BA90E8F80B}" dt="2023-09-13T09:57:03.793" v="909" actId="207"/>
          <ac:graphicFrameMkLst>
            <pc:docMk/>
            <pc:sldMk cId="892916379" sldId="430"/>
            <ac:graphicFrameMk id="6" creationId="{00000000-0000-0000-0000-000000000000}"/>
          </ac:graphicFrameMkLst>
        </pc:graphicFrameChg>
      </pc:sldChg>
      <pc:sldChg chg="addSp delSp modSp mod">
        <pc:chgData name="Loc Huynh" userId="80c0383e323bd6ea" providerId="LiveId" clId="{7174A1A7-6A26-42BF-9590-B9BA90E8F80B}" dt="2023-09-13T09:55:03.806" v="895" actId="1076"/>
        <pc:sldMkLst>
          <pc:docMk/>
          <pc:sldMk cId="1943365552" sldId="433"/>
        </pc:sldMkLst>
        <pc:spChg chg="add mod">
          <ac:chgData name="Loc Huynh" userId="80c0383e323bd6ea" providerId="LiveId" clId="{7174A1A7-6A26-42BF-9590-B9BA90E8F80B}" dt="2023-09-13T09:53:29.812" v="873"/>
          <ac:spMkLst>
            <pc:docMk/>
            <pc:sldMk cId="1943365552" sldId="433"/>
            <ac:spMk id="2" creationId="{0D817B2C-FF84-11E2-171A-B030D537DC79}"/>
          </ac:spMkLst>
        </pc:spChg>
        <pc:spChg chg="mod">
          <ac:chgData name="Loc Huynh" userId="80c0383e323bd6ea" providerId="LiveId" clId="{7174A1A7-6A26-42BF-9590-B9BA90E8F80B}" dt="2023-09-13T09:52:42.148" v="864"/>
          <ac:spMkLst>
            <pc:docMk/>
            <pc:sldMk cId="1943365552" sldId="433"/>
            <ac:spMk id="3" creationId="{00000000-0000-0000-0000-000000000000}"/>
          </ac:spMkLst>
        </pc:spChg>
        <pc:spChg chg="mod">
          <ac:chgData name="Loc Huynh" userId="80c0383e323bd6ea" providerId="LiveId" clId="{7174A1A7-6A26-42BF-9590-B9BA90E8F80B}" dt="2023-09-13T09:54:28.722" v="892" actId="20577"/>
          <ac:spMkLst>
            <pc:docMk/>
            <pc:sldMk cId="1943365552" sldId="433"/>
            <ac:spMk id="5" creationId="{00000000-0000-0000-0000-000000000000}"/>
          </ac:spMkLst>
        </pc:spChg>
        <pc:spChg chg="del">
          <ac:chgData name="Loc Huynh" userId="80c0383e323bd6ea" providerId="LiveId" clId="{7174A1A7-6A26-42BF-9590-B9BA90E8F80B}" dt="2023-09-13T09:53:28.480" v="872" actId="478"/>
          <ac:spMkLst>
            <pc:docMk/>
            <pc:sldMk cId="1943365552" sldId="433"/>
            <ac:spMk id="7" creationId="{9BA56974-3671-5A4B-A509-EF9EAB2EF312}"/>
          </ac:spMkLst>
        </pc:spChg>
        <pc:spChg chg="mod">
          <ac:chgData name="Loc Huynh" userId="80c0383e323bd6ea" providerId="LiveId" clId="{7174A1A7-6A26-42BF-9590-B9BA90E8F80B}" dt="2023-09-13T09:55:03.806" v="895" actId="1076"/>
          <ac:spMkLst>
            <pc:docMk/>
            <pc:sldMk cId="1943365552" sldId="433"/>
            <ac:spMk id="8" creationId="{00000000-0000-0000-0000-000000000000}"/>
          </ac:spMkLst>
        </pc:spChg>
      </pc:sldChg>
      <pc:sldChg chg="addSp delSp modSp mod">
        <pc:chgData name="Loc Huynh" userId="80c0383e323bd6ea" providerId="LiveId" clId="{7174A1A7-6A26-42BF-9590-B9BA90E8F80B}" dt="2023-09-13T09:56:08.605" v="906"/>
        <pc:sldMkLst>
          <pc:docMk/>
          <pc:sldMk cId="1953601379" sldId="434"/>
        </pc:sldMkLst>
        <pc:spChg chg="add mod">
          <ac:chgData name="Loc Huynh" userId="80c0383e323bd6ea" providerId="LiveId" clId="{7174A1A7-6A26-42BF-9590-B9BA90E8F80B}" dt="2023-09-13T09:53:33.683" v="875"/>
          <ac:spMkLst>
            <pc:docMk/>
            <pc:sldMk cId="1953601379" sldId="434"/>
            <ac:spMk id="2" creationId="{9A5B820F-BAD6-5EF6-004A-CD3F1EDDBC72}"/>
          </ac:spMkLst>
        </pc:spChg>
        <pc:spChg chg="mod">
          <ac:chgData name="Loc Huynh" userId="80c0383e323bd6ea" providerId="LiveId" clId="{7174A1A7-6A26-42BF-9590-B9BA90E8F80B}" dt="2023-09-13T09:56:08.605" v="906"/>
          <ac:spMkLst>
            <pc:docMk/>
            <pc:sldMk cId="1953601379" sldId="434"/>
            <ac:spMk id="3" creationId="{00000000-0000-0000-0000-000000000000}"/>
          </ac:spMkLst>
        </pc:spChg>
        <pc:spChg chg="mod">
          <ac:chgData name="Loc Huynh" userId="80c0383e323bd6ea" providerId="LiveId" clId="{7174A1A7-6A26-42BF-9590-B9BA90E8F80B}" dt="2023-09-13T09:55:16.158" v="897" actId="207"/>
          <ac:spMkLst>
            <pc:docMk/>
            <pc:sldMk cId="1953601379" sldId="434"/>
            <ac:spMk id="5" creationId="{00000000-0000-0000-0000-000000000000}"/>
          </ac:spMkLst>
        </pc:spChg>
        <pc:spChg chg="del">
          <ac:chgData name="Loc Huynh" userId="80c0383e323bd6ea" providerId="LiveId" clId="{7174A1A7-6A26-42BF-9590-B9BA90E8F80B}" dt="2023-09-13T09:53:33.046" v="874" actId="478"/>
          <ac:spMkLst>
            <pc:docMk/>
            <pc:sldMk cId="1953601379" sldId="434"/>
            <ac:spMk id="6" creationId="{5B185289-81D4-5444-8555-914A8CF7894A}"/>
          </ac:spMkLst>
        </pc:spChg>
        <pc:graphicFrameChg chg="mod modGraphic">
          <ac:chgData name="Loc Huynh" userId="80c0383e323bd6ea" providerId="LiveId" clId="{7174A1A7-6A26-42BF-9590-B9BA90E8F80B}" dt="2023-09-13T09:55:24.192" v="899" actId="1076"/>
          <ac:graphicFrameMkLst>
            <pc:docMk/>
            <pc:sldMk cId="1953601379" sldId="434"/>
            <ac:graphicFrameMk id="7" creationId="{00000000-0000-0000-0000-000000000000}"/>
          </ac:graphicFrameMkLst>
        </pc:graphicFrameChg>
      </pc:sldChg>
      <pc:sldChg chg="addSp delSp modSp mod">
        <pc:chgData name="Loc Huynh" userId="80c0383e323bd6ea" providerId="LiveId" clId="{7174A1A7-6A26-42BF-9590-B9BA90E8F80B}" dt="2023-09-13T09:56:11.360" v="907"/>
        <pc:sldMkLst>
          <pc:docMk/>
          <pc:sldMk cId="41131106" sldId="436"/>
        </pc:sldMkLst>
        <pc:spChg chg="add mod">
          <ac:chgData name="Loc Huynh" userId="80c0383e323bd6ea" providerId="LiveId" clId="{7174A1A7-6A26-42BF-9590-B9BA90E8F80B}" dt="2023-09-13T09:53:38.330" v="877"/>
          <ac:spMkLst>
            <pc:docMk/>
            <pc:sldMk cId="41131106" sldId="436"/>
            <ac:spMk id="2" creationId="{ADB30195-76DE-61F9-835B-B324BA335D3F}"/>
          </ac:spMkLst>
        </pc:spChg>
        <pc:spChg chg="mod">
          <ac:chgData name="Loc Huynh" userId="80c0383e323bd6ea" providerId="LiveId" clId="{7174A1A7-6A26-42BF-9590-B9BA90E8F80B}" dt="2023-09-13T09:56:11.360" v="907"/>
          <ac:spMkLst>
            <pc:docMk/>
            <pc:sldMk cId="41131106" sldId="436"/>
            <ac:spMk id="3" creationId="{00000000-0000-0000-0000-000000000000}"/>
          </ac:spMkLst>
        </pc:spChg>
        <pc:spChg chg="mod">
          <ac:chgData name="Loc Huynh" userId="80c0383e323bd6ea" providerId="LiveId" clId="{7174A1A7-6A26-42BF-9590-B9BA90E8F80B}" dt="2023-09-13T09:55:39.336" v="901" actId="207"/>
          <ac:spMkLst>
            <pc:docMk/>
            <pc:sldMk cId="41131106" sldId="436"/>
            <ac:spMk id="5" creationId="{00000000-0000-0000-0000-000000000000}"/>
          </ac:spMkLst>
        </pc:spChg>
        <pc:spChg chg="del">
          <ac:chgData name="Loc Huynh" userId="80c0383e323bd6ea" providerId="LiveId" clId="{7174A1A7-6A26-42BF-9590-B9BA90E8F80B}" dt="2023-09-13T09:53:37.880" v="876" actId="478"/>
          <ac:spMkLst>
            <pc:docMk/>
            <pc:sldMk cId="41131106" sldId="436"/>
            <ac:spMk id="6" creationId="{4566F98B-62C6-7546-93BB-95273726A825}"/>
          </ac:spMkLst>
        </pc:spChg>
        <pc:graphicFrameChg chg="mod modGraphic">
          <ac:chgData name="Loc Huynh" userId="80c0383e323bd6ea" providerId="LiveId" clId="{7174A1A7-6A26-42BF-9590-B9BA90E8F80B}" dt="2023-09-13T09:55:52.889" v="904" actId="1076"/>
          <ac:graphicFrameMkLst>
            <pc:docMk/>
            <pc:sldMk cId="41131106" sldId="436"/>
            <ac:graphicFrameMk id="7" creationId="{00000000-0000-0000-0000-000000000000}"/>
          </ac:graphicFrameMkLst>
        </pc:graphicFrameChg>
      </pc:sldChg>
      <pc:sldChg chg="addSp delSp modSp mod">
        <pc:chgData name="Loc Huynh" userId="80c0383e323bd6ea" providerId="LiveId" clId="{7174A1A7-6A26-42BF-9590-B9BA90E8F80B}" dt="2023-09-13T09:53:56.059" v="880" actId="1076"/>
        <pc:sldMkLst>
          <pc:docMk/>
          <pc:sldMk cId="3186563993" sldId="439"/>
        </pc:sldMkLst>
        <pc:spChg chg="add del mod">
          <ac:chgData name="Loc Huynh" userId="80c0383e323bd6ea" providerId="LiveId" clId="{7174A1A7-6A26-42BF-9590-B9BA90E8F80B}" dt="2023-09-13T09:53:16.801" v="869"/>
          <ac:spMkLst>
            <pc:docMk/>
            <pc:sldMk cId="3186563993" sldId="439"/>
            <ac:spMk id="2" creationId="{23F68DE8-EEF7-1E1C-2D26-149597D4909B}"/>
          </ac:spMkLst>
        </pc:spChg>
        <pc:spChg chg="mod">
          <ac:chgData name="Loc Huynh" userId="80c0383e323bd6ea" providerId="LiveId" clId="{7174A1A7-6A26-42BF-9590-B9BA90E8F80B}" dt="2023-09-13T09:52:39.003" v="863"/>
          <ac:spMkLst>
            <pc:docMk/>
            <pc:sldMk cId="3186563993" sldId="439"/>
            <ac:spMk id="3" creationId="{00000000-0000-0000-0000-000000000000}"/>
          </ac:spMkLst>
        </pc:spChg>
        <pc:spChg chg="add mod">
          <ac:chgData name="Loc Huynh" userId="80c0383e323bd6ea" providerId="LiveId" clId="{7174A1A7-6A26-42BF-9590-B9BA90E8F80B}" dt="2023-09-13T09:53:24.954" v="871"/>
          <ac:spMkLst>
            <pc:docMk/>
            <pc:sldMk cId="3186563993" sldId="439"/>
            <ac:spMk id="4" creationId="{A6666545-2CD4-1395-FFFF-17322415D961}"/>
          </ac:spMkLst>
        </pc:spChg>
        <pc:spChg chg="mod">
          <ac:chgData name="Loc Huynh" userId="80c0383e323bd6ea" providerId="LiveId" clId="{7174A1A7-6A26-42BF-9590-B9BA90E8F80B}" dt="2023-09-13T09:52:46.276" v="865" actId="207"/>
          <ac:spMkLst>
            <pc:docMk/>
            <pc:sldMk cId="3186563993" sldId="439"/>
            <ac:spMk id="5" creationId="{00000000-0000-0000-0000-000000000000}"/>
          </ac:spMkLst>
        </pc:spChg>
        <pc:spChg chg="del">
          <ac:chgData name="Loc Huynh" userId="80c0383e323bd6ea" providerId="LiveId" clId="{7174A1A7-6A26-42BF-9590-B9BA90E8F80B}" dt="2023-09-13T09:53:18.543" v="870" actId="478"/>
          <ac:spMkLst>
            <pc:docMk/>
            <pc:sldMk cId="3186563993" sldId="439"/>
            <ac:spMk id="6" creationId="{B177E208-866D-5541-9317-6B3AD721CB71}"/>
          </ac:spMkLst>
        </pc:spChg>
        <pc:graphicFrameChg chg="mod modGraphic">
          <ac:chgData name="Loc Huynh" userId="80c0383e323bd6ea" providerId="LiveId" clId="{7174A1A7-6A26-42BF-9590-B9BA90E8F80B}" dt="2023-09-13T09:53:56.059" v="880" actId="1076"/>
          <ac:graphicFrameMkLst>
            <pc:docMk/>
            <pc:sldMk cId="3186563993" sldId="439"/>
            <ac:graphicFrameMk id="7" creationId="{00000000-0000-0000-0000-000000000000}"/>
          </ac:graphicFrameMkLst>
        </pc:graphicFrameChg>
      </pc:sldChg>
      <pc:sldChg chg="addSp delSp modSp mod chgLayout">
        <pc:chgData name="Loc Huynh" userId="80c0383e323bd6ea" providerId="LiveId" clId="{7174A1A7-6A26-42BF-9590-B9BA90E8F80B}" dt="2023-09-13T09:57:47.096" v="926" actId="700"/>
        <pc:sldMkLst>
          <pc:docMk/>
          <pc:sldMk cId="4080267677" sldId="440"/>
        </pc:sldMkLst>
        <pc:spChg chg="mod ord">
          <ac:chgData name="Loc Huynh" userId="80c0383e323bd6ea" providerId="LiveId" clId="{7174A1A7-6A26-42BF-9590-B9BA90E8F80B}" dt="2023-09-13T09:57:47.096" v="926" actId="700"/>
          <ac:spMkLst>
            <pc:docMk/>
            <pc:sldMk cId="4080267677" sldId="440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09:57:47.096" v="926" actId="700"/>
          <ac:spMkLst>
            <pc:docMk/>
            <pc:sldMk cId="4080267677" sldId="440"/>
            <ac:spMk id="3" creationId="{00000000-0000-0000-0000-000000000000}"/>
          </ac:spMkLst>
        </pc:spChg>
        <pc:spChg chg="add mod ord">
          <ac:chgData name="Loc Huynh" userId="80c0383e323bd6ea" providerId="LiveId" clId="{7174A1A7-6A26-42BF-9590-B9BA90E8F80B}" dt="2023-09-13T09:57:47.096" v="926" actId="700"/>
          <ac:spMkLst>
            <pc:docMk/>
            <pc:sldMk cId="4080267677" sldId="440"/>
            <ac:spMk id="4" creationId="{A95A16FC-0701-9C21-3D69-382706F5FC91}"/>
          </ac:spMkLst>
        </pc:spChg>
        <pc:spChg chg="del">
          <ac:chgData name="Loc Huynh" userId="80c0383e323bd6ea" providerId="LiveId" clId="{7174A1A7-6A26-42BF-9590-B9BA90E8F80B}" dt="2023-09-13T09:53:42.043" v="878" actId="478"/>
          <ac:spMkLst>
            <pc:docMk/>
            <pc:sldMk cId="4080267677" sldId="440"/>
            <ac:spMk id="6" creationId="{4FC6EE9C-A8B1-5749-8EAA-1093B53D5572}"/>
          </ac:spMkLst>
        </pc:spChg>
        <pc:spChg chg="mod ord">
          <ac:chgData name="Loc Huynh" userId="80c0383e323bd6ea" providerId="LiveId" clId="{7174A1A7-6A26-42BF-9590-B9BA90E8F80B}" dt="2023-09-13T09:57:47.096" v="926" actId="700"/>
          <ac:spMkLst>
            <pc:docMk/>
            <pc:sldMk cId="4080267677" sldId="440"/>
            <ac:spMk id="7" creationId="{9FDF7175-A023-C841-9242-1C79CE9F91EF}"/>
          </ac:spMkLst>
        </pc:spChg>
        <pc:graphicFrameChg chg="mod modGraphic">
          <ac:chgData name="Loc Huynh" userId="80c0383e323bd6ea" providerId="LiveId" clId="{7174A1A7-6A26-42BF-9590-B9BA90E8F80B}" dt="2023-09-13T09:57:27.028" v="923" actId="108"/>
          <ac:graphicFrameMkLst>
            <pc:docMk/>
            <pc:sldMk cId="4080267677" sldId="440"/>
            <ac:graphicFrameMk id="5" creationId="{00000000-0000-0000-0000-000000000000}"/>
          </ac:graphicFrameMkLst>
        </pc:graphicFrameChg>
      </pc:sldChg>
      <pc:sldChg chg="modSp mod">
        <pc:chgData name="Loc Huynh" userId="80c0383e323bd6ea" providerId="LiveId" clId="{7174A1A7-6A26-42BF-9590-B9BA90E8F80B}" dt="2023-09-13T10:19:46.357" v="1164"/>
        <pc:sldMkLst>
          <pc:docMk/>
          <pc:sldMk cId="2359405987" sldId="442"/>
        </pc:sldMkLst>
        <pc:spChg chg="mod">
          <ac:chgData name="Loc Huynh" userId="80c0383e323bd6ea" providerId="LiveId" clId="{7174A1A7-6A26-42BF-9590-B9BA90E8F80B}" dt="2023-09-13T10:19:46.357" v="1164"/>
          <ac:spMkLst>
            <pc:docMk/>
            <pc:sldMk cId="2359405987" sldId="442"/>
            <ac:spMk id="3" creationId="{00000000-0000-0000-0000-000000000000}"/>
          </ac:spMkLst>
        </pc:spChg>
        <pc:spChg chg="mod">
          <ac:chgData name="Loc Huynh" userId="80c0383e323bd6ea" providerId="LiveId" clId="{7174A1A7-6A26-42BF-9590-B9BA90E8F80B}" dt="2023-09-13T10:19:29.891" v="1161" actId="13822"/>
          <ac:spMkLst>
            <pc:docMk/>
            <pc:sldMk cId="2359405987" sldId="442"/>
            <ac:spMk id="5" creationId="{00000000-0000-0000-0000-000000000000}"/>
          </ac:spMkLst>
        </pc:spChg>
        <pc:spChg chg="mod">
          <ac:chgData name="Loc Huynh" userId="80c0383e323bd6ea" providerId="LiveId" clId="{7174A1A7-6A26-42BF-9590-B9BA90E8F80B}" dt="2023-09-13T10:19:31.813" v="1162" actId="13822"/>
          <ac:spMkLst>
            <pc:docMk/>
            <pc:sldMk cId="2359405987" sldId="442"/>
            <ac:spMk id="6" creationId="{00000000-0000-0000-0000-000000000000}"/>
          </ac:spMkLst>
        </pc:spChg>
        <pc:spChg chg="mod">
          <ac:chgData name="Loc Huynh" userId="80c0383e323bd6ea" providerId="LiveId" clId="{7174A1A7-6A26-42BF-9590-B9BA90E8F80B}" dt="2023-09-13T10:19:33.599" v="1163" actId="13822"/>
          <ac:spMkLst>
            <pc:docMk/>
            <pc:sldMk cId="2359405987" sldId="442"/>
            <ac:spMk id="7" creationId="{00000000-0000-0000-0000-000000000000}"/>
          </ac:spMkLst>
        </pc:spChg>
      </pc:sldChg>
      <pc:sldChg chg="modSp mod chgLayout">
        <pc:chgData name="Loc Huynh" userId="80c0383e323bd6ea" providerId="LiveId" clId="{7174A1A7-6A26-42BF-9590-B9BA90E8F80B}" dt="2023-09-13T10:44:43.145" v="1634" actId="700"/>
        <pc:sldMkLst>
          <pc:docMk/>
          <pc:sldMk cId="2035529738" sldId="443"/>
        </pc:sldMkLst>
        <pc:spChg chg="mod ord">
          <ac:chgData name="Loc Huynh" userId="80c0383e323bd6ea" providerId="LiveId" clId="{7174A1A7-6A26-42BF-9590-B9BA90E8F80B}" dt="2023-09-13T10:44:43.145" v="1634" actId="700"/>
          <ac:spMkLst>
            <pc:docMk/>
            <pc:sldMk cId="2035529738" sldId="443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44:43.145" v="1634" actId="700"/>
          <ac:spMkLst>
            <pc:docMk/>
            <pc:sldMk cId="2035529738" sldId="443"/>
            <ac:spMk id="3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44:43.145" v="1634" actId="700"/>
          <ac:spMkLst>
            <pc:docMk/>
            <pc:sldMk cId="2035529738" sldId="443"/>
            <ac:spMk id="5" creationId="{40E0623B-1D2C-4B43-8DBC-8DC67F4AE8A7}"/>
          </ac:spMkLst>
        </pc:spChg>
        <pc:spChg chg="mod ord">
          <ac:chgData name="Loc Huynh" userId="80c0383e323bd6ea" providerId="LiveId" clId="{7174A1A7-6A26-42BF-9590-B9BA90E8F80B}" dt="2023-09-13T10:44:43.145" v="1634" actId="700"/>
          <ac:spMkLst>
            <pc:docMk/>
            <pc:sldMk cId="2035529738" sldId="443"/>
            <ac:spMk id="6" creationId="{E8739F5F-1D7E-4B4F-8D9D-6BE458F55F3B}"/>
          </ac:spMkLst>
        </pc:spChg>
      </pc:sldChg>
      <pc:sldChg chg="modSp mod">
        <pc:chgData name="Loc Huynh" userId="80c0383e323bd6ea" providerId="LiveId" clId="{7174A1A7-6A26-42BF-9590-B9BA90E8F80B}" dt="2023-09-13T10:57:06.800" v="1859" actId="1036"/>
        <pc:sldMkLst>
          <pc:docMk/>
          <pc:sldMk cId="3450026280" sldId="450"/>
        </pc:sldMkLst>
        <pc:spChg chg="mod">
          <ac:chgData name="Loc Huynh" userId="80c0383e323bd6ea" providerId="LiveId" clId="{7174A1A7-6A26-42BF-9590-B9BA90E8F80B}" dt="2023-09-13T10:56:56.199" v="1852" actId="20577"/>
          <ac:spMkLst>
            <pc:docMk/>
            <pc:sldMk cId="3450026280" sldId="450"/>
            <ac:spMk id="3" creationId="{9184872B-EE9F-C945-82F0-32164343430C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6" creationId="{64858A9E-7C91-254E-8A60-7E9C2A534D34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7" creationId="{CA4F2671-E679-5544-8147-E8C696D068FA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9" creationId="{7840AF84-772F-7341-98D4-A495815AEF37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11" creationId="{52F97703-9FB9-FE4E-977E-D0EE05B9C226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12" creationId="{ECF93B5F-850E-244A-9103-AD55E4FDA738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13" creationId="{959DAAE0-CCDC-834A-A5B4-682E4253164A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14" creationId="{9BD81CF9-9975-F141-9530-78EE6FF1CD02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15" creationId="{8A5BEC36-D415-B647-A01E-8F4B5B35B5BD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16" creationId="{D6C09F53-9DDC-B842-8146-9F607B4B1C74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18" creationId="{291291A8-12AD-544F-A5DF-D9E621FF3635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21" creationId="{31DAAB0E-CCEC-9F4E-A1AD-E7F8ED8798AE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22" creationId="{47368E84-4069-894F-9041-39C103095DA1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24" creationId="{E25ABFBF-9B73-3B49-9ED1-38FE4006020C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26" creationId="{CF381B6D-9CE3-E642-BBFA-775F39E044C7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27" creationId="{4E7ABAD5-D6C1-B44A-A6E3-187C792623B5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28" creationId="{0186A599-5444-0947-A622-BCD1324525FD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36" creationId="{92F61094-724C-6A4D-A14F-5A91AA7354D7}"/>
          </ac:spMkLst>
        </pc:spChg>
        <pc:spChg chg="mod">
          <ac:chgData name="Loc Huynh" userId="80c0383e323bd6ea" providerId="LiveId" clId="{7174A1A7-6A26-42BF-9590-B9BA90E8F80B}" dt="2023-09-13T10:57:06.800" v="1859" actId="1036"/>
          <ac:spMkLst>
            <pc:docMk/>
            <pc:sldMk cId="3450026280" sldId="450"/>
            <ac:spMk id="37" creationId="{150E60D1-D23C-7B4A-9F14-36F71ADB684C}"/>
          </ac:spMkLst>
        </pc:spChg>
        <pc:grpChg chg="mod">
          <ac:chgData name="Loc Huynh" userId="80c0383e323bd6ea" providerId="LiveId" clId="{7174A1A7-6A26-42BF-9590-B9BA90E8F80B}" dt="2023-09-13T10:57:06.800" v="1859" actId="1036"/>
          <ac:grpSpMkLst>
            <pc:docMk/>
            <pc:sldMk cId="3450026280" sldId="450"/>
            <ac:grpSpMk id="8" creationId="{1F67DCF7-0429-9549-A7DE-D53649EA508F}"/>
          </ac:grpSpMkLst>
        </pc:grpChg>
        <pc:grpChg chg="mod">
          <ac:chgData name="Loc Huynh" userId="80c0383e323bd6ea" providerId="LiveId" clId="{7174A1A7-6A26-42BF-9590-B9BA90E8F80B}" dt="2023-09-13T10:57:06.800" v="1859" actId="1036"/>
          <ac:grpSpMkLst>
            <pc:docMk/>
            <pc:sldMk cId="3450026280" sldId="450"/>
            <ac:grpSpMk id="17" creationId="{699D85AB-8783-FD45-BAC9-7E0ADB3B1F80}"/>
          </ac:grpSpMkLst>
        </pc:grpChg>
        <pc:grpChg chg="mod">
          <ac:chgData name="Loc Huynh" userId="80c0383e323bd6ea" providerId="LiveId" clId="{7174A1A7-6A26-42BF-9590-B9BA90E8F80B}" dt="2023-09-13T10:57:06.800" v="1859" actId="1036"/>
          <ac:grpSpMkLst>
            <pc:docMk/>
            <pc:sldMk cId="3450026280" sldId="450"/>
            <ac:grpSpMk id="19" creationId="{60C24176-E0D2-4442-960E-098CECB1AEC6}"/>
          </ac:grpSpMkLst>
        </pc:grpChg>
        <pc:grpChg chg="mod">
          <ac:chgData name="Loc Huynh" userId="80c0383e323bd6ea" providerId="LiveId" clId="{7174A1A7-6A26-42BF-9590-B9BA90E8F80B}" dt="2023-09-13T10:57:06.800" v="1859" actId="1036"/>
          <ac:grpSpMkLst>
            <pc:docMk/>
            <pc:sldMk cId="3450026280" sldId="450"/>
            <ac:grpSpMk id="38" creationId="{CD53F69D-6B1B-3F4B-B55E-212038E76539}"/>
          </ac:grpSpMkLst>
        </pc:grpChg>
        <pc:picChg chg="mod">
          <ac:chgData name="Loc Huynh" userId="80c0383e323bd6ea" providerId="LiveId" clId="{7174A1A7-6A26-42BF-9590-B9BA90E8F80B}" dt="2023-09-13T10:57:06.800" v="1859" actId="1036"/>
          <ac:picMkLst>
            <pc:docMk/>
            <pc:sldMk cId="3450026280" sldId="450"/>
            <ac:picMk id="10" creationId="{AE0E0C5C-5344-4947-A3EA-FC809DCBF40D}"/>
          </ac:picMkLst>
        </pc:picChg>
        <pc:picChg chg="mod">
          <ac:chgData name="Loc Huynh" userId="80c0383e323bd6ea" providerId="LiveId" clId="{7174A1A7-6A26-42BF-9590-B9BA90E8F80B}" dt="2023-09-13T10:57:06.800" v="1859" actId="1036"/>
          <ac:picMkLst>
            <pc:docMk/>
            <pc:sldMk cId="3450026280" sldId="450"/>
            <ac:picMk id="23" creationId="{A453E6AE-6119-B140-BD92-4AAB642F5DF2}"/>
          </ac:picMkLst>
        </pc:picChg>
        <pc:cxnChg chg="mod">
          <ac:chgData name="Loc Huynh" userId="80c0383e323bd6ea" providerId="LiveId" clId="{7174A1A7-6A26-42BF-9590-B9BA90E8F80B}" dt="2023-09-13T10:57:06.800" v="1859" actId="1036"/>
          <ac:cxnSpMkLst>
            <pc:docMk/>
            <pc:sldMk cId="3450026280" sldId="450"/>
            <ac:cxnSpMk id="30" creationId="{1F70C7ED-1A87-2143-850F-F8AA9497CC4A}"/>
          </ac:cxnSpMkLst>
        </pc:cxnChg>
        <pc:cxnChg chg="mod">
          <ac:chgData name="Loc Huynh" userId="80c0383e323bd6ea" providerId="LiveId" clId="{7174A1A7-6A26-42BF-9590-B9BA90E8F80B}" dt="2023-09-13T10:57:06.800" v="1859" actId="1036"/>
          <ac:cxnSpMkLst>
            <pc:docMk/>
            <pc:sldMk cId="3450026280" sldId="450"/>
            <ac:cxnSpMk id="32" creationId="{7E5065E0-CBB7-004D-B452-760D6DD40A37}"/>
          </ac:cxnSpMkLst>
        </pc:cxnChg>
        <pc:cxnChg chg="mod">
          <ac:chgData name="Loc Huynh" userId="80c0383e323bd6ea" providerId="LiveId" clId="{7174A1A7-6A26-42BF-9590-B9BA90E8F80B}" dt="2023-09-13T10:57:06.800" v="1859" actId="1036"/>
          <ac:cxnSpMkLst>
            <pc:docMk/>
            <pc:sldMk cId="3450026280" sldId="450"/>
            <ac:cxnSpMk id="33" creationId="{9BC9F708-76CA-A549-AF69-5F80D1D0C20F}"/>
          </ac:cxnSpMkLst>
        </pc:cxnChg>
        <pc:cxnChg chg="mod">
          <ac:chgData name="Loc Huynh" userId="80c0383e323bd6ea" providerId="LiveId" clId="{7174A1A7-6A26-42BF-9590-B9BA90E8F80B}" dt="2023-09-13T10:57:06.800" v="1859" actId="1036"/>
          <ac:cxnSpMkLst>
            <pc:docMk/>
            <pc:sldMk cId="3450026280" sldId="450"/>
            <ac:cxnSpMk id="35" creationId="{2D6DAEDE-D8B0-D44D-9679-EC5C8929AFA7}"/>
          </ac:cxnSpMkLst>
        </pc:cxnChg>
      </pc:sldChg>
      <pc:sldChg chg="modSp mod">
        <pc:chgData name="Loc Huynh" userId="80c0383e323bd6ea" providerId="LiveId" clId="{7174A1A7-6A26-42BF-9590-B9BA90E8F80B}" dt="2023-09-13T10:57:33.171" v="1860" actId="207"/>
        <pc:sldMkLst>
          <pc:docMk/>
          <pc:sldMk cId="2538116365" sldId="455"/>
        </pc:sldMkLst>
        <pc:spChg chg="mod">
          <ac:chgData name="Loc Huynh" userId="80c0383e323bd6ea" providerId="LiveId" clId="{7174A1A7-6A26-42BF-9590-B9BA90E8F80B}" dt="2023-09-13T10:57:33.171" v="1860" actId="207"/>
          <ac:spMkLst>
            <pc:docMk/>
            <pc:sldMk cId="2538116365" sldId="455"/>
            <ac:spMk id="3" creationId="{7D8C00FF-D755-A542-8F65-6C0E60E41754}"/>
          </ac:spMkLst>
        </pc:spChg>
      </pc:sldChg>
      <pc:sldChg chg="modSp mod chgLayout">
        <pc:chgData name="Loc Huynh" userId="80c0383e323bd6ea" providerId="LiveId" clId="{7174A1A7-6A26-42BF-9590-B9BA90E8F80B}" dt="2023-09-13T10:58:09.984" v="1861" actId="14100"/>
        <pc:sldMkLst>
          <pc:docMk/>
          <pc:sldMk cId="844610759" sldId="457"/>
        </pc:sldMkLst>
        <pc:spChg chg="mod ord">
          <ac:chgData name="Loc Huynh" userId="80c0383e323bd6ea" providerId="LiveId" clId="{7174A1A7-6A26-42BF-9590-B9BA90E8F80B}" dt="2023-09-13T10:44:35.443" v="1633" actId="700"/>
          <ac:spMkLst>
            <pc:docMk/>
            <pc:sldMk cId="844610759" sldId="457"/>
            <ac:spMk id="2" creationId="{703D850F-9603-3946-BD26-6A6AA1D03F2B}"/>
          </ac:spMkLst>
        </pc:spChg>
        <pc:spChg chg="mod ord">
          <ac:chgData name="Loc Huynh" userId="80c0383e323bd6ea" providerId="LiveId" clId="{7174A1A7-6A26-42BF-9590-B9BA90E8F80B}" dt="2023-09-13T10:58:09.984" v="1861" actId="14100"/>
          <ac:spMkLst>
            <pc:docMk/>
            <pc:sldMk cId="844610759" sldId="457"/>
            <ac:spMk id="3" creationId="{7B0A1E63-139D-6A40-9ED6-A4927BB7C207}"/>
          </ac:spMkLst>
        </pc:spChg>
        <pc:spChg chg="mod ord">
          <ac:chgData name="Loc Huynh" userId="80c0383e323bd6ea" providerId="LiveId" clId="{7174A1A7-6A26-42BF-9590-B9BA90E8F80B}" dt="2023-09-13T10:44:35.443" v="1633" actId="700"/>
          <ac:spMkLst>
            <pc:docMk/>
            <pc:sldMk cId="844610759" sldId="457"/>
            <ac:spMk id="4" creationId="{FD0519C7-6106-2D49-883D-664CB650716F}"/>
          </ac:spMkLst>
        </pc:spChg>
        <pc:spChg chg="mod ord">
          <ac:chgData name="Loc Huynh" userId="80c0383e323bd6ea" providerId="LiveId" clId="{7174A1A7-6A26-42BF-9590-B9BA90E8F80B}" dt="2023-09-13T10:44:35.443" v="1633" actId="700"/>
          <ac:spMkLst>
            <pc:docMk/>
            <pc:sldMk cId="844610759" sldId="457"/>
            <ac:spMk id="5" creationId="{E314E9F9-C21A-E548-B9C0-3DA0F38862F7}"/>
          </ac:spMkLst>
        </pc:spChg>
      </pc:sldChg>
      <pc:sldChg chg="modSp mod">
        <pc:chgData name="Loc Huynh" userId="80c0383e323bd6ea" providerId="LiveId" clId="{7174A1A7-6A26-42BF-9590-B9BA90E8F80B}" dt="2023-09-13T09:14:55.381" v="44" actId="207"/>
        <pc:sldMkLst>
          <pc:docMk/>
          <pc:sldMk cId="1184405224" sldId="463"/>
        </pc:sldMkLst>
        <pc:spChg chg="mod">
          <ac:chgData name="Loc Huynh" userId="80c0383e323bd6ea" providerId="LiveId" clId="{7174A1A7-6A26-42BF-9590-B9BA90E8F80B}" dt="2023-09-13T09:14:55.381" v="44" actId="207"/>
          <ac:spMkLst>
            <pc:docMk/>
            <pc:sldMk cId="1184405224" sldId="463"/>
            <ac:spMk id="8" creationId="{2AE32CA5-9373-1147-96C0-5EF392F34FE2}"/>
          </ac:spMkLst>
        </pc:spChg>
        <pc:spChg chg="mod">
          <ac:chgData name="Loc Huynh" userId="80c0383e323bd6ea" providerId="LiveId" clId="{7174A1A7-6A26-42BF-9590-B9BA90E8F80B}" dt="2023-09-13T09:14:23.740" v="37" actId="13822"/>
          <ac:spMkLst>
            <pc:docMk/>
            <pc:sldMk cId="1184405224" sldId="463"/>
            <ac:spMk id="14" creationId="{05E64506-CE7C-4F40-8ADA-50DEEC949A27}"/>
          </ac:spMkLst>
        </pc:spChg>
        <pc:spChg chg="mod">
          <ac:chgData name="Loc Huynh" userId="80c0383e323bd6ea" providerId="LiveId" clId="{7174A1A7-6A26-42BF-9590-B9BA90E8F80B}" dt="2023-09-13T09:14:27.193" v="38" actId="13822"/>
          <ac:spMkLst>
            <pc:docMk/>
            <pc:sldMk cId="1184405224" sldId="463"/>
            <ac:spMk id="15" creationId="{316A5D72-96EB-6847-99EC-1349CA0CF6BD}"/>
          </ac:spMkLst>
        </pc:spChg>
        <pc:spChg chg="mod">
          <ac:chgData name="Loc Huynh" userId="80c0383e323bd6ea" providerId="LiveId" clId="{7174A1A7-6A26-42BF-9590-B9BA90E8F80B}" dt="2023-09-13T09:14:31.209" v="39" actId="13822"/>
          <ac:spMkLst>
            <pc:docMk/>
            <pc:sldMk cId="1184405224" sldId="463"/>
            <ac:spMk id="16" creationId="{7DE4E753-3421-0443-80CC-B50FE334735A}"/>
          </ac:spMkLst>
        </pc:spChg>
        <pc:spChg chg="mod">
          <ac:chgData name="Loc Huynh" userId="80c0383e323bd6ea" providerId="LiveId" clId="{7174A1A7-6A26-42BF-9590-B9BA90E8F80B}" dt="2023-09-13T09:14:52.209" v="43" actId="207"/>
          <ac:spMkLst>
            <pc:docMk/>
            <pc:sldMk cId="1184405224" sldId="463"/>
            <ac:spMk id="18" creationId="{CDBA0CB4-F81E-854A-A7DA-1B0F3B7FF6F6}"/>
          </ac:spMkLst>
        </pc:spChg>
        <pc:spChg chg="mod">
          <ac:chgData name="Loc Huynh" userId="80c0383e323bd6ea" providerId="LiveId" clId="{7174A1A7-6A26-42BF-9590-B9BA90E8F80B}" dt="2023-09-13T09:14:44.443" v="42" actId="207"/>
          <ac:spMkLst>
            <pc:docMk/>
            <pc:sldMk cId="1184405224" sldId="463"/>
            <ac:spMk id="20" creationId="{E2D7722B-2D30-5D44-BFD1-2F06EB9175EF}"/>
          </ac:spMkLst>
        </pc:spChg>
      </pc:sldChg>
      <pc:sldChg chg="modSp mod">
        <pc:chgData name="Loc Huynh" userId="80c0383e323bd6ea" providerId="LiveId" clId="{7174A1A7-6A26-42BF-9590-B9BA90E8F80B}" dt="2023-09-13T09:15:36.037" v="55" actId="207"/>
        <pc:sldMkLst>
          <pc:docMk/>
          <pc:sldMk cId="3184868754" sldId="464"/>
        </pc:sldMkLst>
        <pc:spChg chg="mod">
          <ac:chgData name="Loc Huynh" userId="80c0383e323bd6ea" providerId="LiveId" clId="{7174A1A7-6A26-42BF-9590-B9BA90E8F80B}" dt="2023-09-13T09:15:08.818" v="48" actId="207"/>
          <ac:spMkLst>
            <pc:docMk/>
            <pc:sldMk cId="3184868754" sldId="464"/>
            <ac:spMk id="14" creationId="{05E64506-CE7C-4F40-8ADA-50DEEC949A27}"/>
          </ac:spMkLst>
        </pc:spChg>
        <pc:spChg chg="mod">
          <ac:chgData name="Loc Huynh" userId="80c0383e323bd6ea" providerId="LiveId" clId="{7174A1A7-6A26-42BF-9590-B9BA90E8F80B}" dt="2023-09-13T09:15:28.381" v="53" actId="207"/>
          <ac:spMkLst>
            <pc:docMk/>
            <pc:sldMk cId="3184868754" sldId="464"/>
            <ac:spMk id="23" creationId="{2BDA47C2-9B49-3B4B-B8C0-CA3591EC9B27}"/>
          </ac:spMkLst>
        </pc:spChg>
        <pc:spChg chg="mod">
          <ac:chgData name="Loc Huynh" userId="80c0383e323bd6ea" providerId="LiveId" clId="{7174A1A7-6A26-42BF-9590-B9BA90E8F80B}" dt="2023-09-13T09:15:36.037" v="55" actId="207"/>
          <ac:spMkLst>
            <pc:docMk/>
            <pc:sldMk cId="3184868754" sldId="464"/>
            <ac:spMk id="25" creationId="{B9A8BC55-8BC1-BD49-9FAD-A5E22B4DA652}"/>
          </ac:spMkLst>
        </pc:spChg>
        <pc:spChg chg="mod">
          <ac:chgData name="Loc Huynh" userId="80c0383e323bd6ea" providerId="LiveId" clId="{7174A1A7-6A26-42BF-9590-B9BA90E8F80B}" dt="2023-09-13T09:13:47.131" v="32" actId="207"/>
          <ac:spMkLst>
            <pc:docMk/>
            <pc:sldMk cId="3184868754" sldId="464"/>
            <ac:spMk id="28" creationId="{E38FCA70-45EA-2C46-8C30-9518595A7372}"/>
          </ac:spMkLst>
        </pc:spChg>
        <pc:spChg chg="mod">
          <ac:chgData name="Loc Huynh" userId="80c0383e323bd6ea" providerId="LiveId" clId="{7174A1A7-6A26-42BF-9590-B9BA90E8F80B}" dt="2023-09-13T09:14:00.850" v="34" actId="207"/>
          <ac:spMkLst>
            <pc:docMk/>
            <pc:sldMk cId="3184868754" sldId="464"/>
            <ac:spMk id="29" creationId="{A0BB8A7B-9F62-E143-9A69-9A99811342FD}"/>
          </ac:spMkLst>
        </pc:spChg>
      </pc:sldChg>
      <pc:sldChg chg="modSp mod">
        <pc:chgData name="Loc Huynh" userId="80c0383e323bd6ea" providerId="LiveId" clId="{7174A1A7-6A26-42BF-9590-B9BA90E8F80B}" dt="2023-09-13T09:13:13.381" v="27" actId="13822"/>
        <pc:sldMkLst>
          <pc:docMk/>
          <pc:sldMk cId="1313697068" sldId="465"/>
        </pc:sldMkLst>
        <pc:spChg chg="mod">
          <ac:chgData name="Loc Huynh" userId="80c0383e323bd6ea" providerId="LiveId" clId="{7174A1A7-6A26-42BF-9590-B9BA90E8F80B}" dt="2023-09-13T09:06:11.982" v="7" actId="14100"/>
          <ac:spMkLst>
            <pc:docMk/>
            <pc:sldMk cId="1313697068" sldId="465"/>
            <ac:spMk id="7" creationId="{0497AB36-E993-FA4C-B142-94E013FF89AC}"/>
          </ac:spMkLst>
        </pc:spChg>
        <pc:spChg chg="mod">
          <ac:chgData name="Loc Huynh" userId="80c0383e323bd6ea" providerId="LiveId" clId="{7174A1A7-6A26-42BF-9590-B9BA90E8F80B}" dt="2023-09-13T09:13:13.381" v="27" actId="13822"/>
          <ac:spMkLst>
            <pc:docMk/>
            <pc:sldMk cId="1313697068" sldId="465"/>
            <ac:spMk id="12" creationId="{9E614284-6606-B141-80A1-E04A0BE2189F}"/>
          </ac:spMkLst>
        </pc:spChg>
        <pc:picChg chg="mod">
          <ac:chgData name="Loc Huynh" userId="80c0383e323bd6ea" providerId="LiveId" clId="{7174A1A7-6A26-42BF-9590-B9BA90E8F80B}" dt="2023-09-13T09:06:17.654" v="8" actId="1076"/>
          <ac:picMkLst>
            <pc:docMk/>
            <pc:sldMk cId="1313697068" sldId="465"/>
            <ac:picMk id="13" creationId="{8E3683F5-9B61-B949-B543-D752AB379267}"/>
          </ac:picMkLst>
        </pc:picChg>
      </pc:sldChg>
      <pc:sldChg chg="addSp delSp modSp mod">
        <pc:chgData name="Loc Huynh" userId="80c0383e323bd6ea" providerId="LiveId" clId="{7174A1A7-6A26-42BF-9590-B9BA90E8F80B}" dt="2023-09-13T09:13:01.672" v="26" actId="1076"/>
        <pc:sldMkLst>
          <pc:docMk/>
          <pc:sldMk cId="1200658594" sldId="466"/>
        </pc:sldMkLst>
        <pc:spChg chg="mod">
          <ac:chgData name="Loc Huynh" userId="80c0383e323bd6ea" providerId="LiveId" clId="{7174A1A7-6A26-42BF-9590-B9BA90E8F80B}" dt="2023-09-13T09:11:39.387" v="18" actId="123"/>
          <ac:spMkLst>
            <pc:docMk/>
            <pc:sldMk cId="1200658594" sldId="466"/>
            <ac:spMk id="3" creationId="{0950CF22-330B-0B43-84E9-34FC1BB699DD}"/>
          </ac:spMkLst>
        </pc:spChg>
        <pc:spChg chg="add mod">
          <ac:chgData name="Loc Huynh" userId="80c0383e323bd6ea" providerId="LiveId" clId="{7174A1A7-6A26-42BF-9590-B9BA90E8F80B}" dt="2023-09-13T09:12:40.236" v="24" actId="13926"/>
          <ac:spMkLst>
            <pc:docMk/>
            <pc:sldMk cId="1200658594" sldId="466"/>
            <ac:spMk id="6" creationId="{F84D0A2B-97D0-059D-04FB-319FB71CDC33}"/>
          </ac:spMkLst>
        </pc:spChg>
        <pc:spChg chg="del mod">
          <ac:chgData name="Loc Huynh" userId="80c0383e323bd6ea" providerId="LiveId" clId="{7174A1A7-6A26-42BF-9590-B9BA90E8F80B}" dt="2023-09-13T09:12:21.608" v="21" actId="478"/>
          <ac:spMkLst>
            <pc:docMk/>
            <pc:sldMk cId="1200658594" sldId="466"/>
            <ac:spMk id="7" creationId="{0497AB36-E993-FA4C-B142-94E013FF89AC}"/>
          </ac:spMkLst>
        </pc:spChg>
        <pc:spChg chg="mod ord">
          <ac:chgData name="Loc Huynh" userId="80c0383e323bd6ea" providerId="LiveId" clId="{7174A1A7-6A26-42BF-9590-B9BA90E8F80B}" dt="2023-09-13T09:13:01.672" v="26" actId="1076"/>
          <ac:spMkLst>
            <pc:docMk/>
            <pc:sldMk cId="1200658594" sldId="466"/>
            <ac:spMk id="9" creationId="{3083815C-C709-6948-976D-81F10C6E89BD}"/>
          </ac:spMkLst>
        </pc:spChg>
      </pc:sldChg>
      <pc:sldChg chg="addSp delSp modSp mod">
        <pc:chgData name="Loc Huynh" userId="80c0383e323bd6ea" providerId="LiveId" clId="{7174A1A7-6A26-42BF-9590-B9BA90E8F80B}" dt="2023-09-13T09:18:13.748" v="88" actId="13926"/>
        <pc:sldMkLst>
          <pc:docMk/>
          <pc:sldMk cId="344793592" sldId="467"/>
        </pc:sldMkLst>
        <pc:spChg chg="mod">
          <ac:chgData name="Loc Huynh" userId="80c0383e323bd6ea" providerId="LiveId" clId="{7174A1A7-6A26-42BF-9590-B9BA90E8F80B}" dt="2023-09-13T09:17:13.897" v="76" actId="14100"/>
          <ac:spMkLst>
            <pc:docMk/>
            <pc:sldMk cId="344793592" sldId="467"/>
            <ac:spMk id="3" creationId="{0950CF22-330B-0B43-84E9-34FC1BB699DD}"/>
          </ac:spMkLst>
        </pc:spChg>
        <pc:spChg chg="add mod ord">
          <ac:chgData name="Loc Huynh" userId="80c0383e323bd6ea" providerId="LiveId" clId="{7174A1A7-6A26-42BF-9590-B9BA90E8F80B}" dt="2023-09-13T09:18:13.748" v="88" actId="13926"/>
          <ac:spMkLst>
            <pc:docMk/>
            <pc:sldMk cId="344793592" sldId="467"/>
            <ac:spMk id="6" creationId="{98D0EB43-CB27-01EE-C6FE-556BEAE8DEDE}"/>
          </ac:spMkLst>
        </pc:spChg>
        <pc:spChg chg="del">
          <ac:chgData name="Loc Huynh" userId="80c0383e323bd6ea" providerId="LiveId" clId="{7174A1A7-6A26-42BF-9590-B9BA90E8F80B}" dt="2023-09-13T09:16:14.772" v="61" actId="478"/>
          <ac:spMkLst>
            <pc:docMk/>
            <pc:sldMk cId="344793592" sldId="467"/>
            <ac:spMk id="7" creationId="{0497AB36-E993-FA4C-B142-94E013FF89AC}"/>
          </ac:spMkLst>
        </pc:spChg>
        <pc:spChg chg="mod">
          <ac:chgData name="Loc Huynh" userId="80c0383e323bd6ea" providerId="LiveId" clId="{7174A1A7-6A26-42BF-9590-B9BA90E8F80B}" dt="2023-09-13T09:17:48.005" v="83" actId="1076"/>
          <ac:spMkLst>
            <pc:docMk/>
            <pc:sldMk cId="344793592" sldId="467"/>
            <ac:spMk id="8" creationId="{30A0DD48-C3C5-4645-8EA2-E549C9F5E8E5}"/>
          </ac:spMkLst>
        </pc:spChg>
        <pc:spChg chg="mod">
          <ac:chgData name="Loc Huynh" userId="80c0383e323bd6ea" providerId="LiveId" clId="{7174A1A7-6A26-42BF-9590-B9BA90E8F80B}" dt="2023-09-13T09:17:50.239" v="84" actId="14100"/>
          <ac:spMkLst>
            <pc:docMk/>
            <pc:sldMk cId="344793592" sldId="467"/>
            <ac:spMk id="10" creationId="{8476AE5B-406A-5648-869A-6C06211093B6}"/>
          </ac:spMkLst>
        </pc:spChg>
        <pc:spChg chg="mod">
          <ac:chgData name="Loc Huynh" userId="80c0383e323bd6ea" providerId="LiveId" clId="{7174A1A7-6A26-42BF-9590-B9BA90E8F80B}" dt="2023-09-13T09:18:06.670" v="87" actId="14100"/>
          <ac:spMkLst>
            <pc:docMk/>
            <pc:sldMk cId="344793592" sldId="467"/>
            <ac:spMk id="12" creationId="{B0BD56CB-2A7F-CB4A-86B0-4842D8723840}"/>
          </ac:spMkLst>
        </pc:spChg>
      </pc:sldChg>
      <pc:sldChg chg="addSp delSp modSp mod chgLayout">
        <pc:chgData name="Loc Huynh" userId="80c0383e323bd6ea" providerId="LiveId" clId="{7174A1A7-6A26-42BF-9590-B9BA90E8F80B}" dt="2023-09-13T09:19:37.936" v="111" actId="1036"/>
        <pc:sldMkLst>
          <pc:docMk/>
          <pc:sldMk cId="3122522420" sldId="468"/>
        </pc:sldMkLst>
        <pc:spChg chg="mod ord">
          <ac:chgData name="Loc Huynh" userId="80c0383e323bd6ea" providerId="LiveId" clId="{7174A1A7-6A26-42BF-9590-B9BA90E8F80B}" dt="2023-09-13T09:18:21.373" v="89" actId="700"/>
          <ac:spMkLst>
            <pc:docMk/>
            <pc:sldMk cId="3122522420" sldId="468"/>
            <ac:spMk id="2" creationId="{A084E511-2F0A-2E4E-93F8-16231F34AE9E}"/>
          </ac:spMkLst>
        </pc:spChg>
        <pc:spChg chg="mod ord">
          <ac:chgData name="Loc Huynh" userId="80c0383e323bd6ea" providerId="LiveId" clId="{7174A1A7-6A26-42BF-9590-B9BA90E8F80B}" dt="2023-09-13T09:18:46.748" v="96" actId="123"/>
          <ac:spMkLst>
            <pc:docMk/>
            <pc:sldMk cId="3122522420" sldId="468"/>
            <ac:spMk id="3" creationId="{0950CF22-330B-0B43-84E9-34FC1BB699DD}"/>
          </ac:spMkLst>
        </pc:spChg>
        <pc:spChg chg="mod ord">
          <ac:chgData name="Loc Huynh" userId="80c0383e323bd6ea" providerId="LiveId" clId="{7174A1A7-6A26-42BF-9590-B9BA90E8F80B}" dt="2023-09-13T09:18:21.373" v="89" actId="700"/>
          <ac:spMkLst>
            <pc:docMk/>
            <pc:sldMk cId="3122522420" sldId="468"/>
            <ac:spMk id="4" creationId="{FA36776C-7372-C543-B1F1-59A33C1CCC3E}"/>
          </ac:spMkLst>
        </pc:spChg>
        <pc:spChg chg="mod ord">
          <ac:chgData name="Loc Huynh" userId="80c0383e323bd6ea" providerId="LiveId" clId="{7174A1A7-6A26-42BF-9590-B9BA90E8F80B}" dt="2023-09-13T09:18:21.373" v="89" actId="700"/>
          <ac:spMkLst>
            <pc:docMk/>
            <pc:sldMk cId="3122522420" sldId="468"/>
            <ac:spMk id="5" creationId="{8FB8B591-4F21-5D45-BC47-8A591A8CC92D}"/>
          </ac:spMkLst>
        </pc:spChg>
        <pc:spChg chg="add mod">
          <ac:chgData name="Loc Huynh" userId="80c0383e323bd6ea" providerId="LiveId" clId="{7174A1A7-6A26-42BF-9590-B9BA90E8F80B}" dt="2023-09-13T09:19:37.936" v="111" actId="1036"/>
          <ac:spMkLst>
            <pc:docMk/>
            <pc:sldMk cId="3122522420" sldId="468"/>
            <ac:spMk id="6" creationId="{BC014AB8-6F1B-8D96-0FCB-B5BCE1B7A5D6}"/>
          </ac:spMkLst>
        </pc:spChg>
        <pc:spChg chg="del">
          <ac:chgData name="Loc Huynh" userId="80c0383e323bd6ea" providerId="LiveId" clId="{7174A1A7-6A26-42BF-9590-B9BA90E8F80B}" dt="2023-09-13T09:18:58.326" v="97" actId="478"/>
          <ac:spMkLst>
            <pc:docMk/>
            <pc:sldMk cId="3122522420" sldId="468"/>
            <ac:spMk id="7" creationId="{0497AB36-E993-FA4C-B142-94E013FF89AC}"/>
          </ac:spMkLst>
        </pc:spChg>
      </pc:sldChg>
      <pc:sldChg chg="addSp delSp modSp mod chgLayout">
        <pc:chgData name="Loc Huynh" userId="80c0383e323bd6ea" providerId="LiveId" clId="{7174A1A7-6A26-42BF-9590-B9BA90E8F80B}" dt="2023-09-13T09:23:13.358" v="176" actId="14100"/>
        <pc:sldMkLst>
          <pc:docMk/>
          <pc:sldMk cId="1770153382" sldId="469"/>
        </pc:sldMkLst>
        <pc:spChg chg="mod ord">
          <ac:chgData name="Loc Huynh" userId="80c0383e323bd6ea" providerId="LiveId" clId="{7174A1A7-6A26-42BF-9590-B9BA90E8F80B}" dt="2023-09-13T09:20:15.311" v="122" actId="700"/>
          <ac:spMkLst>
            <pc:docMk/>
            <pc:sldMk cId="1770153382" sldId="469"/>
            <ac:spMk id="2" creationId="{A084E511-2F0A-2E4E-93F8-16231F34AE9E}"/>
          </ac:spMkLst>
        </pc:spChg>
        <pc:spChg chg="mod ord">
          <ac:chgData name="Loc Huynh" userId="80c0383e323bd6ea" providerId="LiveId" clId="{7174A1A7-6A26-42BF-9590-B9BA90E8F80B}" dt="2023-09-13T09:21:59.233" v="161" actId="20577"/>
          <ac:spMkLst>
            <pc:docMk/>
            <pc:sldMk cId="1770153382" sldId="469"/>
            <ac:spMk id="3" creationId="{0950CF22-330B-0B43-84E9-34FC1BB699DD}"/>
          </ac:spMkLst>
        </pc:spChg>
        <pc:spChg chg="mod ord">
          <ac:chgData name="Loc Huynh" userId="80c0383e323bd6ea" providerId="LiveId" clId="{7174A1A7-6A26-42BF-9590-B9BA90E8F80B}" dt="2023-09-13T09:20:15.311" v="122" actId="700"/>
          <ac:spMkLst>
            <pc:docMk/>
            <pc:sldMk cId="1770153382" sldId="469"/>
            <ac:spMk id="4" creationId="{FA36776C-7372-C543-B1F1-59A33C1CCC3E}"/>
          </ac:spMkLst>
        </pc:spChg>
        <pc:spChg chg="mod ord">
          <ac:chgData name="Loc Huynh" userId="80c0383e323bd6ea" providerId="LiveId" clId="{7174A1A7-6A26-42BF-9590-B9BA90E8F80B}" dt="2023-09-13T09:20:15.311" v="122" actId="700"/>
          <ac:spMkLst>
            <pc:docMk/>
            <pc:sldMk cId="1770153382" sldId="469"/>
            <ac:spMk id="5" creationId="{8FB8B591-4F21-5D45-BC47-8A591A8CC92D}"/>
          </ac:spMkLst>
        </pc:spChg>
        <pc:spChg chg="mod">
          <ac:chgData name="Loc Huynh" userId="80c0383e323bd6ea" providerId="LiveId" clId="{7174A1A7-6A26-42BF-9590-B9BA90E8F80B}" dt="2023-09-13T09:23:13.358" v="176" actId="14100"/>
          <ac:spMkLst>
            <pc:docMk/>
            <pc:sldMk cId="1770153382" sldId="469"/>
            <ac:spMk id="6" creationId="{65EBD7E5-1D57-9448-A846-3814DE95C179}"/>
          </ac:spMkLst>
        </pc:spChg>
        <pc:spChg chg="del">
          <ac:chgData name="Loc Huynh" userId="80c0383e323bd6ea" providerId="LiveId" clId="{7174A1A7-6A26-42BF-9590-B9BA90E8F80B}" dt="2023-09-13T09:20:04.983" v="119" actId="478"/>
          <ac:spMkLst>
            <pc:docMk/>
            <pc:sldMk cId="1770153382" sldId="469"/>
            <ac:spMk id="7" creationId="{0497AB36-E993-FA4C-B142-94E013FF89AC}"/>
          </ac:spMkLst>
        </pc:spChg>
        <pc:spChg chg="mod">
          <ac:chgData name="Loc Huynh" userId="80c0383e323bd6ea" providerId="LiveId" clId="{7174A1A7-6A26-42BF-9590-B9BA90E8F80B}" dt="2023-09-13T09:22:54.640" v="174" actId="1076"/>
          <ac:spMkLst>
            <pc:docMk/>
            <pc:sldMk cId="1770153382" sldId="469"/>
            <ac:spMk id="8" creationId="{206F696C-76DA-AE48-9BFD-C93EE7A992DA}"/>
          </ac:spMkLst>
        </pc:spChg>
        <pc:spChg chg="mod">
          <ac:chgData name="Loc Huynh" userId="80c0383e323bd6ea" providerId="LiveId" clId="{7174A1A7-6A26-42BF-9590-B9BA90E8F80B}" dt="2023-09-13T09:23:07.358" v="175" actId="14100"/>
          <ac:spMkLst>
            <pc:docMk/>
            <pc:sldMk cId="1770153382" sldId="469"/>
            <ac:spMk id="9" creationId="{D6D40A09-16CE-F44F-9F5C-AF6ABF4098B4}"/>
          </ac:spMkLst>
        </pc:spChg>
        <pc:spChg chg="add mod ord">
          <ac:chgData name="Loc Huynh" userId="80c0383e323bd6ea" providerId="LiveId" clId="{7174A1A7-6A26-42BF-9590-B9BA90E8F80B}" dt="2023-09-13T09:22:20.654" v="165" actId="13926"/>
          <ac:spMkLst>
            <pc:docMk/>
            <pc:sldMk cId="1770153382" sldId="469"/>
            <ac:spMk id="10" creationId="{E90D2676-5007-5D23-A929-1DD8F594A3C7}"/>
          </ac:spMkLst>
        </pc:spChg>
      </pc:sldChg>
      <pc:sldChg chg="modSp mod chgLayout">
        <pc:chgData name="Loc Huynh" userId="80c0383e323bd6ea" providerId="LiveId" clId="{7174A1A7-6A26-42BF-9590-B9BA90E8F80B}" dt="2023-09-13T10:13:23.748" v="1057" actId="13926"/>
        <pc:sldMkLst>
          <pc:docMk/>
          <pc:sldMk cId="3684564904" sldId="470"/>
        </pc:sldMkLst>
        <pc:spChg chg="mod ord">
          <ac:chgData name="Loc Huynh" userId="80c0383e323bd6ea" providerId="LiveId" clId="{7174A1A7-6A26-42BF-9590-B9BA90E8F80B}" dt="2023-09-13T10:07:08.371" v="962" actId="700"/>
          <ac:spMkLst>
            <pc:docMk/>
            <pc:sldMk cId="3684564904" sldId="470"/>
            <ac:spMk id="2" creationId="{67D965CF-1D55-5443-919B-AC77503498CA}"/>
          </ac:spMkLst>
        </pc:spChg>
        <pc:spChg chg="mod ord">
          <ac:chgData name="Loc Huynh" userId="80c0383e323bd6ea" providerId="LiveId" clId="{7174A1A7-6A26-42BF-9590-B9BA90E8F80B}" dt="2023-09-13T10:07:35.631" v="967" actId="207"/>
          <ac:spMkLst>
            <pc:docMk/>
            <pc:sldMk cId="3684564904" sldId="470"/>
            <ac:spMk id="3" creationId="{E31B8DF0-5097-6849-A204-526B69A794B3}"/>
          </ac:spMkLst>
        </pc:spChg>
        <pc:spChg chg="mod ord">
          <ac:chgData name="Loc Huynh" userId="80c0383e323bd6ea" providerId="LiveId" clId="{7174A1A7-6A26-42BF-9590-B9BA90E8F80B}" dt="2023-09-13T10:07:08.371" v="962" actId="700"/>
          <ac:spMkLst>
            <pc:docMk/>
            <pc:sldMk cId="3684564904" sldId="470"/>
            <ac:spMk id="4" creationId="{D0B4835D-B712-474E-B6B8-6C1BBDD99FFD}"/>
          </ac:spMkLst>
        </pc:spChg>
        <pc:spChg chg="mod ord">
          <ac:chgData name="Loc Huynh" userId="80c0383e323bd6ea" providerId="LiveId" clId="{7174A1A7-6A26-42BF-9590-B9BA90E8F80B}" dt="2023-09-13T10:07:08.371" v="962" actId="700"/>
          <ac:spMkLst>
            <pc:docMk/>
            <pc:sldMk cId="3684564904" sldId="470"/>
            <ac:spMk id="5" creationId="{AE526D72-773E-714F-A1AE-5B77BAF3A9FB}"/>
          </ac:spMkLst>
        </pc:spChg>
        <pc:spChg chg="mod">
          <ac:chgData name="Loc Huynh" userId="80c0383e323bd6ea" providerId="LiveId" clId="{7174A1A7-6A26-42BF-9590-B9BA90E8F80B}" dt="2023-09-13T10:13:23.748" v="1057" actId="13926"/>
          <ac:spMkLst>
            <pc:docMk/>
            <pc:sldMk cId="3684564904" sldId="470"/>
            <ac:spMk id="7" creationId="{9CF46A69-C370-BC4E-A1B6-0D08CD7E7D51}"/>
          </ac:spMkLst>
        </pc:spChg>
        <pc:spChg chg="mod">
          <ac:chgData name="Loc Huynh" userId="80c0383e323bd6ea" providerId="LiveId" clId="{7174A1A7-6A26-42BF-9590-B9BA90E8F80B}" dt="2023-09-13T10:10:57.511" v="1023" actId="14100"/>
          <ac:spMkLst>
            <pc:docMk/>
            <pc:sldMk cId="3684564904" sldId="470"/>
            <ac:spMk id="12" creationId="{4A99978A-B37F-CD45-9046-3023D55DA46A}"/>
          </ac:spMkLst>
        </pc:spChg>
        <pc:spChg chg="mod">
          <ac:chgData name="Loc Huynh" userId="80c0383e323bd6ea" providerId="LiveId" clId="{7174A1A7-6A26-42BF-9590-B9BA90E8F80B}" dt="2023-09-13T10:11:12.731" v="1028" actId="14100"/>
          <ac:spMkLst>
            <pc:docMk/>
            <pc:sldMk cId="3684564904" sldId="470"/>
            <ac:spMk id="13" creationId="{CF8E5AFE-5ADF-8549-AA19-5349EFFD0015}"/>
          </ac:spMkLst>
        </pc:spChg>
        <pc:spChg chg="mod">
          <ac:chgData name="Loc Huynh" userId="80c0383e323bd6ea" providerId="LiveId" clId="{7174A1A7-6A26-42BF-9590-B9BA90E8F80B}" dt="2023-09-13T10:11:53.693" v="1035" actId="14100"/>
          <ac:spMkLst>
            <pc:docMk/>
            <pc:sldMk cId="3684564904" sldId="470"/>
            <ac:spMk id="14" creationId="{D742A93A-92B6-3B44-8730-BB18DFD6ED20}"/>
          </ac:spMkLst>
        </pc:spChg>
      </pc:sldChg>
      <pc:sldChg chg="modSp mod chgLayout">
        <pc:chgData name="Loc Huynh" userId="80c0383e323bd6ea" providerId="LiveId" clId="{7174A1A7-6A26-42BF-9590-B9BA90E8F80B}" dt="2023-09-13T10:13:15.344" v="1054" actId="13926"/>
        <pc:sldMkLst>
          <pc:docMk/>
          <pc:sldMk cId="1997632837" sldId="471"/>
        </pc:sldMkLst>
        <pc:spChg chg="mod ord">
          <ac:chgData name="Loc Huynh" userId="80c0383e323bd6ea" providerId="LiveId" clId="{7174A1A7-6A26-42BF-9590-B9BA90E8F80B}" dt="2023-09-13T10:07:15.678" v="963" actId="700"/>
          <ac:spMkLst>
            <pc:docMk/>
            <pc:sldMk cId="1997632837" sldId="471"/>
            <ac:spMk id="2" creationId="{67D965CF-1D55-5443-919B-AC77503498CA}"/>
          </ac:spMkLst>
        </pc:spChg>
        <pc:spChg chg="mod ord">
          <ac:chgData name="Loc Huynh" userId="80c0383e323bd6ea" providerId="LiveId" clId="{7174A1A7-6A26-42BF-9590-B9BA90E8F80B}" dt="2023-09-13T10:08:29.971" v="987" actId="13926"/>
          <ac:spMkLst>
            <pc:docMk/>
            <pc:sldMk cId="1997632837" sldId="471"/>
            <ac:spMk id="3" creationId="{E31B8DF0-5097-6849-A204-526B69A794B3}"/>
          </ac:spMkLst>
        </pc:spChg>
        <pc:spChg chg="mod ord">
          <ac:chgData name="Loc Huynh" userId="80c0383e323bd6ea" providerId="LiveId" clId="{7174A1A7-6A26-42BF-9590-B9BA90E8F80B}" dt="2023-09-13T10:07:15.678" v="963" actId="700"/>
          <ac:spMkLst>
            <pc:docMk/>
            <pc:sldMk cId="1997632837" sldId="471"/>
            <ac:spMk id="4" creationId="{D0B4835D-B712-474E-B6B8-6C1BBDD99FFD}"/>
          </ac:spMkLst>
        </pc:spChg>
        <pc:spChg chg="mod ord">
          <ac:chgData name="Loc Huynh" userId="80c0383e323bd6ea" providerId="LiveId" clId="{7174A1A7-6A26-42BF-9590-B9BA90E8F80B}" dt="2023-09-13T10:07:15.678" v="963" actId="700"/>
          <ac:spMkLst>
            <pc:docMk/>
            <pc:sldMk cId="1997632837" sldId="471"/>
            <ac:spMk id="5" creationId="{AE526D72-773E-714F-A1AE-5B77BAF3A9FB}"/>
          </ac:spMkLst>
        </pc:spChg>
        <pc:spChg chg="mod">
          <ac:chgData name="Loc Huynh" userId="80c0383e323bd6ea" providerId="LiveId" clId="{7174A1A7-6A26-42BF-9590-B9BA90E8F80B}" dt="2023-09-13T10:13:15.344" v="1054" actId="13926"/>
          <ac:spMkLst>
            <pc:docMk/>
            <pc:sldMk cId="1997632837" sldId="471"/>
            <ac:spMk id="7" creationId="{9CF46A69-C370-BC4E-A1B6-0D08CD7E7D51}"/>
          </ac:spMkLst>
        </pc:spChg>
        <pc:spChg chg="mod">
          <ac:chgData name="Loc Huynh" userId="80c0383e323bd6ea" providerId="LiveId" clId="{7174A1A7-6A26-42BF-9590-B9BA90E8F80B}" dt="2023-09-13T10:09:48.167" v="1007" actId="14100"/>
          <ac:spMkLst>
            <pc:docMk/>
            <pc:sldMk cId="1997632837" sldId="471"/>
            <ac:spMk id="12" creationId="{4A99978A-B37F-CD45-9046-3023D55DA46A}"/>
          </ac:spMkLst>
        </pc:spChg>
        <pc:spChg chg="mod">
          <ac:chgData name="Loc Huynh" userId="80c0383e323bd6ea" providerId="LiveId" clId="{7174A1A7-6A26-42BF-9590-B9BA90E8F80B}" dt="2023-09-13T10:09:43.431" v="1006" actId="14100"/>
          <ac:spMkLst>
            <pc:docMk/>
            <pc:sldMk cId="1997632837" sldId="471"/>
            <ac:spMk id="13" creationId="{CF8E5AFE-5ADF-8549-AA19-5349EFFD0015}"/>
          </ac:spMkLst>
        </pc:spChg>
        <pc:spChg chg="mod">
          <ac:chgData name="Loc Huynh" userId="80c0383e323bd6ea" providerId="LiveId" clId="{7174A1A7-6A26-42BF-9590-B9BA90E8F80B}" dt="2023-09-13T10:09:51.746" v="1008" actId="14100"/>
          <ac:spMkLst>
            <pc:docMk/>
            <pc:sldMk cId="1997632837" sldId="471"/>
            <ac:spMk id="14" creationId="{D742A93A-92B6-3B44-8730-BB18DFD6ED20}"/>
          </ac:spMkLst>
        </pc:spChg>
        <pc:spChg chg="mod">
          <ac:chgData name="Loc Huynh" userId="80c0383e323bd6ea" providerId="LiveId" clId="{7174A1A7-6A26-42BF-9590-B9BA90E8F80B}" dt="2023-09-13T10:10:14.885" v="1013" actId="1076"/>
          <ac:spMkLst>
            <pc:docMk/>
            <pc:sldMk cId="1997632837" sldId="471"/>
            <ac:spMk id="15" creationId="{339CAA90-ACF0-3440-8D4E-98EDD25DBE0C}"/>
          </ac:spMkLst>
        </pc:spChg>
      </pc:sldChg>
      <pc:sldChg chg="modSp mod">
        <pc:chgData name="Loc Huynh" userId="80c0383e323bd6ea" providerId="LiveId" clId="{7174A1A7-6A26-42BF-9590-B9BA90E8F80B}" dt="2023-09-13T10:16:00.491" v="1094" actId="14100"/>
        <pc:sldMkLst>
          <pc:docMk/>
          <pc:sldMk cId="3934483243" sldId="472"/>
        </pc:sldMkLst>
        <pc:spChg chg="mod">
          <ac:chgData name="Loc Huynh" userId="80c0383e323bd6ea" providerId="LiveId" clId="{7174A1A7-6A26-42BF-9590-B9BA90E8F80B}" dt="2023-09-13T10:13:55.556" v="1064" actId="207"/>
          <ac:spMkLst>
            <pc:docMk/>
            <pc:sldMk cId="3934483243" sldId="472"/>
            <ac:spMk id="3" creationId="{E31B8DF0-5097-6849-A204-526B69A794B3}"/>
          </ac:spMkLst>
        </pc:spChg>
        <pc:spChg chg="mod">
          <ac:chgData name="Loc Huynh" userId="80c0383e323bd6ea" providerId="LiveId" clId="{7174A1A7-6A26-42BF-9590-B9BA90E8F80B}" dt="2023-09-13T10:15:45.563" v="1089" actId="108"/>
          <ac:spMkLst>
            <pc:docMk/>
            <pc:sldMk cId="3934483243" sldId="472"/>
            <ac:spMk id="7" creationId="{9CF46A69-C370-BC4E-A1B6-0D08CD7E7D51}"/>
          </ac:spMkLst>
        </pc:spChg>
        <pc:spChg chg="mod">
          <ac:chgData name="Loc Huynh" userId="80c0383e323bd6ea" providerId="LiveId" clId="{7174A1A7-6A26-42BF-9590-B9BA90E8F80B}" dt="2023-09-13T10:16:00.491" v="1094" actId="14100"/>
          <ac:spMkLst>
            <pc:docMk/>
            <pc:sldMk cId="3934483243" sldId="472"/>
            <ac:spMk id="9" creationId="{63D82EEC-551D-774A-977B-2E51FC46DDFB}"/>
          </ac:spMkLst>
        </pc:spChg>
        <pc:spChg chg="mod">
          <ac:chgData name="Loc Huynh" userId="80c0383e323bd6ea" providerId="LiveId" clId="{7174A1A7-6A26-42BF-9590-B9BA90E8F80B}" dt="2023-09-13T10:15:49.656" v="1090" actId="1076"/>
          <ac:spMkLst>
            <pc:docMk/>
            <pc:sldMk cId="3934483243" sldId="472"/>
            <ac:spMk id="12" creationId="{155E4025-4728-6547-882F-86215B9201A1}"/>
          </ac:spMkLst>
        </pc:spChg>
      </pc:sldChg>
      <pc:sldChg chg="addSp delSp modSp mod chgLayout">
        <pc:chgData name="Loc Huynh" userId="80c0383e323bd6ea" providerId="LiveId" clId="{7174A1A7-6A26-42BF-9590-B9BA90E8F80B}" dt="2023-09-13T10:44:56.918" v="1636" actId="700"/>
        <pc:sldMkLst>
          <pc:docMk/>
          <pc:sldMk cId="3915191108" sldId="473"/>
        </pc:sldMkLst>
        <pc:spChg chg="mod ord">
          <ac:chgData name="Loc Huynh" userId="80c0383e323bd6ea" providerId="LiveId" clId="{7174A1A7-6A26-42BF-9590-B9BA90E8F80B}" dt="2023-09-13T10:44:56.918" v="1636" actId="700"/>
          <ac:spMkLst>
            <pc:docMk/>
            <pc:sldMk cId="3915191108" sldId="473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44:56.918" v="1636" actId="700"/>
          <ac:spMkLst>
            <pc:docMk/>
            <pc:sldMk cId="3915191108" sldId="473"/>
            <ac:spMk id="3" creationId="{00000000-0000-0000-0000-000000000000}"/>
          </ac:spMkLst>
        </pc:spChg>
        <pc:spChg chg="add mod ord">
          <ac:chgData name="Loc Huynh" userId="80c0383e323bd6ea" providerId="LiveId" clId="{7174A1A7-6A26-42BF-9590-B9BA90E8F80B}" dt="2023-09-13T10:44:56.918" v="1636" actId="700"/>
          <ac:spMkLst>
            <pc:docMk/>
            <pc:sldMk cId="3915191108" sldId="473"/>
            <ac:spMk id="4" creationId="{C73FAA6A-FF83-485B-4CFC-6CFD2E073412}"/>
          </ac:spMkLst>
        </pc:spChg>
        <pc:spChg chg="mod">
          <ac:chgData name="Loc Huynh" userId="80c0383e323bd6ea" providerId="LiveId" clId="{7174A1A7-6A26-42BF-9590-B9BA90E8F80B}" dt="2023-09-13T10:27:45.338" v="1311" actId="14100"/>
          <ac:spMkLst>
            <pc:docMk/>
            <pc:sldMk cId="3915191108" sldId="473"/>
            <ac:spMk id="6" creationId="{60420651-BFD4-8548-AFBC-451DF84F188F}"/>
          </ac:spMkLst>
        </pc:spChg>
        <pc:spChg chg="mod">
          <ac:chgData name="Loc Huynh" userId="80c0383e323bd6ea" providerId="LiveId" clId="{7174A1A7-6A26-42BF-9590-B9BA90E8F80B}" dt="2023-09-13T10:27:34.065" v="1309" actId="14100"/>
          <ac:spMkLst>
            <pc:docMk/>
            <pc:sldMk cId="3915191108" sldId="473"/>
            <ac:spMk id="7" creationId="{929A0727-2B96-974C-BC69-556B712170AC}"/>
          </ac:spMkLst>
        </pc:spChg>
        <pc:spChg chg="mod">
          <ac:chgData name="Loc Huynh" userId="80c0383e323bd6ea" providerId="LiveId" clId="{7174A1A7-6A26-42BF-9590-B9BA90E8F80B}" dt="2023-09-13T10:27:25.268" v="1306" actId="14100"/>
          <ac:spMkLst>
            <pc:docMk/>
            <pc:sldMk cId="3915191108" sldId="473"/>
            <ac:spMk id="8" creationId="{E2746794-A5E6-5D4B-8F68-5C63EC43737F}"/>
          </ac:spMkLst>
        </pc:spChg>
        <pc:spChg chg="del mod">
          <ac:chgData name="Loc Huynh" userId="80c0383e323bd6ea" providerId="LiveId" clId="{7174A1A7-6A26-42BF-9590-B9BA90E8F80B}" dt="2023-09-13T10:25:26.867" v="1283" actId="478"/>
          <ac:spMkLst>
            <pc:docMk/>
            <pc:sldMk cId="3915191108" sldId="473"/>
            <ac:spMk id="9" creationId="{EDAFBA57-2096-7248-B372-A140ADEEDE8B}"/>
          </ac:spMkLst>
        </pc:spChg>
        <pc:spChg chg="mod ord">
          <ac:chgData name="Loc Huynh" userId="80c0383e323bd6ea" providerId="LiveId" clId="{7174A1A7-6A26-42BF-9590-B9BA90E8F80B}" dt="2023-09-13T10:44:56.918" v="1636" actId="700"/>
          <ac:spMkLst>
            <pc:docMk/>
            <pc:sldMk cId="3915191108" sldId="473"/>
            <ac:spMk id="10" creationId="{9D03BF8F-944D-2944-A60B-FD87A037ED08}"/>
          </ac:spMkLst>
        </pc:spChg>
      </pc:sldChg>
      <pc:sldChg chg="addSp delSp modSp mod chgLayout">
        <pc:chgData name="Loc Huynh" userId="80c0383e323bd6ea" providerId="LiveId" clId="{7174A1A7-6A26-42BF-9590-B9BA90E8F80B}" dt="2023-09-13T10:44:59.048" v="1637" actId="700"/>
        <pc:sldMkLst>
          <pc:docMk/>
          <pc:sldMk cId="1242105478" sldId="474"/>
        </pc:sldMkLst>
        <pc:spChg chg="mod ord">
          <ac:chgData name="Loc Huynh" userId="80c0383e323bd6ea" providerId="LiveId" clId="{7174A1A7-6A26-42BF-9590-B9BA90E8F80B}" dt="2023-09-13T10:44:59.048" v="1637" actId="700"/>
          <ac:spMkLst>
            <pc:docMk/>
            <pc:sldMk cId="1242105478" sldId="474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44:59.048" v="1637" actId="700"/>
          <ac:spMkLst>
            <pc:docMk/>
            <pc:sldMk cId="1242105478" sldId="474"/>
            <ac:spMk id="3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44:59.048" v="1637" actId="700"/>
          <ac:spMkLst>
            <pc:docMk/>
            <pc:sldMk cId="1242105478" sldId="474"/>
            <ac:spMk id="4" creationId="{00000000-0000-0000-0000-000000000000}"/>
          </ac:spMkLst>
        </pc:spChg>
        <pc:spChg chg="add mod ord">
          <ac:chgData name="Loc Huynh" userId="80c0383e323bd6ea" providerId="LiveId" clId="{7174A1A7-6A26-42BF-9590-B9BA90E8F80B}" dt="2023-09-13T10:44:59.048" v="1637" actId="700"/>
          <ac:spMkLst>
            <pc:docMk/>
            <pc:sldMk cId="1242105478" sldId="474"/>
            <ac:spMk id="5" creationId="{94ED5CE3-6B33-4E00-3AA0-3D76128D5716}"/>
          </ac:spMkLst>
        </pc:spChg>
        <pc:spChg chg="mod">
          <ac:chgData name="Loc Huynh" userId="80c0383e323bd6ea" providerId="LiveId" clId="{7174A1A7-6A26-42BF-9590-B9BA90E8F80B}" dt="2023-09-13T10:34:35.294" v="1459" actId="14100"/>
          <ac:spMkLst>
            <pc:docMk/>
            <pc:sldMk cId="1242105478" sldId="474"/>
            <ac:spMk id="7" creationId="{03A9A49A-8760-FC48-8E1C-8A867E0DC982}"/>
          </ac:spMkLst>
        </pc:spChg>
        <pc:spChg chg="mod">
          <ac:chgData name="Loc Huynh" userId="80c0383e323bd6ea" providerId="LiveId" clId="{7174A1A7-6A26-42BF-9590-B9BA90E8F80B}" dt="2023-09-13T10:33:01.887" v="1407" actId="1076"/>
          <ac:spMkLst>
            <pc:docMk/>
            <pc:sldMk cId="1242105478" sldId="474"/>
            <ac:spMk id="8" creationId="{7ECF8F5C-E57B-FE46-8DCB-ECF3061275E0}"/>
          </ac:spMkLst>
        </pc:spChg>
        <pc:spChg chg="mod">
          <ac:chgData name="Loc Huynh" userId="80c0383e323bd6ea" providerId="LiveId" clId="{7174A1A7-6A26-42BF-9590-B9BA90E8F80B}" dt="2023-09-13T10:32:20.947" v="1400" actId="14100"/>
          <ac:spMkLst>
            <pc:docMk/>
            <pc:sldMk cId="1242105478" sldId="474"/>
            <ac:spMk id="9" creationId="{E0B2BC97-FE1C-E44D-8451-2DC42EA9E39D}"/>
          </ac:spMkLst>
        </pc:spChg>
        <pc:spChg chg="mod">
          <ac:chgData name="Loc Huynh" userId="80c0383e323bd6ea" providerId="LiveId" clId="{7174A1A7-6A26-42BF-9590-B9BA90E8F80B}" dt="2023-09-13T10:34:46.498" v="1460" actId="14100"/>
          <ac:spMkLst>
            <pc:docMk/>
            <pc:sldMk cId="1242105478" sldId="474"/>
            <ac:spMk id="10" creationId="{535C6297-4E11-3147-8597-F20F75516A2D}"/>
          </ac:spMkLst>
        </pc:spChg>
        <pc:spChg chg="mod">
          <ac:chgData name="Loc Huynh" userId="80c0383e323bd6ea" providerId="LiveId" clId="{7174A1A7-6A26-42BF-9590-B9BA90E8F80B}" dt="2023-09-13T10:34:03.208" v="1446" actId="1076"/>
          <ac:spMkLst>
            <pc:docMk/>
            <pc:sldMk cId="1242105478" sldId="474"/>
            <ac:spMk id="11" creationId="{02D69FDF-1EC3-B84B-8956-E9CBCEEA9D1B}"/>
          </ac:spMkLst>
        </pc:spChg>
        <pc:spChg chg="mod">
          <ac:chgData name="Loc Huynh" userId="80c0383e323bd6ea" providerId="LiveId" clId="{7174A1A7-6A26-42BF-9590-B9BA90E8F80B}" dt="2023-09-13T10:32:43.056" v="1405" actId="1076"/>
          <ac:spMkLst>
            <pc:docMk/>
            <pc:sldMk cId="1242105478" sldId="474"/>
            <ac:spMk id="25" creationId="{38D813B1-F736-8348-8C90-D25DA3EB6E1C}"/>
          </ac:spMkLst>
        </pc:spChg>
        <pc:spChg chg="mod">
          <ac:chgData name="Loc Huynh" userId="80c0383e323bd6ea" providerId="LiveId" clId="{7174A1A7-6A26-42BF-9590-B9BA90E8F80B}" dt="2023-09-13T10:32:43.056" v="1405" actId="1076"/>
          <ac:spMkLst>
            <pc:docMk/>
            <pc:sldMk cId="1242105478" sldId="474"/>
            <ac:spMk id="32" creationId="{60C190B3-A31D-E347-BA0A-C1CDFA90B8A8}"/>
          </ac:spMkLst>
        </pc:spChg>
        <pc:spChg chg="mod">
          <ac:chgData name="Loc Huynh" userId="80c0383e323bd6ea" providerId="LiveId" clId="{7174A1A7-6A26-42BF-9590-B9BA90E8F80B}" dt="2023-09-13T10:32:43.056" v="1405" actId="1076"/>
          <ac:spMkLst>
            <pc:docMk/>
            <pc:sldMk cId="1242105478" sldId="474"/>
            <ac:spMk id="33" creationId="{F0246D17-B7C2-C843-975A-1C55D8A114DB}"/>
          </ac:spMkLst>
        </pc:spChg>
        <pc:spChg chg="mod">
          <ac:chgData name="Loc Huynh" userId="80c0383e323bd6ea" providerId="LiveId" clId="{7174A1A7-6A26-42BF-9590-B9BA90E8F80B}" dt="2023-09-13T10:33:18.771" v="1409" actId="14100"/>
          <ac:spMkLst>
            <pc:docMk/>
            <pc:sldMk cId="1242105478" sldId="474"/>
            <ac:spMk id="35" creationId="{AE3F959C-6613-DB42-8551-4C0812B9423A}"/>
          </ac:spMkLst>
        </pc:spChg>
        <pc:spChg chg="mod">
          <ac:chgData name="Loc Huynh" userId="80c0383e323bd6ea" providerId="LiveId" clId="{7174A1A7-6A26-42BF-9590-B9BA90E8F80B}" dt="2023-09-13T10:32:43.056" v="1405" actId="1076"/>
          <ac:spMkLst>
            <pc:docMk/>
            <pc:sldMk cId="1242105478" sldId="474"/>
            <ac:spMk id="36" creationId="{04D49AAE-16B9-BE40-9B2A-370697F0878E}"/>
          </ac:spMkLst>
        </pc:spChg>
        <pc:spChg chg="mod">
          <ac:chgData name="Loc Huynh" userId="80c0383e323bd6ea" providerId="LiveId" clId="{7174A1A7-6A26-42BF-9590-B9BA90E8F80B}" dt="2023-09-13T10:33:07.814" v="1408" actId="1076"/>
          <ac:spMkLst>
            <pc:docMk/>
            <pc:sldMk cId="1242105478" sldId="474"/>
            <ac:spMk id="37" creationId="{065A310A-0436-C54D-86DD-B03BC35D76E8}"/>
          </ac:spMkLst>
        </pc:spChg>
        <pc:spChg chg="del">
          <ac:chgData name="Loc Huynh" userId="80c0383e323bd6ea" providerId="LiveId" clId="{7174A1A7-6A26-42BF-9590-B9BA90E8F80B}" dt="2023-09-13T10:25:30.529" v="1285" actId="478"/>
          <ac:spMkLst>
            <pc:docMk/>
            <pc:sldMk cId="1242105478" sldId="474"/>
            <ac:spMk id="63" creationId="{8FD8F22E-E8CE-F04A-8711-045626214F9D}"/>
          </ac:spMkLst>
        </pc:spChg>
        <pc:cxnChg chg="mod">
          <ac:chgData name="Loc Huynh" userId="80c0383e323bd6ea" providerId="LiveId" clId="{7174A1A7-6A26-42BF-9590-B9BA90E8F80B}" dt="2023-09-13T10:34:05.426" v="1447" actId="14100"/>
          <ac:cxnSpMkLst>
            <pc:docMk/>
            <pc:sldMk cId="1242105478" sldId="474"/>
            <ac:cxnSpMk id="13" creationId="{B332532D-A722-4F44-8DFA-A16288457A7F}"/>
          </ac:cxnSpMkLst>
        </pc:cxnChg>
        <pc:cxnChg chg="mod">
          <ac:chgData name="Loc Huynh" userId="80c0383e323bd6ea" providerId="LiveId" clId="{7174A1A7-6A26-42BF-9590-B9BA90E8F80B}" dt="2023-09-13T10:34:08.473" v="1448" actId="14100"/>
          <ac:cxnSpMkLst>
            <pc:docMk/>
            <pc:sldMk cId="1242105478" sldId="474"/>
            <ac:cxnSpMk id="17" creationId="{242BACA7-6C63-F44C-8A20-22DDFBCADD9B}"/>
          </ac:cxnSpMkLst>
        </pc:cxnChg>
        <pc:cxnChg chg="mod">
          <ac:chgData name="Loc Huynh" userId="80c0383e323bd6ea" providerId="LiveId" clId="{7174A1A7-6A26-42BF-9590-B9BA90E8F80B}" dt="2023-09-13T10:32:43.056" v="1405" actId="1076"/>
          <ac:cxnSpMkLst>
            <pc:docMk/>
            <pc:sldMk cId="1242105478" sldId="474"/>
            <ac:cxnSpMk id="41" creationId="{7A09A6CE-BF84-1C4C-9839-4506C244CB87}"/>
          </ac:cxnSpMkLst>
        </pc:cxnChg>
        <pc:cxnChg chg="mod">
          <ac:chgData name="Loc Huynh" userId="80c0383e323bd6ea" providerId="LiveId" clId="{7174A1A7-6A26-42BF-9590-B9BA90E8F80B}" dt="2023-09-13T10:32:43.056" v="1405" actId="1076"/>
          <ac:cxnSpMkLst>
            <pc:docMk/>
            <pc:sldMk cId="1242105478" sldId="474"/>
            <ac:cxnSpMk id="44" creationId="{70869ADA-38FF-6C46-997B-01601BC3B53D}"/>
          </ac:cxnSpMkLst>
        </pc:cxnChg>
        <pc:cxnChg chg="mod">
          <ac:chgData name="Loc Huynh" userId="80c0383e323bd6ea" providerId="LiveId" clId="{7174A1A7-6A26-42BF-9590-B9BA90E8F80B}" dt="2023-09-13T10:32:43.056" v="1405" actId="1076"/>
          <ac:cxnSpMkLst>
            <pc:docMk/>
            <pc:sldMk cId="1242105478" sldId="474"/>
            <ac:cxnSpMk id="46" creationId="{5DEE573E-59E5-D746-B3FB-5DBB3B27E7A5}"/>
          </ac:cxnSpMkLst>
        </pc:cxnChg>
        <pc:cxnChg chg="mod">
          <ac:chgData name="Loc Huynh" userId="80c0383e323bd6ea" providerId="LiveId" clId="{7174A1A7-6A26-42BF-9590-B9BA90E8F80B}" dt="2023-09-13T10:32:43.056" v="1405" actId="1076"/>
          <ac:cxnSpMkLst>
            <pc:docMk/>
            <pc:sldMk cId="1242105478" sldId="474"/>
            <ac:cxnSpMk id="54" creationId="{2D62C39C-BDC4-4D4F-8DE4-081D41FC101B}"/>
          </ac:cxnSpMkLst>
        </pc:cxnChg>
        <pc:cxnChg chg="mod">
          <ac:chgData name="Loc Huynh" userId="80c0383e323bd6ea" providerId="LiveId" clId="{7174A1A7-6A26-42BF-9590-B9BA90E8F80B}" dt="2023-09-13T10:32:43.056" v="1405" actId="1076"/>
          <ac:cxnSpMkLst>
            <pc:docMk/>
            <pc:sldMk cId="1242105478" sldId="474"/>
            <ac:cxnSpMk id="56" creationId="{E77FD24A-F670-1E45-9B84-3F16607832CE}"/>
          </ac:cxnSpMkLst>
        </pc:cxnChg>
      </pc:sldChg>
      <pc:sldChg chg="addSp delSp modSp mod chgLayout">
        <pc:chgData name="Loc Huynh" userId="80c0383e323bd6ea" providerId="LiveId" clId="{7174A1A7-6A26-42BF-9590-B9BA90E8F80B}" dt="2023-09-13T10:45:01.554" v="1638" actId="700"/>
        <pc:sldMkLst>
          <pc:docMk/>
          <pc:sldMk cId="4292046202" sldId="475"/>
        </pc:sldMkLst>
        <pc:spChg chg="mod ord">
          <ac:chgData name="Loc Huynh" userId="80c0383e323bd6ea" providerId="LiveId" clId="{7174A1A7-6A26-42BF-9590-B9BA90E8F80B}" dt="2023-09-13T10:45:01.554" v="1638" actId="700"/>
          <ac:spMkLst>
            <pc:docMk/>
            <pc:sldMk cId="4292046202" sldId="475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45:01.554" v="1638" actId="700"/>
          <ac:spMkLst>
            <pc:docMk/>
            <pc:sldMk cId="4292046202" sldId="475"/>
            <ac:spMk id="3" creationId="{00000000-0000-0000-0000-000000000000}"/>
          </ac:spMkLst>
        </pc:spChg>
        <pc:spChg chg="add mod ord">
          <ac:chgData name="Loc Huynh" userId="80c0383e323bd6ea" providerId="LiveId" clId="{7174A1A7-6A26-42BF-9590-B9BA90E8F80B}" dt="2023-09-13T10:45:01.554" v="1638" actId="700"/>
          <ac:spMkLst>
            <pc:docMk/>
            <pc:sldMk cId="4292046202" sldId="475"/>
            <ac:spMk id="4" creationId="{6E7B272C-1886-F62B-9F17-1833D31EA865}"/>
          </ac:spMkLst>
        </pc:spChg>
        <pc:spChg chg="mod">
          <ac:chgData name="Loc Huynh" userId="80c0383e323bd6ea" providerId="LiveId" clId="{7174A1A7-6A26-42BF-9590-B9BA90E8F80B}" dt="2023-09-13T10:35:35.953" v="1461" actId="1076"/>
          <ac:spMkLst>
            <pc:docMk/>
            <pc:sldMk cId="4292046202" sldId="475"/>
            <ac:spMk id="5" creationId="{10D50FDF-06A6-654D-9D64-8AC2F89AD6AC}"/>
          </ac:spMkLst>
        </pc:spChg>
        <pc:spChg chg="mod">
          <ac:chgData name="Loc Huynh" userId="80c0383e323bd6ea" providerId="LiveId" clId="{7174A1A7-6A26-42BF-9590-B9BA90E8F80B}" dt="2023-09-13T10:39:24.698" v="1572" actId="20577"/>
          <ac:spMkLst>
            <pc:docMk/>
            <pc:sldMk cId="4292046202" sldId="475"/>
            <ac:spMk id="24" creationId="{1DC4C6ED-DBBE-F844-9C53-9AFA24C1A7D5}"/>
          </ac:spMkLst>
        </pc:spChg>
        <pc:spChg chg="mod">
          <ac:chgData name="Loc Huynh" userId="80c0383e323bd6ea" providerId="LiveId" clId="{7174A1A7-6A26-42BF-9590-B9BA90E8F80B}" dt="2023-09-13T10:39:35.922" v="1575" actId="14100"/>
          <ac:spMkLst>
            <pc:docMk/>
            <pc:sldMk cId="4292046202" sldId="475"/>
            <ac:spMk id="28" creationId="{EF351290-CAF1-E74A-9379-674E3DCCF7D5}"/>
          </ac:spMkLst>
        </pc:spChg>
        <pc:spChg chg="mod">
          <ac:chgData name="Loc Huynh" userId="80c0383e323bd6ea" providerId="LiveId" clId="{7174A1A7-6A26-42BF-9590-B9BA90E8F80B}" dt="2023-09-13T10:39:39.668" v="1576" actId="14100"/>
          <ac:spMkLst>
            <pc:docMk/>
            <pc:sldMk cId="4292046202" sldId="475"/>
            <ac:spMk id="29" creationId="{DD594DF2-FD31-B74F-B472-EAA7368B207F}"/>
          </ac:spMkLst>
        </pc:spChg>
        <pc:spChg chg="mod">
          <ac:chgData name="Loc Huynh" userId="80c0383e323bd6ea" providerId="LiveId" clId="{7174A1A7-6A26-42BF-9590-B9BA90E8F80B}" dt="2023-09-13T10:39:44.460" v="1578" actId="14100"/>
          <ac:spMkLst>
            <pc:docMk/>
            <pc:sldMk cId="4292046202" sldId="475"/>
            <ac:spMk id="30" creationId="{AD1DAF9A-BD96-F647-8725-FD19487DC555}"/>
          </ac:spMkLst>
        </pc:spChg>
        <pc:spChg chg="mod">
          <ac:chgData name="Loc Huynh" userId="80c0383e323bd6ea" providerId="LiveId" clId="{7174A1A7-6A26-42BF-9590-B9BA90E8F80B}" dt="2023-09-13T10:39:33.719" v="1574" actId="14100"/>
          <ac:spMkLst>
            <pc:docMk/>
            <pc:sldMk cId="4292046202" sldId="475"/>
            <ac:spMk id="34" creationId="{FB1A7FA0-DFE5-5C4C-8EBA-424C0CF84F49}"/>
          </ac:spMkLst>
        </pc:spChg>
        <pc:spChg chg="del">
          <ac:chgData name="Loc Huynh" userId="80c0383e323bd6ea" providerId="LiveId" clId="{7174A1A7-6A26-42BF-9590-B9BA90E8F80B}" dt="2023-09-13T10:25:34.138" v="1287" actId="478"/>
          <ac:spMkLst>
            <pc:docMk/>
            <pc:sldMk cId="4292046202" sldId="475"/>
            <ac:spMk id="38" creationId="{167F3EC7-B09E-F64C-8CD0-B7C127855EFB}"/>
          </ac:spMkLst>
        </pc:spChg>
        <pc:spChg chg="mod ord">
          <ac:chgData name="Loc Huynh" userId="80c0383e323bd6ea" providerId="LiveId" clId="{7174A1A7-6A26-42BF-9590-B9BA90E8F80B}" dt="2023-09-13T10:45:01.554" v="1638" actId="700"/>
          <ac:spMkLst>
            <pc:docMk/>
            <pc:sldMk cId="4292046202" sldId="475"/>
            <ac:spMk id="39" creationId="{1E2381BA-9347-4F4C-90F5-F4545376703D}"/>
          </ac:spMkLst>
        </pc:spChg>
        <pc:spChg chg="mod">
          <ac:chgData name="Loc Huynh" userId="80c0383e323bd6ea" providerId="LiveId" clId="{7174A1A7-6A26-42BF-9590-B9BA90E8F80B}" dt="2023-09-13T10:40:52.343" v="1590" actId="14100"/>
          <ac:spMkLst>
            <pc:docMk/>
            <pc:sldMk cId="4292046202" sldId="475"/>
            <ac:spMk id="40" creationId="{4911A666-E045-B542-9925-585481B87B25}"/>
          </ac:spMkLst>
        </pc:spChg>
        <pc:grpChg chg="mod ord">
          <ac:chgData name="Loc Huynh" userId="80c0383e323bd6ea" providerId="LiveId" clId="{7174A1A7-6A26-42BF-9590-B9BA90E8F80B}" dt="2023-09-13T10:39:22.341" v="1570" actId="1076"/>
          <ac:grpSpMkLst>
            <pc:docMk/>
            <pc:sldMk cId="4292046202" sldId="475"/>
            <ac:grpSpMk id="14" creationId="{8251591F-C8E3-6844-A07F-A81F38C94C12}"/>
          </ac:grpSpMkLst>
        </pc:grpChg>
      </pc:sldChg>
      <pc:sldChg chg="addSp delSp modSp mod chgLayout">
        <pc:chgData name="Loc Huynh" userId="80c0383e323bd6ea" providerId="LiveId" clId="{7174A1A7-6A26-42BF-9590-B9BA90E8F80B}" dt="2023-09-13T10:46:34.255" v="1693" actId="1038"/>
        <pc:sldMkLst>
          <pc:docMk/>
          <pc:sldMk cId="950542315" sldId="476"/>
        </pc:sldMkLst>
        <pc:spChg chg="mod ord">
          <ac:chgData name="Loc Huynh" userId="80c0383e323bd6ea" providerId="LiveId" clId="{7174A1A7-6A26-42BF-9590-B9BA90E8F80B}" dt="2023-09-13T10:45:04.208" v="1639" actId="700"/>
          <ac:spMkLst>
            <pc:docMk/>
            <pc:sldMk cId="950542315" sldId="476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45:04.208" v="1639" actId="700"/>
          <ac:spMkLst>
            <pc:docMk/>
            <pc:sldMk cId="950542315" sldId="476"/>
            <ac:spMk id="3" creationId="{00000000-0000-0000-0000-000000000000}"/>
          </ac:spMkLst>
        </pc:spChg>
        <pc:spChg chg="add mod">
          <ac:chgData name="Loc Huynh" userId="80c0383e323bd6ea" providerId="LiveId" clId="{7174A1A7-6A26-42BF-9590-B9BA90E8F80B}" dt="2023-09-13T10:41:28.136" v="1592"/>
          <ac:spMkLst>
            <pc:docMk/>
            <pc:sldMk cId="950542315" sldId="476"/>
            <ac:spMk id="4" creationId="{BAE83415-8896-3DFD-EB02-92061541C4ED}"/>
          </ac:spMkLst>
        </pc:spChg>
        <pc:spChg chg="del mod">
          <ac:chgData name="Loc Huynh" userId="80c0383e323bd6ea" providerId="LiveId" clId="{7174A1A7-6A26-42BF-9590-B9BA90E8F80B}" dt="2023-09-13T10:41:31.647" v="1593" actId="478"/>
          <ac:spMkLst>
            <pc:docMk/>
            <pc:sldMk cId="950542315" sldId="476"/>
            <ac:spMk id="5" creationId="{10D50FDF-06A6-654D-9D64-8AC2F89AD6AC}"/>
          </ac:spMkLst>
        </pc:spChg>
        <pc:spChg chg="mod ord">
          <ac:chgData name="Loc Huynh" userId="80c0383e323bd6ea" providerId="LiveId" clId="{7174A1A7-6A26-42BF-9590-B9BA90E8F80B}" dt="2023-09-13T10:45:04.208" v="1639" actId="700"/>
          <ac:spMkLst>
            <pc:docMk/>
            <pc:sldMk cId="950542315" sldId="476"/>
            <ac:spMk id="6" creationId="{FAED5974-DF4F-9540-ADC7-25B73245FFDD}"/>
          </ac:spMkLst>
        </pc:spChg>
        <pc:spChg chg="mod ord">
          <ac:chgData name="Loc Huynh" userId="80c0383e323bd6ea" providerId="LiveId" clId="{7174A1A7-6A26-42BF-9590-B9BA90E8F80B}" dt="2023-09-13T10:45:04.208" v="1639" actId="700"/>
          <ac:spMkLst>
            <pc:docMk/>
            <pc:sldMk cId="950542315" sldId="476"/>
            <ac:spMk id="7" creationId="{7EC6F026-90B3-C543-BF8A-B99315831004}"/>
          </ac:spMkLst>
        </pc:spChg>
        <pc:spChg chg="mod">
          <ac:chgData name="Loc Huynh" userId="80c0383e323bd6ea" providerId="LiveId" clId="{7174A1A7-6A26-42BF-9590-B9BA90E8F80B}" dt="2023-09-13T10:43:55.568" v="1628" actId="14100"/>
          <ac:spMkLst>
            <pc:docMk/>
            <pc:sldMk cId="950542315" sldId="476"/>
            <ac:spMk id="9" creationId="{03216693-70AE-E746-AD67-B187A6BD52A5}"/>
          </ac:spMkLst>
        </pc:spChg>
        <pc:spChg chg="mod">
          <ac:chgData name="Loc Huynh" userId="80c0383e323bd6ea" providerId="LiveId" clId="{7174A1A7-6A26-42BF-9590-B9BA90E8F80B}" dt="2023-09-13T10:46:17.259" v="1655" actId="14100"/>
          <ac:spMkLst>
            <pc:docMk/>
            <pc:sldMk cId="950542315" sldId="476"/>
            <ac:spMk id="14" creationId="{E2C5D40E-1902-2F4E-B6B0-5309B9394D83}"/>
          </ac:spMkLst>
        </pc:spChg>
        <pc:spChg chg="mod">
          <ac:chgData name="Loc Huynh" userId="80c0383e323bd6ea" providerId="LiveId" clId="{7174A1A7-6A26-42BF-9590-B9BA90E8F80B}" dt="2023-09-13T10:46:25.951" v="1674" actId="1035"/>
          <ac:spMkLst>
            <pc:docMk/>
            <pc:sldMk cId="950542315" sldId="476"/>
            <ac:spMk id="15" creationId="{16C691F6-A9A2-984C-BDB5-2901112914E7}"/>
          </ac:spMkLst>
        </pc:spChg>
        <pc:spChg chg="mod">
          <ac:chgData name="Loc Huynh" userId="80c0383e323bd6ea" providerId="LiveId" clId="{7174A1A7-6A26-42BF-9590-B9BA90E8F80B}" dt="2023-09-13T10:46:29.162" v="1678" actId="1035"/>
          <ac:spMkLst>
            <pc:docMk/>
            <pc:sldMk cId="950542315" sldId="476"/>
            <ac:spMk id="16" creationId="{B40C985C-E7E7-6049-9507-EBFBFF149A13}"/>
          </ac:spMkLst>
        </pc:spChg>
        <pc:spChg chg="mod">
          <ac:chgData name="Loc Huynh" userId="80c0383e323bd6ea" providerId="LiveId" clId="{7174A1A7-6A26-42BF-9590-B9BA90E8F80B}" dt="2023-09-13T10:46:21.280" v="1663" actId="1035"/>
          <ac:spMkLst>
            <pc:docMk/>
            <pc:sldMk cId="950542315" sldId="476"/>
            <ac:spMk id="17" creationId="{7D4B3CD3-F88D-7845-8235-D9A64B82FCE4}"/>
          </ac:spMkLst>
        </pc:spChg>
        <pc:spChg chg="mod">
          <ac:chgData name="Loc Huynh" userId="80c0383e323bd6ea" providerId="LiveId" clId="{7174A1A7-6A26-42BF-9590-B9BA90E8F80B}" dt="2023-09-13T10:46:34.255" v="1693" actId="1038"/>
          <ac:spMkLst>
            <pc:docMk/>
            <pc:sldMk cId="950542315" sldId="476"/>
            <ac:spMk id="18" creationId="{38F18724-A37C-3C4F-B042-015355392EC5}"/>
          </ac:spMkLst>
        </pc:spChg>
      </pc:sldChg>
      <pc:sldChg chg="addSp delSp modSp mod chgLayout">
        <pc:chgData name="Loc Huynh" userId="80c0383e323bd6ea" providerId="LiveId" clId="{7174A1A7-6A26-42BF-9590-B9BA90E8F80B}" dt="2023-09-13T10:48:02.303" v="1709" actId="700"/>
        <pc:sldMkLst>
          <pc:docMk/>
          <pc:sldMk cId="1686432855" sldId="477"/>
        </pc:sldMkLst>
        <pc:spChg chg="mod ord">
          <ac:chgData name="Loc Huynh" userId="80c0383e323bd6ea" providerId="LiveId" clId="{7174A1A7-6A26-42BF-9590-B9BA90E8F80B}" dt="2023-09-13T10:48:02.303" v="1709" actId="700"/>
          <ac:spMkLst>
            <pc:docMk/>
            <pc:sldMk cId="1686432855" sldId="477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48:02.303" v="1709" actId="700"/>
          <ac:spMkLst>
            <pc:docMk/>
            <pc:sldMk cId="1686432855" sldId="477"/>
            <ac:spMk id="3" creationId="{00000000-0000-0000-0000-000000000000}"/>
          </ac:spMkLst>
        </pc:spChg>
        <pc:spChg chg="mod">
          <ac:chgData name="Loc Huynh" userId="80c0383e323bd6ea" providerId="LiveId" clId="{7174A1A7-6A26-42BF-9590-B9BA90E8F80B}" dt="2023-09-13T10:47:43.569" v="1706" actId="1076"/>
          <ac:spMkLst>
            <pc:docMk/>
            <pc:sldMk cId="1686432855" sldId="477"/>
            <ac:spMk id="4" creationId="{70505157-B093-8A49-B271-620FB541E748}"/>
          </ac:spMkLst>
        </pc:spChg>
        <pc:spChg chg="del">
          <ac:chgData name="Loc Huynh" userId="80c0383e323bd6ea" providerId="LiveId" clId="{7174A1A7-6A26-42BF-9590-B9BA90E8F80B}" dt="2023-09-13T10:47:01.802" v="1696" actId="478"/>
          <ac:spMkLst>
            <pc:docMk/>
            <pc:sldMk cId="1686432855" sldId="477"/>
            <ac:spMk id="5" creationId="{10D50FDF-06A6-654D-9D64-8AC2F89AD6AC}"/>
          </ac:spMkLst>
        </pc:spChg>
        <pc:spChg chg="del">
          <ac:chgData name="Loc Huynh" userId="80c0383e323bd6ea" providerId="LiveId" clId="{7174A1A7-6A26-42BF-9590-B9BA90E8F80B}" dt="2023-09-13T10:25:38.560" v="1289" actId="478"/>
          <ac:spMkLst>
            <pc:docMk/>
            <pc:sldMk cId="1686432855" sldId="477"/>
            <ac:spMk id="6" creationId="{FAED5974-DF4F-9540-ADC7-25B73245FFDD}"/>
          </ac:spMkLst>
        </pc:spChg>
        <pc:spChg chg="mod ord">
          <ac:chgData name="Loc Huynh" userId="80c0383e323bd6ea" providerId="LiveId" clId="{7174A1A7-6A26-42BF-9590-B9BA90E8F80B}" dt="2023-09-13T10:48:02.303" v="1709" actId="700"/>
          <ac:spMkLst>
            <pc:docMk/>
            <pc:sldMk cId="1686432855" sldId="477"/>
            <ac:spMk id="7" creationId="{7EC6F026-90B3-C543-BF8A-B99315831004}"/>
          </ac:spMkLst>
        </pc:spChg>
        <pc:spChg chg="mod">
          <ac:chgData name="Loc Huynh" userId="80c0383e323bd6ea" providerId="LiveId" clId="{7174A1A7-6A26-42BF-9590-B9BA90E8F80B}" dt="2023-09-13T10:47:41.026" v="1705" actId="1076"/>
          <ac:spMkLst>
            <pc:docMk/>
            <pc:sldMk cId="1686432855" sldId="477"/>
            <ac:spMk id="8" creationId="{FFBB666D-8182-2648-A089-88A6E3EE2A24}"/>
          </ac:spMkLst>
        </pc:spChg>
        <pc:spChg chg="add mod ord">
          <ac:chgData name="Loc Huynh" userId="80c0383e323bd6ea" providerId="LiveId" clId="{7174A1A7-6A26-42BF-9590-B9BA90E8F80B}" dt="2023-09-13T10:48:02.303" v="1709" actId="700"/>
          <ac:spMkLst>
            <pc:docMk/>
            <pc:sldMk cId="1686432855" sldId="477"/>
            <ac:spMk id="9" creationId="{2A9B9A23-5A50-083A-6A68-491078F603A6}"/>
          </ac:spMkLst>
        </pc:spChg>
        <pc:spChg chg="add mod">
          <ac:chgData name="Loc Huynh" userId="80c0383e323bd6ea" providerId="LiveId" clId="{7174A1A7-6A26-42BF-9590-B9BA90E8F80B}" dt="2023-09-13T10:47:10.123" v="1698"/>
          <ac:spMkLst>
            <pc:docMk/>
            <pc:sldMk cId="1686432855" sldId="477"/>
            <ac:spMk id="10" creationId="{E93623D4-7149-4811-DB96-5EEA47DBB4FD}"/>
          </ac:spMkLst>
        </pc:spChg>
      </pc:sldChg>
      <pc:sldChg chg="addSp delSp modSp mod chgLayout modNotesTx">
        <pc:chgData name="Loc Huynh" userId="80c0383e323bd6ea" providerId="LiveId" clId="{7174A1A7-6A26-42BF-9590-B9BA90E8F80B}" dt="2023-09-13T10:48:29.273" v="1727" actId="20577"/>
        <pc:sldMkLst>
          <pc:docMk/>
          <pc:sldMk cId="422089934" sldId="478"/>
        </pc:sldMkLst>
        <pc:spChg chg="mod ord">
          <ac:chgData name="Loc Huynh" userId="80c0383e323bd6ea" providerId="LiveId" clId="{7174A1A7-6A26-42BF-9590-B9BA90E8F80B}" dt="2023-09-13T10:47:59.359" v="1708" actId="700"/>
          <ac:spMkLst>
            <pc:docMk/>
            <pc:sldMk cId="422089934" sldId="478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47:59.359" v="1708" actId="700"/>
          <ac:spMkLst>
            <pc:docMk/>
            <pc:sldMk cId="422089934" sldId="478"/>
            <ac:spMk id="3" creationId="{00000000-0000-0000-0000-000000000000}"/>
          </ac:spMkLst>
        </pc:spChg>
        <pc:spChg chg="add mod ord">
          <ac:chgData name="Loc Huynh" userId="80c0383e323bd6ea" providerId="LiveId" clId="{7174A1A7-6A26-42BF-9590-B9BA90E8F80B}" dt="2023-09-13T10:47:59.359" v="1708" actId="700"/>
          <ac:spMkLst>
            <pc:docMk/>
            <pc:sldMk cId="422089934" sldId="478"/>
            <ac:spMk id="4" creationId="{AAF23020-BB98-3B2A-ED15-E26B1893B740}"/>
          </ac:spMkLst>
        </pc:spChg>
        <pc:spChg chg="del">
          <ac:chgData name="Loc Huynh" userId="80c0383e323bd6ea" providerId="LiveId" clId="{7174A1A7-6A26-42BF-9590-B9BA90E8F80B}" dt="2023-09-13T10:25:42.455" v="1291" actId="478"/>
          <ac:spMkLst>
            <pc:docMk/>
            <pc:sldMk cId="422089934" sldId="478"/>
            <ac:spMk id="8" creationId="{51524054-FA43-A246-81E5-39D43C6D41AF}"/>
          </ac:spMkLst>
        </pc:spChg>
        <pc:spChg chg="mod ord">
          <ac:chgData name="Loc Huynh" userId="80c0383e323bd6ea" providerId="LiveId" clId="{7174A1A7-6A26-42BF-9590-B9BA90E8F80B}" dt="2023-09-13T10:47:59.359" v="1708" actId="700"/>
          <ac:spMkLst>
            <pc:docMk/>
            <pc:sldMk cId="422089934" sldId="478"/>
            <ac:spMk id="9" creationId="{79718BB4-1DD4-CD4D-9CBA-AC899433A066}"/>
          </ac:spMkLst>
        </pc:spChg>
        <pc:spChg chg="mod">
          <ac:chgData name="Loc Huynh" userId="80c0383e323bd6ea" providerId="LiveId" clId="{7174A1A7-6A26-42BF-9590-B9BA90E8F80B}" dt="2023-09-13T10:48:17.330" v="1712" actId="14100"/>
          <ac:spMkLst>
            <pc:docMk/>
            <pc:sldMk cId="422089934" sldId="478"/>
            <ac:spMk id="10" creationId="{BF145811-69D6-2347-B40D-11AC67434C32}"/>
          </ac:spMkLst>
        </pc:spChg>
      </pc:sldChg>
      <pc:sldChg chg="addSp delSp modSp mod">
        <pc:chgData name="Loc Huynh" userId="80c0383e323bd6ea" providerId="LiveId" clId="{7174A1A7-6A26-42BF-9590-B9BA90E8F80B}" dt="2023-09-13T10:49:30.138" v="1743" actId="1076"/>
        <pc:sldMkLst>
          <pc:docMk/>
          <pc:sldMk cId="1634204803" sldId="479"/>
        </pc:sldMkLst>
        <pc:spChg chg="mod">
          <ac:chgData name="Loc Huynh" userId="80c0383e323bd6ea" providerId="LiveId" clId="{7174A1A7-6A26-42BF-9590-B9BA90E8F80B}" dt="2023-09-13T10:49:27.143" v="1742" actId="2710"/>
          <ac:spMkLst>
            <pc:docMk/>
            <pc:sldMk cId="1634204803" sldId="479"/>
            <ac:spMk id="2" creationId="{00000000-0000-0000-0000-000000000000}"/>
          </ac:spMkLst>
        </pc:spChg>
        <pc:spChg chg="mod">
          <ac:chgData name="Loc Huynh" userId="80c0383e323bd6ea" providerId="LiveId" clId="{7174A1A7-6A26-42BF-9590-B9BA90E8F80B}" dt="2023-09-13T10:16:33.364" v="1101"/>
          <ac:spMkLst>
            <pc:docMk/>
            <pc:sldMk cId="1634204803" sldId="479"/>
            <ac:spMk id="3" creationId="{00000000-0000-0000-0000-000000000000}"/>
          </ac:spMkLst>
        </pc:spChg>
        <pc:spChg chg="del">
          <ac:chgData name="Loc Huynh" userId="80c0383e323bd6ea" providerId="LiveId" clId="{7174A1A7-6A26-42BF-9590-B9BA90E8F80B}" dt="2023-09-13T10:25:46.434" v="1293" actId="478"/>
          <ac:spMkLst>
            <pc:docMk/>
            <pc:sldMk cId="1634204803" sldId="479"/>
            <ac:spMk id="4" creationId="{93FA9B38-7A55-6EB5-EB48-E903764EEBBD}"/>
          </ac:spMkLst>
        </pc:spChg>
        <pc:spChg chg="add mod">
          <ac:chgData name="Loc Huynh" userId="80c0383e323bd6ea" providerId="LiveId" clId="{7174A1A7-6A26-42BF-9590-B9BA90E8F80B}" dt="2023-09-13T10:25:46.759" v="1294"/>
          <ac:spMkLst>
            <pc:docMk/>
            <pc:sldMk cId="1634204803" sldId="479"/>
            <ac:spMk id="6" creationId="{1D4BDC79-5D93-7556-67B0-E39D27F25778}"/>
          </ac:spMkLst>
        </pc:spChg>
        <pc:spChg chg="mod">
          <ac:chgData name="Loc Huynh" userId="80c0383e323bd6ea" providerId="LiveId" clId="{7174A1A7-6A26-42BF-9590-B9BA90E8F80B}" dt="2023-09-13T10:49:30.138" v="1743" actId="1076"/>
          <ac:spMkLst>
            <pc:docMk/>
            <pc:sldMk cId="1634204803" sldId="479"/>
            <ac:spMk id="24" creationId="{03D1B279-DA61-5E4C-B4EE-0B2EA31B38A3}"/>
          </ac:spMkLst>
        </pc:spChg>
      </pc:sldChg>
      <pc:sldChg chg="addSp delSp modSp mod chgLayout">
        <pc:chgData name="Loc Huynh" userId="80c0383e323bd6ea" providerId="LiveId" clId="{7174A1A7-6A26-42BF-9590-B9BA90E8F80B}" dt="2023-09-13T10:51:19.160" v="1772" actId="207"/>
        <pc:sldMkLst>
          <pc:docMk/>
          <pc:sldMk cId="1875871481" sldId="480"/>
        </pc:sldMkLst>
        <pc:spChg chg="mod ord">
          <ac:chgData name="Loc Huynh" userId="80c0383e323bd6ea" providerId="LiveId" clId="{7174A1A7-6A26-42BF-9590-B9BA90E8F80B}" dt="2023-09-13T10:51:19.160" v="1772" actId="207"/>
          <ac:spMkLst>
            <pc:docMk/>
            <pc:sldMk cId="1875871481" sldId="480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44:48.998" v="1635" actId="700"/>
          <ac:spMkLst>
            <pc:docMk/>
            <pc:sldMk cId="1875871481" sldId="480"/>
            <ac:spMk id="3" creationId="{00000000-0000-0000-0000-000000000000}"/>
          </ac:spMkLst>
        </pc:spChg>
        <pc:spChg chg="add mod ord">
          <ac:chgData name="Loc Huynh" userId="80c0383e323bd6ea" providerId="LiveId" clId="{7174A1A7-6A26-42BF-9590-B9BA90E8F80B}" dt="2023-09-13T10:44:48.998" v="1635" actId="700"/>
          <ac:spMkLst>
            <pc:docMk/>
            <pc:sldMk cId="1875871481" sldId="480"/>
            <ac:spMk id="4" creationId="{E18A615E-7E2E-A04D-45C7-BC6C71C19893}"/>
          </ac:spMkLst>
        </pc:spChg>
        <pc:spChg chg="mod">
          <ac:chgData name="Loc Huynh" userId="80c0383e323bd6ea" providerId="LiveId" clId="{7174A1A7-6A26-42BF-9590-B9BA90E8F80B}" dt="2023-09-13T10:50:37.175" v="1761" actId="14100"/>
          <ac:spMkLst>
            <pc:docMk/>
            <pc:sldMk cId="1875871481" sldId="480"/>
            <ac:spMk id="5" creationId="{07DBD759-67E4-A54D-A536-C0B7A26EC88B}"/>
          </ac:spMkLst>
        </pc:spChg>
        <pc:spChg chg="mod">
          <ac:chgData name="Loc Huynh" userId="80c0383e323bd6ea" providerId="LiveId" clId="{7174A1A7-6A26-42BF-9590-B9BA90E8F80B}" dt="2023-09-13T10:50:25.633" v="1756" actId="14100"/>
          <ac:spMkLst>
            <pc:docMk/>
            <pc:sldMk cId="1875871481" sldId="480"/>
            <ac:spMk id="7" creationId="{162C9B1B-AD7F-8D4C-90CB-A0C646A54532}"/>
          </ac:spMkLst>
        </pc:spChg>
        <pc:spChg chg="del">
          <ac:chgData name="Loc Huynh" userId="80c0383e323bd6ea" providerId="LiveId" clId="{7174A1A7-6A26-42BF-9590-B9BA90E8F80B}" dt="2023-09-13T10:25:49.739" v="1295" actId="478"/>
          <ac:spMkLst>
            <pc:docMk/>
            <pc:sldMk cId="1875871481" sldId="480"/>
            <ac:spMk id="8" creationId="{47D8F42A-8B0F-594F-9260-EF98ED92AAD6}"/>
          </ac:spMkLst>
        </pc:spChg>
        <pc:spChg chg="mod ord">
          <ac:chgData name="Loc Huynh" userId="80c0383e323bd6ea" providerId="LiveId" clId="{7174A1A7-6A26-42BF-9590-B9BA90E8F80B}" dt="2023-09-13T10:44:48.998" v="1635" actId="700"/>
          <ac:spMkLst>
            <pc:docMk/>
            <pc:sldMk cId="1875871481" sldId="480"/>
            <ac:spMk id="9" creationId="{5F40083C-CF62-8148-8F65-6D548C27A6D8}"/>
          </ac:spMkLst>
        </pc:spChg>
        <pc:spChg chg="mod">
          <ac:chgData name="Loc Huynh" userId="80c0383e323bd6ea" providerId="LiveId" clId="{7174A1A7-6A26-42BF-9590-B9BA90E8F80B}" dt="2023-09-13T10:51:11.330" v="1771" actId="14100"/>
          <ac:spMkLst>
            <pc:docMk/>
            <pc:sldMk cId="1875871481" sldId="480"/>
            <ac:spMk id="11" creationId="{7A5714F0-3F48-FB48-950A-8006C6974611}"/>
          </ac:spMkLst>
        </pc:spChg>
        <pc:spChg chg="mod">
          <ac:chgData name="Loc Huynh" userId="80c0383e323bd6ea" providerId="LiveId" clId="{7174A1A7-6A26-42BF-9590-B9BA90E8F80B}" dt="2023-09-13T10:51:03.461" v="1769" actId="1076"/>
          <ac:spMkLst>
            <pc:docMk/>
            <pc:sldMk cId="1875871481" sldId="480"/>
            <ac:spMk id="24" creationId="{03D1B279-DA61-5E4C-B4EE-0B2EA31B38A3}"/>
          </ac:spMkLst>
        </pc:spChg>
        <pc:picChg chg="mod">
          <ac:chgData name="Loc Huynh" userId="80c0383e323bd6ea" providerId="LiveId" clId="{7174A1A7-6A26-42BF-9590-B9BA90E8F80B}" dt="2023-09-13T10:50:34.054" v="1760" actId="1076"/>
          <ac:picMkLst>
            <pc:docMk/>
            <pc:sldMk cId="1875871481" sldId="480"/>
            <ac:picMk id="6" creationId="{7DC29D26-140F-1D45-AE47-DC67E64A365D}"/>
          </ac:picMkLst>
        </pc:picChg>
      </pc:sldChg>
      <pc:sldChg chg="addSp delSp modSp mod chgLayout">
        <pc:chgData name="Loc Huynh" userId="80c0383e323bd6ea" providerId="LiveId" clId="{7174A1A7-6A26-42BF-9590-B9BA90E8F80B}" dt="2023-09-13T10:54:39.441" v="1826" actId="1076"/>
        <pc:sldMkLst>
          <pc:docMk/>
          <pc:sldMk cId="920391041" sldId="481"/>
        </pc:sldMkLst>
        <pc:spChg chg="mod ord">
          <ac:chgData name="Loc Huynh" userId="80c0383e323bd6ea" providerId="LiveId" clId="{7174A1A7-6A26-42BF-9590-B9BA90E8F80B}" dt="2023-09-13T10:54:03.385" v="1820" actId="207"/>
          <ac:spMkLst>
            <pc:docMk/>
            <pc:sldMk cId="920391041" sldId="481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51:25.990" v="1773" actId="700"/>
          <ac:spMkLst>
            <pc:docMk/>
            <pc:sldMk cId="920391041" sldId="481"/>
            <ac:spMk id="3" creationId="{00000000-0000-0000-0000-000000000000}"/>
          </ac:spMkLst>
        </pc:spChg>
        <pc:spChg chg="mod">
          <ac:chgData name="Loc Huynh" userId="80c0383e323bd6ea" providerId="LiveId" clId="{7174A1A7-6A26-42BF-9590-B9BA90E8F80B}" dt="2023-09-13T10:54:39.441" v="1826" actId="1076"/>
          <ac:spMkLst>
            <pc:docMk/>
            <pc:sldMk cId="920391041" sldId="481"/>
            <ac:spMk id="4" creationId="{377DF544-0FFE-2A4E-87B3-9BC6D2F48215}"/>
          </ac:spMkLst>
        </pc:spChg>
        <pc:spChg chg="add mod ord">
          <ac:chgData name="Loc Huynh" userId="80c0383e323bd6ea" providerId="LiveId" clId="{7174A1A7-6A26-42BF-9590-B9BA90E8F80B}" dt="2023-09-13T10:51:25.990" v="1773" actId="700"/>
          <ac:spMkLst>
            <pc:docMk/>
            <pc:sldMk cId="920391041" sldId="481"/>
            <ac:spMk id="5" creationId="{5F107A0A-7696-C9D8-DB54-7B6E53550372}"/>
          </ac:spMkLst>
        </pc:spChg>
        <pc:spChg chg="del">
          <ac:chgData name="Loc Huynh" userId="80c0383e323bd6ea" providerId="LiveId" clId="{7174A1A7-6A26-42BF-9590-B9BA90E8F80B}" dt="2023-09-13T10:26:01.727" v="1297" actId="478"/>
          <ac:spMkLst>
            <pc:docMk/>
            <pc:sldMk cId="920391041" sldId="481"/>
            <ac:spMk id="8" creationId="{47D8F42A-8B0F-594F-9260-EF98ED92AAD6}"/>
          </ac:spMkLst>
        </pc:spChg>
        <pc:spChg chg="mod ord">
          <ac:chgData name="Loc Huynh" userId="80c0383e323bd6ea" providerId="LiveId" clId="{7174A1A7-6A26-42BF-9590-B9BA90E8F80B}" dt="2023-09-13T10:51:25.990" v="1773" actId="700"/>
          <ac:spMkLst>
            <pc:docMk/>
            <pc:sldMk cId="920391041" sldId="481"/>
            <ac:spMk id="9" creationId="{5F40083C-CF62-8148-8F65-6D548C27A6D8}"/>
          </ac:spMkLst>
        </pc:spChg>
        <pc:spChg chg="mod">
          <ac:chgData name="Loc Huynh" userId="80c0383e323bd6ea" providerId="LiveId" clId="{7174A1A7-6A26-42BF-9590-B9BA90E8F80B}" dt="2023-09-13T10:54:27.834" v="1825" actId="12"/>
          <ac:spMkLst>
            <pc:docMk/>
            <pc:sldMk cId="920391041" sldId="481"/>
            <ac:spMk id="24" creationId="{03D1B279-DA61-5E4C-B4EE-0B2EA31B38A3}"/>
          </ac:spMkLst>
        </pc:spChg>
      </pc:sldChg>
      <pc:sldChg chg="addSp delSp modSp mod chgLayout">
        <pc:chgData name="Loc Huynh" userId="80c0383e323bd6ea" providerId="LiveId" clId="{7174A1A7-6A26-42BF-9590-B9BA90E8F80B}" dt="2023-09-13T10:55:41.701" v="1842" actId="700"/>
        <pc:sldMkLst>
          <pc:docMk/>
          <pc:sldMk cId="3148386529" sldId="482"/>
        </pc:sldMkLst>
        <pc:spChg chg="mod ord">
          <ac:chgData name="Loc Huynh" userId="80c0383e323bd6ea" providerId="LiveId" clId="{7174A1A7-6A26-42BF-9590-B9BA90E8F80B}" dt="2023-09-13T10:55:41.701" v="1842" actId="700"/>
          <ac:spMkLst>
            <pc:docMk/>
            <pc:sldMk cId="3148386529" sldId="482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55:41.701" v="1842" actId="700"/>
          <ac:spMkLst>
            <pc:docMk/>
            <pc:sldMk cId="3148386529" sldId="482"/>
            <ac:spMk id="3" creationId="{00000000-0000-0000-0000-000000000000}"/>
          </ac:spMkLst>
        </pc:spChg>
        <pc:spChg chg="add mod ord">
          <ac:chgData name="Loc Huynh" userId="80c0383e323bd6ea" providerId="LiveId" clId="{7174A1A7-6A26-42BF-9590-B9BA90E8F80B}" dt="2023-09-13T10:55:41.701" v="1842" actId="700"/>
          <ac:spMkLst>
            <pc:docMk/>
            <pc:sldMk cId="3148386529" sldId="482"/>
            <ac:spMk id="4" creationId="{3A0BD0D6-9D0B-F2ED-C67B-1AC34C7E88C2}"/>
          </ac:spMkLst>
        </pc:spChg>
        <pc:spChg chg="mod">
          <ac:chgData name="Loc Huynh" userId="80c0383e323bd6ea" providerId="LiveId" clId="{7174A1A7-6A26-42BF-9590-B9BA90E8F80B}" dt="2023-09-13T10:55:37.433" v="1841" actId="1076"/>
          <ac:spMkLst>
            <pc:docMk/>
            <pc:sldMk cId="3148386529" sldId="482"/>
            <ac:spMk id="7" creationId="{6F8F8D6C-4F47-764F-9134-0CC7EBFDEBAD}"/>
          </ac:spMkLst>
        </pc:spChg>
        <pc:spChg chg="del">
          <ac:chgData name="Loc Huynh" userId="80c0383e323bd6ea" providerId="LiveId" clId="{7174A1A7-6A26-42BF-9590-B9BA90E8F80B}" dt="2023-09-13T10:26:05.490" v="1299" actId="478"/>
          <ac:spMkLst>
            <pc:docMk/>
            <pc:sldMk cId="3148386529" sldId="482"/>
            <ac:spMk id="8" creationId="{47D8F42A-8B0F-594F-9260-EF98ED92AAD6}"/>
          </ac:spMkLst>
        </pc:spChg>
        <pc:spChg chg="mod ord">
          <ac:chgData name="Loc Huynh" userId="80c0383e323bd6ea" providerId="LiveId" clId="{7174A1A7-6A26-42BF-9590-B9BA90E8F80B}" dt="2023-09-13T10:55:41.701" v="1842" actId="700"/>
          <ac:spMkLst>
            <pc:docMk/>
            <pc:sldMk cId="3148386529" sldId="482"/>
            <ac:spMk id="9" creationId="{5F40083C-CF62-8148-8F65-6D548C27A6D8}"/>
          </ac:spMkLst>
        </pc:spChg>
      </pc:sldChg>
      <pc:sldChg chg="modSp mod chgLayout">
        <pc:chgData name="Loc Huynh" userId="80c0383e323bd6ea" providerId="LiveId" clId="{7174A1A7-6A26-42BF-9590-B9BA90E8F80B}" dt="2023-09-13T10:51:29.840" v="1774" actId="700"/>
        <pc:sldMkLst>
          <pc:docMk/>
          <pc:sldMk cId="325634289" sldId="483"/>
        </pc:sldMkLst>
        <pc:spChg chg="mod ord">
          <ac:chgData name="Loc Huynh" userId="80c0383e323bd6ea" providerId="LiveId" clId="{7174A1A7-6A26-42BF-9590-B9BA90E8F80B}" dt="2023-09-13T10:51:29.840" v="1774" actId="700"/>
          <ac:spMkLst>
            <pc:docMk/>
            <pc:sldMk cId="325634289" sldId="483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51:29.840" v="1774" actId="700"/>
          <ac:spMkLst>
            <pc:docMk/>
            <pc:sldMk cId="325634289" sldId="483"/>
            <ac:spMk id="3" creationId="{00000000-0000-0000-0000-000000000000}"/>
          </ac:spMkLst>
        </pc:spChg>
        <pc:spChg chg="mod">
          <ac:chgData name="Loc Huynh" userId="80c0383e323bd6ea" providerId="LiveId" clId="{7174A1A7-6A26-42BF-9590-B9BA90E8F80B}" dt="2023-09-13T10:18:40.902" v="1147" actId="1076"/>
          <ac:spMkLst>
            <pc:docMk/>
            <pc:sldMk cId="325634289" sldId="483"/>
            <ac:spMk id="5" creationId="{B109203B-FED1-BB40-92DE-33CD3B5F8DC0}"/>
          </ac:spMkLst>
        </pc:spChg>
        <pc:spChg chg="mod ord">
          <ac:chgData name="Loc Huynh" userId="80c0383e323bd6ea" providerId="LiveId" clId="{7174A1A7-6A26-42BF-9590-B9BA90E8F80B}" dt="2023-09-13T10:51:29.840" v="1774" actId="700"/>
          <ac:spMkLst>
            <pc:docMk/>
            <pc:sldMk cId="325634289" sldId="483"/>
            <ac:spMk id="6" creationId="{860AA7E9-41F5-DB4B-9460-991A5BAFA183}"/>
          </ac:spMkLst>
        </pc:spChg>
        <pc:spChg chg="mod ord">
          <ac:chgData name="Loc Huynh" userId="80c0383e323bd6ea" providerId="LiveId" clId="{7174A1A7-6A26-42BF-9590-B9BA90E8F80B}" dt="2023-09-13T10:51:29.840" v="1774" actId="700"/>
          <ac:spMkLst>
            <pc:docMk/>
            <pc:sldMk cId="325634289" sldId="483"/>
            <ac:spMk id="7" creationId="{D30FA652-8D21-5846-B2D6-387AD1EA3354}"/>
          </ac:spMkLst>
        </pc:spChg>
      </pc:sldChg>
      <pc:sldChg chg="modSp mod chgLayout">
        <pc:chgData name="Loc Huynh" userId="80c0383e323bd6ea" providerId="LiveId" clId="{7174A1A7-6A26-42BF-9590-B9BA90E8F80B}" dt="2023-09-13T10:19:16.295" v="1160" actId="13822"/>
        <pc:sldMkLst>
          <pc:docMk/>
          <pc:sldMk cId="468758230" sldId="484"/>
        </pc:sldMkLst>
        <pc:spChg chg="mod ord">
          <ac:chgData name="Loc Huynh" userId="80c0383e323bd6ea" providerId="LiveId" clId="{7174A1A7-6A26-42BF-9590-B9BA90E8F80B}" dt="2023-09-13T10:19:04.622" v="1154" actId="20577"/>
          <ac:spMkLst>
            <pc:docMk/>
            <pc:sldMk cId="468758230" sldId="484"/>
            <ac:spMk id="2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18:46.010" v="1148" actId="700"/>
          <ac:spMkLst>
            <pc:docMk/>
            <pc:sldMk cId="468758230" sldId="484"/>
            <ac:spMk id="3" creationId="{00000000-0000-0000-0000-000000000000}"/>
          </ac:spMkLst>
        </pc:spChg>
        <pc:spChg chg="mod">
          <ac:chgData name="Loc Huynh" userId="80c0383e323bd6ea" providerId="LiveId" clId="{7174A1A7-6A26-42BF-9590-B9BA90E8F80B}" dt="2023-09-13T10:19:13.028" v="1158" actId="13822"/>
          <ac:spMkLst>
            <pc:docMk/>
            <pc:sldMk cId="468758230" sldId="484"/>
            <ac:spMk id="5" creationId="{00000000-0000-0000-0000-000000000000}"/>
          </ac:spMkLst>
        </pc:spChg>
        <pc:spChg chg="mod">
          <ac:chgData name="Loc Huynh" userId="80c0383e323bd6ea" providerId="LiveId" clId="{7174A1A7-6A26-42BF-9590-B9BA90E8F80B}" dt="2023-09-13T10:19:14.527" v="1159" actId="13822"/>
          <ac:spMkLst>
            <pc:docMk/>
            <pc:sldMk cId="468758230" sldId="484"/>
            <ac:spMk id="6" creationId="{00000000-0000-0000-0000-000000000000}"/>
          </ac:spMkLst>
        </pc:spChg>
        <pc:spChg chg="mod">
          <ac:chgData name="Loc Huynh" userId="80c0383e323bd6ea" providerId="LiveId" clId="{7174A1A7-6A26-42BF-9590-B9BA90E8F80B}" dt="2023-09-13T10:19:16.295" v="1160" actId="13822"/>
          <ac:spMkLst>
            <pc:docMk/>
            <pc:sldMk cId="468758230" sldId="484"/>
            <ac:spMk id="7" creationId="{00000000-0000-0000-0000-000000000000}"/>
          </ac:spMkLst>
        </pc:spChg>
        <pc:spChg chg="mod ord">
          <ac:chgData name="Loc Huynh" userId="80c0383e323bd6ea" providerId="LiveId" clId="{7174A1A7-6A26-42BF-9590-B9BA90E8F80B}" dt="2023-09-13T10:18:46.010" v="1148" actId="700"/>
          <ac:spMkLst>
            <pc:docMk/>
            <pc:sldMk cId="468758230" sldId="484"/>
            <ac:spMk id="8" creationId="{36B9E3EE-E3F3-6E44-9F09-A4DF485FBD08}"/>
          </ac:spMkLst>
        </pc:spChg>
        <pc:spChg chg="mod ord">
          <ac:chgData name="Loc Huynh" userId="80c0383e323bd6ea" providerId="LiveId" clId="{7174A1A7-6A26-42BF-9590-B9BA90E8F80B}" dt="2023-09-13T10:18:46.010" v="1148" actId="700"/>
          <ac:spMkLst>
            <pc:docMk/>
            <pc:sldMk cId="468758230" sldId="484"/>
            <ac:spMk id="9" creationId="{71976EA6-4CF7-DA40-91F3-1DD8BD77B9EA}"/>
          </ac:spMkLst>
        </pc:spChg>
      </pc:sldChg>
      <pc:sldChg chg="modSp mod">
        <pc:chgData name="Loc Huynh" userId="80c0383e323bd6ea" providerId="LiveId" clId="{7174A1A7-6A26-42BF-9590-B9BA90E8F80B}" dt="2023-09-13T10:24:06.605" v="1271" actId="113"/>
        <pc:sldMkLst>
          <pc:docMk/>
          <pc:sldMk cId="1211839815" sldId="485"/>
        </pc:sldMkLst>
        <pc:spChg chg="mod">
          <ac:chgData name="Loc Huynh" userId="80c0383e323bd6ea" providerId="LiveId" clId="{7174A1A7-6A26-42BF-9590-B9BA90E8F80B}" dt="2023-09-13T10:24:06.605" v="1271" actId="113"/>
          <ac:spMkLst>
            <pc:docMk/>
            <pc:sldMk cId="1211839815" sldId="485"/>
            <ac:spMk id="3" creationId="{2A8192BB-4C32-CE45-A13C-56689409F2AF}"/>
          </ac:spMkLst>
        </pc:spChg>
        <pc:graphicFrameChg chg="mod">
          <ac:chgData name="Loc Huynh" userId="80c0383e323bd6ea" providerId="LiveId" clId="{7174A1A7-6A26-42BF-9590-B9BA90E8F80B}" dt="2023-09-13T10:21:45.523" v="1245" actId="1076"/>
          <ac:graphicFrameMkLst>
            <pc:docMk/>
            <pc:sldMk cId="1211839815" sldId="485"/>
            <ac:graphicFrameMk id="8" creationId="{462D9E9B-59C9-8F4B-AE84-DC65D0F30724}"/>
          </ac:graphicFrameMkLst>
        </pc:graphicFrameChg>
      </pc:sldChg>
      <pc:sldChg chg="modSp mod chgLayout">
        <pc:chgData name="Loc Huynh" userId="80c0383e323bd6ea" providerId="LiveId" clId="{7174A1A7-6A26-42BF-9590-B9BA90E8F80B}" dt="2023-09-13T10:24:23.639" v="1272" actId="1076"/>
        <pc:sldMkLst>
          <pc:docMk/>
          <pc:sldMk cId="4108101354" sldId="486"/>
        </pc:sldMkLst>
        <pc:spChg chg="mod ord">
          <ac:chgData name="Loc Huynh" userId="80c0383e323bd6ea" providerId="LiveId" clId="{7174A1A7-6A26-42BF-9590-B9BA90E8F80B}" dt="2023-09-13T10:21:58.623" v="1246" actId="700"/>
          <ac:spMkLst>
            <pc:docMk/>
            <pc:sldMk cId="4108101354" sldId="486"/>
            <ac:spMk id="2" creationId="{7474A01E-A813-5647-A400-1D6EAD852A52}"/>
          </ac:spMkLst>
        </pc:spChg>
        <pc:spChg chg="mod ord">
          <ac:chgData name="Loc Huynh" userId="80c0383e323bd6ea" providerId="LiveId" clId="{7174A1A7-6A26-42BF-9590-B9BA90E8F80B}" dt="2023-09-13T10:23:59.290" v="1270" actId="20577"/>
          <ac:spMkLst>
            <pc:docMk/>
            <pc:sldMk cId="4108101354" sldId="486"/>
            <ac:spMk id="3" creationId="{2A8192BB-4C32-CE45-A13C-56689409F2AF}"/>
          </ac:spMkLst>
        </pc:spChg>
        <pc:spChg chg="mod ord">
          <ac:chgData name="Loc Huynh" userId="80c0383e323bd6ea" providerId="LiveId" clId="{7174A1A7-6A26-42BF-9590-B9BA90E8F80B}" dt="2023-09-13T10:21:58.623" v="1246" actId="700"/>
          <ac:spMkLst>
            <pc:docMk/>
            <pc:sldMk cId="4108101354" sldId="486"/>
            <ac:spMk id="4" creationId="{FFBFE301-8F5F-684A-B4CB-DD6AB90AB12A}"/>
          </ac:spMkLst>
        </pc:spChg>
        <pc:spChg chg="mod ord">
          <ac:chgData name="Loc Huynh" userId="80c0383e323bd6ea" providerId="LiveId" clId="{7174A1A7-6A26-42BF-9590-B9BA90E8F80B}" dt="2023-09-13T10:21:58.623" v="1246" actId="700"/>
          <ac:spMkLst>
            <pc:docMk/>
            <pc:sldMk cId="4108101354" sldId="486"/>
            <ac:spMk id="5" creationId="{EB5C2D11-34DE-4244-9A1B-B29A0BA6751D}"/>
          </ac:spMkLst>
        </pc:spChg>
        <pc:graphicFrameChg chg="mod">
          <ac:chgData name="Loc Huynh" userId="80c0383e323bd6ea" providerId="LiveId" clId="{7174A1A7-6A26-42BF-9590-B9BA90E8F80B}" dt="2023-09-13T10:24:23.639" v="1272" actId="1076"/>
          <ac:graphicFrameMkLst>
            <pc:docMk/>
            <pc:sldMk cId="4108101354" sldId="486"/>
            <ac:graphicFrameMk id="7" creationId="{1F618F6A-5ECE-A744-8994-08B151824511}"/>
          </ac:graphicFrameMkLst>
        </pc:graphicFrameChg>
      </pc:sldChg>
      <pc:sldChg chg="modSp mod chgLayout">
        <pc:chgData name="Loc Huynh" userId="80c0383e323bd6ea" providerId="LiveId" clId="{7174A1A7-6A26-42BF-9590-B9BA90E8F80B}" dt="2023-09-13T10:24:35.283" v="1273" actId="1076"/>
        <pc:sldMkLst>
          <pc:docMk/>
          <pc:sldMk cId="4007891925" sldId="487"/>
        </pc:sldMkLst>
        <pc:spChg chg="mod ord">
          <ac:chgData name="Loc Huynh" userId="80c0383e323bd6ea" providerId="LiveId" clId="{7174A1A7-6A26-42BF-9590-B9BA90E8F80B}" dt="2023-09-13T10:22:01.917" v="1247" actId="700"/>
          <ac:spMkLst>
            <pc:docMk/>
            <pc:sldMk cId="4007891925" sldId="487"/>
            <ac:spMk id="2" creationId="{7474A01E-A813-5647-A400-1D6EAD852A52}"/>
          </ac:spMkLst>
        </pc:spChg>
        <pc:spChg chg="mod ord">
          <ac:chgData name="Loc Huynh" userId="80c0383e323bd6ea" providerId="LiveId" clId="{7174A1A7-6A26-42BF-9590-B9BA90E8F80B}" dt="2023-09-13T10:23:31.009" v="1267" actId="207"/>
          <ac:spMkLst>
            <pc:docMk/>
            <pc:sldMk cId="4007891925" sldId="487"/>
            <ac:spMk id="3" creationId="{2A8192BB-4C32-CE45-A13C-56689409F2AF}"/>
          </ac:spMkLst>
        </pc:spChg>
        <pc:spChg chg="mod ord">
          <ac:chgData name="Loc Huynh" userId="80c0383e323bd6ea" providerId="LiveId" clId="{7174A1A7-6A26-42BF-9590-B9BA90E8F80B}" dt="2023-09-13T10:22:01.917" v="1247" actId="700"/>
          <ac:spMkLst>
            <pc:docMk/>
            <pc:sldMk cId="4007891925" sldId="487"/>
            <ac:spMk id="4" creationId="{FFBFE301-8F5F-684A-B4CB-DD6AB90AB12A}"/>
          </ac:spMkLst>
        </pc:spChg>
        <pc:spChg chg="mod ord">
          <ac:chgData name="Loc Huynh" userId="80c0383e323bd6ea" providerId="LiveId" clId="{7174A1A7-6A26-42BF-9590-B9BA90E8F80B}" dt="2023-09-13T10:22:01.917" v="1247" actId="700"/>
          <ac:spMkLst>
            <pc:docMk/>
            <pc:sldMk cId="4007891925" sldId="487"/>
            <ac:spMk id="5" creationId="{EB5C2D11-34DE-4244-9A1B-B29A0BA6751D}"/>
          </ac:spMkLst>
        </pc:spChg>
        <pc:graphicFrameChg chg="mod">
          <ac:chgData name="Loc Huynh" userId="80c0383e323bd6ea" providerId="LiveId" clId="{7174A1A7-6A26-42BF-9590-B9BA90E8F80B}" dt="2023-09-13T10:24:35.283" v="1273" actId="1076"/>
          <ac:graphicFrameMkLst>
            <pc:docMk/>
            <pc:sldMk cId="4007891925" sldId="487"/>
            <ac:graphicFrameMk id="7" creationId="{BCDA3781-C4BB-FF40-9491-F3A84A0CAE13}"/>
          </ac:graphicFrameMkLst>
        </pc:graphicFrameChg>
      </pc:sldChg>
      <pc:sldChg chg="modSp mod chgLayout">
        <pc:chgData name="Loc Huynh" userId="80c0383e323bd6ea" providerId="LiveId" clId="{7174A1A7-6A26-42BF-9590-B9BA90E8F80B}" dt="2023-09-13T10:24:41.494" v="1274" actId="1076"/>
        <pc:sldMkLst>
          <pc:docMk/>
          <pc:sldMk cId="1413876724" sldId="488"/>
        </pc:sldMkLst>
        <pc:spChg chg="mod ord">
          <ac:chgData name="Loc Huynh" userId="80c0383e323bd6ea" providerId="LiveId" clId="{7174A1A7-6A26-42BF-9590-B9BA90E8F80B}" dt="2023-09-13T10:22:04.619" v="1248" actId="700"/>
          <ac:spMkLst>
            <pc:docMk/>
            <pc:sldMk cId="1413876724" sldId="488"/>
            <ac:spMk id="2" creationId="{7474A01E-A813-5647-A400-1D6EAD852A52}"/>
          </ac:spMkLst>
        </pc:spChg>
        <pc:spChg chg="mod ord">
          <ac:chgData name="Loc Huynh" userId="80c0383e323bd6ea" providerId="LiveId" clId="{7174A1A7-6A26-42BF-9590-B9BA90E8F80B}" dt="2023-09-13T10:23:25.382" v="1266" actId="20577"/>
          <ac:spMkLst>
            <pc:docMk/>
            <pc:sldMk cId="1413876724" sldId="488"/>
            <ac:spMk id="3" creationId="{2A8192BB-4C32-CE45-A13C-56689409F2AF}"/>
          </ac:spMkLst>
        </pc:spChg>
        <pc:spChg chg="mod ord">
          <ac:chgData name="Loc Huynh" userId="80c0383e323bd6ea" providerId="LiveId" clId="{7174A1A7-6A26-42BF-9590-B9BA90E8F80B}" dt="2023-09-13T10:22:04.619" v="1248" actId="700"/>
          <ac:spMkLst>
            <pc:docMk/>
            <pc:sldMk cId="1413876724" sldId="488"/>
            <ac:spMk id="4" creationId="{FFBFE301-8F5F-684A-B4CB-DD6AB90AB12A}"/>
          </ac:spMkLst>
        </pc:spChg>
        <pc:spChg chg="mod ord">
          <ac:chgData name="Loc Huynh" userId="80c0383e323bd6ea" providerId="LiveId" clId="{7174A1A7-6A26-42BF-9590-B9BA90E8F80B}" dt="2023-09-13T10:22:04.619" v="1248" actId="700"/>
          <ac:spMkLst>
            <pc:docMk/>
            <pc:sldMk cId="1413876724" sldId="488"/>
            <ac:spMk id="5" creationId="{EB5C2D11-34DE-4244-9A1B-B29A0BA6751D}"/>
          </ac:spMkLst>
        </pc:spChg>
        <pc:graphicFrameChg chg="mod">
          <ac:chgData name="Loc Huynh" userId="80c0383e323bd6ea" providerId="LiveId" clId="{7174A1A7-6A26-42BF-9590-B9BA90E8F80B}" dt="2023-09-13T10:24:41.494" v="1274" actId="1076"/>
          <ac:graphicFrameMkLst>
            <pc:docMk/>
            <pc:sldMk cId="1413876724" sldId="488"/>
            <ac:graphicFrameMk id="7" creationId="{BCDA3781-C4BB-FF40-9491-F3A84A0CAE13}"/>
          </ac:graphicFrameMkLst>
        </pc:graphicFrameChg>
      </pc:sldChg>
      <pc:sldChg chg="modSp mod chgLayout">
        <pc:chgData name="Loc Huynh" userId="80c0383e323bd6ea" providerId="LiveId" clId="{7174A1A7-6A26-42BF-9590-B9BA90E8F80B}" dt="2023-09-13T10:24:48.288" v="1275" actId="1076"/>
        <pc:sldMkLst>
          <pc:docMk/>
          <pc:sldMk cId="2855966079" sldId="489"/>
        </pc:sldMkLst>
        <pc:spChg chg="mod ord">
          <ac:chgData name="Loc Huynh" userId="80c0383e323bd6ea" providerId="LiveId" clId="{7174A1A7-6A26-42BF-9590-B9BA90E8F80B}" dt="2023-09-13T10:22:08.941" v="1249" actId="700"/>
          <ac:spMkLst>
            <pc:docMk/>
            <pc:sldMk cId="2855966079" sldId="489"/>
            <ac:spMk id="2" creationId="{7474A01E-A813-5647-A400-1D6EAD852A52}"/>
          </ac:spMkLst>
        </pc:spChg>
        <pc:spChg chg="mod ord">
          <ac:chgData name="Loc Huynh" userId="80c0383e323bd6ea" providerId="LiveId" clId="{7174A1A7-6A26-42BF-9590-B9BA90E8F80B}" dt="2023-09-13T10:23:16.930" v="1264" actId="20577"/>
          <ac:spMkLst>
            <pc:docMk/>
            <pc:sldMk cId="2855966079" sldId="489"/>
            <ac:spMk id="3" creationId="{2A8192BB-4C32-CE45-A13C-56689409F2AF}"/>
          </ac:spMkLst>
        </pc:spChg>
        <pc:spChg chg="mod ord">
          <ac:chgData name="Loc Huynh" userId="80c0383e323bd6ea" providerId="LiveId" clId="{7174A1A7-6A26-42BF-9590-B9BA90E8F80B}" dt="2023-09-13T10:22:08.941" v="1249" actId="700"/>
          <ac:spMkLst>
            <pc:docMk/>
            <pc:sldMk cId="2855966079" sldId="489"/>
            <ac:spMk id="4" creationId="{FFBFE301-8F5F-684A-B4CB-DD6AB90AB12A}"/>
          </ac:spMkLst>
        </pc:spChg>
        <pc:spChg chg="mod ord">
          <ac:chgData name="Loc Huynh" userId="80c0383e323bd6ea" providerId="LiveId" clId="{7174A1A7-6A26-42BF-9590-B9BA90E8F80B}" dt="2023-09-13T10:22:08.941" v="1249" actId="700"/>
          <ac:spMkLst>
            <pc:docMk/>
            <pc:sldMk cId="2855966079" sldId="489"/>
            <ac:spMk id="5" creationId="{EB5C2D11-34DE-4244-9A1B-B29A0BA6751D}"/>
          </ac:spMkLst>
        </pc:spChg>
        <pc:graphicFrameChg chg="mod">
          <ac:chgData name="Loc Huynh" userId="80c0383e323bd6ea" providerId="LiveId" clId="{7174A1A7-6A26-42BF-9590-B9BA90E8F80B}" dt="2023-09-13T10:24:48.288" v="1275" actId="1076"/>
          <ac:graphicFrameMkLst>
            <pc:docMk/>
            <pc:sldMk cId="2855966079" sldId="489"/>
            <ac:graphicFrameMk id="7" creationId="{BCDA3781-C4BB-FF40-9491-F3A84A0CAE13}"/>
          </ac:graphicFrameMkLst>
        </pc:graphicFrameChg>
      </pc:sldChg>
      <pc:sldChg chg="modSp mod chgLayout">
        <pc:chgData name="Loc Huynh" userId="80c0383e323bd6ea" providerId="LiveId" clId="{7174A1A7-6A26-42BF-9590-B9BA90E8F80B}" dt="2023-09-13T10:25:00.720" v="1278" actId="207"/>
        <pc:sldMkLst>
          <pc:docMk/>
          <pc:sldMk cId="123613759" sldId="490"/>
        </pc:sldMkLst>
        <pc:spChg chg="mod ord">
          <ac:chgData name="Loc Huynh" userId="80c0383e323bd6ea" providerId="LiveId" clId="{7174A1A7-6A26-42BF-9590-B9BA90E8F80B}" dt="2023-09-13T10:22:11.266" v="1250" actId="700"/>
          <ac:spMkLst>
            <pc:docMk/>
            <pc:sldMk cId="123613759" sldId="490"/>
            <ac:spMk id="2" creationId="{7474A01E-A813-5647-A400-1D6EAD852A52}"/>
          </ac:spMkLst>
        </pc:spChg>
        <pc:spChg chg="mod ord">
          <ac:chgData name="Loc Huynh" userId="80c0383e323bd6ea" providerId="LiveId" clId="{7174A1A7-6A26-42BF-9590-B9BA90E8F80B}" dt="2023-09-13T10:23:10.414" v="1261" actId="207"/>
          <ac:spMkLst>
            <pc:docMk/>
            <pc:sldMk cId="123613759" sldId="490"/>
            <ac:spMk id="3" creationId="{2A8192BB-4C32-CE45-A13C-56689409F2AF}"/>
          </ac:spMkLst>
        </pc:spChg>
        <pc:spChg chg="mod ord">
          <ac:chgData name="Loc Huynh" userId="80c0383e323bd6ea" providerId="LiveId" clId="{7174A1A7-6A26-42BF-9590-B9BA90E8F80B}" dt="2023-09-13T10:22:11.266" v="1250" actId="700"/>
          <ac:spMkLst>
            <pc:docMk/>
            <pc:sldMk cId="123613759" sldId="490"/>
            <ac:spMk id="4" creationId="{FFBFE301-8F5F-684A-B4CB-DD6AB90AB12A}"/>
          </ac:spMkLst>
        </pc:spChg>
        <pc:spChg chg="mod ord">
          <ac:chgData name="Loc Huynh" userId="80c0383e323bd6ea" providerId="LiveId" clId="{7174A1A7-6A26-42BF-9590-B9BA90E8F80B}" dt="2023-09-13T10:22:11.266" v="1250" actId="700"/>
          <ac:spMkLst>
            <pc:docMk/>
            <pc:sldMk cId="123613759" sldId="490"/>
            <ac:spMk id="5" creationId="{EB5C2D11-34DE-4244-9A1B-B29A0BA6751D}"/>
          </ac:spMkLst>
        </pc:spChg>
        <pc:graphicFrameChg chg="mod modGraphic">
          <ac:chgData name="Loc Huynh" userId="80c0383e323bd6ea" providerId="LiveId" clId="{7174A1A7-6A26-42BF-9590-B9BA90E8F80B}" dt="2023-09-13T10:25:00.720" v="1278" actId="207"/>
          <ac:graphicFrameMkLst>
            <pc:docMk/>
            <pc:sldMk cId="123613759" sldId="490"/>
            <ac:graphicFrameMk id="7" creationId="{BCDA3781-C4BB-FF40-9491-F3A84A0CAE13}"/>
          </ac:graphicFrameMkLst>
        </pc:graphicFrameChg>
      </pc:sldChg>
      <pc:sldChg chg="addSp delSp modSp add mod">
        <pc:chgData name="Loc Huynh" userId="80c0383e323bd6ea" providerId="LiveId" clId="{7174A1A7-6A26-42BF-9590-B9BA90E8F80B}" dt="2023-09-13T09:29:35.217" v="242" actId="14100"/>
        <pc:sldMkLst>
          <pc:docMk/>
          <pc:sldMk cId="3887065777" sldId="495"/>
        </pc:sldMkLst>
        <pc:spChg chg="add mod">
          <ac:chgData name="Loc Huynh" userId="80c0383e323bd6ea" providerId="LiveId" clId="{7174A1A7-6A26-42BF-9590-B9BA90E8F80B}" dt="2023-09-13T09:29:35.217" v="242" actId="14100"/>
          <ac:spMkLst>
            <pc:docMk/>
            <pc:sldMk cId="3887065777" sldId="495"/>
            <ac:spMk id="3" creationId="{FB20DB8C-1C89-CCD3-C728-ED46C18517F2}"/>
          </ac:spMkLst>
        </pc:spChg>
        <pc:spChg chg="mod">
          <ac:chgData name="Loc Huynh" userId="80c0383e323bd6ea" providerId="LiveId" clId="{7174A1A7-6A26-42BF-9590-B9BA90E8F80B}" dt="2023-09-13T09:26:46.311" v="217" actId="13926"/>
          <ac:spMkLst>
            <pc:docMk/>
            <pc:sldMk cId="3887065777" sldId="495"/>
            <ac:spMk id="6" creationId="{24E3A728-EF22-934F-917A-56D048C67AB6}"/>
          </ac:spMkLst>
        </pc:spChg>
        <pc:spChg chg="del">
          <ac:chgData name="Loc Huynh" userId="80c0383e323bd6ea" providerId="LiveId" clId="{7174A1A7-6A26-42BF-9590-B9BA90E8F80B}" dt="2023-09-13T09:26:26.920" v="213" actId="478"/>
          <ac:spMkLst>
            <pc:docMk/>
            <pc:sldMk cId="3887065777" sldId="495"/>
            <ac:spMk id="8" creationId="{9A2495CC-D633-184F-9E35-DBA6F8132AA1}"/>
          </ac:spMkLst>
        </pc:spChg>
      </pc:sldChg>
      <pc:sldChg chg="addSp delSp modSp add mod">
        <pc:chgData name="Loc Huynh" userId="80c0383e323bd6ea" providerId="LiveId" clId="{7174A1A7-6A26-42BF-9590-B9BA90E8F80B}" dt="2023-09-13T09:28:09.654" v="229" actId="13926"/>
        <pc:sldMkLst>
          <pc:docMk/>
          <pc:sldMk cId="1922161333" sldId="496"/>
        </pc:sldMkLst>
        <pc:spChg chg="del">
          <ac:chgData name="Loc Huynh" userId="80c0383e323bd6ea" providerId="LiveId" clId="{7174A1A7-6A26-42BF-9590-B9BA90E8F80B}" dt="2023-09-13T09:27:45.076" v="224" actId="478"/>
          <ac:spMkLst>
            <pc:docMk/>
            <pc:sldMk cId="1922161333" sldId="496"/>
            <ac:spMk id="3" creationId="{FB20DB8C-1C89-CCD3-C728-ED46C18517F2}"/>
          </ac:spMkLst>
        </pc:spChg>
        <pc:spChg chg="mod">
          <ac:chgData name="Loc Huynh" userId="80c0383e323bd6ea" providerId="LiveId" clId="{7174A1A7-6A26-42BF-9590-B9BA90E8F80B}" dt="2023-09-13T09:28:09.654" v="229" actId="13926"/>
          <ac:spMkLst>
            <pc:docMk/>
            <pc:sldMk cId="1922161333" sldId="496"/>
            <ac:spMk id="6" creationId="{24E3A728-EF22-934F-917A-56D048C67AB6}"/>
          </ac:spMkLst>
        </pc:spChg>
        <pc:spChg chg="add mod">
          <ac:chgData name="Loc Huynh" userId="80c0383e323bd6ea" providerId="LiveId" clId="{7174A1A7-6A26-42BF-9590-B9BA90E8F80B}" dt="2023-09-13T09:27:59.764" v="227" actId="14100"/>
          <ac:spMkLst>
            <pc:docMk/>
            <pc:sldMk cId="1922161333" sldId="496"/>
            <ac:spMk id="7" creationId="{F15FABF9-88B9-112D-C1A1-EFD343147104}"/>
          </ac:spMkLst>
        </pc:spChg>
      </pc:sldChg>
      <pc:sldChg chg="addSp delSp modSp add mod">
        <pc:chgData name="Loc Huynh" userId="80c0383e323bd6ea" providerId="LiveId" clId="{7174A1A7-6A26-42BF-9590-B9BA90E8F80B}" dt="2023-09-13T09:29:51.076" v="244" actId="207"/>
        <pc:sldMkLst>
          <pc:docMk/>
          <pc:sldMk cId="1152783581" sldId="497"/>
        </pc:sldMkLst>
        <pc:spChg chg="add mod">
          <ac:chgData name="Loc Huynh" userId="80c0383e323bd6ea" providerId="LiveId" clId="{7174A1A7-6A26-42BF-9590-B9BA90E8F80B}" dt="2023-09-13T09:29:51.076" v="244" actId="207"/>
          <ac:spMkLst>
            <pc:docMk/>
            <pc:sldMk cId="1152783581" sldId="497"/>
            <ac:spMk id="3" creationId="{1026FBB4-1B9B-BA3F-B3B1-AFC2991BD373}"/>
          </ac:spMkLst>
        </pc:spChg>
        <pc:spChg chg="mod">
          <ac:chgData name="Loc Huynh" userId="80c0383e323bd6ea" providerId="LiveId" clId="{7174A1A7-6A26-42BF-9590-B9BA90E8F80B}" dt="2023-09-13T09:29:12.858" v="238" actId="13926"/>
          <ac:spMkLst>
            <pc:docMk/>
            <pc:sldMk cId="1152783581" sldId="497"/>
            <ac:spMk id="6" creationId="{24E3A728-EF22-934F-917A-56D048C67AB6}"/>
          </ac:spMkLst>
        </pc:spChg>
        <pc:spChg chg="del mod">
          <ac:chgData name="Loc Huynh" userId="80c0383e323bd6ea" providerId="LiveId" clId="{7174A1A7-6A26-42BF-9590-B9BA90E8F80B}" dt="2023-09-13T09:28:49.936" v="234" actId="478"/>
          <ac:spMkLst>
            <pc:docMk/>
            <pc:sldMk cId="1152783581" sldId="497"/>
            <ac:spMk id="7" creationId="{F15FABF9-88B9-112D-C1A1-EFD343147104}"/>
          </ac:spMkLst>
        </pc:spChg>
      </pc:sldChg>
      <pc:sldChg chg="addSp delSp modSp add mod">
        <pc:chgData name="Loc Huynh" userId="80c0383e323bd6ea" providerId="LiveId" clId="{7174A1A7-6A26-42BF-9590-B9BA90E8F80B}" dt="2023-09-13T09:30:48.326" v="259" actId="207"/>
        <pc:sldMkLst>
          <pc:docMk/>
          <pc:sldMk cId="2317161822" sldId="498"/>
        </pc:sldMkLst>
        <pc:spChg chg="del">
          <ac:chgData name="Loc Huynh" userId="80c0383e323bd6ea" providerId="LiveId" clId="{7174A1A7-6A26-42BF-9590-B9BA90E8F80B}" dt="2023-09-13T09:30:11.389" v="248" actId="478"/>
          <ac:spMkLst>
            <pc:docMk/>
            <pc:sldMk cId="2317161822" sldId="498"/>
            <ac:spMk id="3" creationId="{1026FBB4-1B9B-BA3F-B3B1-AFC2991BD373}"/>
          </ac:spMkLst>
        </pc:spChg>
        <pc:spChg chg="mod">
          <ac:chgData name="Loc Huynh" userId="80c0383e323bd6ea" providerId="LiveId" clId="{7174A1A7-6A26-42BF-9590-B9BA90E8F80B}" dt="2023-09-13T09:30:27.154" v="251" actId="13926"/>
          <ac:spMkLst>
            <pc:docMk/>
            <pc:sldMk cId="2317161822" sldId="498"/>
            <ac:spMk id="6" creationId="{24E3A728-EF22-934F-917A-56D048C67AB6}"/>
          </ac:spMkLst>
        </pc:spChg>
        <pc:spChg chg="add mod">
          <ac:chgData name="Loc Huynh" userId="80c0383e323bd6ea" providerId="LiveId" clId="{7174A1A7-6A26-42BF-9590-B9BA90E8F80B}" dt="2023-09-13T09:30:48.326" v="259" actId="207"/>
          <ac:spMkLst>
            <pc:docMk/>
            <pc:sldMk cId="2317161822" sldId="498"/>
            <ac:spMk id="7" creationId="{A8D4045D-E969-D462-3D06-825F50FADA02}"/>
          </ac:spMkLst>
        </pc:spChg>
      </pc:sldChg>
      <pc:sldChg chg="addSp delSp modSp add mod">
        <pc:chgData name="Loc Huynh" userId="80c0383e323bd6ea" providerId="LiveId" clId="{7174A1A7-6A26-42BF-9590-B9BA90E8F80B}" dt="2023-09-13T09:45:11.961" v="628" actId="1036"/>
        <pc:sldMkLst>
          <pc:docMk/>
          <pc:sldMk cId="3028732016" sldId="499"/>
        </pc:sldMkLst>
        <pc:spChg chg="mod">
          <ac:chgData name="Loc Huynh" userId="80c0383e323bd6ea" providerId="LiveId" clId="{7174A1A7-6A26-42BF-9590-B9BA90E8F80B}" dt="2023-09-13T09:44:58.789" v="619" actId="1076"/>
          <ac:spMkLst>
            <pc:docMk/>
            <pc:sldMk cId="3028732016" sldId="499"/>
            <ac:spMk id="20" creationId="{FA11DDA8-F3BD-3545-86C9-A399A991B047}"/>
          </ac:spMkLst>
        </pc:spChg>
        <pc:spChg chg="del">
          <ac:chgData name="Loc Huynh" userId="80c0383e323bd6ea" providerId="LiveId" clId="{7174A1A7-6A26-42BF-9590-B9BA90E8F80B}" dt="2023-09-13T09:43:31.844" v="607" actId="478"/>
          <ac:spMkLst>
            <pc:docMk/>
            <pc:sldMk cId="3028732016" sldId="499"/>
            <ac:spMk id="21" creationId="{81710F7F-B602-3D41-A826-158C02388363}"/>
          </ac:spMkLst>
        </pc:spChg>
        <pc:spChg chg="del">
          <ac:chgData name="Loc Huynh" userId="80c0383e323bd6ea" providerId="LiveId" clId="{7174A1A7-6A26-42BF-9590-B9BA90E8F80B}" dt="2023-09-13T09:43:31.844" v="607" actId="478"/>
          <ac:spMkLst>
            <pc:docMk/>
            <pc:sldMk cId="3028732016" sldId="499"/>
            <ac:spMk id="22" creationId="{779BDBAC-8884-FF49-899C-79BB55A2730D}"/>
          </ac:spMkLst>
        </pc:spChg>
        <pc:spChg chg="del">
          <ac:chgData name="Loc Huynh" userId="80c0383e323bd6ea" providerId="LiveId" clId="{7174A1A7-6A26-42BF-9590-B9BA90E8F80B}" dt="2023-09-13T09:43:32.719" v="608" actId="478"/>
          <ac:spMkLst>
            <pc:docMk/>
            <pc:sldMk cId="3028732016" sldId="499"/>
            <ac:spMk id="23" creationId="{C7376B87-400D-CC44-B9D0-B8883FDF0D16}"/>
          </ac:spMkLst>
        </pc:spChg>
        <pc:spChg chg="del">
          <ac:chgData name="Loc Huynh" userId="80c0383e323bd6ea" providerId="LiveId" clId="{7174A1A7-6A26-42BF-9590-B9BA90E8F80B}" dt="2023-09-13T09:43:31.844" v="607" actId="478"/>
          <ac:spMkLst>
            <pc:docMk/>
            <pc:sldMk cId="3028732016" sldId="499"/>
            <ac:spMk id="24" creationId="{742B023B-6E58-5F46-A6EE-6AEE903F293C}"/>
          </ac:spMkLst>
        </pc:spChg>
        <pc:spChg chg="del">
          <ac:chgData name="Loc Huynh" userId="80c0383e323bd6ea" providerId="LiveId" clId="{7174A1A7-6A26-42BF-9590-B9BA90E8F80B}" dt="2023-09-13T09:43:31.844" v="607" actId="478"/>
          <ac:spMkLst>
            <pc:docMk/>
            <pc:sldMk cId="3028732016" sldId="499"/>
            <ac:spMk id="25" creationId="{0D73DE56-1AB7-C448-9F22-C191BF690516}"/>
          </ac:spMkLst>
        </pc:spChg>
        <pc:spChg chg="del">
          <ac:chgData name="Loc Huynh" userId="80c0383e323bd6ea" providerId="LiveId" clId="{7174A1A7-6A26-42BF-9590-B9BA90E8F80B}" dt="2023-09-13T09:43:31.844" v="607" actId="478"/>
          <ac:spMkLst>
            <pc:docMk/>
            <pc:sldMk cId="3028732016" sldId="499"/>
            <ac:spMk id="26" creationId="{6F22B1D1-6C99-9A49-BA05-373C260BD677}"/>
          </ac:spMkLst>
        </pc:spChg>
        <pc:grpChg chg="del">
          <ac:chgData name="Loc Huynh" userId="80c0383e323bd6ea" providerId="LiveId" clId="{7174A1A7-6A26-42BF-9590-B9BA90E8F80B}" dt="2023-09-13T09:43:29.075" v="606" actId="478"/>
          <ac:grpSpMkLst>
            <pc:docMk/>
            <pc:sldMk cId="3028732016" sldId="499"/>
            <ac:grpSpMk id="30" creationId="{B7209310-2F24-ED4E-8489-4C17D246E160}"/>
          </ac:grpSpMkLst>
        </pc:grpChg>
        <pc:picChg chg="add mod">
          <ac:chgData name="Loc Huynh" userId="80c0383e323bd6ea" providerId="LiveId" clId="{7174A1A7-6A26-42BF-9590-B9BA90E8F80B}" dt="2023-09-13T09:45:11.961" v="628" actId="1036"/>
          <ac:picMkLst>
            <pc:docMk/>
            <pc:sldMk cId="3028732016" sldId="499"/>
            <ac:picMk id="7" creationId="{A50D01C9-B6BF-BBF7-A8C9-C5C102BBD6F2}"/>
          </ac:picMkLst>
        </pc:picChg>
      </pc:sldChg>
    </pc:docChg>
  </pc:docChgLst>
  <pc:docChgLst>
    <pc:chgData name="Loc Huynh" userId="80c0383e323bd6ea" providerId="LiveId" clId="{AC168C92-BC10-354B-9520-87CD58AC4BAC}"/>
    <pc:docChg chg="undo redo custSel addSld delSld modSld sldOrd modMainMaster">
      <pc:chgData name="Loc Huynh" userId="80c0383e323bd6ea" providerId="LiveId" clId="{AC168C92-BC10-354B-9520-87CD58AC4BAC}" dt="2023-09-13T11:15:59.082" v="1653" actId="20577"/>
      <pc:docMkLst>
        <pc:docMk/>
      </pc:docMkLst>
      <pc:sldChg chg="del">
        <pc:chgData name="Loc Huynh" userId="80c0383e323bd6ea" providerId="LiveId" clId="{AC168C92-BC10-354B-9520-87CD58AC4BAC}" dt="2023-09-13T08:56:35.840" v="1506" actId="2696"/>
        <pc:sldMkLst>
          <pc:docMk/>
          <pc:sldMk cId="3698868878" sldId="306"/>
        </pc:sldMkLst>
      </pc:sldChg>
      <pc:sldChg chg="del">
        <pc:chgData name="Loc Huynh" userId="80c0383e323bd6ea" providerId="LiveId" clId="{AC168C92-BC10-354B-9520-87CD58AC4BAC}" dt="2023-09-13T08:56:36.326" v="1532" actId="2696"/>
        <pc:sldMkLst>
          <pc:docMk/>
          <pc:sldMk cId="1649213010" sldId="307"/>
        </pc:sldMkLst>
      </pc:sldChg>
      <pc:sldChg chg="del">
        <pc:chgData name="Loc Huynh" userId="80c0383e323bd6ea" providerId="LiveId" clId="{AC168C92-BC10-354B-9520-87CD58AC4BAC}" dt="2023-09-13T08:56:36.579" v="1541" actId="2696"/>
        <pc:sldMkLst>
          <pc:docMk/>
          <pc:sldMk cId="1085273114" sldId="308"/>
        </pc:sldMkLst>
      </pc:sldChg>
      <pc:sldChg chg="del">
        <pc:chgData name="Loc Huynh" userId="80c0383e323bd6ea" providerId="LiveId" clId="{AC168C92-BC10-354B-9520-87CD58AC4BAC}" dt="2023-09-13T08:56:35.843" v="1507" actId="2696"/>
        <pc:sldMkLst>
          <pc:docMk/>
          <pc:sldMk cId="136576927" sldId="309"/>
        </pc:sldMkLst>
      </pc:sldChg>
      <pc:sldChg chg="del">
        <pc:chgData name="Loc Huynh" userId="80c0383e323bd6ea" providerId="LiveId" clId="{AC168C92-BC10-354B-9520-87CD58AC4BAC}" dt="2023-09-13T08:56:36.264" v="1526" actId="2696"/>
        <pc:sldMkLst>
          <pc:docMk/>
          <pc:sldMk cId="3163597442" sldId="310"/>
        </pc:sldMkLst>
      </pc:sldChg>
      <pc:sldChg chg="del">
        <pc:chgData name="Loc Huynh" userId="80c0383e323bd6ea" providerId="LiveId" clId="{AC168C92-BC10-354B-9520-87CD58AC4BAC}" dt="2023-09-13T08:56:36.541" v="1538" actId="2696"/>
        <pc:sldMkLst>
          <pc:docMk/>
          <pc:sldMk cId="1505658864" sldId="313"/>
        </pc:sldMkLst>
      </pc:sldChg>
      <pc:sldChg chg="del">
        <pc:chgData name="Loc Huynh" userId="80c0383e323bd6ea" providerId="LiveId" clId="{AC168C92-BC10-354B-9520-87CD58AC4BAC}" dt="2023-09-13T08:56:35.706" v="1497" actId="2696"/>
        <pc:sldMkLst>
          <pc:docMk/>
          <pc:sldMk cId="2386089045" sldId="316"/>
        </pc:sldMkLst>
      </pc:sldChg>
      <pc:sldChg chg="del">
        <pc:chgData name="Loc Huynh" userId="80c0383e323bd6ea" providerId="LiveId" clId="{AC168C92-BC10-354B-9520-87CD58AC4BAC}" dt="2023-09-13T08:56:36.538" v="1537" actId="2696"/>
        <pc:sldMkLst>
          <pc:docMk/>
          <pc:sldMk cId="1615855309" sldId="320"/>
        </pc:sldMkLst>
      </pc:sldChg>
      <pc:sldChg chg="del">
        <pc:chgData name="Loc Huynh" userId="80c0383e323bd6ea" providerId="LiveId" clId="{AC168C92-BC10-354B-9520-87CD58AC4BAC}" dt="2023-09-13T08:56:35.851" v="1510" actId="2696"/>
        <pc:sldMkLst>
          <pc:docMk/>
          <pc:sldMk cId="1889408896" sldId="321"/>
        </pc:sldMkLst>
      </pc:sldChg>
      <pc:sldChg chg="del">
        <pc:chgData name="Loc Huynh" userId="80c0383e323bd6ea" providerId="LiveId" clId="{AC168C92-BC10-354B-9520-87CD58AC4BAC}" dt="2023-09-13T08:56:35.836" v="1505" actId="2696"/>
        <pc:sldMkLst>
          <pc:docMk/>
          <pc:sldMk cId="1509791820" sldId="326"/>
        </pc:sldMkLst>
      </pc:sldChg>
      <pc:sldChg chg="del">
        <pc:chgData name="Loc Huynh" userId="80c0383e323bd6ea" providerId="LiveId" clId="{AC168C92-BC10-354B-9520-87CD58AC4BAC}" dt="2023-09-13T08:56:36.533" v="1535" actId="2696"/>
        <pc:sldMkLst>
          <pc:docMk/>
          <pc:sldMk cId="2093512164" sldId="327"/>
        </pc:sldMkLst>
      </pc:sldChg>
      <pc:sldChg chg="del">
        <pc:chgData name="Loc Huynh" userId="80c0383e323bd6ea" providerId="LiveId" clId="{AC168C92-BC10-354B-9520-87CD58AC4BAC}" dt="2023-09-13T08:56:35.886" v="1512" actId="2696"/>
        <pc:sldMkLst>
          <pc:docMk/>
          <pc:sldMk cId="3630190742" sldId="328"/>
        </pc:sldMkLst>
      </pc:sldChg>
      <pc:sldChg chg="del">
        <pc:chgData name="Loc Huynh" userId="80c0383e323bd6ea" providerId="LiveId" clId="{AC168C92-BC10-354B-9520-87CD58AC4BAC}" dt="2023-09-13T08:56:35.832" v="1503" actId="2696"/>
        <pc:sldMkLst>
          <pc:docMk/>
          <pc:sldMk cId="1982184621" sldId="329"/>
        </pc:sldMkLst>
      </pc:sldChg>
      <pc:sldChg chg="del">
        <pc:chgData name="Loc Huynh" userId="80c0383e323bd6ea" providerId="LiveId" clId="{AC168C92-BC10-354B-9520-87CD58AC4BAC}" dt="2023-09-13T08:56:36.536" v="1536" actId="2696"/>
        <pc:sldMkLst>
          <pc:docMk/>
          <pc:sldMk cId="1142298140" sldId="330"/>
        </pc:sldMkLst>
      </pc:sldChg>
      <pc:sldChg chg="del">
        <pc:chgData name="Loc Huynh" userId="80c0383e323bd6ea" providerId="LiveId" clId="{AC168C92-BC10-354B-9520-87CD58AC4BAC}" dt="2023-09-13T08:56:36.174" v="1517" actId="2696"/>
        <pc:sldMkLst>
          <pc:docMk/>
          <pc:sldMk cId="915704410" sldId="331"/>
        </pc:sldMkLst>
      </pc:sldChg>
      <pc:sldChg chg="del">
        <pc:chgData name="Loc Huynh" userId="80c0383e323bd6ea" providerId="LiveId" clId="{AC168C92-BC10-354B-9520-87CD58AC4BAC}" dt="2023-09-13T08:56:36.255" v="1524" actId="2696"/>
        <pc:sldMkLst>
          <pc:docMk/>
          <pc:sldMk cId="127802819" sldId="338"/>
        </pc:sldMkLst>
      </pc:sldChg>
      <pc:sldChg chg="del">
        <pc:chgData name="Loc Huynh" userId="80c0383e323bd6ea" providerId="LiveId" clId="{AC168C92-BC10-354B-9520-87CD58AC4BAC}" dt="2023-09-13T08:56:36.266" v="1527" actId="2696"/>
        <pc:sldMkLst>
          <pc:docMk/>
          <pc:sldMk cId="1317106903" sldId="339"/>
        </pc:sldMkLst>
      </pc:sldChg>
      <pc:sldChg chg="del">
        <pc:chgData name="Loc Huynh" userId="80c0383e323bd6ea" providerId="LiveId" clId="{AC168C92-BC10-354B-9520-87CD58AC4BAC}" dt="2023-09-13T08:56:36.619" v="1545" actId="2696"/>
        <pc:sldMkLst>
          <pc:docMk/>
          <pc:sldMk cId="961475434" sldId="344"/>
        </pc:sldMkLst>
      </pc:sldChg>
      <pc:sldChg chg="del">
        <pc:chgData name="Loc Huynh" userId="80c0383e323bd6ea" providerId="LiveId" clId="{AC168C92-BC10-354B-9520-87CD58AC4BAC}" dt="2023-09-13T08:56:35.834" v="1504" actId="2696"/>
        <pc:sldMkLst>
          <pc:docMk/>
          <pc:sldMk cId="1208499357" sldId="377"/>
        </pc:sldMkLst>
      </pc:sldChg>
      <pc:sldChg chg="del">
        <pc:chgData name="Loc Huynh" userId="80c0383e323bd6ea" providerId="LiveId" clId="{AC168C92-BC10-354B-9520-87CD58AC4BAC}" dt="2023-09-13T08:56:36.620" v="1546" actId="2696"/>
        <pc:sldMkLst>
          <pc:docMk/>
          <pc:sldMk cId="2078064597" sldId="378"/>
        </pc:sldMkLst>
      </pc:sldChg>
      <pc:sldChg chg="del">
        <pc:chgData name="Loc Huynh" userId="80c0383e323bd6ea" providerId="LiveId" clId="{AC168C92-BC10-354B-9520-87CD58AC4BAC}" dt="2023-09-13T08:56:36.328" v="1533" actId="2696"/>
        <pc:sldMkLst>
          <pc:docMk/>
          <pc:sldMk cId="2878301185" sldId="379"/>
        </pc:sldMkLst>
      </pc:sldChg>
      <pc:sldChg chg="del">
        <pc:chgData name="Loc Huynh" userId="80c0383e323bd6ea" providerId="LiveId" clId="{AC168C92-BC10-354B-9520-87CD58AC4BAC}" dt="2023-09-13T08:56:36.171" v="1516" actId="2696"/>
        <pc:sldMkLst>
          <pc:docMk/>
          <pc:sldMk cId="219472599" sldId="380"/>
        </pc:sldMkLst>
      </pc:sldChg>
      <pc:sldChg chg="del">
        <pc:chgData name="Loc Huynh" userId="80c0383e323bd6ea" providerId="LiveId" clId="{AC168C92-BC10-354B-9520-87CD58AC4BAC}" dt="2023-09-13T08:56:36.269" v="1528" actId="2696"/>
        <pc:sldMkLst>
          <pc:docMk/>
          <pc:sldMk cId="888047964" sldId="381"/>
        </pc:sldMkLst>
      </pc:sldChg>
      <pc:sldChg chg="del">
        <pc:chgData name="Loc Huynh" userId="80c0383e323bd6ea" providerId="LiveId" clId="{AC168C92-BC10-354B-9520-87CD58AC4BAC}" dt="2023-09-13T08:56:36.247" v="1522" actId="2696"/>
        <pc:sldMkLst>
          <pc:docMk/>
          <pc:sldMk cId="3264862103" sldId="382"/>
        </pc:sldMkLst>
      </pc:sldChg>
      <pc:sldChg chg="del">
        <pc:chgData name="Loc Huynh" userId="80c0383e323bd6ea" providerId="LiveId" clId="{AC168C92-BC10-354B-9520-87CD58AC4BAC}" dt="2023-09-13T08:56:36.615" v="1543" actId="2696"/>
        <pc:sldMkLst>
          <pc:docMk/>
          <pc:sldMk cId="1941501112" sldId="383"/>
        </pc:sldMkLst>
      </pc:sldChg>
      <pc:sldChg chg="del">
        <pc:chgData name="Loc Huynh" userId="80c0383e323bd6ea" providerId="LiveId" clId="{AC168C92-BC10-354B-9520-87CD58AC4BAC}" dt="2023-09-13T08:56:35.848" v="1509" actId="2696"/>
        <pc:sldMkLst>
          <pc:docMk/>
          <pc:sldMk cId="2538837064" sldId="385"/>
        </pc:sldMkLst>
      </pc:sldChg>
      <pc:sldChg chg="modSp mod">
        <pc:chgData name="Loc Huynh" userId="80c0383e323bd6ea" providerId="LiveId" clId="{AC168C92-BC10-354B-9520-87CD58AC4BAC}" dt="2023-09-13T07:08:59.480" v="85" actId="20577"/>
        <pc:sldMkLst>
          <pc:docMk/>
          <pc:sldMk cId="2103274842" sldId="389"/>
        </pc:sldMkLst>
        <pc:spChg chg="mod">
          <ac:chgData name="Loc Huynh" userId="80c0383e323bd6ea" providerId="LiveId" clId="{AC168C92-BC10-354B-9520-87CD58AC4BAC}" dt="2023-09-13T07:08:59.480" v="85" actId="20577"/>
          <ac:spMkLst>
            <pc:docMk/>
            <pc:sldMk cId="2103274842" sldId="389"/>
            <ac:spMk id="3" creationId="{57D3F746-5EAA-354B-933A-D7D4A545895B}"/>
          </ac:spMkLst>
        </pc:spChg>
      </pc:sldChg>
      <pc:sldChg chg="modSp mod modClrScheme chgLayout">
        <pc:chgData name="Loc Huynh" userId="80c0383e323bd6ea" providerId="LiveId" clId="{AC168C92-BC10-354B-9520-87CD58AC4BAC}" dt="2023-09-13T07:14:08.444" v="171" actId="123"/>
        <pc:sldMkLst>
          <pc:docMk/>
          <pc:sldMk cId="3109192718" sldId="390"/>
        </pc:sldMkLst>
        <pc:spChg chg="mod ord">
          <ac:chgData name="Loc Huynh" userId="80c0383e323bd6ea" providerId="LiveId" clId="{AC168C92-BC10-354B-9520-87CD58AC4BAC}" dt="2023-09-13T07:12:23.636" v="149" actId="242"/>
          <ac:spMkLst>
            <pc:docMk/>
            <pc:sldMk cId="3109192718" sldId="390"/>
            <ac:spMk id="2" creationId="{3A2A0463-8EE7-004E-BB37-EA7DDBBDCC79}"/>
          </ac:spMkLst>
        </pc:spChg>
        <pc:spChg chg="mod ord">
          <ac:chgData name="Loc Huynh" userId="80c0383e323bd6ea" providerId="LiveId" clId="{AC168C92-BC10-354B-9520-87CD58AC4BAC}" dt="2023-09-13T07:14:06.099" v="170" actId="123"/>
          <ac:spMkLst>
            <pc:docMk/>
            <pc:sldMk cId="3109192718" sldId="390"/>
            <ac:spMk id="3" creationId="{55B9A554-0581-9143-861C-EFAACEEEA828}"/>
          </ac:spMkLst>
        </pc:spChg>
        <pc:spChg chg="mod ord">
          <ac:chgData name="Loc Huynh" userId="80c0383e323bd6ea" providerId="LiveId" clId="{AC168C92-BC10-354B-9520-87CD58AC4BAC}" dt="2023-09-13T07:12:19.756" v="148" actId="242"/>
          <ac:spMkLst>
            <pc:docMk/>
            <pc:sldMk cId="3109192718" sldId="390"/>
            <ac:spMk id="4" creationId="{7595F988-04FD-5F4C-8C1B-5AB618A20DB2}"/>
          </ac:spMkLst>
        </pc:spChg>
        <pc:spChg chg="mod ord">
          <ac:chgData name="Loc Huynh" userId="80c0383e323bd6ea" providerId="LiveId" clId="{AC168C92-BC10-354B-9520-87CD58AC4BAC}" dt="2023-09-13T07:14:08.444" v="171" actId="123"/>
          <ac:spMkLst>
            <pc:docMk/>
            <pc:sldMk cId="3109192718" sldId="390"/>
            <ac:spMk id="5" creationId="{0E94133C-AB0F-914D-A116-1FDFD790E41F}"/>
          </ac:spMkLst>
        </pc:spChg>
        <pc:spChg chg="mod ord">
          <ac:chgData name="Loc Huynh" userId="80c0383e323bd6ea" providerId="LiveId" clId="{AC168C92-BC10-354B-9520-87CD58AC4BAC}" dt="2023-09-13T07:11:10.666" v="120" actId="700"/>
          <ac:spMkLst>
            <pc:docMk/>
            <pc:sldMk cId="3109192718" sldId="390"/>
            <ac:spMk id="6" creationId="{6FE7E040-EF2B-3B4C-ABDC-C569E2B0F8D4}"/>
          </ac:spMkLst>
        </pc:spChg>
        <pc:spChg chg="mod ord">
          <ac:chgData name="Loc Huynh" userId="80c0383e323bd6ea" providerId="LiveId" clId="{AC168C92-BC10-354B-9520-87CD58AC4BAC}" dt="2023-09-13T07:11:10.666" v="120" actId="700"/>
          <ac:spMkLst>
            <pc:docMk/>
            <pc:sldMk cId="3109192718" sldId="390"/>
            <ac:spMk id="7" creationId="{843E8A97-C3B7-0A4B-87A1-33019F58B08C}"/>
          </ac:spMkLst>
        </pc:spChg>
        <pc:spChg chg="mod ord">
          <ac:chgData name="Loc Huynh" userId="80c0383e323bd6ea" providerId="LiveId" clId="{AC168C92-BC10-354B-9520-87CD58AC4BAC}" dt="2023-09-13T07:11:10.666" v="120" actId="700"/>
          <ac:spMkLst>
            <pc:docMk/>
            <pc:sldMk cId="3109192718" sldId="390"/>
            <ac:spMk id="8" creationId="{08F2A54B-9133-D245-A36E-E96810974059}"/>
          </ac:spMkLst>
        </pc:spChg>
        <pc:spChg chg="mod">
          <ac:chgData name="Loc Huynh" userId="80c0383e323bd6ea" providerId="LiveId" clId="{AC168C92-BC10-354B-9520-87CD58AC4BAC}" dt="2023-09-13T07:12:37.840" v="152" actId="207"/>
          <ac:spMkLst>
            <pc:docMk/>
            <pc:sldMk cId="3109192718" sldId="390"/>
            <ac:spMk id="9" creationId="{3C7A3299-2A35-D548-A3C6-B874EAD72F17}"/>
          </ac:spMkLst>
        </pc:spChg>
      </pc:sldChg>
      <pc:sldChg chg="del">
        <pc:chgData name="Loc Huynh" userId="80c0383e323bd6ea" providerId="LiveId" clId="{AC168C92-BC10-354B-9520-87CD58AC4BAC}" dt="2023-09-13T08:56:36.177" v="1518" actId="2696"/>
        <pc:sldMkLst>
          <pc:docMk/>
          <pc:sldMk cId="461107909" sldId="391"/>
        </pc:sldMkLst>
      </pc:sldChg>
      <pc:sldChg chg="del">
        <pc:chgData name="Loc Huynh" userId="80c0383e323bd6ea" providerId="LiveId" clId="{AC168C92-BC10-354B-9520-87CD58AC4BAC}" dt="2023-09-13T08:56:36.259" v="1525" actId="2696"/>
        <pc:sldMkLst>
          <pc:docMk/>
          <pc:sldMk cId="685094552" sldId="392"/>
        </pc:sldMkLst>
      </pc:sldChg>
      <pc:sldChg chg="modSp mod">
        <pc:chgData name="Loc Huynh" userId="80c0383e323bd6ea" providerId="LiveId" clId="{AC168C92-BC10-354B-9520-87CD58AC4BAC}" dt="2023-09-13T11:15:59.082" v="1653" actId="20577"/>
        <pc:sldMkLst>
          <pc:docMk/>
          <pc:sldMk cId="4095758079" sldId="393"/>
        </pc:sldMkLst>
        <pc:spChg chg="mod">
          <ac:chgData name="Loc Huynh" userId="80c0383e323bd6ea" providerId="LiveId" clId="{AC168C92-BC10-354B-9520-87CD58AC4BAC}" dt="2023-09-13T11:15:59.082" v="1653" actId="20577"/>
          <ac:spMkLst>
            <pc:docMk/>
            <pc:sldMk cId="4095758079" sldId="393"/>
            <ac:spMk id="2" creationId="{00000000-0000-0000-0000-000000000000}"/>
          </ac:spMkLst>
        </pc:spChg>
      </pc:sldChg>
      <pc:sldChg chg="del">
        <pc:chgData name="Loc Huynh" userId="80c0383e323bd6ea" providerId="LiveId" clId="{AC168C92-BC10-354B-9520-87CD58AC4BAC}" dt="2023-09-13T08:56:35.895" v="1513" actId="2696"/>
        <pc:sldMkLst>
          <pc:docMk/>
          <pc:sldMk cId="827014128" sldId="394"/>
        </pc:sldMkLst>
      </pc:sldChg>
      <pc:sldChg chg="del">
        <pc:chgData name="Loc Huynh" userId="80c0383e323bd6ea" providerId="LiveId" clId="{AC168C92-BC10-354B-9520-87CD58AC4BAC}" dt="2023-09-13T08:56:35.829" v="1502" actId="2696"/>
        <pc:sldMkLst>
          <pc:docMk/>
          <pc:sldMk cId="3174288583" sldId="395"/>
        </pc:sldMkLst>
      </pc:sldChg>
      <pc:sldChg chg="del">
        <pc:chgData name="Loc Huynh" userId="80c0383e323bd6ea" providerId="LiveId" clId="{AC168C92-BC10-354B-9520-87CD58AC4BAC}" dt="2023-09-13T08:56:36.333" v="1534" actId="2696"/>
        <pc:sldMkLst>
          <pc:docMk/>
          <pc:sldMk cId="2324424646" sldId="396"/>
        </pc:sldMkLst>
      </pc:sldChg>
      <pc:sldChg chg="del">
        <pc:chgData name="Loc Huynh" userId="80c0383e323bd6ea" providerId="LiveId" clId="{AC168C92-BC10-354B-9520-87CD58AC4BAC}" dt="2023-09-13T08:56:36.673" v="1547" actId="2696"/>
        <pc:sldMkLst>
          <pc:docMk/>
          <pc:sldMk cId="224955889" sldId="397"/>
        </pc:sldMkLst>
      </pc:sldChg>
      <pc:sldChg chg="del">
        <pc:chgData name="Loc Huynh" userId="80c0383e323bd6ea" providerId="LiveId" clId="{AC168C92-BC10-354B-9520-87CD58AC4BAC}" dt="2023-09-13T08:56:35.825" v="1501" actId="2696"/>
        <pc:sldMkLst>
          <pc:docMk/>
          <pc:sldMk cId="4114821335" sldId="398"/>
        </pc:sldMkLst>
      </pc:sldChg>
      <pc:sldChg chg="del">
        <pc:chgData name="Loc Huynh" userId="80c0383e323bd6ea" providerId="LiveId" clId="{AC168C92-BC10-354B-9520-87CD58AC4BAC}" dt="2023-09-13T08:56:36.235" v="1519" actId="2696"/>
        <pc:sldMkLst>
          <pc:docMk/>
          <pc:sldMk cId="3033251506" sldId="399"/>
        </pc:sldMkLst>
      </pc:sldChg>
      <pc:sldChg chg="del">
        <pc:chgData name="Loc Huynh" userId="80c0383e323bd6ea" providerId="LiveId" clId="{AC168C92-BC10-354B-9520-87CD58AC4BAC}" dt="2023-09-13T08:56:35.846" v="1508" actId="2696"/>
        <pc:sldMkLst>
          <pc:docMk/>
          <pc:sldMk cId="400770477" sldId="400"/>
        </pc:sldMkLst>
      </pc:sldChg>
      <pc:sldChg chg="del">
        <pc:chgData name="Loc Huynh" userId="80c0383e323bd6ea" providerId="LiveId" clId="{AC168C92-BC10-354B-9520-87CD58AC4BAC}" dt="2023-09-13T08:56:36.119" v="1514" actId="2696"/>
        <pc:sldMkLst>
          <pc:docMk/>
          <pc:sldMk cId="1183980602" sldId="401"/>
        </pc:sldMkLst>
      </pc:sldChg>
      <pc:sldChg chg="del">
        <pc:chgData name="Loc Huynh" userId="80c0383e323bd6ea" providerId="LiveId" clId="{AC168C92-BC10-354B-9520-87CD58AC4BAC}" dt="2023-09-13T08:56:36.250" v="1523" actId="2696"/>
        <pc:sldMkLst>
          <pc:docMk/>
          <pc:sldMk cId="2768050575" sldId="402"/>
        </pc:sldMkLst>
      </pc:sldChg>
      <pc:sldChg chg="del">
        <pc:chgData name="Loc Huynh" userId="80c0383e323bd6ea" providerId="LiveId" clId="{AC168C92-BC10-354B-9520-87CD58AC4BAC}" dt="2023-09-13T08:56:35.822" v="1500" actId="2696"/>
        <pc:sldMkLst>
          <pc:docMk/>
          <pc:sldMk cId="1001971359" sldId="403"/>
        </pc:sldMkLst>
      </pc:sldChg>
      <pc:sldChg chg="del">
        <pc:chgData name="Loc Huynh" userId="80c0383e323bd6ea" providerId="LiveId" clId="{AC168C92-BC10-354B-9520-87CD58AC4BAC}" dt="2023-09-13T08:56:35.817" v="1498" actId="2696"/>
        <pc:sldMkLst>
          <pc:docMk/>
          <pc:sldMk cId="1675180054" sldId="404"/>
        </pc:sldMkLst>
      </pc:sldChg>
      <pc:sldChg chg="del">
        <pc:chgData name="Loc Huynh" userId="80c0383e323bd6ea" providerId="LiveId" clId="{AC168C92-BC10-354B-9520-87CD58AC4BAC}" dt="2023-09-13T08:56:36.544" v="1540" actId="2696"/>
        <pc:sldMkLst>
          <pc:docMk/>
          <pc:sldMk cId="323696544" sldId="405"/>
        </pc:sldMkLst>
      </pc:sldChg>
      <pc:sldChg chg="del">
        <pc:chgData name="Loc Huynh" userId="80c0383e323bd6ea" providerId="LiveId" clId="{AC168C92-BC10-354B-9520-87CD58AC4BAC}" dt="2023-09-13T08:56:36.275" v="1530" actId="2696"/>
        <pc:sldMkLst>
          <pc:docMk/>
          <pc:sldMk cId="4233947355" sldId="406"/>
        </pc:sldMkLst>
      </pc:sldChg>
      <pc:sldChg chg="del">
        <pc:chgData name="Loc Huynh" userId="80c0383e323bd6ea" providerId="LiveId" clId="{AC168C92-BC10-354B-9520-87CD58AC4BAC}" dt="2023-09-13T08:56:35.883" v="1511" actId="2696"/>
        <pc:sldMkLst>
          <pc:docMk/>
          <pc:sldMk cId="3737314179" sldId="407"/>
        </pc:sldMkLst>
      </pc:sldChg>
      <pc:sldChg chg="del">
        <pc:chgData name="Loc Huynh" userId="80c0383e323bd6ea" providerId="LiveId" clId="{AC168C92-BC10-354B-9520-87CD58AC4BAC}" dt="2023-09-13T08:56:36.244" v="1521" actId="2696"/>
        <pc:sldMkLst>
          <pc:docMk/>
          <pc:sldMk cId="3674598150" sldId="408"/>
        </pc:sldMkLst>
      </pc:sldChg>
      <pc:sldChg chg="del">
        <pc:chgData name="Loc Huynh" userId="80c0383e323bd6ea" providerId="LiveId" clId="{AC168C92-BC10-354B-9520-87CD58AC4BAC}" dt="2023-09-13T08:56:36.272" v="1529" actId="2696"/>
        <pc:sldMkLst>
          <pc:docMk/>
          <pc:sldMk cId="3296418743" sldId="409"/>
        </pc:sldMkLst>
      </pc:sldChg>
      <pc:sldChg chg="del">
        <pc:chgData name="Loc Huynh" userId="80c0383e323bd6ea" providerId="LiveId" clId="{AC168C92-BC10-354B-9520-87CD58AC4BAC}" dt="2023-09-13T08:56:36.240" v="1520" actId="2696"/>
        <pc:sldMkLst>
          <pc:docMk/>
          <pc:sldMk cId="1727122677" sldId="410"/>
        </pc:sldMkLst>
      </pc:sldChg>
      <pc:sldChg chg="del">
        <pc:chgData name="Loc Huynh" userId="80c0383e323bd6ea" providerId="LiveId" clId="{AC168C92-BC10-354B-9520-87CD58AC4BAC}" dt="2023-09-13T08:56:36.614" v="1542" actId="2696"/>
        <pc:sldMkLst>
          <pc:docMk/>
          <pc:sldMk cId="3515211321" sldId="411"/>
        </pc:sldMkLst>
      </pc:sldChg>
      <pc:sldChg chg="del">
        <pc:chgData name="Loc Huynh" userId="80c0383e323bd6ea" providerId="LiveId" clId="{AC168C92-BC10-354B-9520-87CD58AC4BAC}" dt="2023-09-13T08:56:35.819" v="1499" actId="2696"/>
        <pc:sldMkLst>
          <pc:docMk/>
          <pc:sldMk cId="4260985147" sldId="412"/>
        </pc:sldMkLst>
      </pc:sldChg>
      <pc:sldChg chg="del">
        <pc:chgData name="Loc Huynh" userId="80c0383e323bd6ea" providerId="LiveId" clId="{AC168C92-BC10-354B-9520-87CD58AC4BAC}" dt="2023-09-13T08:56:36.617" v="1544" actId="2696"/>
        <pc:sldMkLst>
          <pc:docMk/>
          <pc:sldMk cId="1680730362" sldId="413"/>
        </pc:sldMkLst>
      </pc:sldChg>
      <pc:sldChg chg="del">
        <pc:chgData name="Loc Huynh" userId="80c0383e323bd6ea" providerId="LiveId" clId="{AC168C92-BC10-354B-9520-87CD58AC4BAC}" dt="2023-09-13T08:56:36.323" v="1531" actId="2696"/>
        <pc:sldMkLst>
          <pc:docMk/>
          <pc:sldMk cId="527378509" sldId="414"/>
        </pc:sldMkLst>
      </pc:sldChg>
      <pc:sldChg chg="del">
        <pc:chgData name="Loc Huynh" userId="80c0383e323bd6ea" providerId="LiveId" clId="{AC168C92-BC10-354B-9520-87CD58AC4BAC}" dt="2023-09-13T08:56:36.168" v="1515" actId="2696"/>
        <pc:sldMkLst>
          <pc:docMk/>
          <pc:sldMk cId="1444418759" sldId="415"/>
        </pc:sldMkLst>
      </pc:sldChg>
      <pc:sldChg chg="del">
        <pc:chgData name="Loc Huynh" userId="80c0383e323bd6ea" providerId="LiveId" clId="{AC168C92-BC10-354B-9520-87CD58AC4BAC}" dt="2023-09-13T08:56:36.543" v="1539" actId="2696"/>
        <pc:sldMkLst>
          <pc:docMk/>
          <pc:sldMk cId="1915011341" sldId="416"/>
        </pc:sldMkLst>
      </pc:sldChg>
      <pc:sldChg chg="modSp mod">
        <pc:chgData name="Loc Huynh" userId="80c0383e323bd6ea" providerId="LiveId" clId="{AC168C92-BC10-354B-9520-87CD58AC4BAC}" dt="2023-09-13T11:04:56.403" v="1553" actId="207"/>
        <pc:sldMkLst>
          <pc:docMk/>
          <pc:sldMk cId="2252125456" sldId="417"/>
        </pc:sldMkLst>
        <pc:spChg chg="mod">
          <ac:chgData name="Loc Huynh" userId="80c0383e323bd6ea" providerId="LiveId" clId="{AC168C92-BC10-354B-9520-87CD58AC4BAC}" dt="2023-09-13T11:04:56.403" v="1553" actId="207"/>
          <ac:spMkLst>
            <pc:docMk/>
            <pc:sldMk cId="2252125456" sldId="417"/>
            <ac:spMk id="3" creationId="{1EDF00DA-5C4D-834E-87BB-88E5F6EA715A}"/>
          </ac:spMkLst>
        </pc:spChg>
      </pc:sldChg>
      <pc:sldChg chg="modSp mod">
        <pc:chgData name="Loc Huynh" userId="80c0383e323bd6ea" providerId="LiveId" clId="{AC168C92-BC10-354B-9520-87CD58AC4BAC}" dt="2023-09-13T11:14:12.299" v="1651" actId="13926"/>
        <pc:sldMkLst>
          <pc:docMk/>
          <pc:sldMk cId="4156242330" sldId="418"/>
        </pc:sldMkLst>
        <pc:spChg chg="mod">
          <ac:chgData name="Loc Huynh" userId="80c0383e323bd6ea" providerId="LiveId" clId="{AC168C92-BC10-354B-9520-87CD58AC4BAC}" dt="2023-09-13T11:14:12.299" v="1651" actId="13926"/>
          <ac:spMkLst>
            <pc:docMk/>
            <pc:sldMk cId="4156242330" sldId="418"/>
            <ac:spMk id="6" creationId="{24E3A728-EF22-934F-917A-56D048C67AB6}"/>
          </ac:spMkLst>
        </pc:spChg>
        <pc:spChg chg="mod">
          <ac:chgData name="Loc Huynh" userId="80c0383e323bd6ea" providerId="LiveId" clId="{AC168C92-BC10-354B-9520-87CD58AC4BAC}" dt="2023-09-13T11:05:41.094" v="1564" actId="14100"/>
          <ac:spMkLst>
            <pc:docMk/>
            <pc:sldMk cId="4156242330" sldId="418"/>
            <ac:spMk id="8" creationId="{9A2495CC-D633-184F-9E35-DBA6F8132AA1}"/>
          </ac:spMkLst>
        </pc:spChg>
      </pc:sldChg>
      <pc:sldChg chg="modSp mod">
        <pc:chgData name="Loc Huynh" userId="80c0383e323bd6ea" providerId="LiveId" clId="{AC168C92-BC10-354B-9520-87CD58AC4BAC}" dt="2023-09-13T11:07:01.308" v="1576" actId="14100"/>
        <pc:sldMkLst>
          <pc:docMk/>
          <pc:sldMk cId="1376264870" sldId="428"/>
        </pc:sldMkLst>
        <pc:spChg chg="mod">
          <ac:chgData name="Loc Huynh" userId="80c0383e323bd6ea" providerId="LiveId" clId="{AC168C92-BC10-354B-9520-87CD58AC4BAC}" dt="2023-09-13T11:06:55.285" v="1575" actId="20577"/>
          <ac:spMkLst>
            <pc:docMk/>
            <pc:sldMk cId="1376264870" sldId="428"/>
            <ac:spMk id="6" creationId="{D8C9A436-0DA9-774E-BBD9-1871AAFD4634}"/>
          </ac:spMkLst>
        </pc:spChg>
        <pc:spChg chg="mod">
          <ac:chgData name="Loc Huynh" userId="80c0383e323bd6ea" providerId="LiveId" clId="{AC168C92-BC10-354B-9520-87CD58AC4BAC}" dt="2023-09-13T11:06:38.170" v="1569" actId="14100"/>
          <ac:spMkLst>
            <pc:docMk/>
            <pc:sldMk cId="1376264870" sldId="428"/>
            <ac:spMk id="12" creationId="{21587237-5640-A648-8E8D-4506EE033316}"/>
          </ac:spMkLst>
        </pc:spChg>
        <pc:spChg chg="mod">
          <ac:chgData name="Loc Huynh" userId="80c0383e323bd6ea" providerId="LiveId" clId="{AC168C92-BC10-354B-9520-87CD58AC4BAC}" dt="2023-09-13T11:06:40.374" v="1570" actId="14100"/>
          <ac:spMkLst>
            <pc:docMk/>
            <pc:sldMk cId="1376264870" sldId="428"/>
            <ac:spMk id="13" creationId="{18720369-DFF3-0C4A-ACC8-ADF8E5B54C04}"/>
          </ac:spMkLst>
        </pc:spChg>
        <pc:spChg chg="mod">
          <ac:chgData name="Loc Huynh" userId="80c0383e323bd6ea" providerId="LiveId" clId="{AC168C92-BC10-354B-9520-87CD58AC4BAC}" dt="2023-09-13T11:07:01.308" v="1576" actId="14100"/>
          <ac:spMkLst>
            <pc:docMk/>
            <pc:sldMk cId="1376264870" sldId="428"/>
            <ac:spMk id="14" creationId="{98E5A6B1-8B7E-BC41-8F51-6C5A48F572A1}"/>
          </ac:spMkLst>
        </pc:spChg>
      </pc:sldChg>
      <pc:sldChg chg="modSp mod">
        <pc:chgData name="Loc Huynh" userId="80c0383e323bd6ea" providerId="LiveId" clId="{AC168C92-BC10-354B-9520-87CD58AC4BAC}" dt="2023-09-13T07:22:51.248" v="237" actId="1076"/>
        <pc:sldMkLst>
          <pc:docMk/>
          <pc:sldMk cId="4105547035" sldId="448"/>
        </pc:sldMkLst>
        <pc:spChg chg="mod">
          <ac:chgData name="Loc Huynh" userId="80c0383e323bd6ea" providerId="LiveId" clId="{AC168C92-BC10-354B-9520-87CD58AC4BAC}" dt="2023-09-13T07:22:51.248" v="237" actId="1076"/>
          <ac:spMkLst>
            <pc:docMk/>
            <pc:sldMk cId="4105547035" sldId="448"/>
            <ac:spMk id="8" creationId="{34CE765E-7B52-FD48-A33C-F65074A2FD0D}"/>
          </ac:spMkLst>
        </pc:spChg>
        <pc:spChg chg="mod">
          <ac:chgData name="Loc Huynh" userId="80c0383e323bd6ea" providerId="LiveId" clId="{AC168C92-BC10-354B-9520-87CD58AC4BAC}" dt="2023-09-13T07:09:33.970" v="88" actId="1076"/>
          <ac:spMkLst>
            <pc:docMk/>
            <pc:sldMk cId="4105547035" sldId="448"/>
            <ac:spMk id="9" creationId="{C26D0E4F-DBE5-B141-AD2C-8280C6F48D89}"/>
          </ac:spMkLst>
        </pc:spChg>
        <pc:spChg chg="mod">
          <ac:chgData name="Loc Huynh" userId="80c0383e323bd6ea" providerId="LiveId" clId="{AC168C92-BC10-354B-9520-87CD58AC4BAC}" dt="2023-09-13T07:09:33.970" v="88" actId="1076"/>
          <ac:spMkLst>
            <pc:docMk/>
            <pc:sldMk cId="4105547035" sldId="448"/>
            <ac:spMk id="10" creationId="{A3668B96-EEC7-3A4F-8EC1-2D09A053D2FB}"/>
          </ac:spMkLst>
        </pc:spChg>
        <pc:spChg chg="mod">
          <ac:chgData name="Loc Huynh" userId="80c0383e323bd6ea" providerId="LiveId" clId="{AC168C92-BC10-354B-9520-87CD58AC4BAC}" dt="2023-09-13T07:09:33.970" v="88" actId="1076"/>
          <ac:spMkLst>
            <pc:docMk/>
            <pc:sldMk cId="4105547035" sldId="448"/>
            <ac:spMk id="11" creationId="{DCDA8143-4DBA-2E4C-8F15-361823C13D71}"/>
          </ac:spMkLst>
        </pc:spChg>
        <pc:spChg chg="mod">
          <ac:chgData name="Loc Huynh" userId="80c0383e323bd6ea" providerId="LiveId" clId="{AC168C92-BC10-354B-9520-87CD58AC4BAC}" dt="2023-09-13T07:09:33.970" v="88" actId="1076"/>
          <ac:spMkLst>
            <pc:docMk/>
            <pc:sldMk cId="4105547035" sldId="448"/>
            <ac:spMk id="12" creationId="{E0E5C27D-77F0-B645-B83F-BBF23AAFB050}"/>
          </ac:spMkLst>
        </pc:spChg>
        <pc:picChg chg="mod">
          <ac:chgData name="Loc Huynh" userId="80c0383e323bd6ea" providerId="LiveId" clId="{AC168C92-BC10-354B-9520-87CD58AC4BAC}" dt="2023-09-13T07:09:33.970" v="88" actId="1076"/>
          <ac:picMkLst>
            <pc:docMk/>
            <pc:sldMk cId="4105547035" sldId="448"/>
            <ac:picMk id="7" creationId="{BD81F4F2-7E06-EF48-BA4B-35196F62014E}"/>
          </ac:picMkLst>
        </pc:picChg>
      </pc:sldChg>
      <pc:sldChg chg="modSp del">
        <pc:chgData name="Loc Huynh" userId="80c0383e323bd6ea" providerId="LiveId" clId="{AC168C92-BC10-354B-9520-87CD58AC4BAC}" dt="2023-09-13T07:15:42.702" v="206" actId="2696"/>
        <pc:sldMkLst>
          <pc:docMk/>
          <pc:sldMk cId="358272439" sldId="449"/>
        </pc:sldMkLst>
        <pc:spChg chg="mod">
          <ac:chgData name="Loc Huynh" userId="80c0383e323bd6ea" providerId="LiveId" clId="{AC168C92-BC10-354B-9520-87CD58AC4BAC}" dt="2023-09-13T07:13:56.384" v="168" actId="1076"/>
          <ac:spMkLst>
            <pc:docMk/>
            <pc:sldMk cId="358272439" sldId="449"/>
            <ac:spMk id="6" creationId="{64858A9E-7C91-254E-8A60-7E9C2A534D34}"/>
          </ac:spMkLst>
        </pc:spChg>
        <pc:spChg chg="mod">
          <ac:chgData name="Loc Huynh" userId="80c0383e323bd6ea" providerId="LiveId" clId="{AC168C92-BC10-354B-9520-87CD58AC4BAC}" dt="2023-09-13T07:13:56.384" v="168" actId="1076"/>
          <ac:spMkLst>
            <pc:docMk/>
            <pc:sldMk cId="358272439" sldId="449"/>
            <ac:spMk id="7" creationId="{CA4F2671-E679-5544-8147-E8C696D068FA}"/>
          </ac:spMkLst>
        </pc:spChg>
        <pc:spChg chg="mod">
          <ac:chgData name="Loc Huynh" userId="80c0383e323bd6ea" providerId="LiveId" clId="{AC168C92-BC10-354B-9520-87CD58AC4BAC}" dt="2023-09-13T07:13:56.384" v="168" actId="1076"/>
          <ac:spMkLst>
            <pc:docMk/>
            <pc:sldMk cId="358272439" sldId="449"/>
            <ac:spMk id="9" creationId="{7840AF84-772F-7341-98D4-A495815AEF37}"/>
          </ac:spMkLst>
        </pc:spChg>
        <pc:spChg chg="mod">
          <ac:chgData name="Loc Huynh" userId="80c0383e323bd6ea" providerId="LiveId" clId="{AC168C92-BC10-354B-9520-87CD58AC4BAC}" dt="2023-09-13T07:13:56.384" v="168" actId="1076"/>
          <ac:spMkLst>
            <pc:docMk/>
            <pc:sldMk cId="358272439" sldId="449"/>
            <ac:spMk id="11" creationId="{52F97703-9FB9-FE4E-977E-D0EE05B9C226}"/>
          </ac:spMkLst>
        </pc:spChg>
        <pc:spChg chg="mod">
          <ac:chgData name="Loc Huynh" userId="80c0383e323bd6ea" providerId="LiveId" clId="{AC168C92-BC10-354B-9520-87CD58AC4BAC}" dt="2023-09-13T07:13:56.384" v="168" actId="1076"/>
          <ac:spMkLst>
            <pc:docMk/>
            <pc:sldMk cId="358272439" sldId="449"/>
            <ac:spMk id="12" creationId="{ECF93B5F-850E-244A-9103-AD55E4FDA738}"/>
          </ac:spMkLst>
        </pc:spChg>
        <pc:spChg chg="mod">
          <ac:chgData name="Loc Huynh" userId="80c0383e323bd6ea" providerId="LiveId" clId="{AC168C92-BC10-354B-9520-87CD58AC4BAC}" dt="2023-09-13T07:13:56.384" v="168" actId="1076"/>
          <ac:spMkLst>
            <pc:docMk/>
            <pc:sldMk cId="358272439" sldId="449"/>
            <ac:spMk id="13" creationId="{959DAAE0-CCDC-834A-A5B4-682E4253164A}"/>
          </ac:spMkLst>
        </pc:spChg>
        <pc:spChg chg="mod">
          <ac:chgData name="Loc Huynh" userId="80c0383e323bd6ea" providerId="LiveId" clId="{AC168C92-BC10-354B-9520-87CD58AC4BAC}" dt="2023-09-13T07:13:56.384" v="168" actId="1076"/>
          <ac:spMkLst>
            <pc:docMk/>
            <pc:sldMk cId="358272439" sldId="449"/>
            <ac:spMk id="14" creationId="{9BD81CF9-9975-F141-9530-78EE6FF1CD02}"/>
          </ac:spMkLst>
        </pc:spChg>
        <pc:spChg chg="mod">
          <ac:chgData name="Loc Huynh" userId="80c0383e323bd6ea" providerId="LiveId" clId="{AC168C92-BC10-354B-9520-87CD58AC4BAC}" dt="2023-09-13T07:13:56.384" v="168" actId="1076"/>
          <ac:spMkLst>
            <pc:docMk/>
            <pc:sldMk cId="358272439" sldId="449"/>
            <ac:spMk id="15" creationId="{8A5BEC36-D415-B647-A01E-8F4B5B35B5BD}"/>
          </ac:spMkLst>
        </pc:spChg>
        <pc:grpChg chg="mod">
          <ac:chgData name="Loc Huynh" userId="80c0383e323bd6ea" providerId="LiveId" clId="{AC168C92-BC10-354B-9520-87CD58AC4BAC}" dt="2023-09-13T07:13:56.384" v="168" actId="1076"/>
          <ac:grpSpMkLst>
            <pc:docMk/>
            <pc:sldMk cId="358272439" sldId="449"/>
            <ac:grpSpMk id="8" creationId="{1F67DCF7-0429-9549-A7DE-D53649EA508F}"/>
          </ac:grpSpMkLst>
        </pc:grpChg>
        <pc:grpChg chg="mod">
          <ac:chgData name="Loc Huynh" userId="80c0383e323bd6ea" providerId="LiveId" clId="{AC168C92-BC10-354B-9520-87CD58AC4BAC}" dt="2023-09-13T07:13:56.384" v="168" actId="1076"/>
          <ac:grpSpMkLst>
            <pc:docMk/>
            <pc:sldMk cId="358272439" sldId="449"/>
            <ac:grpSpMk id="19" creationId="{60C24176-E0D2-4442-960E-098CECB1AEC6}"/>
          </ac:grpSpMkLst>
        </pc:grpChg>
        <pc:picChg chg="mod">
          <ac:chgData name="Loc Huynh" userId="80c0383e323bd6ea" providerId="LiveId" clId="{AC168C92-BC10-354B-9520-87CD58AC4BAC}" dt="2023-09-13T07:13:56.384" v="168" actId="1076"/>
          <ac:picMkLst>
            <pc:docMk/>
            <pc:sldMk cId="358272439" sldId="449"/>
            <ac:picMk id="10" creationId="{AE0E0C5C-5344-4947-A3EA-FC809DCBF40D}"/>
          </ac:picMkLst>
        </pc:picChg>
      </pc:sldChg>
      <pc:sldChg chg="modSp mod ord">
        <pc:chgData name="Loc Huynh" userId="80c0383e323bd6ea" providerId="LiveId" clId="{AC168C92-BC10-354B-9520-87CD58AC4BAC}" dt="2023-09-13T08:25:28.679" v="973" actId="20577"/>
        <pc:sldMkLst>
          <pc:docMk/>
          <pc:sldMk cId="3450026280" sldId="450"/>
        </pc:sldMkLst>
        <pc:spChg chg="mod">
          <ac:chgData name="Loc Huynh" userId="80c0383e323bd6ea" providerId="LiveId" clId="{AC168C92-BC10-354B-9520-87CD58AC4BAC}" dt="2023-09-13T08:22:08.270" v="803"/>
          <ac:spMkLst>
            <pc:docMk/>
            <pc:sldMk cId="3450026280" sldId="450"/>
            <ac:spMk id="2" creationId="{307E12B0-30AF-E944-9837-C92AEF49A357}"/>
          </ac:spMkLst>
        </pc:spChg>
        <pc:spChg chg="mod">
          <ac:chgData name="Loc Huynh" userId="80c0383e323bd6ea" providerId="LiveId" clId="{AC168C92-BC10-354B-9520-87CD58AC4BAC}" dt="2023-09-13T08:25:17.483" v="969" actId="20577"/>
          <ac:spMkLst>
            <pc:docMk/>
            <pc:sldMk cId="3450026280" sldId="450"/>
            <ac:spMk id="3" creationId="{9184872B-EE9F-C945-82F0-32164343430C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6" creationId="{64858A9E-7C91-254E-8A60-7E9C2A534D34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7" creationId="{CA4F2671-E679-5544-8147-E8C696D068FA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9" creationId="{7840AF84-772F-7341-98D4-A495815AEF37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11" creationId="{52F97703-9FB9-FE4E-977E-D0EE05B9C226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12" creationId="{ECF93B5F-850E-244A-9103-AD55E4FDA738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13" creationId="{959DAAE0-CCDC-834A-A5B4-682E4253164A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14" creationId="{9BD81CF9-9975-F141-9530-78EE6FF1CD02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15" creationId="{8A5BEC36-D415-B647-A01E-8F4B5B35B5BD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16" creationId="{D6C09F53-9DDC-B842-8146-9F607B4B1C74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18" creationId="{291291A8-12AD-544F-A5DF-D9E621FF3635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21" creationId="{31DAAB0E-CCEC-9F4E-A1AD-E7F8ED8798AE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22" creationId="{47368E84-4069-894F-9041-39C103095DA1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24" creationId="{E25ABFBF-9B73-3B49-9ED1-38FE4006020C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26" creationId="{CF381B6D-9CE3-E642-BBFA-775F39E044C7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27" creationId="{4E7ABAD5-D6C1-B44A-A6E3-187C792623B5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28" creationId="{0186A599-5444-0947-A622-BCD1324525FD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36" creationId="{92F61094-724C-6A4D-A14F-5A91AA7354D7}"/>
          </ac:spMkLst>
        </pc:spChg>
        <pc:spChg chg="mod">
          <ac:chgData name="Loc Huynh" userId="80c0383e323bd6ea" providerId="LiveId" clId="{AC168C92-BC10-354B-9520-87CD58AC4BAC}" dt="2023-09-13T07:15:29.078" v="205" actId="1035"/>
          <ac:spMkLst>
            <pc:docMk/>
            <pc:sldMk cId="3450026280" sldId="450"/>
            <ac:spMk id="37" creationId="{150E60D1-D23C-7B4A-9F14-36F71ADB684C}"/>
          </ac:spMkLst>
        </pc:spChg>
        <pc:spChg chg="mod">
          <ac:chgData name="Loc Huynh" userId="80c0383e323bd6ea" providerId="LiveId" clId="{AC168C92-BC10-354B-9520-87CD58AC4BAC}" dt="2023-09-13T08:25:28.679" v="973" actId="20577"/>
          <ac:spMkLst>
            <pc:docMk/>
            <pc:sldMk cId="3450026280" sldId="450"/>
            <ac:spMk id="39" creationId="{88BC0FED-4514-D44E-9578-B2A935CDC3D7}"/>
          </ac:spMkLst>
        </pc:spChg>
        <pc:grpChg chg="mod">
          <ac:chgData name="Loc Huynh" userId="80c0383e323bd6ea" providerId="LiveId" clId="{AC168C92-BC10-354B-9520-87CD58AC4BAC}" dt="2023-09-13T07:15:29.078" v="205" actId="1035"/>
          <ac:grpSpMkLst>
            <pc:docMk/>
            <pc:sldMk cId="3450026280" sldId="450"/>
            <ac:grpSpMk id="8" creationId="{1F67DCF7-0429-9549-A7DE-D53649EA508F}"/>
          </ac:grpSpMkLst>
        </pc:grpChg>
        <pc:grpChg chg="mod">
          <ac:chgData name="Loc Huynh" userId="80c0383e323bd6ea" providerId="LiveId" clId="{AC168C92-BC10-354B-9520-87CD58AC4BAC}" dt="2023-09-13T07:15:29.078" v="205" actId="1035"/>
          <ac:grpSpMkLst>
            <pc:docMk/>
            <pc:sldMk cId="3450026280" sldId="450"/>
            <ac:grpSpMk id="17" creationId="{699D85AB-8783-FD45-BAC9-7E0ADB3B1F80}"/>
          </ac:grpSpMkLst>
        </pc:grpChg>
        <pc:grpChg chg="mod">
          <ac:chgData name="Loc Huynh" userId="80c0383e323bd6ea" providerId="LiveId" clId="{AC168C92-BC10-354B-9520-87CD58AC4BAC}" dt="2023-09-13T07:15:29.078" v="205" actId="1035"/>
          <ac:grpSpMkLst>
            <pc:docMk/>
            <pc:sldMk cId="3450026280" sldId="450"/>
            <ac:grpSpMk id="19" creationId="{60C24176-E0D2-4442-960E-098CECB1AEC6}"/>
          </ac:grpSpMkLst>
        </pc:grpChg>
        <pc:grpChg chg="mod">
          <ac:chgData name="Loc Huynh" userId="80c0383e323bd6ea" providerId="LiveId" clId="{AC168C92-BC10-354B-9520-87CD58AC4BAC}" dt="2023-09-13T07:15:29.078" v="205" actId="1035"/>
          <ac:grpSpMkLst>
            <pc:docMk/>
            <pc:sldMk cId="3450026280" sldId="450"/>
            <ac:grpSpMk id="38" creationId="{CD53F69D-6B1B-3F4B-B55E-212038E76539}"/>
          </ac:grpSpMkLst>
        </pc:grpChg>
        <pc:picChg chg="mod">
          <ac:chgData name="Loc Huynh" userId="80c0383e323bd6ea" providerId="LiveId" clId="{AC168C92-BC10-354B-9520-87CD58AC4BAC}" dt="2023-09-13T07:15:29.078" v="205" actId="1035"/>
          <ac:picMkLst>
            <pc:docMk/>
            <pc:sldMk cId="3450026280" sldId="450"/>
            <ac:picMk id="10" creationId="{AE0E0C5C-5344-4947-A3EA-FC809DCBF40D}"/>
          </ac:picMkLst>
        </pc:picChg>
        <pc:picChg chg="mod">
          <ac:chgData name="Loc Huynh" userId="80c0383e323bd6ea" providerId="LiveId" clId="{AC168C92-BC10-354B-9520-87CD58AC4BAC}" dt="2023-09-13T07:15:29.078" v="205" actId="1035"/>
          <ac:picMkLst>
            <pc:docMk/>
            <pc:sldMk cId="3450026280" sldId="450"/>
            <ac:picMk id="23" creationId="{A453E6AE-6119-B140-BD92-4AAB642F5DF2}"/>
          </ac:picMkLst>
        </pc:picChg>
        <pc:cxnChg chg="mod">
          <ac:chgData name="Loc Huynh" userId="80c0383e323bd6ea" providerId="LiveId" clId="{AC168C92-BC10-354B-9520-87CD58AC4BAC}" dt="2023-09-13T07:15:29.078" v="205" actId="1035"/>
          <ac:cxnSpMkLst>
            <pc:docMk/>
            <pc:sldMk cId="3450026280" sldId="450"/>
            <ac:cxnSpMk id="30" creationId="{1F70C7ED-1A87-2143-850F-F8AA9497CC4A}"/>
          </ac:cxnSpMkLst>
        </pc:cxnChg>
        <pc:cxnChg chg="mod">
          <ac:chgData name="Loc Huynh" userId="80c0383e323bd6ea" providerId="LiveId" clId="{AC168C92-BC10-354B-9520-87CD58AC4BAC}" dt="2023-09-13T07:15:29.078" v="205" actId="1035"/>
          <ac:cxnSpMkLst>
            <pc:docMk/>
            <pc:sldMk cId="3450026280" sldId="450"/>
            <ac:cxnSpMk id="32" creationId="{7E5065E0-CBB7-004D-B452-760D6DD40A37}"/>
          </ac:cxnSpMkLst>
        </pc:cxnChg>
        <pc:cxnChg chg="mod">
          <ac:chgData name="Loc Huynh" userId="80c0383e323bd6ea" providerId="LiveId" clId="{AC168C92-BC10-354B-9520-87CD58AC4BAC}" dt="2023-09-13T07:15:29.078" v="205" actId="1035"/>
          <ac:cxnSpMkLst>
            <pc:docMk/>
            <pc:sldMk cId="3450026280" sldId="450"/>
            <ac:cxnSpMk id="33" creationId="{9BC9F708-76CA-A549-AF69-5F80D1D0C20F}"/>
          </ac:cxnSpMkLst>
        </pc:cxnChg>
        <pc:cxnChg chg="mod">
          <ac:chgData name="Loc Huynh" userId="80c0383e323bd6ea" providerId="LiveId" clId="{AC168C92-BC10-354B-9520-87CD58AC4BAC}" dt="2023-09-13T07:15:29.078" v="205" actId="1035"/>
          <ac:cxnSpMkLst>
            <pc:docMk/>
            <pc:sldMk cId="3450026280" sldId="450"/>
            <ac:cxnSpMk id="35" creationId="{2D6DAEDE-D8B0-D44D-9679-EC5C8929AFA7}"/>
          </ac:cxnSpMkLst>
        </pc:cxnChg>
      </pc:sldChg>
      <pc:sldChg chg="addSp delSp modSp mod ord chgLayout">
        <pc:chgData name="Loc Huynh" userId="80c0383e323bd6ea" providerId="LiveId" clId="{AC168C92-BC10-354B-9520-87CD58AC4BAC}" dt="2023-09-13T07:23:09.790" v="241" actId="114"/>
        <pc:sldMkLst>
          <pc:docMk/>
          <pc:sldMk cId="2343509165" sldId="451"/>
        </pc:sldMkLst>
        <pc:spChg chg="mod ord">
          <ac:chgData name="Loc Huynh" userId="80c0383e323bd6ea" providerId="LiveId" clId="{AC168C92-BC10-354B-9520-87CD58AC4BAC}" dt="2023-09-13T07:18:39.156" v="223" actId="20577"/>
          <ac:spMkLst>
            <pc:docMk/>
            <pc:sldMk cId="2343509165" sldId="451"/>
            <ac:spMk id="2" creationId="{77B9269B-79C8-1341-B6DB-813F3CC2A24B}"/>
          </ac:spMkLst>
        </pc:spChg>
        <pc:spChg chg="del mod ord">
          <ac:chgData name="Loc Huynh" userId="80c0383e323bd6ea" providerId="LiveId" clId="{AC168C92-BC10-354B-9520-87CD58AC4BAC}" dt="2023-09-13T07:19:47.114" v="229" actId="478"/>
          <ac:spMkLst>
            <pc:docMk/>
            <pc:sldMk cId="2343509165" sldId="451"/>
            <ac:spMk id="3" creationId="{2367EAE8-B0EA-5F48-8E8B-1FAEEDF05579}"/>
          </ac:spMkLst>
        </pc:spChg>
        <pc:spChg chg="mod ord">
          <ac:chgData name="Loc Huynh" userId="80c0383e323bd6ea" providerId="LiveId" clId="{AC168C92-BC10-354B-9520-87CD58AC4BAC}" dt="2023-09-13T07:15:48.860" v="208" actId="700"/>
          <ac:spMkLst>
            <pc:docMk/>
            <pc:sldMk cId="2343509165" sldId="451"/>
            <ac:spMk id="4" creationId="{7DEC8261-703F-AC42-8F39-91BBEA1E582C}"/>
          </ac:spMkLst>
        </pc:spChg>
        <pc:spChg chg="mod ord">
          <ac:chgData name="Loc Huynh" userId="80c0383e323bd6ea" providerId="LiveId" clId="{AC168C92-BC10-354B-9520-87CD58AC4BAC}" dt="2023-09-13T07:15:48.860" v="208" actId="700"/>
          <ac:spMkLst>
            <pc:docMk/>
            <pc:sldMk cId="2343509165" sldId="451"/>
            <ac:spMk id="5" creationId="{2F417248-1216-FA4A-9457-008CBF269BA2}"/>
          </ac:spMkLst>
        </pc:spChg>
        <pc:spChg chg="add del mod">
          <ac:chgData name="Loc Huynh" userId="80c0383e323bd6ea" providerId="LiveId" clId="{AC168C92-BC10-354B-9520-87CD58AC4BAC}" dt="2023-09-13T07:19:58.316" v="230"/>
          <ac:spMkLst>
            <pc:docMk/>
            <pc:sldMk cId="2343509165" sldId="451"/>
            <ac:spMk id="7" creationId="{C9A22BCC-DB07-2633-553E-41908CEDBFCD}"/>
          </ac:spMkLst>
        </pc:spChg>
        <pc:spChg chg="del mod">
          <ac:chgData name="Loc Huynh" userId="80c0383e323bd6ea" providerId="LiveId" clId="{AC168C92-BC10-354B-9520-87CD58AC4BAC}" dt="2023-09-13T07:19:44.772" v="228" actId="478"/>
          <ac:spMkLst>
            <pc:docMk/>
            <pc:sldMk cId="2343509165" sldId="451"/>
            <ac:spMk id="9" creationId="{840A3FFA-F31F-8E4E-8C11-7FD8F154C13E}"/>
          </ac:spMkLst>
        </pc:spChg>
        <pc:spChg chg="add mod">
          <ac:chgData name="Loc Huynh" userId="80c0383e323bd6ea" providerId="LiveId" clId="{AC168C92-BC10-354B-9520-87CD58AC4BAC}" dt="2023-09-13T07:23:09.790" v="241" actId="114"/>
          <ac:spMkLst>
            <pc:docMk/>
            <pc:sldMk cId="2343509165" sldId="451"/>
            <ac:spMk id="13" creationId="{87097C54-B524-8787-FDB6-7E3F9915F6A0}"/>
          </ac:spMkLst>
        </pc:spChg>
        <pc:picChg chg="add mod modCrop">
          <ac:chgData name="Loc Huynh" userId="80c0383e323bd6ea" providerId="LiveId" clId="{AC168C92-BC10-354B-9520-87CD58AC4BAC}" dt="2023-09-13T07:21:59.397" v="236" actId="1076"/>
          <ac:picMkLst>
            <pc:docMk/>
            <pc:sldMk cId="2343509165" sldId="451"/>
            <ac:picMk id="10" creationId="{609188E1-629E-12C7-89E8-A6BDBA659F3C}"/>
          </ac:picMkLst>
        </pc:picChg>
        <pc:picChg chg="add mod">
          <ac:chgData name="Loc Huynh" userId="80c0383e323bd6ea" providerId="LiveId" clId="{AC168C92-BC10-354B-9520-87CD58AC4BAC}" dt="2023-09-13T07:21:38.755" v="233" actId="1076"/>
          <ac:picMkLst>
            <pc:docMk/>
            <pc:sldMk cId="2343509165" sldId="451"/>
            <ac:picMk id="12" creationId="{19FD5092-F839-2AF7-ACED-1EC90FEE6765}"/>
          </ac:picMkLst>
        </pc:picChg>
        <pc:picChg chg="del mod">
          <ac:chgData name="Loc Huynh" userId="80c0383e323bd6ea" providerId="LiveId" clId="{AC168C92-BC10-354B-9520-87CD58AC4BAC}" dt="2023-09-13T07:19:43.803" v="227" actId="478"/>
          <ac:picMkLst>
            <pc:docMk/>
            <pc:sldMk cId="2343509165" sldId="451"/>
            <ac:picMk id="2052" creationId="{44657C20-871D-8447-BED3-972142C9EC42}"/>
          </ac:picMkLst>
        </pc:picChg>
        <pc:picChg chg="del mod">
          <ac:chgData name="Loc Huynh" userId="80c0383e323bd6ea" providerId="LiveId" clId="{AC168C92-BC10-354B-9520-87CD58AC4BAC}" dt="2023-09-13T07:19:42.372" v="226" actId="478"/>
          <ac:picMkLst>
            <pc:docMk/>
            <pc:sldMk cId="2343509165" sldId="451"/>
            <ac:picMk id="2054" creationId="{FA47C0FF-84DC-4A4E-A954-74EBB20B6326}"/>
          </ac:picMkLst>
        </pc:picChg>
      </pc:sldChg>
      <pc:sldChg chg="modSp mod ord chgLayout">
        <pc:chgData name="Loc Huynh" userId="80c0383e323bd6ea" providerId="LiveId" clId="{AC168C92-BC10-354B-9520-87CD58AC4BAC}" dt="2023-09-13T08:31:55.554" v="1069" actId="207"/>
        <pc:sldMkLst>
          <pc:docMk/>
          <pc:sldMk cId="547251480" sldId="452"/>
        </pc:sldMkLst>
        <pc:spChg chg="mod ord">
          <ac:chgData name="Loc Huynh" userId="80c0383e323bd6ea" providerId="LiveId" clId="{AC168C92-BC10-354B-9520-87CD58AC4BAC}" dt="2023-09-13T08:17:27.717" v="682" actId="20577"/>
          <ac:spMkLst>
            <pc:docMk/>
            <pc:sldMk cId="547251480" sldId="452"/>
            <ac:spMk id="2" creationId="{B3C24E39-D109-1542-820A-B8D614A212A9}"/>
          </ac:spMkLst>
        </pc:spChg>
        <pc:spChg chg="mod ord">
          <ac:chgData name="Loc Huynh" userId="80c0383e323bd6ea" providerId="LiveId" clId="{AC168C92-BC10-354B-9520-87CD58AC4BAC}" dt="2023-09-13T08:31:55.554" v="1069" actId="207"/>
          <ac:spMkLst>
            <pc:docMk/>
            <pc:sldMk cId="547251480" sldId="452"/>
            <ac:spMk id="3" creationId="{176A9FE1-2294-4F44-B43C-EB2898277BF1}"/>
          </ac:spMkLst>
        </pc:spChg>
        <pc:spChg chg="mod ord">
          <ac:chgData name="Loc Huynh" userId="80c0383e323bd6ea" providerId="LiveId" clId="{AC168C92-BC10-354B-9520-87CD58AC4BAC}" dt="2023-09-13T07:44:04.879" v="391" actId="700"/>
          <ac:spMkLst>
            <pc:docMk/>
            <pc:sldMk cId="547251480" sldId="452"/>
            <ac:spMk id="4" creationId="{A8BC11EB-D90C-0448-AC18-DDD933B0C743}"/>
          </ac:spMkLst>
        </pc:spChg>
        <pc:spChg chg="mod ord">
          <ac:chgData name="Loc Huynh" userId="80c0383e323bd6ea" providerId="LiveId" clId="{AC168C92-BC10-354B-9520-87CD58AC4BAC}" dt="2023-09-13T07:44:04.879" v="391" actId="700"/>
          <ac:spMkLst>
            <pc:docMk/>
            <pc:sldMk cId="547251480" sldId="452"/>
            <ac:spMk id="5" creationId="{DFEC81DC-99F8-404C-86AC-AEBEEDBF0D12}"/>
          </ac:spMkLst>
        </pc:spChg>
        <pc:spChg chg="mod">
          <ac:chgData name="Loc Huynh" userId="80c0383e323bd6ea" providerId="LiveId" clId="{AC168C92-BC10-354B-9520-87CD58AC4BAC}" dt="2023-09-13T08:30:41.237" v="1057" actId="1076"/>
          <ac:spMkLst>
            <pc:docMk/>
            <pc:sldMk cId="547251480" sldId="452"/>
            <ac:spMk id="6" creationId="{EBC161D7-1BE9-AC42-BDB8-843AFEA7F5AC}"/>
          </ac:spMkLst>
        </pc:spChg>
        <pc:spChg chg="mod">
          <ac:chgData name="Loc Huynh" userId="80c0383e323bd6ea" providerId="LiveId" clId="{AC168C92-BC10-354B-9520-87CD58AC4BAC}" dt="2023-09-13T08:30:41.237" v="1057" actId="1076"/>
          <ac:spMkLst>
            <pc:docMk/>
            <pc:sldMk cId="547251480" sldId="452"/>
            <ac:spMk id="7" creationId="{9D65668A-A5C9-454A-9FF1-1F3C583F0163}"/>
          </ac:spMkLst>
        </pc:spChg>
        <pc:spChg chg="mod">
          <ac:chgData name="Loc Huynh" userId="80c0383e323bd6ea" providerId="LiveId" clId="{AC168C92-BC10-354B-9520-87CD58AC4BAC}" dt="2023-09-13T08:30:50.642" v="1059" actId="14100"/>
          <ac:spMkLst>
            <pc:docMk/>
            <pc:sldMk cId="547251480" sldId="452"/>
            <ac:spMk id="8" creationId="{A9A8853D-9BCA-4D43-9466-1AA4FE42B3F3}"/>
          </ac:spMkLst>
        </pc:spChg>
        <pc:grpChg chg="mod">
          <ac:chgData name="Loc Huynh" userId="80c0383e323bd6ea" providerId="LiveId" clId="{AC168C92-BC10-354B-9520-87CD58AC4BAC}" dt="2023-09-13T08:30:41.237" v="1057" actId="1076"/>
          <ac:grpSpMkLst>
            <pc:docMk/>
            <pc:sldMk cId="547251480" sldId="452"/>
            <ac:grpSpMk id="9" creationId="{56E127BF-C41B-0D42-AFC9-0B85C2EBFD28}"/>
          </ac:grpSpMkLst>
        </pc:grpChg>
        <pc:grpChg chg="mod">
          <ac:chgData name="Loc Huynh" userId="80c0383e323bd6ea" providerId="LiveId" clId="{AC168C92-BC10-354B-9520-87CD58AC4BAC}" dt="2023-09-13T08:30:41.237" v="1057" actId="1076"/>
          <ac:grpSpMkLst>
            <pc:docMk/>
            <pc:sldMk cId="547251480" sldId="452"/>
            <ac:grpSpMk id="10" creationId="{A4EEE53E-6680-0D49-8F3B-8637E8F36575}"/>
          </ac:grpSpMkLst>
        </pc:grpChg>
        <pc:picChg chg="mod">
          <ac:chgData name="Loc Huynh" userId="80c0383e323bd6ea" providerId="LiveId" clId="{AC168C92-BC10-354B-9520-87CD58AC4BAC}" dt="2023-09-13T08:30:41.237" v="1057" actId="1076"/>
          <ac:picMkLst>
            <pc:docMk/>
            <pc:sldMk cId="547251480" sldId="452"/>
            <ac:picMk id="4098" creationId="{92CA8018-9A0F-4D4D-A86F-D7414F832F96}"/>
          </ac:picMkLst>
        </pc:picChg>
      </pc:sldChg>
      <pc:sldChg chg="modSp del mod">
        <pc:chgData name="Loc Huynh" userId="80c0383e323bd6ea" providerId="LiveId" clId="{AC168C92-BC10-354B-9520-87CD58AC4BAC}" dt="2023-09-13T08:39:01.251" v="1231" actId="2696"/>
        <pc:sldMkLst>
          <pc:docMk/>
          <pc:sldMk cId="973002323" sldId="453"/>
        </pc:sldMkLst>
        <pc:spChg chg="mod">
          <ac:chgData name="Loc Huynh" userId="80c0383e323bd6ea" providerId="LiveId" clId="{AC168C92-BC10-354B-9520-87CD58AC4BAC}" dt="2023-09-13T07:39:06.672" v="303" actId="1076"/>
          <ac:spMkLst>
            <pc:docMk/>
            <pc:sldMk cId="973002323" sldId="453"/>
            <ac:spMk id="9" creationId="{2AD51F05-5172-EE4A-8B87-927A180ACD25}"/>
          </ac:spMkLst>
        </pc:spChg>
        <pc:spChg chg="mod">
          <ac:chgData name="Loc Huynh" userId="80c0383e323bd6ea" providerId="LiveId" clId="{AC168C92-BC10-354B-9520-87CD58AC4BAC}" dt="2023-09-13T07:39:37.128" v="309" actId="208"/>
          <ac:spMkLst>
            <pc:docMk/>
            <pc:sldMk cId="973002323" sldId="453"/>
            <ac:spMk id="11" creationId="{694E5B7D-B218-AE44-9CC7-550FB67CDA70}"/>
          </ac:spMkLst>
        </pc:spChg>
        <pc:grpChg chg="mod">
          <ac:chgData name="Loc Huynh" userId="80c0383e323bd6ea" providerId="LiveId" clId="{AC168C92-BC10-354B-9520-87CD58AC4BAC}" dt="2023-09-13T07:39:06.672" v="303" actId="1076"/>
          <ac:grpSpMkLst>
            <pc:docMk/>
            <pc:sldMk cId="973002323" sldId="453"/>
            <ac:grpSpMk id="7" creationId="{8B9A3B71-7033-3B4C-B170-9F8110C75FDC}"/>
          </ac:grpSpMkLst>
        </pc:grpChg>
        <pc:grpChg chg="mod">
          <ac:chgData name="Loc Huynh" userId="80c0383e323bd6ea" providerId="LiveId" clId="{AC168C92-BC10-354B-9520-87CD58AC4BAC}" dt="2023-09-13T07:39:06.672" v="303" actId="1076"/>
          <ac:grpSpMkLst>
            <pc:docMk/>
            <pc:sldMk cId="973002323" sldId="453"/>
            <ac:grpSpMk id="8" creationId="{B3265A98-219F-9D43-8447-33DC2F4EBA5A}"/>
          </ac:grpSpMkLst>
        </pc:grpChg>
        <pc:picChg chg="mod">
          <ac:chgData name="Loc Huynh" userId="80c0383e323bd6ea" providerId="LiveId" clId="{AC168C92-BC10-354B-9520-87CD58AC4BAC}" dt="2023-09-13T07:39:06.672" v="303" actId="1076"/>
          <ac:picMkLst>
            <pc:docMk/>
            <pc:sldMk cId="973002323" sldId="453"/>
            <ac:picMk id="10" creationId="{EF6EC074-CC80-4B4E-B591-5C8A3DFE134B}"/>
          </ac:picMkLst>
        </pc:picChg>
      </pc:sldChg>
      <pc:sldChg chg="del">
        <pc:chgData name="Loc Huynh" userId="80c0383e323bd6ea" providerId="LiveId" clId="{AC168C92-BC10-354B-9520-87CD58AC4BAC}" dt="2023-09-13T07:48:44.947" v="425" actId="2696"/>
        <pc:sldMkLst>
          <pc:docMk/>
          <pc:sldMk cId="2104086031" sldId="454"/>
        </pc:sldMkLst>
      </pc:sldChg>
      <pc:sldChg chg="addSp delSp modSp mod ord">
        <pc:chgData name="Loc Huynh" userId="80c0383e323bd6ea" providerId="LiveId" clId="{AC168C92-BC10-354B-9520-87CD58AC4BAC}" dt="2023-09-13T08:16:51.300" v="679" actId="478"/>
        <pc:sldMkLst>
          <pc:docMk/>
          <pc:sldMk cId="2538116365" sldId="455"/>
        </pc:sldMkLst>
        <pc:spChg chg="mod">
          <ac:chgData name="Loc Huynh" userId="80c0383e323bd6ea" providerId="LiveId" clId="{AC168C92-BC10-354B-9520-87CD58AC4BAC}" dt="2023-09-13T07:49:20.008" v="429" actId="20577"/>
          <ac:spMkLst>
            <pc:docMk/>
            <pc:sldMk cId="2538116365" sldId="455"/>
            <ac:spMk id="2" creationId="{3DD2764E-2400-8D4C-98E1-8E8465AF8CBD}"/>
          </ac:spMkLst>
        </pc:spChg>
        <pc:spChg chg="mod">
          <ac:chgData name="Loc Huynh" userId="80c0383e323bd6ea" providerId="LiveId" clId="{AC168C92-BC10-354B-9520-87CD58AC4BAC}" dt="2023-09-13T08:00:19.621" v="636" actId="20577"/>
          <ac:spMkLst>
            <pc:docMk/>
            <pc:sldMk cId="2538116365" sldId="455"/>
            <ac:spMk id="3" creationId="{7D8C00FF-D755-A542-8F65-6C0E60E41754}"/>
          </ac:spMkLst>
        </pc:spChg>
        <pc:spChg chg="del">
          <ac:chgData name="Loc Huynh" userId="80c0383e323bd6ea" providerId="LiveId" clId="{AC168C92-BC10-354B-9520-87CD58AC4BAC}" dt="2023-09-13T08:08:45.439" v="642" actId="478"/>
          <ac:spMkLst>
            <pc:docMk/>
            <pc:sldMk cId="2538116365" sldId="455"/>
            <ac:spMk id="6" creationId="{69228C02-5B40-7A44-B64E-54C2D648B2AA}"/>
          </ac:spMkLst>
        </pc:spChg>
        <pc:spChg chg="del">
          <ac:chgData name="Loc Huynh" userId="80c0383e323bd6ea" providerId="LiveId" clId="{AC168C92-BC10-354B-9520-87CD58AC4BAC}" dt="2023-09-13T08:08:46.113" v="643" actId="478"/>
          <ac:spMkLst>
            <pc:docMk/>
            <pc:sldMk cId="2538116365" sldId="455"/>
            <ac:spMk id="8" creationId="{25831BE3-5CED-434A-924E-5BC57A6016FC}"/>
          </ac:spMkLst>
        </pc:spChg>
        <pc:picChg chg="add del mod">
          <ac:chgData name="Loc Huynh" userId="80c0383e323bd6ea" providerId="LiveId" clId="{AC168C92-BC10-354B-9520-87CD58AC4BAC}" dt="2023-09-13T08:12:37.769" v="653" actId="478"/>
          <ac:picMkLst>
            <pc:docMk/>
            <pc:sldMk cId="2538116365" sldId="455"/>
            <ac:picMk id="9" creationId="{EA410651-188D-7BD0-FE42-37CFB42B0045}"/>
          </ac:picMkLst>
        </pc:picChg>
        <pc:picChg chg="add del mod modCrop">
          <ac:chgData name="Loc Huynh" userId="80c0383e323bd6ea" providerId="LiveId" clId="{AC168C92-BC10-354B-9520-87CD58AC4BAC}" dt="2023-09-13T08:16:51.149" v="678" actId="478"/>
          <ac:picMkLst>
            <pc:docMk/>
            <pc:sldMk cId="2538116365" sldId="455"/>
            <ac:picMk id="11" creationId="{F1A9D9CC-05FE-02C2-996B-6646E9423C8F}"/>
          </ac:picMkLst>
        </pc:picChg>
        <pc:picChg chg="add del mod">
          <ac:chgData name="Loc Huynh" userId="80c0383e323bd6ea" providerId="LiveId" clId="{AC168C92-BC10-354B-9520-87CD58AC4BAC}" dt="2023-09-13T08:16:51.300" v="679" actId="478"/>
          <ac:picMkLst>
            <pc:docMk/>
            <pc:sldMk cId="2538116365" sldId="455"/>
            <ac:picMk id="13" creationId="{DD1AE350-5CFA-E03A-5DF8-05C068859376}"/>
          </ac:picMkLst>
        </pc:picChg>
        <pc:picChg chg="add del mod">
          <ac:chgData name="Loc Huynh" userId="80c0383e323bd6ea" providerId="LiveId" clId="{AC168C92-BC10-354B-9520-87CD58AC4BAC}" dt="2023-09-13T08:16:50.929" v="677" actId="931"/>
          <ac:picMkLst>
            <pc:docMk/>
            <pc:sldMk cId="2538116365" sldId="455"/>
            <ac:picMk id="15" creationId="{503742D1-225E-28EC-E577-37BF3DF698CA}"/>
          </ac:picMkLst>
        </pc:picChg>
        <pc:picChg chg="del">
          <ac:chgData name="Loc Huynh" userId="80c0383e323bd6ea" providerId="LiveId" clId="{AC168C92-BC10-354B-9520-87CD58AC4BAC}" dt="2023-09-13T08:08:43.073" v="641" actId="478"/>
          <ac:picMkLst>
            <pc:docMk/>
            <pc:sldMk cId="2538116365" sldId="455"/>
            <ac:picMk id="3074" creationId="{9C3E620B-23C4-AF40-B8F4-9AE8E87B7513}"/>
          </ac:picMkLst>
        </pc:picChg>
      </pc:sldChg>
      <pc:sldChg chg="delSp modSp mod chgLayout">
        <pc:chgData name="Loc Huynh" userId="80c0383e323bd6ea" providerId="LiveId" clId="{AC168C92-BC10-354B-9520-87CD58AC4BAC}" dt="2023-09-13T08:44:58.395" v="1388" actId="20577"/>
        <pc:sldMkLst>
          <pc:docMk/>
          <pc:sldMk cId="336719145" sldId="456"/>
        </pc:sldMkLst>
        <pc:spChg chg="mod ord">
          <ac:chgData name="Loc Huynh" userId="80c0383e323bd6ea" providerId="LiveId" clId="{AC168C92-BC10-354B-9520-87CD58AC4BAC}" dt="2023-09-13T08:44:58.395" v="1388" actId="20577"/>
          <ac:spMkLst>
            <pc:docMk/>
            <pc:sldMk cId="336719145" sldId="456"/>
            <ac:spMk id="2" creationId="{703D850F-9603-3946-BD26-6A6AA1D03F2B}"/>
          </ac:spMkLst>
        </pc:spChg>
        <pc:spChg chg="mod ord">
          <ac:chgData name="Loc Huynh" userId="80c0383e323bd6ea" providerId="LiveId" clId="{AC168C92-BC10-354B-9520-87CD58AC4BAC}" dt="2023-09-13T08:39:51.382" v="1259" actId="207"/>
          <ac:spMkLst>
            <pc:docMk/>
            <pc:sldMk cId="336719145" sldId="456"/>
            <ac:spMk id="3" creationId="{7B0A1E63-139D-6A40-9ED6-A4927BB7C207}"/>
          </ac:spMkLst>
        </pc:spChg>
        <pc:spChg chg="mod ord">
          <ac:chgData name="Loc Huynh" userId="80c0383e323bd6ea" providerId="LiveId" clId="{AC168C92-BC10-354B-9520-87CD58AC4BAC}" dt="2023-09-13T08:39:36.142" v="1252" actId="700"/>
          <ac:spMkLst>
            <pc:docMk/>
            <pc:sldMk cId="336719145" sldId="456"/>
            <ac:spMk id="4" creationId="{FD0519C7-6106-2D49-883D-664CB650716F}"/>
          </ac:spMkLst>
        </pc:spChg>
        <pc:spChg chg="mod ord">
          <ac:chgData name="Loc Huynh" userId="80c0383e323bd6ea" providerId="LiveId" clId="{AC168C92-BC10-354B-9520-87CD58AC4BAC}" dt="2023-09-13T08:39:36.142" v="1252" actId="700"/>
          <ac:spMkLst>
            <pc:docMk/>
            <pc:sldMk cId="336719145" sldId="456"/>
            <ac:spMk id="5" creationId="{E314E9F9-C21A-E548-B9C0-3DA0F38862F7}"/>
          </ac:spMkLst>
        </pc:spChg>
        <pc:spChg chg="mod">
          <ac:chgData name="Loc Huynh" userId="80c0383e323bd6ea" providerId="LiveId" clId="{AC168C92-BC10-354B-9520-87CD58AC4BAC}" dt="2023-09-13T08:39:28.016" v="1250" actId="1076"/>
          <ac:spMkLst>
            <pc:docMk/>
            <pc:sldMk cId="336719145" sldId="456"/>
            <ac:spMk id="6" creationId="{2D06AC19-8240-FB46-A609-025FC29219ED}"/>
          </ac:spMkLst>
        </pc:spChg>
        <pc:spChg chg="mod">
          <ac:chgData name="Loc Huynh" userId="80c0383e323bd6ea" providerId="LiveId" clId="{AC168C92-BC10-354B-9520-87CD58AC4BAC}" dt="2023-09-13T08:40:20.258" v="1267" actId="207"/>
          <ac:spMkLst>
            <pc:docMk/>
            <pc:sldMk cId="336719145" sldId="456"/>
            <ac:spMk id="9" creationId="{27A89EA1-246B-A94C-B523-D1A65442BDC8}"/>
          </ac:spMkLst>
        </pc:spChg>
        <pc:spChg chg="del">
          <ac:chgData name="Loc Huynh" userId="80c0383e323bd6ea" providerId="LiveId" clId="{AC168C92-BC10-354B-9520-87CD58AC4BAC}" dt="2023-09-13T08:39:33.998" v="1251" actId="478"/>
          <ac:spMkLst>
            <pc:docMk/>
            <pc:sldMk cId="336719145" sldId="456"/>
            <ac:spMk id="10" creationId="{2708D18F-3B52-9D4C-9B7C-048B3663E397}"/>
          </ac:spMkLst>
        </pc:spChg>
        <pc:picChg chg="mod">
          <ac:chgData name="Loc Huynh" userId="80c0383e323bd6ea" providerId="LiveId" clId="{AC168C92-BC10-354B-9520-87CD58AC4BAC}" dt="2023-09-13T08:39:23.125" v="1249" actId="1076"/>
          <ac:picMkLst>
            <pc:docMk/>
            <pc:sldMk cId="336719145" sldId="456"/>
            <ac:picMk id="7" creationId="{FF3EF6F6-0610-1E43-8A85-D7A66E8B7D50}"/>
          </ac:picMkLst>
        </pc:picChg>
        <pc:picChg chg="mod">
          <ac:chgData name="Loc Huynh" userId="80c0383e323bd6ea" providerId="LiveId" clId="{AC168C92-BC10-354B-9520-87CD58AC4BAC}" dt="2023-09-13T08:40:07.321" v="1263" actId="1076"/>
          <ac:picMkLst>
            <pc:docMk/>
            <pc:sldMk cId="336719145" sldId="456"/>
            <ac:picMk id="13" creationId="{04887EE7-03A1-EC4D-9C31-FE4A5EE0A4A2}"/>
          </ac:picMkLst>
        </pc:picChg>
      </pc:sldChg>
      <pc:sldChg chg="delSp modSp mod delAnim chgLayout">
        <pc:chgData name="Loc Huynh" userId="80c0383e323bd6ea" providerId="LiveId" clId="{AC168C92-BC10-354B-9520-87CD58AC4BAC}" dt="2023-09-13T08:45:02.648" v="1389"/>
        <pc:sldMkLst>
          <pc:docMk/>
          <pc:sldMk cId="844610759" sldId="457"/>
        </pc:sldMkLst>
        <pc:spChg chg="mod ord">
          <ac:chgData name="Loc Huynh" userId="80c0383e323bd6ea" providerId="LiveId" clId="{AC168C92-BC10-354B-9520-87CD58AC4BAC}" dt="2023-09-13T08:45:02.648" v="1389"/>
          <ac:spMkLst>
            <pc:docMk/>
            <pc:sldMk cId="844610759" sldId="457"/>
            <ac:spMk id="2" creationId="{703D850F-9603-3946-BD26-6A6AA1D03F2B}"/>
          </ac:spMkLst>
        </pc:spChg>
        <pc:spChg chg="mod ord">
          <ac:chgData name="Loc Huynh" userId="80c0383e323bd6ea" providerId="LiveId" clId="{AC168C92-BC10-354B-9520-87CD58AC4BAC}" dt="2023-09-13T08:44:21.905" v="1385" actId="207"/>
          <ac:spMkLst>
            <pc:docMk/>
            <pc:sldMk cId="844610759" sldId="457"/>
            <ac:spMk id="3" creationId="{7B0A1E63-139D-6A40-9ED6-A4927BB7C207}"/>
          </ac:spMkLst>
        </pc:spChg>
        <pc:spChg chg="mod ord">
          <ac:chgData name="Loc Huynh" userId="80c0383e323bd6ea" providerId="LiveId" clId="{AC168C92-BC10-354B-9520-87CD58AC4BAC}" dt="2023-09-13T08:40:47.632" v="1275" actId="700"/>
          <ac:spMkLst>
            <pc:docMk/>
            <pc:sldMk cId="844610759" sldId="457"/>
            <ac:spMk id="4" creationId="{FD0519C7-6106-2D49-883D-664CB650716F}"/>
          </ac:spMkLst>
        </pc:spChg>
        <pc:spChg chg="mod ord">
          <ac:chgData name="Loc Huynh" userId="80c0383e323bd6ea" providerId="LiveId" clId="{AC168C92-BC10-354B-9520-87CD58AC4BAC}" dt="2023-09-13T08:40:47.632" v="1275" actId="700"/>
          <ac:spMkLst>
            <pc:docMk/>
            <pc:sldMk cId="844610759" sldId="457"/>
            <ac:spMk id="5" creationId="{E314E9F9-C21A-E548-B9C0-3DA0F38862F7}"/>
          </ac:spMkLst>
        </pc:spChg>
        <pc:spChg chg="del mod">
          <ac:chgData name="Loc Huynh" userId="80c0383e323bd6ea" providerId="LiveId" clId="{AC168C92-BC10-354B-9520-87CD58AC4BAC}" dt="2023-09-13T08:40:55.122" v="1280" actId="478"/>
          <ac:spMkLst>
            <pc:docMk/>
            <pc:sldMk cId="844610759" sldId="457"/>
            <ac:spMk id="11" creationId="{4C4413B2-C0E3-7F4A-810D-917470A5C675}"/>
          </ac:spMkLst>
        </pc:spChg>
        <pc:spChg chg="mod">
          <ac:chgData name="Loc Huynh" userId="80c0383e323bd6ea" providerId="LiveId" clId="{AC168C92-BC10-354B-9520-87CD58AC4BAC}" dt="2023-09-13T08:41:00.612" v="1282" actId="1076"/>
          <ac:spMkLst>
            <pc:docMk/>
            <pc:sldMk cId="844610759" sldId="457"/>
            <ac:spMk id="13" creationId="{37A683C3-9192-5042-966C-C6E03E8760CD}"/>
          </ac:spMkLst>
        </pc:spChg>
        <pc:spChg chg="del mod">
          <ac:chgData name="Loc Huynh" userId="80c0383e323bd6ea" providerId="LiveId" clId="{AC168C92-BC10-354B-9520-87CD58AC4BAC}" dt="2023-09-13T08:41:10.770" v="1285" actId="478"/>
          <ac:spMkLst>
            <pc:docMk/>
            <pc:sldMk cId="844610759" sldId="457"/>
            <ac:spMk id="15" creationId="{B7166BA1-6C8B-A945-9C87-2AD3D87AAEC5}"/>
          </ac:spMkLst>
        </pc:spChg>
        <pc:grpChg chg="mod">
          <ac:chgData name="Loc Huynh" userId="80c0383e323bd6ea" providerId="LiveId" clId="{AC168C92-BC10-354B-9520-87CD58AC4BAC}" dt="2023-09-13T08:41:00.612" v="1282" actId="1076"/>
          <ac:grpSpMkLst>
            <pc:docMk/>
            <pc:sldMk cId="844610759" sldId="457"/>
            <ac:grpSpMk id="12" creationId="{92587962-2AFB-C345-B91F-843C5EBB6E59}"/>
          </ac:grpSpMkLst>
        </pc:grpChg>
        <pc:picChg chg="mod">
          <ac:chgData name="Loc Huynh" userId="80c0383e323bd6ea" providerId="LiveId" clId="{AC168C92-BC10-354B-9520-87CD58AC4BAC}" dt="2023-09-13T08:41:03.618" v="1283" actId="1076"/>
          <ac:picMkLst>
            <pc:docMk/>
            <pc:sldMk cId="844610759" sldId="457"/>
            <ac:picMk id="10" creationId="{9D6E10D0-7718-4B4F-9A84-13C7AE90B0E5}"/>
          </ac:picMkLst>
        </pc:picChg>
        <pc:picChg chg="mod">
          <ac:chgData name="Loc Huynh" userId="80c0383e323bd6ea" providerId="LiveId" clId="{AC168C92-BC10-354B-9520-87CD58AC4BAC}" dt="2023-09-13T08:40:56.674" v="1281" actId="1076"/>
          <ac:picMkLst>
            <pc:docMk/>
            <pc:sldMk cId="844610759" sldId="457"/>
            <ac:picMk id="5124" creationId="{8C139BE3-4962-9343-80A8-05748281809A}"/>
          </ac:picMkLst>
        </pc:picChg>
        <pc:picChg chg="mod">
          <ac:chgData name="Loc Huynh" userId="80c0383e323bd6ea" providerId="LiveId" clId="{AC168C92-BC10-354B-9520-87CD58AC4BAC}" dt="2023-09-13T08:41:00.612" v="1282" actId="1076"/>
          <ac:picMkLst>
            <pc:docMk/>
            <pc:sldMk cId="844610759" sldId="457"/>
            <ac:picMk id="6146" creationId="{11A7CFF4-533C-3B49-A8A6-69AA97CB8AC2}"/>
          </ac:picMkLst>
        </pc:picChg>
      </pc:sldChg>
      <pc:sldChg chg="addSp delSp modSp mod chgLayout">
        <pc:chgData name="Loc Huynh" userId="80c0383e323bd6ea" providerId="LiveId" clId="{AC168C92-BC10-354B-9520-87CD58AC4BAC}" dt="2023-09-13T08:47:46.529" v="1420" actId="20577"/>
        <pc:sldMkLst>
          <pc:docMk/>
          <pc:sldMk cId="1501404333" sldId="458"/>
        </pc:sldMkLst>
        <pc:spChg chg="mod ord">
          <ac:chgData name="Loc Huynh" userId="80c0383e323bd6ea" providerId="LiveId" clId="{AC168C92-BC10-354B-9520-87CD58AC4BAC}" dt="2023-09-13T08:46:51.455" v="1406" actId="700"/>
          <ac:spMkLst>
            <pc:docMk/>
            <pc:sldMk cId="1501404333" sldId="458"/>
            <ac:spMk id="2" creationId="{5389AAE0-96A6-6C47-9117-CC9019FAEA5F}"/>
          </ac:spMkLst>
        </pc:spChg>
        <pc:spChg chg="mod ord">
          <ac:chgData name="Loc Huynh" userId="80c0383e323bd6ea" providerId="LiveId" clId="{AC168C92-BC10-354B-9520-87CD58AC4BAC}" dt="2023-09-13T08:46:51.455" v="1406" actId="700"/>
          <ac:spMkLst>
            <pc:docMk/>
            <pc:sldMk cId="1501404333" sldId="458"/>
            <ac:spMk id="3" creationId="{BDCF7C06-64D4-1E40-822F-988735CA1BA9}"/>
          </ac:spMkLst>
        </pc:spChg>
        <pc:spChg chg="mod ord">
          <ac:chgData name="Loc Huynh" userId="80c0383e323bd6ea" providerId="LiveId" clId="{AC168C92-BC10-354B-9520-87CD58AC4BAC}" dt="2023-09-13T08:46:51.455" v="1406" actId="700"/>
          <ac:spMkLst>
            <pc:docMk/>
            <pc:sldMk cId="1501404333" sldId="458"/>
            <ac:spMk id="4" creationId="{D1264F53-9C65-6748-AB3B-94A97F7D4778}"/>
          </ac:spMkLst>
        </pc:spChg>
        <pc:spChg chg="mod">
          <ac:chgData name="Loc Huynh" userId="80c0383e323bd6ea" providerId="LiveId" clId="{AC168C92-BC10-354B-9520-87CD58AC4BAC}" dt="2023-09-13T08:46:11.078" v="1399" actId="1076"/>
          <ac:spMkLst>
            <pc:docMk/>
            <pc:sldMk cId="1501404333" sldId="458"/>
            <ac:spMk id="7" creationId="{949ECEDE-4B0A-9348-999C-4E78FFBC6EF6}"/>
          </ac:spMkLst>
        </pc:spChg>
        <pc:spChg chg="mod ord">
          <ac:chgData name="Loc Huynh" userId="80c0383e323bd6ea" providerId="LiveId" clId="{AC168C92-BC10-354B-9520-87CD58AC4BAC}" dt="2023-09-13T08:47:46.529" v="1420" actId="20577"/>
          <ac:spMkLst>
            <pc:docMk/>
            <pc:sldMk cId="1501404333" sldId="458"/>
            <ac:spMk id="8" creationId="{E3DF5B96-99A2-FB47-81C4-3107811DF7AE}"/>
          </ac:spMkLst>
        </pc:spChg>
        <pc:picChg chg="del mod">
          <ac:chgData name="Loc Huynh" userId="80c0383e323bd6ea" providerId="LiveId" clId="{AC168C92-BC10-354B-9520-87CD58AC4BAC}" dt="2023-09-13T08:45:43.508" v="1393" actId="478"/>
          <ac:picMkLst>
            <pc:docMk/>
            <pc:sldMk cId="1501404333" sldId="458"/>
            <ac:picMk id="6" creationId="{29D0D622-488E-C642-A09E-71DA02869A4D}"/>
          </ac:picMkLst>
        </pc:picChg>
        <pc:picChg chg="add mod">
          <ac:chgData name="Loc Huynh" userId="80c0383e323bd6ea" providerId="LiveId" clId="{AC168C92-BC10-354B-9520-87CD58AC4BAC}" dt="2023-09-13T08:46:05.802" v="1398" actId="1076"/>
          <ac:picMkLst>
            <pc:docMk/>
            <pc:sldMk cId="1501404333" sldId="458"/>
            <ac:picMk id="9" creationId="{AC470B9E-0F76-74CF-9268-0484B48812F6}"/>
          </ac:picMkLst>
        </pc:picChg>
      </pc:sldChg>
      <pc:sldChg chg="modSp mod chgLayout">
        <pc:chgData name="Loc Huynh" userId="80c0383e323bd6ea" providerId="LiveId" clId="{AC168C92-BC10-354B-9520-87CD58AC4BAC}" dt="2023-09-13T08:48:49.013" v="1432" actId="1076"/>
        <pc:sldMkLst>
          <pc:docMk/>
          <pc:sldMk cId="760621709" sldId="459"/>
        </pc:sldMkLst>
        <pc:spChg chg="mod ord">
          <ac:chgData name="Loc Huynh" userId="80c0383e323bd6ea" providerId="LiveId" clId="{AC168C92-BC10-354B-9520-87CD58AC4BAC}" dt="2023-09-13T08:48:03.769" v="1421" actId="700"/>
          <ac:spMkLst>
            <pc:docMk/>
            <pc:sldMk cId="760621709" sldId="459"/>
            <ac:spMk id="2" creationId="{A084E511-2F0A-2E4E-93F8-16231F34AE9E}"/>
          </ac:spMkLst>
        </pc:spChg>
        <pc:spChg chg="mod ord">
          <ac:chgData name="Loc Huynh" userId="80c0383e323bd6ea" providerId="LiveId" clId="{AC168C92-BC10-354B-9520-87CD58AC4BAC}" dt="2023-09-13T08:48:29.657" v="1429" actId="207"/>
          <ac:spMkLst>
            <pc:docMk/>
            <pc:sldMk cId="760621709" sldId="459"/>
            <ac:spMk id="3" creationId="{0950CF22-330B-0B43-84E9-34FC1BB699DD}"/>
          </ac:spMkLst>
        </pc:spChg>
        <pc:spChg chg="mod ord">
          <ac:chgData name="Loc Huynh" userId="80c0383e323bd6ea" providerId="LiveId" clId="{AC168C92-BC10-354B-9520-87CD58AC4BAC}" dt="2023-09-13T08:48:03.769" v="1421" actId="700"/>
          <ac:spMkLst>
            <pc:docMk/>
            <pc:sldMk cId="760621709" sldId="459"/>
            <ac:spMk id="4" creationId="{FA36776C-7372-C543-B1F1-59A33C1CCC3E}"/>
          </ac:spMkLst>
        </pc:spChg>
        <pc:spChg chg="mod ord">
          <ac:chgData name="Loc Huynh" userId="80c0383e323bd6ea" providerId="LiveId" clId="{AC168C92-BC10-354B-9520-87CD58AC4BAC}" dt="2023-09-13T08:48:03.769" v="1421" actId="700"/>
          <ac:spMkLst>
            <pc:docMk/>
            <pc:sldMk cId="760621709" sldId="459"/>
            <ac:spMk id="5" creationId="{8FB8B591-4F21-5D45-BC47-8A591A8CC92D}"/>
          </ac:spMkLst>
        </pc:spChg>
        <pc:spChg chg="mod">
          <ac:chgData name="Loc Huynh" userId="80c0383e323bd6ea" providerId="LiveId" clId="{AC168C92-BC10-354B-9520-87CD58AC4BAC}" dt="2023-09-13T08:48:43.082" v="1431" actId="1076"/>
          <ac:spMkLst>
            <pc:docMk/>
            <pc:sldMk cId="760621709" sldId="459"/>
            <ac:spMk id="9" creationId="{304BAFA7-C1A0-3944-A53E-CE14ECA7C280}"/>
          </ac:spMkLst>
        </pc:spChg>
        <pc:spChg chg="mod">
          <ac:chgData name="Loc Huynh" userId="80c0383e323bd6ea" providerId="LiveId" clId="{AC168C92-BC10-354B-9520-87CD58AC4BAC}" dt="2023-09-13T08:48:49.013" v="1432" actId="1076"/>
          <ac:spMkLst>
            <pc:docMk/>
            <pc:sldMk cId="760621709" sldId="459"/>
            <ac:spMk id="10" creationId="{BB8506B6-DA92-0B45-A328-A42A3A2CB2C8}"/>
          </ac:spMkLst>
        </pc:spChg>
        <pc:picChg chg="mod">
          <ac:chgData name="Loc Huynh" userId="80c0383e323bd6ea" providerId="LiveId" clId="{AC168C92-BC10-354B-9520-87CD58AC4BAC}" dt="2023-09-13T08:48:39.775" v="1430" actId="1076"/>
          <ac:picMkLst>
            <pc:docMk/>
            <pc:sldMk cId="760621709" sldId="459"/>
            <ac:picMk id="6" creationId="{290E2C34-08F3-6C4E-9EED-73BEF890E5AF}"/>
          </ac:picMkLst>
        </pc:picChg>
      </pc:sldChg>
      <pc:sldChg chg="addSp modSp mod">
        <pc:chgData name="Loc Huynh" userId="80c0383e323bd6ea" providerId="LiveId" clId="{AC168C92-BC10-354B-9520-87CD58AC4BAC}" dt="2023-09-13T08:50:47.178" v="1441" actId="1076"/>
        <pc:sldMkLst>
          <pc:docMk/>
          <pc:sldMk cId="547033570" sldId="460"/>
        </pc:sldMkLst>
        <pc:spChg chg="mod">
          <ac:chgData name="Loc Huynh" userId="80c0383e323bd6ea" providerId="LiveId" clId="{AC168C92-BC10-354B-9520-87CD58AC4BAC}" dt="2023-09-13T08:50:36.821" v="1438" actId="207"/>
          <ac:spMkLst>
            <pc:docMk/>
            <pc:sldMk cId="547033570" sldId="460"/>
            <ac:spMk id="3" creationId="{0950CF22-330B-0B43-84E9-34FC1BB699DD}"/>
          </ac:spMkLst>
        </pc:spChg>
        <pc:spChg chg="mod">
          <ac:chgData name="Loc Huynh" userId="80c0383e323bd6ea" providerId="LiveId" clId="{AC168C92-BC10-354B-9520-87CD58AC4BAC}" dt="2023-09-13T08:50:42.139" v="1439" actId="1076"/>
          <ac:spMkLst>
            <pc:docMk/>
            <pc:sldMk cId="547033570" sldId="460"/>
            <ac:spMk id="9" creationId="{304BAFA7-C1A0-3944-A53E-CE14ECA7C280}"/>
          </ac:spMkLst>
        </pc:spChg>
        <pc:spChg chg="mod">
          <ac:chgData name="Loc Huynh" userId="80c0383e323bd6ea" providerId="LiveId" clId="{AC168C92-BC10-354B-9520-87CD58AC4BAC}" dt="2023-09-13T08:50:42.139" v="1439" actId="1076"/>
          <ac:spMkLst>
            <pc:docMk/>
            <pc:sldMk cId="547033570" sldId="460"/>
            <ac:spMk id="11" creationId="{3250AEF8-B1E7-114E-B928-DF10A88894CF}"/>
          </ac:spMkLst>
        </pc:spChg>
        <pc:grpChg chg="add mod">
          <ac:chgData name="Loc Huynh" userId="80c0383e323bd6ea" providerId="LiveId" clId="{AC168C92-BC10-354B-9520-87CD58AC4BAC}" dt="2023-09-13T08:50:47.178" v="1441" actId="1076"/>
          <ac:grpSpMkLst>
            <pc:docMk/>
            <pc:sldMk cId="547033570" sldId="460"/>
            <ac:grpSpMk id="6" creationId="{8DD8B799-4F23-82E5-644C-532D7E43E2EF}"/>
          </ac:grpSpMkLst>
        </pc:grpChg>
        <pc:picChg chg="mod">
          <ac:chgData name="Loc Huynh" userId="80c0383e323bd6ea" providerId="LiveId" clId="{AC168C92-BC10-354B-9520-87CD58AC4BAC}" dt="2023-09-13T08:50:42.139" v="1439" actId="1076"/>
          <ac:picMkLst>
            <pc:docMk/>
            <pc:sldMk cId="547033570" sldId="460"/>
            <ac:picMk id="8" creationId="{EC853C2C-1735-F545-BD1C-9A36ADF95E73}"/>
          </ac:picMkLst>
        </pc:picChg>
      </pc:sldChg>
      <pc:sldChg chg="addSp modSp mod">
        <pc:chgData name="Loc Huynh" userId="80c0383e323bd6ea" providerId="LiveId" clId="{AC168C92-BC10-354B-9520-87CD58AC4BAC}" dt="2023-09-13T08:51:43.775" v="1455" actId="207"/>
        <pc:sldMkLst>
          <pc:docMk/>
          <pc:sldMk cId="2304379650" sldId="461"/>
        </pc:sldMkLst>
        <pc:spChg chg="mod">
          <ac:chgData name="Loc Huynh" userId="80c0383e323bd6ea" providerId="LiveId" clId="{AC168C92-BC10-354B-9520-87CD58AC4BAC}" dt="2023-09-13T08:51:14.722" v="1447" actId="207"/>
          <ac:spMkLst>
            <pc:docMk/>
            <pc:sldMk cId="2304379650" sldId="461"/>
            <ac:spMk id="3" creationId="{0950CF22-330B-0B43-84E9-34FC1BB699DD}"/>
          </ac:spMkLst>
        </pc:spChg>
        <pc:spChg chg="mod">
          <ac:chgData name="Loc Huynh" userId="80c0383e323bd6ea" providerId="LiveId" clId="{AC168C92-BC10-354B-9520-87CD58AC4BAC}" dt="2023-09-13T08:51:43.775" v="1455" actId="207"/>
          <ac:spMkLst>
            <pc:docMk/>
            <pc:sldMk cId="2304379650" sldId="461"/>
            <ac:spMk id="12" creationId="{3E32F5BC-6FAA-2B44-97EC-4D7F7A86BB0D}"/>
          </ac:spMkLst>
        </pc:spChg>
        <pc:grpChg chg="add mod">
          <ac:chgData name="Loc Huynh" userId="80c0383e323bd6ea" providerId="LiveId" clId="{AC168C92-BC10-354B-9520-87CD58AC4BAC}" dt="2023-09-13T08:51:26.034" v="1451" actId="1076"/>
          <ac:grpSpMkLst>
            <pc:docMk/>
            <pc:sldMk cId="2304379650" sldId="461"/>
            <ac:grpSpMk id="6" creationId="{FDD7500C-6ADD-4CDD-2F56-BDF3910C38DD}"/>
          </ac:grpSpMkLst>
        </pc:grpChg>
        <pc:picChg chg="mod">
          <ac:chgData name="Loc Huynh" userId="80c0383e323bd6ea" providerId="LiveId" clId="{AC168C92-BC10-354B-9520-87CD58AC4BAC}" dt="2023-09-13T08:51:20.236" v="1449" actId="1076"/>
          <ac:picMkLst>
            <pc:docMk/>
            <pc:sldMk cId="2304379650" sldId="461"/>
            <ac:picMk id="13" creationId="{A34B308F-C0D7-8A45-BECA-0DC6687F4568}"/>
          </ac:picMkLst>
        </pc:picChg>
      </pc:sldChg>
      <pc:sldChg chg="modSp mod">
        <pc:chgData name="Loc Huynh" userId="80c0383e323bd6ea" providerId="LiveId" clId="{AC168C92-BC10-354B-9520-87CD58AC4BAC}" dt="2023-09-13T08:52:33.329" v="1463" actId="1076"/>
        <pc:sldMkLst>
          <pc:docMk/>
          <pc:sldMk cId="1909827065" sldId="462"/>
        </pc:sldMkLst>
        <pc:spChg chg="mod">
          <ac:chgData name="Loc Huynh" userId="80c0383e323bd6ea" providerId="LiveId" clId="{AC168C92-BC10-354B-9520-87CD58AC4BAC}" dt="2023-09-13T08:52:19.060" v="1462" actId="207"/>
          <ac:spMkLst>
            <pc:docMk/>
            <pc:sldMk cId="1909827065" sldId="462"/>
            <ac:spMk id="3" creationId="{0950CF22-330B-0B43-84E9-34FC1BB699DD}"/>
          </ac:spMkLst>
        </pc:spChg>
        <pc:grpChg chg="mod">
          <ac:chgData name="Loc Huynh" userId="80c0383e323bd6ea" providerId="LiveId" clId="{AC168C92-BC10-354B-9520-87CD58AC4BAC}" dt="2023-09-13T08:52:33.329" v="1463" actId="1076"/>
          <ac:grpSpMkLst>
            <pc:docMk/>
            <pc:sldMk cId="1909827065" sldId="462"/>
            <ac:grpSpMk id="13" creationId="{94B088CD-6409-1A43-8646-24753B0F28E4}"/>
          </ac:grpSpMkLst>
        </pc:grpChg>
      </pc:sldChg>
      <pc:sldChg chg="modSp mod">
        <pc:chgData name="Loc Huynh" userId="80c0383e323bd6ea" providerId="LiveId" clId="{AC168C92-BC10-354B-9520-87CD58AC4BAC}" dt="2023-09-13T08:54:24.217" v="1481" actId="13822"/>
        <pc:sldMkLst>
          <pc:docMk/>
          <pc:sldMk cId="1184405224" sldId="463"/>
        </pc:sldMkLst>
        <pc:spChg chg="mod">
          <ac:chgData name="Loc Huynh" userId="80c0383e323bd6ea" providerId="LiveId" clId="{AC168C92-BC10-354B-9520-87CD58AC4BAC}" dt="2023-09-13T08:52:50.247" v="1464" actId="207"/>
          <ac:spMkLst>
            <pc:docMk/>
            <pc:sldMk cId="1184405224" sldId="463"/>
            <ac:spMk id="3" creationId="{0950CF22-330B-0B43-84E9-34FC1BB699DD}"/>
          </ac:spMkLst>
        </pc:spChg>
        <pc:spChg chg="mod">
          <ac:chgData name="Loc Huynh" userId="80c0383e323bd6ea" providerId="LiveId" clId="{AC168C92-BC10-354B-9520-87CD58AC4BAC}" dt="2023-09-13T08:54:24.217" v="1481" actId="13822"/>
          <ac:spMkLst>
            <pc:docMk/>
            <pc:sldMk cId="1184405224" sldId="463"/>
            <ac:spMk id="8" creationId="{2AE32CA5-9373-1147-96C0-5EF392F34FE2}"/>
          </ac:spMkLst>
        </pc:spChg>
        <pc:spChg chg="mod">
          <ac:chgData name="Loc Huynh" userId="80c0383e323bd6ea" providerId="LiveId" clId="{AC168C92-BC10-354B-9520-87CD58AC4BAC}" dt="2023-09-13T08:53:02.917" v="1465" actId="1076"/>
          <ac:spMkLst>
            <pc:docMk/>
            <pc:sldMk cId="1184405224" sldId="463"/>
            <ac:spMk id="12" creationId="{DE609207-D227-DA4A-9548-B3EEAC57366E}"/>
          </ac:spMkLst>
        </pc:spChg>
        <pc:spChg chg="mod">
          <ac:chgData name="Loc Huynh" userId="80c0383e323bd6ea" providerId="LiveId" clId="{AC168C92-BC10-354B-9520-87CD58AC4BAC}" dt="2023-09-13T08:53:57.692" v="1476" actId="13822"/>
          <ac:spMkLst>
            <pc:docMk/>
            <pc:sldMk cId="1184405224" sldId="463"/>
            <ac:spMk id="14" creationId="{05E64506-CE7C-4F40-8ADA-50DEEC949A27}"/>
          </ac:spMkLst>
        </pc:spChg>
        <pc:spChg chg="mod">
          <ac:chgData name="Loc Huynh" userId="80c0383e323bd6ea" providerId="LiveId" clId="{AC168C92-BC10-354B-9520-87CD58AC4BAC}" dt="2023-09-13T08:54:02.539" v="1477" actId="13822"/>
          <ac:spMkLst>
            <pc:docMk/>
            <pc:sldMk cId="1184405224" sldId="463"/>
            <ac:spMk id="15" creationId="{316A5D72-96EB-6847-99EC-1349CA0CF6BD}"/>
          </ac:spMkLst>
        </pc:spChg>
        <pc:spChg chg="mod">
          <ac:chgData name="Loc Huynh" userId="80c0383e323bd6ea" providerId="LiveId" clId="{AC168C92-BC10-354B-9520-87CD58AC4BAC}" dt="2023-09-13T08:54:06.659" v="1478" actId="13822"/>
          <ac:spMkLst>
            <pc:docMk/>
            <pc:sldMk cId="1184405224" sldId="463"/>
            <ac:spMk id="16" creationId="{7DE4E753-3421-0443-80CC-B50FE334735A}"/>
          </ac:spMkLst>
        </pc:spChg>
        <pc:spChg chg="mod">
          <ac:chgData name="Loc Huynh" userId="80c0383e323bd6ea" providerId="LiveId" clId="{AC168C92-BC10-354B-9520-87CD58AC4BAC}" dt="2023-09-13T08:53:02.917" v="1465" actId="1076"/>
          <ac:spMkLst>
            <pc:docMk/>
            <pc:sldMk cId="1184405224" sldId="463"/>
            <ac:spMk id="17" creationId="{FF24A188-6BE2-1E45-996E-589A72E6CB0A}"/>
          </ac:spMkLst>
        </pc:spChg>
        <pc:spChg chg="mod">
          <ac:chgData name="Loc Huynh" userId="80c0383e323bd6ea" providerId="LiveId" clId="{AC168C92-BC10-354B-9520-87CD58AC4BAC}" dt="2023-09-13T08:54:20.001" v="1480" actId="13822"/>
          <ac:spMkLst>
            <pc:docMk/>
            <pc:sldMk cId="1184405224" sldId="463"/>
            <ac:spMk id="18" creationId="{CDBA0CB4-F81E-854A-A7DA-1B0F3B7FF6F6}"/>
          </ac:spMkLst>
        </pc:spChg>
        <pc:spChg chg="mod">
          <ac:chgData name="Loc Huynh" userId="80c0383e323bd6ea" providerId="LiveId" clId="{AC168C92-BC10-354B-9520-87CD58AC4BAC}" dt="2023-09-13T08:53:02.917" v="1465" actId="1076"/>
          <ac:spMkLst>
            <pc:docMk/>
            <pc:sldMk cId="1184405224" sldId="463"/>
            <ac:spMk id="19" creationId="{21B8A52E-71AD-694C-BA89-EA2F040E28E0}"/>
          </ac:spMkLst>
        </pc:spChg>
        <pc:spChg chg="mod">
          <ac:chgData name="Loc Huynh" userId="80c0383e323bd6ea" providerId="LiveId" clId="{AC168C92-BC10-354B-9520-87CD58AC4BAC}" dt="2023-09-13T08:54:11.281" v="1479" actId="13822"/>
          <ac:spMkLst>
            <pc:docMk/>
            <pc:sldMk cId="1184405224" sldId="463"/>
            <ac:spMk id="20" creationId="{E2D7722B-2D30-5D44-BFD1-2F06EB9175EF}"/>
          </ac:spMkLst>
        </pc:spChg>
        <pc:picChg chg="mod">
          <ac:chgData name="Loc Huynh" userId="80c0383e323bd6ea" providerId="LiveId" clId="{AC168C92-BC10-354B-9520-87CD58AC4BAC}" dt="2023-09-13T08:53:02.917" v="1465" actId="1076"/>
          <ac:picMkLst>
            <pc:docMk/>
            <pc:sldMk cId="1184405224" sldId="463"/>
            <ac:picMk id="10" creationId="{F7166931-847D-7B4E-802A-C45AE1593851}"/>
          </ac:picMkLst>
        </pc:picChg>
      </pc:sldChg>
      <pc:sldChg chg="modSp mod">
        <pc:chgData name="Loc Huynh" userId="80c0383e323bd6ea" providerId="LiveId" clId="{AC168C92-BC10-354B-9520-87CD58AC4BAC}" dt="2023-09-13T08:55:32.651" v="1490" actId="1076"/>
        <pc:sldMkLst>
          <pc:docMk/>
          <pc:sldMk cId="3184868754" sldId="464"/>
        </pc:sldMkLst>
        <pc:spChg chg="mod">
          <ac:chgData name="Loc Huynh" userId="80c0383e323bd6ea" providerId="LiveId" clId="{AC168C92-BC10-354B-9520-87CD58AC4BAC}" dt="2023-09-13T08:54:42.674" v="1482" actId="207"/>
          <ac:spMkLst>
            <pc:docMk/>
            <pc:sldMk cId="3184868754" sldId="464"/>
            <ac:spMk id="3" creationId="{0950CF22-330B-0B43-84E9-34FC1BB699DD}"/>
          </ac:spMkLst>
        </pc:spChg>
        <pc:spChg chg="mod">
          <ac:chgData name="Loc Huynh" userId="80c0383e323bd6ea" providerId="LiveId" clId="{AC168C92-BC10-354B-9520-87CD58AC4BAC}" dt="2023-09-13T08:55:32.651" v="1490" actId="1076"/>
          <ac:spMkLst>
            <pc:docMk/>
            <pc:sldMk cId="3184868754" sldId="464"/>
            <ac:spMk id="14" creationId="{05E64506-CE7C-4F40-8ADA-50DEEC949A27}"/>
          </ac:spMkLst>
        </pc:spChg>
        <pc:spChg chg="mod">
          <ac:chgData name="Loc Huynh" userId="80c0383e323bd6ea" providerId="LiveId" clId="{AC168C92-BC10-354B-9520-87CD58AC4BAC}" dt="2023-09-13T08:55:32.651" v="1490" actId="1076"/>
          <ac:spMkLst>
            <pc:docMk/>
            <pc:sldMk cId="3184868754" sldId="464"/>
            <ac:spMk id="19" creationId="{21B8A52E-71AD-694C-BA89-EA2F040E28E0}"/>
          </ac:spMkLst>
        </pc:spChg>
        <pc:spChg chg="mod">
          <ac:chgData name="Loc Huynh" userId="80c0383e323bd6ea" providerId="LiveId" clId="{AC168C92-BC10-354B-9520-87CD58AC4BAC}" dt="2023-09-13T08:54:52.614" v="1484" actId="13822"/>
          <ac:spMkLst>
            <pc:docMk/>
            <pc:sldMk cId="3184868754" sldId="464"/>
            <ac:spMk id="23" creationId="{2BDA47C2-9B49-3B4B-B8C0-CA3591EC9B27}"/>
          </ac:spMkLst>
        </pc:spChg>
        <pc:spChg chg="mod">
          <ac:chgData name="Loc Huynh" userId="80c0383e323bd6ea" providerId="LiveId" clId="{AC168C92-BC10-354B-9520-87CD58AC4BAC}" dt="2023-09-13T08:55:09.836" v="1487" actId="13822"/>
          <ac:spMkLst>
            <pc:docMk/>
            <pc:sldMk cId="3184868754" sldId="464"/>
            <ac:spMk id="25" creationId="{B9A8BC55-8BC1-BD49-9FAD-A5E22B4DA652}"/>
          </ac:spMkLst>
        </pc:spChg>
        <pc:spChg chg="mod">
          <ac:chgData name="Loc Huynh" userId="80c0383e323bd6ea" providerId="LiveId" clId="{AC168C92-BC10-354B-9520-87CD58AC4BAC}" dt="2023-09-13T08:54:58.184" v="1486" actId="13822"/>
          <ac:spMkLst>
            <pc:docMk/>
            <pc:sldMk cId="3184868754" sldId="464"/>
            <ac:spMk id="26" creationId="{51F34141-2D61-ED4A-B6AC-8C54B0120807}"/>
          </ac:spMkLst>
        </pc:spChg>
        <pc:spChg chg="mod">
          <ac:chgData name="Loc Huynh" userId="80c0383e323bd6ea" providerId="LiveId" clId="{AC168C92-BC10-354B-9520-87CD58AC4BAC}" dt="2023-09-13T08:55:32.651" v="1490" actId="1076"/>
          <ac:spMkLst>
            <pc:docMk/>
            <pc:sldMk cId="3184868754" sldId="464"/>
            <ac:spMk id="28" creationId="{E38FCA70-45EA-2C46-8C30-9518595A7372}"/>
          </ac:spMkLst>
        </pc:spChg>
        <pc:spChg chg="mod">
          <ac:chgData name="Loc Huynh" userId="80c0383e323bd6ea" providerId="LiveId" clId="{AC168C92-BC10-354B-9520-87CD58AC4BAC}" dt="2023-09-13T08:55:32.651" v="1490" actId="1076"/>
          <ac:spMkLst>
            <pc:docMk/>
            <pc:sldMk cId="3184868754" sldId="464"/>
            <ac:spMk id="29" creationId="{A0BB8A7B-9F62-E143-9A69-9A99811342FD}"/>
          </ac:spMkLst>
        </pc:spChg>
        <pc:grpChg chg="mod">
          <ac:chgData name="Loc Huynh" userId="80c0383e323bd6ea" providerId="LiveId" clId="{AC168C92-BC10-354B-9520-87CD58AC4BAC}" dt="2023-09-13T08:55:32.651" v="1490" actId="1076"/>
          <ac:grpSpMkLst>
            <pc:docMk/>
            <pc:sldMk cId="3184868754" sldId="464"/>
            <ac:grpSpMk id="27" creationId="{EB60E14B-3330-F84B-86B3-BDFAA5614B95}"/>
          </ac:grpSpMkLst>
        </pc:grpChg>
        <pc:grpChg chg="mod">
          <ac:chgData name="Loc Huynh" userId="80c0383e323bd6ea" providerId="LiveId" clId="{AC168C92-BC10-354B-9520-87CD58AC4BAC}" dt="2023-09-13T08:55:32.651" v="1490" actId="1076"/>
          <ac:grpSpMkLst>
            <pc:docMk/>
            <pc:sldMk cId="3184868754" sldId="464"/>
            <ac:grpSpMk id="30" creationId="{1278CF64-FB58-B643-B01B-08778C78FDB3}"/>
          </ac:grpSpMkLst>
        </pc:grpChg>
        <pc:picChg chg="mod">
          <ac:chgData name="Loc Huynh" userId="80c0383e323bd6ea" providerId="LiveId" clId="{AC168C92-BC10-354B-9520-87CD58AC4BAC}" dt="2023-09-13T08:55:32.651" v="1490" actId="1076"/>
          <ac:picMkLst>
            <pc:docMk/>
            <pc:sldMk cId="3184868754" sldId="464"/>
            <ac:picMk id="11" creationId="{8D065052-69F1-024A-8354-FF5C33C13519}"/>
          </ac:picMkLst>
        </pc:picChg>
        <pc:picChg chg="mod">
          <ac:chgData name="Loc Huynh" userId="80c0383e323bd6ea" providerId="LiveId" clId="{AC168C92-BC10-354B-9520-87CD58AC4BAC}" dt="2023-09-13T08:54:58.184" v="1486" actId="13822"/>
          <ac:picMkLst>
            <pc:docMk/>
            <pc:sldMk cId="3184868754" sldId="464"/>
            <ac:picMk id="24" creationId="{D2B35AB2-B98E-D84D-9197-DDA07D4D5427}"/>
          </ac:picMkLst>
        </pc:picChg>
      </pc:sldChg>
      <pc:sldChg chg="modSp mod">
        <pc:chgData name="Loc Huynh" userId="80c0383e323bd6ea" providerId="LiveId" clId="{AC168C92-BC10-354B-9520-87CD58AC4BAC}" dt="2023-09-13T08:55:57.855" v="1496" actId="13822"/>
        <pc:sldMkLst>
          <pc:docMk/>
          <pc:sldMk cId="1313697068" sldId="465"/>
        </pc:sldMkLst>
        <pc:spChg chg="mod">
          <ac:chgData name="Loc Huynh" userId="80c0383e323bd6ea" providerId="LiveId" clId="{AC168C92-BC10-354B-9520-87CD58AC4BAC}" dt="2023-09-13T08:55:38.635" v="1491" actId="207"/>
          <ac:spMkLst>
            <pc:docMk/>
            <pc:sldMk cId="1313697068" sldId="465"/>
            <ac:spMk id="3" creationId="{0950CF22-330B-0B43-84E9-34FC1BB699DD}"/>
          </ac:spMkLst>
        </pc:spChg>
        <pc:spChg chg="mod">
          <ac:chgData name="Loc Huynh" userId="80c0383e323bd6ea" providerId="LiveId" clId="{AC168C92-BC10-354B-9520-87CD58AC4BAC}" dt="2023-09-13T08:55:57.855" v="1496" actId="13822"/>
          <ac:spMkLst>
            <pc:docMk/>
            <pc:sldMk cId="1313697068" sldId="465"/>
            <ac:spMk id="7" creationId="{0497AB36-E993-FA4C-B142-94E013FF89AC}"/>
          </ac:spMkLst>
        </pc:spChg>
        <pc:picChg chg="mod">
          <ac:chgData name="Loc Huynh" userId="80c0383e323bd6ea" providerId="LiveId" clId="{AC168C92-BC10-354B-9520-87CD58AC4BAC}" dt="2023-09-13T08:55:57.085" v="1495" actId="1076"/>
          <ac:picMkLst>
            <pc:docMk/>
            <pc:sldMk cId="1313697068" sldId="465"/>
            <ac:picMk id="13" creationId="{8E3683F5-9B61-B949-B543-D752AB379267}"/>
          </ac:picMkLst>
        </pc:picChg>
      </pc:sldChg>
      <pc:sldChg chg="modSp mod">
        <pc:chgData name="Loc Huynh" userId="80c0383e323bd6ea" providerId="LiveId" clId="{AC168C92-BC10-354B-9520-87CD58AC4BAC}" dt="2023-09-13T11:13:59.381" v="1650" actId="14100"/>
        <pc:sldMkLst>
          <pc:docMk/>
          <pc:sldMk cId="344793592" sldId="467"/>
        </pc:sldMkLst>
        <pc:spChg chg="mod">
          <ac:chgData name="Loc Huynh" userId="80c0383e323bd6ea" providerId="LiveId" clId="{AC168C92-BC10-354B-9520-87CD58AC4BAC}" dt="2023-09-13T11:13:54.543" v="1648" actId="14100"/>
          <ac:spMkLst>
            <pc:docMk/>
            <pc:sldMk cId="344793592" sldId="467"/>
            <ac:spMk id="8" creationId="{30A0DD48-C3C5-4645-8EA2-E549C9F5E8E5}"/>
          </ac:spMkLst>
        </pc:spChg>
        <pc:spChg chg="mod">
          <ac:chgData name="Loc Huynh" userId="80c0383e323bd6ea" providerId="LiveId" clId="{AC168C92-BC10-354B-9520-87CD58AC4BAC}" dt="2023-09-13T11:13:56.580" v="1649" actId="14100"/>
          <ac:spMkLst>
            <pc:docMk/>
            <pc:sldMk cId="344793592" sldId="467"/>
            <ac:spMk id="10" creationId="{8476AE5B-406A-5648-869A-6C06211093B6}"/>
          </ac:spMkLst>
        </pc:spChg>
        <pc:spChg chg="mod">
          <ac:chgData name="Loc Huynh" userId="80c0383e323bd6ea" providerId="LiveId" clId="{AC168C92-BC10-354B-9520-87CD58AC4BAC}" dt="2023-09-13T11:13:59.381" v="1650" actId="14100"/>
          <ac:spMkLst>
            <pc:docMk/>
            <pc:sldMk cId="344793592" sldId="467"/>
            <ac:spMk id="12" creationId="{B0BD56CB-2A7F-CB4A-86B0-4842D8723840}"/>
          </ac:spMkLst>
        </pc:spChg>
      </pc:sldChg>
      <pc:sldChg chg="modSp mod">
        <pc:chgData name="Loc Huynh" userId="80c0383e323bd6ea" providerId="LiveId" clId="{AC168C92-BC10-354B-9520-87CD58AC4BAC}" dt="2023-09-13T11:05:26.214" v="1561" actId="14100"/>
        <pc:sldMkLst>
          <pc:docMk/>
          <pc:sldMk cId="1770153382" sldId="469"/>
        </pc:sldMkLst>
        <pc:spChg chg="mod">
          <ac:chgData name="Loc Huynh" userId="80c0383e323bd6ea" providerId="LiveId" clId="{AC168C92-BC10-354B-9520-87CD58AC4BAC}" dt="2023-09-13T11:05:09.114" v="1554" actId="1076"/>
          <ac:spMkLst>
            <pc:docMk/>
            <pc:sldMk cId="1770153382" sldId="469"/>
            <ac:spMk id="6" creationId="{65EBD7E5-1D57-9448-A846-3814DE95C179}"/>
          </ac:spMkLst>
        </pc:spChg>
        <pc:spChg chg="mod">
          <ac:chgData name="Loc Huynh" userId="80c0383e323bd6ea" providerId="LiveId" clId="{AC168C92-BC10-354B-9520-87CD58AC4BAC}" dt="2023-09-13T11:05:26.214" v="1561" actId="14100"/>
          <ac:spMkLst>
            <pc:docMk/>
            <pc:sldMk cId="1770153382" sldId="469"/>
            <ac:spMk id="8" creationId="{206F696C-76DA-AE48-9BFD-C93EE7A992DA}"/>
          </ac:spMkLst>
        </pc:spChg>
        <pc:spChg chg="mod">
          <ac:chgData name="Loc Huynh" userId="80c0383e323bd6ea" providerId="LiveId" clId="{AC168C92-BC10-354B-9520-87CD58AC4BAC}" dt="2023-09-13T11:05:21.094" v="1560" actId="14100"/>
          <ac:spMkLst>
            <pc:docMk/>
            <pc:sldMk cId="1770153382" sldId="469"/>
            <ac:spMk id="9" creationId="{D6D40A09-16CE-F44F-9F5C-AF6ABF4098B4}"/>
          </ac:spMkLst>
        </pc:spChg>
        <pc:spChg chg="mod">
          <ac:chgData name="Loc Huynh" userId="80c0383e323bd6ea" providerId="LiveId" clId="{AC168C92-BC10-354B-9520-87CD58AC4BAC}" dt="2023-09-13T11:05:15.819" v="1558" actId="1076"/>
          <ac:spMkLst>
            <pc:docMk/>
            <pc:sldMk cId="1770153382" sldId="469"/>
            <ac:spMk id="10" creationId="{E90D2676-5007-5D23-A929-1DD8F594A3C7}"/>
          </ac:spMkLst>
        </pc:spChg>
      </pc:sldChg>
      <pc:sldChg chg="modSp mod">
        <pc:chgData name="Loc Huynh" userId="80c0383e323bd6ea" providerId="LiveId" clId="{AC168C92-BC10-354B-9520-87CD58AC4BAC}" dt="2023-09-13T11:14:34.772" v="1652" actId="14100"/>
        <pc:sldMkLst>
          <pc:docMk/>
          <pc:sldMk cId="1997632837" sldId="471"/>
        </pc:sldMkLst>
        <pc:spChg chg="mod">
          <ac:chgData name="Loc Huynh" userId="80c0383e323bd6ea" providerId="LiveId" clId="{AC168C92-BC10-354B-9520-87CD58AC4BAC}" dt="2023-09-13T11:07:27.972" v="1577" actId="14100"/>
          <ac:spMkLst>
            <pc:docMk/>
            <pc:sldMk cId="1997632837" sldId="471"/>
            <ac:spMk id="13" creationId="{CF8E5AFE-5ADF-8549-AA19-5349EFFD0015}"/>
          </ac:spMkLst>
        </pc:spChg>
        <pc:spChg chg="mod">
          <ac:chgData name="Loc Huynh" userId="80c0383e323bd6ea" providerId="LiveId" clId="{AC168C92-BC10-354B-9520-87CD58AC4BAC}" dt="2023-09-13T11:14:34.772" v="1652" actId="14100"/>
          <ac:spMkLst>
            <pc:docMk/>
            <pc:sldMk cId="1997632837" sldId="471"/>
            <ac:spMk id="14" creationId="{D742A93A-92B6-3B44-8730-BB18DFD6ED20}"/>
          </ac:spMkLst>
        </pc:spChg>
      </pc:sldChg>
      <pc:sldChg chg="modSp mod">
        <pc:chgData name="Loc Huynh" userId="80c0383e323bd6ea" providerId="LiveId" clId="{AC168C92-BC10-354B-9520-87CD58AC4BAC}" dt="2023-09-13T11:07:33.957" v="1578" actId="14100"/>
        <pc:sldMkLst>
          <pc:docMk/>
          <pc:sldMk cId="3934483243" sldId="472"/>
        </pc:sldMkLst>
        <pc:spChg chg="mod">
          <ac:chgData name="Loc Huynh" userId="80c0383e323bd6ea" providerId="LiveId" clId="{AC168C92-BC10-354B-9520-87CD58AC4BAC}" dt="2023-09-13T11:07:33.957" v="1578" actId="14100"/>
          <ac:spMkLst>
            <pc:docMk/>
            <pc:sldMk cId="3934483243" sldId="472"/>
            <ac:spMk id="12" creationId="{155E4025-4728-6547-882F-86215B9201A1}"/>
          </ac:spMkLst>
        </pc:spChg>
      </pc:sldChg>
      <pc:sldChg chg="modSp mod">
        <pc:chgData name="Loc Huynh" userId="80c0383e323bd6ea" providerId="LiveId" clId="{AC168C92-BC10-354B-9520-87CD58AC4BAC}" dt="2023-09-13T11:07:40.278" v="1579" actId="14100"/>
        <pc:sldMkLst>
          <pc:docMk/>
          <pc:sldMk cId="3915191108" sldId="473"/>
        </pc:sldMkLst>
        <pc:spChg chg="mod">
          <ac:chgData name="Loc Huynh" userId="80c0383e323bd6ea" providerId="LiveId" clId="{AC168C92-BC10-354B-9520-87CD58AC4BAC}" dt="2023-09-13T11:07:40.278" v="1579" actId="14100"/>
          <ac:spMkLst>
            <pc:docMk/>
            <pc:sldMk cId="3915191108" sldId="473"/>
            <ac:spMk id="8" creationId="{E2746794-A5E6-5D4B-8F68-5C63EC43737F}"/>
          </ac:spMkLst>
        </pc:spChg>
      </pc:sldChg>
      <pc:sldChg chg="modSp mod">
        <pc:chgData name="Loc Huynh" userId="80c0383e323bd6ea" providerId="LiveId" clId="{AC168C92-BC10-354B-9520-87CD58AC4BAC}" dt="2023-09-13T11:10:56.128" v="1621" actId="14100"/>
        <pc:sldMkLst>
          <pc:docMk/>
          <pc:sldMk cId="1242105478" sldId="474"/>
        </pc:sldMkLst>
        <pc:spChg chg="mod">
          <ac:chgData name="Loc Huynh" userId="80c0383e323bd6ea" providerId="LiveId" clId="{AC168C92-BC10-354B-9520-87CD58AC4BAC}" dt="2023-09-13T11:10:56.128" v="1621" actId="14100"/>
          <ac:spMkLst>
            <pc:docMk/>
            <pc:sldMk cId="1242105478" sldId="474"/>
            <ac:spMk id="7" creationId="{03A9A49A-8760-FC48-8E1C-8A867E0DC982}"/>
          </ac:spMkLst>
        </pc:spChg>
        <pc:spChg chg="mod">
          <ac:chgData name="Loc Huynh" userId="80c0383e323bd6ea" providerId="LiveId" clId="{AC168C92-BC10-354B-9520-87CD58AC4BAC}" dt="2023-09-13T11:09:15.792" v="1595" actId="1076"/>
          <ac:spMkLst>
            <pc:docMk/>
            <pc:sldMk cId="1242105478" sldId="474"/>
            <ac:spMk id="8" creationId="{7ECF8F5C-E57B-FE46-8DCB-ECF3061275E0}"/>
          </ac:spMkLst>
        </pc:spChg>
        <pc:spChg chg="mod">
          <ac:chgData name="Loc Huynh" userId="80c0383e323bd6ea" providerId="LiveId" clId="{AC168C92-BC10-354B-9520-87CD58AC4BAC}" dt="2023-09-13T11:08:29.564" v="1585" actId="14100"/>
          <ac:spMkLst>
            <pc:docMk/>
            <pc:sldMk cId="1242105478" sldId="474"/>
            <ac:spMk id="9" creationId="{E0B2BC97-FE1C-E44D-8451-2DC42EA9E39D}"/>
          </ac:spMkLst>
        </pc:spChg>
        <pc:spChg chg="mod">
          <ac:chgData name="Loc Huynh" userId="80c0383e323bd6ea" providerId="LiveId" clId="{AC168C92-BC10-354B-9520-87CD58AC4BAC}" dt="2023-09-13T11:08:16.435" v="1583" actId="255"/>
          <ac:spMkLst>
            <pc:docMk/>
            <pc:sldMk cId="1242105478" sldId="474"/>
            <ac:spMk id="10" creationId="{535C6297-4E11-3147-8597-F20F75516A2D}"/>
          </ac:spMkLst>
        </pc:spChg>
        <pc:spChg chg="mod">
          <ac:chgData name="Loc Huynh" userId="80c0383e323bd6ea" providerId="LiveId" clId="{AC168C92-BC10-354B-9520-87CD58AC4BAC}" dt="2023-09-13T11:09:22.047" v="1596" actId="1076"/>
          <ac:spMkLst>
            <pc:docMk/>
            <pc:sldMk cId="1242105478" sldId="474"/>
            <ac:spMk id="11" creationId="{02D69FDF-1EC3-B84B-8956-E9CBCEEA9D1B}"/>
          </ac:spMkLst>
        </pc:spChg>
        <pc:spChg chg="mod">
          <ac:chgData name="Loc Huynh" userId="80c0383e323bd6ea" providerId="LiveId" clId="{AC168C92-BC10-354B-9520-87CD58AC4BAC}" dt="2023-09-13T11:08:46.484" v="1590" actId="14100"/>
          <ac:spMkLst>
            <pc:docMk/>
            <pc:sldMk cId="1242105478" sldId="474"/>
            <ac:spMk id="25" creationId="{38D813B1-F736-8348-8C90-D25DA3EB6E1C}"/>
          </ac:spMkLst>
        </pc:spChg>
        <pc:spChg chg="mod">
          <ac:chgData name="Loc Huynh" userId="80c0383e323bd6ea" providerId="LiveId" clId="{AC168C92-BC10-354B-9520-87CD58AC4BAC}" dt="2023-09-13T11:10:10.276" v="1613" actId="1076"/>
          <ac:spMkLst>
            <pc:docMk/>
            <pc:sldMk cId="1242105478" sldId="474"/>
            <ac:spMk id="32" creationId="{60C190B3-A31D-E347-BA0A-C1CDFA90B8A8}"/>
          </ac:spMkLst>
        </pc:spChg>
        <pc:spChg chg="mod">
          <ac:chgData name="Loc Huynh" userId="80c0383e323bd6ea" providerId="LiveId" clId="{AC168C92-BC10-354B-9520-87CD58AC4BAC}" dt="2023-09-13T11:10:41.371" v="1617" actId="1036"/>
          <ac:spMkLst>
            <pc:docMk/>
            <pc:sldMk cId="1242105478" sldId="474"/>
            <ac:spMk id="33" creationId="{F0246D17-B7C2-C843-975A-1C55D8A114DB}"/>
          </ac:spMkLst>
        </pc:spChg>
        <pc:spChg chg="mod">
          <ac:chgData name="Loc Huynh" userId="80c0383e323bd6ea" providerId="LiveId" clId="{AC168C92-BC10-354B-9520-87CD58AC4BAC}" dt="2023-09-13T11:08:37.868" v="1587" actId="1076"/>
          <ac:spMkLst>
            <pc:docMk/>
            <pc:sldMk cId="1242105478" sldId="474"/>
            <ac:spMk id="35" creationId="{AE3F959C-6613-DB42-8551-4C0812B9423A}"/>
          </ac:spMkLst>
        </pc:spChg>
        <pc:spChg chg="mod">
          <ac:chgData name="Loc Huynh" userId="80c0383e323bd6ea" providerId="LiveId" clId="{AC168C92-BC10-354B-9520-87CD58AC4BAC}" dt="2023-09-13T11:09:03.134" v="1593" actId="1076"/>
          <ac:spMkLst>
            <pc:docMk/>
            <pc:sldMk cId="1242105478" sldId="474"/>
            <ac:spMk id="36" creationId="{04D49AAE-16B9-BE40-9B2A-370697F0878E}"/>
          </ac:spMkLst>
        </pc:spChg>
        <pc:spChg chg="mod">
          <ac:chgData name="Loc Huynh" userId="80c0383e323bd6ea" providerId="LiveId" clId="{AC168C92-BC10-354B-9520-87CD58AC4BAC}" dt="2023-09-13T11:09:11.270" v="1594" actId="1076"/>
          <ac:spMkLst>
            <pc:docMk/>
            <pc:sldMk cId="1242105478" sldId="474"/>
            <ac:spMk id="37" creationId="{065A310A-0436-C54D-86DD-B03BC35D76E8}"/>
          </ac:spMkLst>
        </pc:spChg>
        <pc:cxnChg chg="mod">
          <ac:chgData name="Loc Huynh" userId="80c0383e323bd6ea" providerId="LiveId" clId="{AC168C92-BC10-354B-9520-87CD58AC4BAC}" dt="2023-09-13T11:09:37.335" v="1602" actId="14100"/>
          <ac:cxnSpMkLst>
            <pc:docMk/>
            <pc:sldMk cId="1242105478" sldId="474"/>
            <ac:cxnSpMk id="13" creationId="{B332532D-A722-4F44-8DFA-A16288457A7F}"/>
          </ac:cxnSpMkLst>
        </pc:cxnChg>
        <pc:cxnChg chg="mod">
          <ac:chgData name="Loc Huynh" userId="80c0383e323bd6ea" providerId="LiveId" clId="{AC168C92-BC10-354B-9520-87CD58AC4BAC}" dt="2023-09-13T11:09:24.273" v="1597" actId="14100"/>
          <ac:cxnSpMkLst>
            <pc:docMk/>
            <pc:sldMk cId="1242105478" sldId="474"/>
            <ac:cxnSpMk id="17" creationId="{242BACA7-6C63-F44C-8A20-22DDFBCADD9B}"/>
          </ac:cxnSpMkLst>
        </pc:cxnChg>
        <pc:cxnChg chg="mod">
          <ac:chgData name="Loc Huynh" userId="80c0383e323bd6ea" providerId="LiveId" clId="{AC168C92-BC10-354B-9520-87CD58AC4BAC}" dt="2023-09-13T11:09:45.615" v="1603" actId="1076"/>
          <ac:cxnSpMkLst>
            <pc:docMk/>
            <pc:sldMk cId="1242105478" sldId="474"/>
            <ac:cxnSpMk id="41" creationId="{7A09A6CE-BF84-1C4C-9839-4506C244CB87}"/>
          </ac:cxnSpMkLst>
        </pc:cxnChg>
        <pc:cxnChg chg="mod">
          <ac:chgData name="Loc Huynh" userId="80c0383e323bd6ea" providerId="LiveId" clId="{AC168C92-BC10-354B-9520-87CD58AC4BAC}" dt="2023-09-13T11:09:53.751" v="1609" actId="1037"/>
          <ac:cxnSpMkLst>
            <pc:docMk/>
            <pc:sldMk cId="1242105478" sldId="474"/>
            <ac:cxnSpMk id="44" creationId="{70869ADA-38FF-6C46-997B-01601BC3B53D}"/>
          </ac:cxnSpMkLst>
        </pc:cxnChg>
        <pc:cxnChg chg="mod">
          <ac:chgData name="Loc Huynh" userId="80c0383e323bd6ea" providerId="LiveId" clId="{AC168C92-BC10-354B-9520-87CD58AC4BAC}" dt="2023-09-13T11:10:01.037" v="1610" actId="14100"/>
          <ac:cxnSpMkLst>
            <pc:docMk/>
            <pc:sldMk cId="1242105478" sldId="474"/>
            <ac:cxnSpMk id="46" creationId="{5DEE573E-59E5-D746-B3FB-5DBB3B27E7A5}"/>
          </ac:cxnSpMkLst>
        </pc:cxnChg>
        <pc:cxnChg chg="mod">
          <ac:chgData name="Loc Huynh" userId="80c0383e323bd6ea" providerId="LiveId" clId="{AC168C92-BC10-354B-9520-87CD58AC4BAC}" dt="2023-09-13T11:10:29.466" v="1615" actId="14100"/>
          <ac:cxnSpMkLst>
            <pc:docMk/>
            <pc:sldMk cId="1242105478" sldId="474"/>
            <ac:cxnSpMk id="54" creationId="{2D62C39C-BDC4-4D4F-8DE4-081D41FC101B}"/>
          </ac:cxnSpMkLst>
        </pc:cxnChg>
        <pc:cxnChg chg="mod">
          <ac:chgData name="Loc Huynh" userId="80c0383e323bd6ea" providerId="LiveId" clId="{AC168C92-BC10-354B-9520-87CD58AC4BAC}" dt="2023-09-13T11:10:43.758" v="1618" actId="1036"/>
          <ac:cxnSpMkLst>
            <pc:docMk/>
            <pc:sldMk cId="1242105478" sldId="474"/>
            <ac:cxnSpMk id="56" creationId="{E77FD24A-F670-1E45-9B84-3F16607832CE}"/>
          </ac:cxnSpMkLst>
        </pc:cxnChg>
      </pc:sldChg>
      <pc:sldChg chg="modSp mod">
        <pc:chgData name="Loc Huynh" userId="80c0383e323bd6ea" providerId="LiveId" clId="{AC168C92-BC10-354B-9520-87CD58AC4BAC}" dt="2023-09-13T11:12:38.593" v="1642" actId="20577"/>
        <pc:sldMkLst>
          <pc:docMk/>
          <pc:sldMk cId="4292046202" sldId="475"/>
        </pc:sldMkLst>
        <pc:spChg chg="mod">
          <ac:chgData name="Loc Huynh" userId="80c0383e323bd6ea" providerId="LiveId" clId="{AC168C92-BC10-354B-9520-87CD58AC4BAC}" dt="2023-09-13T11:12:17.707" v="1636" actId="20577"/>
          <ac:spMkLst>
            <pc:docMk/>
            <pc:sldMk cId="4292046202" sldId="475"/>
            <ac:spMk id="2" creationId="{00000000-0000-0000-0000-000000000000}"/>
          </ac:spMkLst>
        </pc:spChg>
        <pc:spChg chg="mod">
          <ac:chgData name="Loc Huynh" userId="80c0383e323bd6ea" providerId="LiveId" clId="{AC168C92-BC10-354B-9520-87CD58AC4BAC}" dt="2023-09-13T11:12:38.593" v="1642" actId="20577"/>
          <ac:spMkLst>
            <pc:docMk/>
            <pc:sldMk cId="4292046202" sldId="475"/>
            <ac:spMk id="24" creationId="{1DC4C6ED-DBBE-F844-9C53-9AFA24C1A7D5}"/>
          </ac:spMkLst>
        </pc:spChg>
        <pc:spChg chg="mod">
          <ac:chgData name="Loc Huynh" userId="80c0383e323bd6ea" providerId="LiveId" clId="{AC168C92-BC10-354B-9520-87CD58AC4BAC}" dt="2023-09-13T11:11:59.342" v="1632" actId="1076"/>
          <ac:spMkLst>
            <pc:docMk/>
            <pc:sldMk cId="4292046202" sldId="475"/>
            <ac:spMk id="28" creationId="{EF351290-CAF1-E74A-9379-674E3DCCF7D5}"/>
          </ac:spMkLst>
        </pc:spChg>
        <pc:spChg chg="mod">
          <ac:chgData name="Loc Huynh" userId="80c0383e323bd6ea" providerId="LiveId" clId="{AC168C92-BC10-354B-9520-87CD58AC4BAC}" dt="2023-09-13T11:12:08.309" v="1633" actId="1076"/>
          <ac:spMkLst>
            <pc:docMk/>
            <pc:sldMk cId="4292046202" sldId="475"/>
            <ac:spMk id="29" creationId="{DD594DF2-FD31-B74F-B472-EAA7368B207F}"/>
          </ac:spMkLst>
        </pc:spChg>
        <pc:spChg chg="mod">
          <ac:chgData name="Loc Huynh" userId="80c0383e323bd6ea" providerId="LiveId" clId="{AC168C92-BC10-354B-9520-87CD58AC4BAC}" dt="2023-09-13T11:12:13.868" v="1634" actId="1076"/>
          <ac:spMkLst>
            <pc:docMk/>
            <pc:sldMk cId="4292046202" sldId="475"/>
            <ac:spMk id="30" creationId="{AD1DAF9A-BD96-F647-8725-FD19487DC555}"/>
          </ac:spMkLst>
        </pc:spChg>
        <pc:spChg chg="mod">
          <ac:chgData name="Loc Huynh" userId="80c0383e323bd6ea" providerId="LiveId" clId="{AC168C92-BC10-354B-9520-87CD58AC4BAC}" dt="2023-09-13T11:11:55.550" v="1631" actId="1076"/>
          <ac:spMkLst>
            <pc:docMk/>
            <pc:sldMk cId="4292046202" sldId="475"/>
            <ac:spMk id="34" creationId="{FB1A7FA0-DFE5-5C4C-8EBA-424C0CF84F49}"/>
          </ac:spMkLst>
        </pc:spChg>
        <pc:spChg chg="mod">
          <ac:chgData name="Loc Huynh" userId="80c0383e323bd6ea" providerId="LiveId" clId="{AC168C92-BC10-354B-9520-87CD58AC4BAC}" dt="2023-09-13T11:11:36.492" v="1630" actId="14100"/>
          <ac:spMkLst>
            <pc:docMk/>
            <pc:sldMk cId="4292046202" sldId="475"/>
            <ac:spMk id="40" creationId="{4911A666-E045-B542-9925-585481B87B25}"/>
          </ac:spMkLst>
        </pc:spChg>
        <pc:grpChg chg="mod">
          <ac:chgData name="Loc Huynh" userId="80c0383e323bd6ea" providerId="LiveId" clId="{AC168C92-BC10-354B-9520-87CD58AC4BAC}" dt="2023-09-13T11:11:24.614" v="1626" actId="14100"/>
          <ac:grpSpMkLst>
            <pc:docMk/>
            <pc:sldMk cId="4292046202" sldId="475"/>
            <ac:grpSpMk id="14" creationId="{8251591F-C8E3-6844-A07F-A81F38C94C12}"/>
          </ac:grpSpMkLst>
        </pc:grpChg>
      </pc:sldChg>
      <pc:sldChg chg="modSp mod">
        <pc:chgData name="Loc Huynh" userId="80c0383e323bd6ea" providerId="LiveId" clId="{AC168C92-BC10-354B-9520-87CD58AC4BAC}" dt="2023-09-13T11:13:28.936" v="1647" actId="1076"/>
        <pc:sldMkLst>
          <pc:docMk/>
          <pc:sldMk cId="1875871481" sldId="480"/>
        </pc:sldMkLst>
        <pc:spChg chg="mod">
          <ac:chgData name="Loc Huynh" userId="80c0383e323bd6ea" providerId="LiveId" clId="{AC168C92-BC10-354B-9520-87CD58AC4BAC}" dt="2023-09-13T11:13:26.722" v="1646" actId="14100"/>
          <ac:spMkLst>
            <pc:docMk/>
            <pc:sldMk cId="1875871481" sldId="480"/>
            <ac:spMk id="7" creationId="{162C9B1B-AD7F-8D4C-90CB-A0C646A54532}"/>
          </ac:spMkLst>
        </pc:spChg>
        <pc:spChg chg="mod">
          <ac:chgData name="Loc Huynh" userId="80c0383e323bd6ea" providerId="LiveId" clId="{AC168C92-BC10-354B-9520-87CD58AC4BAC}" dt="2023-09-13T11:13:28.936" v="1647" actId="1076"/>
          <ac:spMkLst>
            <pc:docMk/>
            <pc:sldMk cId="1875871481" sldId="480"/>
            <ac:spMk id="11" creationId="{7A5714F0-3F48-FB48-950A-8006C6974611}"/>
          </ac:spMkLst>
        </pc:spChg>
        <pc:spChg chg="mod">
          <ac:chgData name="Loc Huynh" userId="80c0383e323bd6ea" providerId="LiveId" clId="{AC168C92-BC10-354B-9520-87CD58AC4BAC}" dt="2023-09-13T11:13:24.349" v="1645" actId="14100"/>
          <ac:spMkLst>
            <pc:docMk/>
            <pc:sldMk cId="1875871481" sldId="480"/>
            <ac:spMk id="24" creationId="{03D1B279-DA61-5E4C-B4EE-0B2EA31B38A3}"/>
          </ac:spMkLst>
        </pc:spChg>
      </pc:sldChg>
      <pc:sldChg chg="addSp delSp modSp add mod ord">
        <pc:chgData name="Loc Huynh" userId="80c0383e323bd6ea" providerId="LiveId" clId="{AC168C92-BC10-354B-9520-87CD58AC4BAC}" dt="2023-09-13T08:36:38.893" v="1119" actId="20577"/>
        <pc:sldMkLst>
          <pc:docMk/>
          <pc:sldMk cId="2353403814" sldId="493"/>
        </pc:sldMkLst>
        <pc:spChg chg="mod">
          <ac:chgData name="Loc Huynh" userId="80c0383e323bd6ea" providerId="LiveId" clId="{AC168C92-BC10-354B-9520-87CD58AC4BAC}" dt="2023-09-13T08:36:38.893" v="1119" actId="20577"/>
          <ac:spMkLst>
            <pc:docMk/>
            <pc:sldMk cId="2353403814" sldId="493"/>
            <ac:spMk id="3" creationId="{2367EAE8-B0EA-5F48-8E8B-1FAEEDF05579}"/>
          </ac:spMkLst>
        </pc:spChg>
        <pc:spChg chg="del mod topLvl">
          <ac:chgData name="Loc Huynh" userId="80c0383e323bd6ea" providerId="LiveId" clId="{AC168C92-BC10-354B-9520-87CD58AC4BAC}" dt="2023-09-13T07:46:37.925" v="396" actId="478"/>
          <ac:spMkLst>
            <pc:docMk/>
            <pc:sldMk cId="2353403814" sldId="493"/>
            <ac:spMk id="8" creationId="{18B1401B-5055-911F-2600-AB4ED607CF42}"/>
          </ac:spMkLst>
        </pc:spChg>
        <pc:spChg chg="del">
          <ac:chgData name="Loc Huynh" userId="80c0383e323bd6ea" providerId="LiveId" clId="{AC168C92-BC10-354B-9520-87CD58AC4BAC}" dt="2023-09-13T07:43:03.802" v="390" actId="478"/>
          <ac:spMkLst>
            <pc:docMk/>
            <pc:sldMk cId="2353403814" sldId="493"/>
            <ac:spMk id="9" creationId="{840A3FFA-F31F-8E4E-8C11-7FD8F154C13E}"/>
          </ac:spMkLst>
        </pc:spChg>
        <pc:spChg chg="mod">
          <ac:chgData name="Loc Huynh" userId="80c0383e323bd6ea" providerId="LiveId" clId="{AC168C92-BC10-354B-9520-87CD58AC4BAC}" dt="2023-09-13T08:31:27.619" v="1066" actId="1076"/>
          <ac:spMkLst>
            <pc:docMk/>
            <pc:sldMk cId="2353403814" sldId="493"/>
            <ac:spMk id="11" creationId="{BC2E18B4-C663-F1EF-ACCD-E12E4C3680D5}"/>
          </ac:spMkLst>
        </pc:spChg>
        <pc:grpChg chg="add del mod">
          <ac:chgData name="Loc Huynh" userId="80c0383e323bd6ea" providerId="LiveId" clId="{AC168C92-BC10-354B-9520-87CD58AC4BAC}" dt="2023-09-13T07:46:37.925" v="396" actId="478"/>
          <ac:grpSpMkLst>
            <pc:docMk/>
            <pc:sldMk cId="2353403814" sldId="493"/>
            <ac:grpSpMk id="6" creationId="{B7674FBF-2CAA-6744-CF6D-FEC8C6CFB514}"/>
          </ac:grpSpMkLst>
        </pc:grpChg>
        <pc:grpChg chg="mod topLvl">
          <ac:chgData name="Loc Huynh" userId="80c0383e323bd6ea" providerId="LiveId" clId="{AC168C92-BC10-354B-9520-87CD58AC4BAC}" dt="2023-09-13T08:31:27.619" v="1066" actId="1076"/>
          <ac:grpSpMkLst>
            <pc:docMk/>
            <pc:sldMk cId="2353403814" sldId="493"/>
            <ac:grpSpMk id="7" creationId="{FB6E7379-F1BF-0A43-FB34-19030085C70D}"/>
          </ac:grpSpMkLst>
        </pc:grpChg>
        <pc:picChg chg="mod">
          <ac:chgData name="Loc Huynh" userId="80c0383e323bd6ea" providerId="LiveId" clId="{AC168C92-BC10-354B-9520-87CD58AC4BAC}" dt="2023-09-13T08:31:27.619" v="1066" actId="1076"/>
          <ac:picMkLst>
            <pc:docMk/>
            <pc:sldMk cId="2353403814" sldId="493"/>
            <ac:picMk id="10" creationId="{B188738F-5A9C-5BDE-238B-8F21346E5803}"/>
          </ac:picMkLst>
        </pc:picChg>
        <pc:picChg chg="del">
          <ac:chgData name="Loc Huynh" userId="80c0383e323bd6ea" providerId="LiveId" clId="{AC168C92-BC10-354B-9520-87CD58AC4BAC}" dt="2023-09-13T07:43:01.397" v="388" actId="478"/>
          <ac:picMkLst>
            <pc:docMk/>
            <pc:sldMk cId="2353403814" sldId="493"/>
            <ac:picMk id="2052" creationId="{44657C20-871D-8447-BED3-972142C9EC42}"/>
          </ac:picMkLst>
        </pc:picChg>
        <pc:picChg chg="del">
          <ac:chgData name="Loc Huynh" userId="80c0383e323bd6ea" providerId="LiveId" clId="{AC168C92-BC10-354B-9520-87CD58AC4BAC}" dt="2023-09-13T07:43:03.012" v="389" actId="478"/>
          <ac:picMkLst>
            <pc:docMk/>
            <pc:sldMk cId="2353403814" sldId="493"/>
            <ac:picMk id="2054" creationId="{FA47C0FF-84DC-4A4E-A954-74EBB20B6326}"/>
          </ac:picMkLst>
        </pc:picChg>
      </pc:sldChg>
      <pc:sldChg chg="addSp delSp modSp add mod modNotesTx">
        <pc:chgData name="Loc Huynh" userId="80c0383e323bd6ea" providerId="LiveId" clId="{AC168C92-BC10-354B-9520-87CD58AC4BAC}" dt="2023-09-13T08:38:54.198" v="1230" actId="1076"/>
        <pc:sldMkLst>
          <pc:docMk/>
          <pc:sldMk cId="1075784339" sldId="494"/>
        </pc:sldMkLst>
        <pc:spChg chg="mod">
          <ac:chgData name="Loc Huynh" userId="80c0383e323bd6ea" providerId="LiveId" clId="{AC168C92-BC10-354B-9520-87CD58AC4BAC}" dt="2023-09-13T08:38:27.877" v="1226" actId="207"/>
          <ac:spMkLst>
            <pc:docMk/>
            <pc:sldMk cId="1075784339" sldId="494"/>
            <ac:spMk id="3" creationId="{176A9FE1-2294-4F44-B43C-EB2898277BF1}"/>
          </ac:spMkLst>
        </pc:spChg>
        <pc:spChg chg="del">
          <ac:chgData name="Loc Huynh" userId="80c0383e323bd6ea" providerId="LiveId" clId="{AC168C92-BC10-354B-9520-87CD58AC4BAC}" dt="2023-09-13T08:35:58.080" v="1075" actId="478"/>
          <ac:spMkLst>
            <pc:docMk/>
            <pc:sldMk cId="1075784339" sldId="494"/>
            <ac:spMk id="6" creationId="{EBC161D7-1BE9-AC42-BDB8-843AFEA7F5AC}"/>
          </ac:spMkLst>
        </pc:spChg>
        <pc:spChg chg="del topLvl">
          <ac:chgData name="Loc Huynh" userId="80c0383e323bd6ea" providerId="LiveId" clId="{AC168C92-BC10-354B-9520-87CD58AC4BAC}" dt="2023-09-13T08:35:56.495" v="1074" actId="478"/>
          <ac:spMkLst>
            <pc:docMk/>
            <pc:sldMk cId="1075784339" sldId="494"/>
            <ac:spMk id="7" creationId="{9D65668A-A5C9-454A-9FF1-1F3C583F0163}"/>
          </ac:spMkLst>
        </pc:spChg>
        <pc:spChg chg="add mod">
          <ac:chgData name="Loc Huynh" userId="80c0383e323bd6ea" providerId="LiveId" clId="{AC168C92-BC10-354B-9520-87CD58AC4BAC}" dt="2023-09-13T08:35:53.101" v="1073" actId="1076"/>
          <ac:spMkLst>
            <pc:docMk/>
            <pc:sldMk cId="1075784339" sldId="494"/>
            <ac:spMk id="11" creationId="{32B495B4-AFE4-A824-6A55-FFD4F92BEA27}"/>
          </ac:spMkLst>
        </pc:spChg>
        <pc:grpChg chg="topLvl">
          <ac:chgData name="Loc Huynh" userId="80c0383e323bd6ea" providerId="LiveId" clId="{AC168C92-BC10-354B-9520-87CD58AC4BAC}" dt="2023-09-13T08:35:56.495" v="1074" actId="478"/>
          <ac:grpSpMkLst>
            <pc:docMk/>
            <pc:sldMk cId="1075784339" sldId="494"/>
            <ac:grpSpMk id="9" creationId="{56E127BF-C41B-0D42-AFC9-0B85C2EBFD28}"/>
          </ac:grpSpMkLst>
        </pc:grpChg>
        <pc:grpChg chg="del">
          <ac:chgData name="Loc Huynh" userId="80c0383e323bd6ea" providerId="LiveId" clId="{AC168C92-BC10-354B-9520-87CD58AC4BAC}" dt="2023-09-13T08:35:56.495" v="1074" actId="478"/>
          <ac:grpSpMkLst>
            <pc:docMk/>
            <pc:sldMk cId="1075784339" sldId="494"/>
            <ac:grpSpMk id="10" creationId="{A4EEE53E-6680-0D49-8F3B-8637E8F36575}"/>
          </ac:grpSpMkLst>
        </pc:grpChg>
        <pc:picChg chg="add mod">
          <ac:chgData name="Loc Huynh" userId="80c0383e323bd6ea" providerId="LiveId" clId="{AC168C92-BC10-354B-9520-87CD58AC4BAC}" dt="2023-09-13T08:38:54.198" v="1230" actId="1076"/>
          <ac:picMkLst>
            <pc:docMk/>
            <pc:sldMk cId="1075784339" sldId="494"/>
            <ac:picMk id="12" creationId="{A9A46A98-DA63-387D-B328-1DA8E3C5408C}"/>
          </ac:picMkLst>
        </pc:picChg>
      </pc:sldChg>
      <pc:sldChg chg="addSp delSp modSp add del mod chgLayout">
        <pc:chgData name="Loc Huynh" userId="80c0383e323bd6ea" providerId="LiveId" clId="{AC168C92-BC10-354B-9520-87CD58AC4BAC}" dt="2023-09-13T08:35:26.429" v="1070" actId="2696"/>
        <pc:sldMkLst>
          <pc:docMk/>
          <pc:sldMk cId="3492196897" sldId="494"/>
        </pc:sldMkLst>
        <pc:spChg chg="mod ord">
          <ac:chgData name="Loc Huynh" userId="80c0383e323bd6ea" providerId="LiveId" clId="{AC168C92-BC10-354B-9520-87CD58AC4BAC}" dt="2023-09-13T07:36:38.480" v="292" actId="700"/>
          <ac:spMkLst>
            <pc:docMk/>
            <pc:sldMk cId="3492196897" sldId="494"/>
            <ac:spMk id="2" creationId="{77B9269B-79C8-1341-B6DB-813F3CC2A24B}"/>
          </ac:spMkLst>
        </pc:spChg>
        <pc:spChg chg="mod ord">
          <ac:chgData name="Loc Huynh" userId="80c0383e323bd6ea" providerId="LiveId" clId="{AC168C92-BC10-354B-9520-87CD58AC4BAC}" dt="2023-09-13T07:36:38.480" v="292" actId="700"/>
          <ac:spMkLst>
            <pc:docMk/>
            <pc:sldMk cId="3492196897" sldId="494"/>
            <ac:spMk id="4" creationId="{7DEC8261-703F-AC42-8F39-91BBEA1E582C}"/>
          </ac:spMkLst>
        </pc:spChg>
        <pc:spChg chg="mod ord">
          <ac:chgData name="Loc Huynh" userId="80c0383e323bd6ea" providerId="LiveId" clId="{AC168C92-BC10-354B-9520-87CD58AC4BAC}" dt="2023-09-13T07:36:38.480" v="292" actId="700"/>
          <ac:spMkLst>
            <pc:docMk/>
            <pc:sldMk cId="3492196897" sldId="494"/>
            <ac:spMk id="5" creationId="{2F417248-1216-FA4A-9457-008CBF269BA2}"/>
          </ac:spMkLst>
        </pc:spChg>
        <pc:spChg chg="add del mod">
          <ac:chgData name="Loc Huynh" userId="80c0383e323bd6ea" providerId="LiveId" clId="{AC168C92-BC10-354B-9520-87CD58AC4BAC}" dt="2023-09-13T07:34:44.174" v="282" actId="478"/>
          <ac:spMkLst>
            <pc:docMk/>
            <pc:sldMk cId="3492196897" sldId="494"/>
            <ac:spMk id="8" creationId="{64F778E1-BF60-CAD1-C859-C87424E45A1A}"/>
          </ac:spMkLst>
        </pc:spChg>
        <pc:spChg chg="add del mod">
          <ac:chgData name="Loc Huynh" userId="80c0383e323bd6ea" providerId="LiveId" clId="{AC168C92-BC10-354B-9520-87CD58AC4BAC}" dt="2023-09-13T07:36:05.415" v="291" actId="478"/>
          <ac:spMkLst>
            <pc:docMk/>
            <pc:sldMk cId="3492196897" sldId="494"/>
            <ac:spMk id="9" creationId="{36260321-AC6E-788B-A5FB-F6572C0EDF85}"/>
          </ac:spMkLst>
        </pc:spChg>
        <pc:spChg chg="add del mod ord">
          <ac:chgData name="Loc Huynh" userId="80c0383e323bd6ea" providerId="LiveId" clId="{AC168C92-BC10-354B-9520-87CD58AC4BAC}" dt="2023-09-13T07:36:50.911" v="293" actId="931"/>
          <ac:spMkLst>
            <pc:docMk/>
            <pc:sldMk cId="3492196897" sldId="494"/>
            <ac:spMk id="11" creationId="{15AB4FD3-2CF3-C71B-284F-E7FFF57EB155}"/>
          </ac:spMkLst>
        </pc:spChg>
        <pc:spChg chg="mod">
          <ac:chgData name="Loc Huynh" userId="80c0383e323bd6ea" providerId="LiveId" clId="{AC168C92-BC10-354B-9520-87CD58AC4BAC}" dt="2023-09-13T07:37:13.511" v="295" actId="1076"/>
          <ac:spMkLst>
            <pc:docMk/>
            <pc:sldMk cId="3492196897" sldId="494"/>
            <ac:spMk id="13" creationId="{87097C54-B524-8787-FDB6-7E3F9915F6A0}"/>
          </ac:spMkLst>
        </pc:spChg>
        <pc:picChg chg="add del mod">
          <ac:chgData name="Loc Huynh" userId="80c0383e323bd6ea" providerId="LiveId" clId="{AC168C92-BC10-354B-9520-87CD58AC4BAC}" dt="2023-09-13T07:35:57.717" v="288" actId="478"/>
          <ac:picMkLst>
            <pc:docMk/>
            <pc:sldMk cId="3492196897" sldId="494"/>
            <ac:picMk id="6" creationId="{5E443622-575B-660C-945A-66B90004527E}"/>
          </ac:picMkLst>
        </pc:picChg>
        <pc:picChg chg="del">
          <ac:chgData name="Loc Huynh" userId="80c0383e323bd6ea" providerId="LiveId" clId="{AC168C92-BC10-354B-9520-87CD58AC4BAC}" dt="2023-09-13T07:34:32.083" v="280" actId="478"/>
          <ac:picMkLst>
            <pc:docMk/>
            <pc:sldMk cId="3492196897" sldId="494"/>
            <ac:picMk id="10" creationId="{609188E1-629E-12C7-89E8-A6BDBA659F3C}"/>
          </ac:picMkLst>
        </pc:picChg>
        <pc:picChg chg="del">
          <ac:chgData name="Loc Huynh" userId="80c0383e323bd6ea" providerId="LiveId" clId="{AC168C92-BC10-354B-9520-87CD58AC4BAC}" dt="2023-09-13T07:34:45.517" v="283" actId="478"/>
          <ac:picMkLst>
            <pc:docMk/>
            <pc:sldMk cId="3492196897" sldId="494"/>
            <ac:picMk id="12" creationId="{19FD5092-F839-2AF7-ACED-1EC90FEE6765}"/>
          </ac:picMkLst>
        </pc:picChg>
        <pc:picChg chg="add mod">
          <ac:chgData name="Loc Huynh" userId="80c0383e323bd6ea" providerId="LiveId" clId="{AC168C92-BC10-354B-9520-87CD58AC4BAC}" dt="2023-09-13T07:36:50.911" v="293" actId="931"/>
          <ac:picMkLst>
            <pc:docMk/>
            <pc:sldMk cId="3492196897" sldId="494"/>
            <ac:picMk id="15" creationId="{BCF34F2E-E0BA-B778-EBDD-2B9B7EE49F84}"/>
          </ac:picMkLst>
        </pc:picChg>
      </pc:sldChg>
      <pc:sldChg chg="modSp mod">
        <pc:chgData name="Loc Huynh" userId="80c0383e323bd6ea" providerId="LiveId" clId="{AC168C92-BC10-354B-9520-87CD58AC4BAC}" dt="2023-09-13T11:05:52.317" v="1566" actId="14100"/>
        <pc:sldMkLst>
          <pc:docMk/>
          <pc:sldMk cId="3887065777" sldId="495"/>
        </pc:sldMkLst>
        <pc:spChg chg="mod">
          <ac:chgData name="Loc Huynh" userId="80c0383e323bd6ea" providerId="LiveId" clId="{AC168C92-BC10-354B-9520-87CD58AC4BAC}" dt="2023-09-13T11:05:52.317" v="1566" actId="14100"/>
          <ac:spMkLst>
            <pc:docMk/>
            <pc:sldMk cId="3887065777" sldId="495"/>
            <ac:spMk id="3" creationId="{FB20DB8C-1C89-CCD3-C728-ED46C18517F2}"/>
          </ac:spMkLst>
        </pc:spChg>
      </pc:sldChg>
      <pc:sldChg chg="modSp mod">
        <pc:chgData name="Loc Huynh" userId="80c0383e323bd6ea" providerId="LiveId" clId="{AC168C92-BC10-354B-9520-87CD58AC4BAC}" dt="2023-09-13T11:04:20.063" v="1549" actId="14100"/>
        <pc:sldMkLst>
          <pc:docMk/>
          <pc:sldMk cId="1922161333" sldId="496"/>
        </pc:sldMkLst>
        <pc:spChg chg="mod">
          <ac:chgData name="Loc Huynh" userId="80c0383e323bd6ea" providerId="LiveId" clId="{AC168C92-BC10-354B-9520-87CD58AC4BAC}" dt="2023-09-13T11:04:20.063" v="1549" actId="14100"/>
          <ac:spMkLst>
            <pc:docMk/>
            <pc:sldMk cId="1922161333" sldId="496"/>
            <ac:spMk id="7" creationId="{F15FABF9-88B9-112D-C1A1-EFD343147104}"/>
          </ac:spMkLst>
        </pc:spChg>
      </pc:sldChg>
      <pc:sldChg chg="modSp mod">
        <pc:chgData name="Loc Huynh" userId="80c0383e323bd6ea" providerId="LiveId" clId="{AC168C92-BC10-354B-9520-87CD58AC4BAC}" dt="2023-09-13T11:06:07.640" v="1568" actId="14100"/>
        <pc:sldMkLst>
          <pc:docMk/>
          <pc:sldMk cId="1152783581" sldId="497"/>
        </pc:sldMkLst>
        <pc:spChg chg="mod">
          <ac:chgData name="Loc Huynh" userId="80c0383e323bd6ea" providerId="LiveId" clId="{AC168C92-BC10-354B-9520-87CD58AC4BAC}" dt="2023-09-13T11:06:07.640" v="1568" actId="14100"/>
          <ac:spMkLst>
            <pc:docMk/>
            <pc:sldMk cId="1152783581" sldId="497"/>
            <ac:spMk id="3" creationId="{1026FBB4-1B9B-BA3F-B3B1-AFC2991BD373}"/>
          </ac:spMkLst>
        </pc:spChg>
      </pc:sldChg>
      <pc:sldChg chg="modSp mod">
        <pc:chgData name="Loc Huynh" userId="80c0383e323bd6ea" providerId="LiveId" clId="{AC168C92-BC10-354B-9520-87CD58AC4BAC}" dt="2023-09-13T11:04:31.944" v="1552" actId="1076"/>
        <pc:sldMkLst>
          <pc:docMk/>
          <pc:sldMk cId="2317161822" sldId="498"/>
        </pc:sldMkLst>
        <pc:spChg chg="mod">
          <ac:chgData name="Loc Huynh" userId="80c0383e323bd6ea" providerId="LiveId" clId="{AC168C92-BC10-354B-9520-87CD58AC4BAC}" dt="2023-09-13T11:04:31.944" v="1552" actId="1076"/>
          <ac:spMkLst>
            <pc:docMk/>
            <pc:sldMk cId="2317161822" sldId="498"/>
            <ac:spMk id="7" creationId="{A8D4045D-E969-D462-3D06-825F50FADA02}"/>
          </ac:spMkLst>
        </pc:spChg>
      </pc:sldChg>
      <pc:sldMasterChg chg="delSldLayout modSldLayout">
        <pc:chgData name="Loc Huynh" userId="80c0383e323bd6ea" providerId="LiveId" clId="{AC168C92-BC10-354B-9520-87CD58AC4BAC}" dt="2023-09-13T07:48:44.962" v="426" actId="2696"/>
        <pc:sldMasterMkLst>
          <pc:docMk/>
          <pc:sldMasterMk cId="3606943067" sldId="2147483660"/>
        </pc:sldMasterMkLst>
        <pc:sldLayoutChg chg="modSp mod">
          <pc:chgData name="Loc Huynh" userId="80c0383e323bd6ea" providerId="LiveId" clId="{AC168C92-BC10-354B-9520-87CD58AC4BAC}" dt="2023-09-13T07:12:01.765" v="147" actId="255"/>
          <pc:sldLayoutMkLst>
            <pc:docMk/>
            <pc:sldMasterMk cId="3606943067" sldId="2147483660"/>
            <pc:sldLayoutMk cId="2558408553" sldId="2147483665"/>
          </pc:sldLayoutMkLst>
          <pc:spChg chg="mod">
            <ac:chgData name="Loc Huynh" userId="80c0383e323bd6ea" providerId="LiveId" clId="{AC168C92-BC10-354B-9520-87CD58AC4BAC}" dt="2023-09-13T07:11:54.590" v="146" actId="255"/>
            <ac:spMkLst>
              <pc:docMk/>
              <pc:sldMasterMk cId="3606943067" sldId="2147483660"/>
              <pc:sldLayoutMk cId="2558408553" sldId="2147483665"/>
              <ac:spMk id="3" creationId="{00000000-0000-0000-0000-000000000000}"/>
            </ac:spMkLst>
          </pc:spChg>
          <pc:spChg chg="mod">
            <ac:chgData name="Loc Huynh" userId="80c0383e323bd6ea" providerId="LiveId" clId="{AC168C92-BC10-354B-9520-87CD58AC4BAC}" dt="2023-09-13T07:11:35.269" v="141" actId="1035"/>
            <ac:spMkLst>
              <pc:docMk/>
              <pc:sldMasterMk cId="3606943067" sldId="2147483660"/>
              <pc:sldLayoutMk cId="2558408553" sldId="2147483665"/>
              <ac:spMk id="4" creationId="{00000000-0000-0000-0000-000000000000}"/>
            </ac:spMkLst>
          </pc:spChg>
          <pc:spChg chg="mod">
            <ac:chgData name="Loc Huynh" userId="80c0383e323bd6ea" providerId="LiveId" clId="{AC168C92-BC10-354B-9520-87CD58AC4BAC}" dt="2023-09-13T07:12:01.765" v="147" actId="255"/>
            <ac:spMkLst>
              <pc:docMk/>
              <pc:sldMasterMk cId="3606943067" sldId="2147483660"/>
              <pc:sldLayoutMk cId="2558408553" sldId="2147483665"/>
              <ac:spMk id="5" creationId="{00000000-0000-0000-0000-000000000000}"/>
            </ac:spMkLst>
          </pc:spChg>
          <pc:spChg chg="mod">
            <ac:chgData name="Loc Huynh" userId="80c0383e323bd6ea" providerId="LiveId" clId="{AC168C92-BC10-354B-9520-87CD58AC4BAC}" dt="2023-09-13T07:11:35.269" v="141" actId="1035"/>
            <ac:spMkLst>
              <pc:docMk/>
              <pc:sldMasterMk cId="3606943067" sldId="2147483660"/>
              <pc:sldLayoutMk cId="2558408553" sldId="2147483665"/>
              <ac:spMk id="6" creationId="{00000000-0000-0000-0000-000000000000}"/>
            </ac:spMkLst>
          </pc:spChg>
        </pc:sldLayoutChg>
        <pc:sldLayoutChg chg="del">
          <pc:chgData name="Loc Huynh" userId="80c0383e323bd6ea" providerId="LiveId" clId="{AC168C92-BC10-354B-9520-87CD58AC4BAC}" dt="2023-09-13T07:48:44.962" v="426" actId="2696"/>
          <pc:sldLayoutMkLst>
            <pc:docMk/>
            <pc:sldMasterMk cId="3606943067" sldId="2147483660"/>
            <pc:sldLayoutMk cId="1213842730" sldId="2147483668"/>
          </pc:sldLayoutMkLst>
        </pc:sldLayoutChg>
      </pc:sldMasterChg>
    </pc:docChg>
  </pc:docChgLst>
  <pc:docChgLst>
    <pc:chgData name="Loc Huynh" userId="80c0383e323bd6ea" providerId="LiveId" clId="{0436A769-9B8B-4871-8306-E47AD2895456}"/>
    <pc:docChg chg="undo custSel modSld">
      <pc:chgData name="Loc Huynh" userId="80c0383e323bd6ea" providerId="LiveId" clId="{0436A769-9B8B-4871-8306-E47AD2895456}" dt="2023-09-18T08:32:20.844" v="179" actId="13926"/>
      <pc:docMkLst>
        <pc:docMk/>
      </pc:docMkLst>
      <pc:sldChg chg="modSp mod">
        <pc:chgData name="Loc Huynh" userId="80c0383e323bd6ea" providerId="LiveId" clId="{0436A769-9B8B-4871-8306-E47AD2895456}" dt="2023-09-18T08:25:09.242" v="31" actId="14100"/>
        <pc:sldMkLst>
          <pc:docMk/>
          <pc:sldMk cId="3759166692" sldId="508"/>
        </pc:sldMkLst>
        <pc:spChg chg="mod">
          <ac:chgData name="Loc Huynh" userId="80c0383e323bd6ea" providerId="LiveId" clId="{0436A769-9B8B-4871-8306-E47AD2895456}" dt="2023-09-18T08:24:35.492" v="23" actId="20577"/>
          <ac:spMkLst>
            <pc:docMk/>
            <pc:sldMk cId="3759166692" sldId="508"/>
            <ac:spMk id="7" creationId="{9CF46A69-C370-BC4E-A1B6-0D08CD7E7D51}"/>
          </ac:spMkLst>
        </pc:spChg>
        <pc:spChg chg="mod">
          <ac:chgData name="Loc Huynh" userId="80c0383e323bd6ea" providerId="LiveId" clId="{0436A769-9B8B-4871-8306-E47AD2895456}" dt="2023-09-18T08:23:34.396" v="10" actId="1076"/>
          <ac:spMkLst>
            <pc:docMk/>
            <pc:sldMk cId="3759166692" sldId="508"/>
            <ac:spMk id="9" creationId="{ADBD2633-F9F7-50BE-2B7C-43FCA352AA7A}"/>
          </ac:spMkLst>
        </pc:spChg>
        <pc:spChg chg="mod">
          <ac:chgData name="Loc Huynh" userId="80c0383e323bd6ea" providerId="LiveId" clId="{0436A769-9B8B-4871-8306-E47AD2895456}" dt="2023-09-18T08:23:34.396" v="10" actId="1076"/>
          <ac:spMkLst>
            <pc:docMk/>
            <pc:sldMk cId="3759166692" sldId="508"/>
            <ac:spMk id="10" creationId="{BAEE126E-9848-765F-65E4-212604EB5975}"/>
          </ac:spMkLst>
        </pc:spChg>
        <pc:spChg chg="mod">
          <ac:chgData name="Loc Huynh" userId="80c0383e323bd6ea" providerId="LiveId" clId="{0436A769-9B8B-4871-8306-E47AD2895456}" dt="2023-09-18T08:23:34.396" v="10" actId="1076"/>
          <ac:spMkLst>
            <pc:docMk/>
            <pc:sldMk cId="3759166692" sldId="508"/>
            <ac:spMk id="24" creationId="{AE89153D-ED86-6D90-DF1D-45B1DE2007F8}"/>
          </ac:spMkLst>
        </pc:spChg>
        <pc:spChg chg="mod">
          <ac:chgData name="Loc Huynh" userId="80c0383e323bd6ea" providerId="LiveId" clId="{0436A769-9B8B-4871-8306-E47AD2895456}" dt="2023-09-18T08:23:34.396" v="10" actId="1076"/>
          <ac:spMkLst>
            <pc:docMk/>
            <pc:sldMk cId="3759166692" sldId="508"/>
            <ac:spMk id="29" creationId="{B1863B2D-FB45-1802-BBFF-C40E2A51FCC5}"/>
          </ac:spMkLst>
        </pc:spChg>
        <pc:spChg chg="mod">
          <ac:chgData name="Loc Huynh" userId="80c0383e323bd6ea" providerId="LiveId" clId="{0436A769-9B8B-4871-8306-E47AD2895456}" dt="2023-09-18T08:23:34.396" v="10" actId="1076"/>
          <ac:spMkLst>
            <pc:docMk/>
            <pc:sldMk cId="3759166692" sldId="508"/>
            <ac:spMk id="31" creationId="{AF212A66-DAC0-2A27-1E15-ECEF0CA36879}"/>
          </ac:spMkLst>
        </pc:spChg>
        <pc:spChg chg="mod">
          <ac:chgData name="Loc Huynh" userId="80c0383e323bd6ea" providerId="LiveId" clId="{0436A769-9B8B-4871-8306-E47AD2895456}" dt="2023-09-18T08:23:34.396" v="10" actId="1076"/>
          <ac:spMkLst>
            <pc:docMk/>
            <pc:sldMk cId="3759166692" sldId="508"/>
            <ac:spMk id="33" creationId="{159D4F7C-151A-0AC0-4B79-00E1DDAD2FCF}"/>
          </ac:spMkLst>
        </pc:spChg>
        <pc:spChg chg="mod">
          <ac:chgData name="Loc Huynh" userId="80c0383e323bd6ea" providerId="LiveId" clId="{0436A769-9B8B-4871-8306-E47AD2895456}" dt="2023-09-18T08:23:34.396" v="10" actId="1076"/>
          <ac:spMkLst>
            <pc:docMk/>
            <pc:sldMk cId="3759166692" sldId="508"/>
            <ac:spMk id="34" creationId="{ABF4CE5B-8275-31EC-0F97-2593B4609BBD}"/>
          </ac:spMkLst>
        </pc:spChg>
        <pc:spChg chg="mod">
          <ac:chgData name="Loc Huynh" userId="80c0383e323bd6ea" providerId="LiveId" clId="{0436A769-9B8B-4871-8306-E47AD2895456}" dt="2023-09-18T08:23:34.396" v="10" actId="1076"/>
          <ac:spMkLst>
            <pc:docMk/>
            <pc:sldMk cId="3759166692" sldId="508"/>
            <ac:spMk id="38" creationId="{630B6D47-0461-02AE-0BBB-D281D86642D2}"/>
          </ac:spMkLst>
        </pc:spChg>
        <pc:spChg chg="mod">
          <ac:chgData name="Loc Huynh" userId="80c0383e323bd6ea" providerId="LiveId" clId="{0436A769-9B8B-4871-8306-E47AD2895456}" dt="2023-09-18T08:23:34.396" v="10" actId="1076"/>
          <ac:spMkLst>
            <pc:docMk/>
            <pc:sldMk cId="3759166692" sldId="508"/>
            <ac:spMk id="43" creationId="{0641D8B1-E8A2-7C9E-00BC-D6FFF2589D1A}"/>
          </ac:spMkLst>
        </pc:spChg>
        <pc:spChg chg="mod">
          <ac:chgData name="Loc Huynh" userId="80c0383e323bd6ea" providerId="LiveId" clId="{0436A769-9B8B-4871-8306-E47AD2895456}" dt="2023-09-18T08:23:34.396" v="10" actId="1076"/>
          <ac:spMkLst>
            <pc:docMk/>
            <pc:sldMk cId="3759166692" sldId="508"/>
            <ac:spMk id="44" creationId="{337FB58C-A3E4-ED0C-0B4D-D4189BE87AF5}"/>
          </ac:spMkLst>
        </pc:spChg>
        <pc:spChg chg="mod">
          <ac:chgData name="Loc Huynh" userId="80c0383e323bd6ea" providerId="LiveId" clId="{0436A769-9B8B-4871-8306-E47AD2895456}" dt="2023-09-18T08:25:09.242" v="31" actId="14100"/>
          <ac:spMkLst>
            <pc:docMk/>
            <pc:sldMk cId="3759166692" sldId="508"/>
            <ac:spMk id="75" creationId="{54F5DAA9-1DBD-314C-9F95-F7990C0448CA}"/>
          </ac:spMkLst>
        </pc:spChg>
        <pc:grpChg chg="mod">
          <ac:chgData name="Loc Huynh" userId="80c0383e323bd6ea" providerId="LiveId" clId="{0436A769-9B8B-4871-8306-E47AD2895456}" dt="2023-09-18T08:23:34.396" v="10" actId="1076"/>
          <ac:grpSpMkLst>
            <pc:docMk/>
            <pc:sldMk cId="3759166692" sldId="508"/>
            <ac:grpSpMk id="6" creationId="{A39F8ECC-414E-5F7E-CCF1-0EDBF5AEFA1D}"/>
          </ac:grpSpMkLst>
        </pc:grpChg>
        <pc:grpChg chg="mod">
          <ac:chgData name="Loc Huynh" userId="80c0383e323bd6ea" providerId="LiveId" clId="{0436A769-9B8B-4871-8306-E47AD2895456}" dt="2023-09-18T08:23:34.396" v="10" actId="1076"/>
          <ac:grpSpMkLst>
            <pc:docMk/>
            <pc:sldMk cId="3759166692" sldId="508"/>
            <ac:grpSpMk id="8" creationId="{55908445-8A9B-5432-6F62-5AF134D23991}"/>
          </ac:grpSpMkLst>
        </pc:grpChg>
        <pc:grpChg chg="mod">
          <ac:chgData name="Loc Huynh" userId="80c0383e323bd6ea" providerId="LiveId" clId="{0436A769-9B8B-4871-8306-E47AD2895456}" dt="2023-09-18T08:23:34.396" v="10" actId="1076"/>
          <ac:grpSpMkLst>
            <pc:docMk/>
            <pc:sldMk cId="3759166692" sldId="508"/>
            <ac:grpSpMk id="11" creationId="{C6D7C670-D973-FA2F-4CDD-545649FF181E}"/>
          </ac:grpSpMkLst>
        </pc:grpChg>
        <pc:grpChg chg="mod">
          <ac:chgData name="Loc Huynh" userId="80c0383e323bd6ea" providerId="LiveId" clId="{0436A769-9B8B-4871-8306-E47AD2895456}" dt="2023-09-18T08:23:34.396" v="10" actId="1076"/>
          <ac:grpSpMkLst>
            <pc:docMk/>
            <pc:sldMk cId="3759166692" sldId="508"/>
            <ac:grpSpMk id="17" creationId="{DEE3D981-6399-D817-133A-76D4090D72C8}"/>
          </ac:grpSpMkLst>
        </pc:grpChg>
        <pc:grpChg chg="mod">
          <ac:chgData name="Loc Huynh" userId="80c0383e323bd6ea" providerId="LiveId" clId="{0436A769-9B8B-4871-8306-E47AD2895456}" dt="2023-09-18T08:23:34.396" v="10" actId="1076"/>
          <ac:grpSpMkLst>
            <pc:docMk/>
            <pc:sldMk cId="3759166692" sldId="508"/>
            <ac:grpSpMk id="19" creationId="{39EAE24A-9C43-1840-801B-9866E919CC02}"/>
          </ac:grpSpMkLst>
        </pc:grpChg>
        <pc:grpChg chg="mod">
          <ac:chgData name="Loc Huynh" userId="80c0383e323bd6ea" providerId="LiveId" clId="{0436A769-9B8B-4871-8306-E47AD2895456}" dt="2023-09-18T08:23:34.396" v="10" actId="1076"/>
          <ac:grpSpMkLst>
            <pc:docMk/>
            <pc:sldMk cId="3759166692" sldId="508"/>
            <ac:grpSpMk id="20" creationId="{69AB1228-60E0-8610-98C1-8441C60AA1DA}"/>
          </ac:grpSpMkLst>
        </pc:grpChg>
        <pc:grpChg chg="mod">
          <ac:chgData name="Loc Huynh" userId="80c0383e323bd6ea" providerId="LiveId" clId="{0436A769-9B8B-4871-8306-E47AD2895456}" dt="2023-09-18T08:23:34.396" v="10" actId="1076"/>
          <ac:grpSpMkLst>
            <pc:docMk/>
            <pc:sldMk cId="3759166692" sldId="508"/>
            <ac:grpSpMk id="21" creationId="{DECC8401-0424-EB79-0082-7651C5EFB1E9}"/>
          </ac:grpSpMkLst>
        </pc:grpChg>
        <pc:grpChg chg="mod">
          <ac:chgData name="Loc Huynh" userId="80c0383e323bd6ea" providerId="LiveId" clId="{0436A769-9B8B-4871-8306-E47AD2895456}" dt="2023-09-18T08:23:34.396" v="10" actId="1076"/>
          <ac:grpSpMkLst>
            <pc:docMk/>
            <pc:sldMk cId="3759166692" sldId="508"/>
            <ac:grpSpMk id="22" creationId="{4628B9D9-DCC3-21AF-3418-367277FAD7F6}"/>
          </ac:grpSpMkLst>
        </pc:grpChg>
        <pc:grpChg chg="mod">
          <ac:chgData name="Loc Huynh" userId="80c0383e323bd6ea" providerId="LiveId" clId="{0436A769-9B8B-4871-8306-E47AD2895456}" dt="2023-09-18T08:23:34.396" v="10" actId="1076"/>
          <ac:grpSpMkLst>
            <pc:docMk/>
            <pc:sldMk cId="3759166692" sldId="508"/>
            <ac:grpSpMk id="23" creationId="{42616145-134C-CEAA-0914-C6BE12951935}"/>
          </ac:grpSpMkLst>
        </pc:grpChg>
        <pc:grpChg chg="mod">
          <ac:chgData name="Loc Huynh" userId="80c0383e323bd6ea" providerId="LiveId" clId="{0436A769-9B8B-4871-8306-E47AD2895456}" dt="2023-09-18T08:23:34.396" v="10" actId="1076"/>
          <ac:grpSpMkLst>
            <pc:docMk/>
            <pc:sldMk cId="3759166692" sldId="508"/>
            <ac:grpSpMk id="25" creationId="{5CA87D3A-1BCD-8A1D-5865-C86C3CBB4E96}"/>
          </ac:grpSpMkLst>
        </pc:grpChg>
        <pc:picChg chg="mod">
          <ac:chgData name="Loc Huynh" userId="80c0383e323bd6ea" providerId="LiveId" clId="{0436A769-9B8B-4871-8306-E47AD2895456}" dt="2023-09-18T08:23:34.396" v="10" actId="1076"/>
          <ac:picMkLst>
            <pc:docMk/>
            <pc:sldMk cId="3759166692" sldId="508"/>
            <ac:picMk id="26" creationId="{4D58A209-37D5-6D4A-4D62-70748EF03DA0}"/>
          </ac:picMkLst>
        </pc:picChg>
        <pc:picChg chg="mod">
          <ac:chgData name="Loc Huynh" userId="80c0383e323bd6ea" providerId="LiveId" clId="{0436A769-9B8B-4871-8306-E47AD2895456}" dt="2023-09-18T08:23:34.396" v="10" actId="1076"/>
          <ac:picMkLst>
            <pc:docMk/>
            <pc:sldMk cId="3759166692" sldId="508"/>
            <ac:picMk id="27" creationId="{8DD9ED74-41EC-DBD1-4A4C-B4754E964077}"/>
          </ac:picMkLst>
        </pc:picChg>
        <pc:picChg chg="mod">
          <ac:chgData name="Loc Huynh" userId="80c0383e323bd6ea" providerId="LiveId" clId="{0436A769-9B8B-4871-8306-E47AD2895456}" dt="2023-09-18T08:23:34.396" v="10" actId="1076"/>
          <ac:picMkLst>
            <pc:docMk/>
            <pc:sldMk cId="3759166692" sldId="508"/>
            <ac:picMk id="30" creationId="{20A30D1C-6047-3ECC-04A4-581FC9502C1A}"/>
          </ac:picMkLst>
        </pc:picChg>
        <pc:picChg chg="mod">
          <ac:chgData name="Loc Huynh" userId="80c0383e323bd6ea" providerId="LiveId" clId="{0436A769-9B8B-4871-8306-E47AD2895456}" dt="2023-09-18T08:23:34.396" v="10" actId="1076"/>
          <ac:picMkLst>
            <pc:docMk/>
            <pc:sldMk cId="3759166692" sldId="508"/>
            <ac:picMk id="32" creationId="{77E73E7E-6853-3469-CBEF-1BBB4648D61A}"/>
          </ac:picMkLst>
        </pc:picChg>
        <pc:picChg chg="mod">
          <ac:chgData name="Loc Huynh" userId="80c0383e323bd6ea" providerId="LiveId" clId="{0436A769-9B8B-4871-8306-E47AD2895456}" dt="2023-09-18T08:23:34.396" v="10" actId="1076"/>
          <ac:picMkLst>
            <pc:docMk/>
            <pc:sldMk cId="3759166692" sldId="508"/>
            <ac:picMk id="36" creationId="{06A22A30-28EB-27A1-11DF-A1CD08939060}"/>
          </ac:picMkLst>
        </pc:picChg>
        <pc:cxnChg chg="mod">
          <ac:chgData name="Loc Huynh" userId="80c0383e323bd6ea" providerId="LiveId" clId="{0436A769-9B8B-4871-8306-E47AD2895456}" dt="2023-09-18T08:23:34.396" v="10" actId="1076"/>
          <ac:cxnSpMkLst>
            <pc:docMk/>
            <pc:sldMk cId="3759166692" sldId="508"/>
            <ac:cxnSpMk id="12" creationId="{8EAC334F-AD13-046F-2C80-8DFF4EF4F718}"/>
          </ac:cxnSpMkLst>
        </pc:cxnChg>
        <pc:cxnChg chg="mod">
          <ac:chgData name="Loc Huynh" userId="80c0383e323bd6ea" providerId="LiveId" clId="{0436A769-9B8B-4871-8306-E47AD2895456}" dt="2023-09-18T08:23:34.396" v="10" actId="1076"/>
          <ac:cxnSpMkLst>
            <pc:docMk/>
            <pc:sldMk cId="3759166692" sldId="508"/>
            <ac:cxnSpMk id="13" creationId="{85D1DE46-BE5E-43F0-AFEF-541163B54329}"/>
          </ac:cxnSpMkLst>
        </pc:cxnChg>
        <pc:cxnChg chg="mod">
          <ac:chgData name="Loc Huynh" userId="80c0383e323bd6ea" providerId="LiveId" clId="{0436A769-9B8B-4871-8306-E47AD2895456}" dt="2023-09-18T08:23:34.396" v="10" actId="1076"/>
          <ac:cxnSpMkLst>
            <pc:docMk/>
            <pc:sldMk cId="3759166692" sldId="508"/>
            <ac:cxnSpMk id="14" creationId="{C7D64C15-E77E-C7B6-8CA6-5AD3B7D8082A}"/>
          </ac:cxnSpMkLst>
        </pc:cxnChg>
        <pc:cxnChg chg="mod">
          <ac:chgData name="Loc Huynh" userId="80c0383e323bd6ea" providerId="LiveId" clId="{0436A769-9B8B-4871-8306-E47AD2895456}" dt="2023-09-18T08:23:34.396" v="10" actId="1076"/>
          <ac:cxnSpMkLst>
            <pc:docMk/>
            <pc:sldMk cId="3759166692" sldId="508"/>
            <ac:cxnSpMk id="15" creationId="{7AA85CC7-74BA-859A-D6DF-018142ADD981}"/>
          </ac:cxnSpMkLst>
        </pc:cxnChg>
        <pc:cxnChg chg="mod">
          <ac:chgData name="Loc Huynh" userId="80c0383e323bd6ea" providerId="LiveId" clId="{0436A769-9B8B-4871-8306-E47AD2895456}" dt="2023-09-18T08:23:34.396" v="10" actId="1076"/>
          <ac:cxnSpMkLst>
            <pc:docMk/>
            <pc:sldMk cId="3759166692" sldId="508"/>
            <ac:cxnSpMk id="18" creationId="{2B166F59-DEE3-46B9-26B0-30E49DB224F5}"/>
          </ac:cxnSpMkLst>
        </pc:cxnChg>
        <pc:cxnChg chg="mod">
          <ac:chgData name="Loc Huynh" userId="80c0383e323bd6ea" providerId="LiveId" clId="{0436A769-9B8B-4871-8306-E47AD2895456}" dt="2023-09-18T08:23:34.396" v="10" actId="1076"/>
          <ac:cxnSpMkLst>
            <pc:docMk/>
            <pc:sldMk cId="3759166692" sldId="508"/>
            <ac:cxnSpMk id="28" creationId="{B96C686C-AB60-89EE-4E6F-83710BE64F12}"/>
          </ac:cxnSpMkLst>
        </pc:cxnChg>
        <pc:cxnChg chg="mod">
          <ac:chgData name="Loc Huynh" userId="80c0383e323bd6ea" providerId="LiveId" clId="{0436A769-9B8B-4871-8306-E47AD2895456}" dt="2023-09-18T08:23:34.396" v="10" actId="1076"/>
          <ac:cxnSpMkLst>
            <pc:docMk/>
            <pc:sldMk cId="3759166692" sldId="508"/>
            <ac:cxnSpMk id="35" creationId="{5BA58D30-6DA1-DD7E-A863-BCC5C6D1E3F9}"/>
          </ac:cxnSpMkLst>
        </pc:cxnChg>
        <pc:cxnChg chg="mod">
          <ac:chgData name="Loc Huynh" userId="80c0383e323bd6ea" providerId="LiveId" clId="{0436A769-9B8B-4871-8306-E47AD2895456}" dt="2023-09-18T08:23:34.396" v="10" actId="1076"/>
          <ac:cxnSpMkLst>
            <pc:docMk/>
            <pc:sldMk cId="3759166692" sldId="508"/>
            <ac:cxnSpMk id="37" creationId="{06123F6E-66D2-FDB1-6D54-3B0C6BA45F04}"/>
          </ac:cxnSpMkLst>
        </pc:cxnChg>
      </pc:sldChg>
      <pc:sldChg chg="delSp modSp mod delAnim">
        <pc:chgData name="Loc Huynh" userId="80c0383e323bd6ea" providerId="LiveId" clId="{0436A769-9B8B-4871-8306-E47AD2895456}" dt="2023-09-18T08:28:21.562" v="148" actId="478"/>
        <pc:sldMkLst>
          <pc:docMk/>
          <pc:sldMk cId="1049359333" sldId="509"/>
        </pc:sldMkLst>
        <pc:spChg chg="mod">
          <ac:chgData name="Loc Huynh" userId="80c0383e323bd6ea" providerId="LiveId" clId="{0436A769-9B8B-4871-8306-E47AD2895456}" dt="2023-09-18T08:28:19.953" v="147" actId="1076"/>
          <ac:spMkLst>
            <pc:docMk/>
            <pc:sldMk cId="1049359333" sldId="509"/>
            <ac:spMk id="7" creationId="{9CF46A69-C370-BC4E-A1B6-0D08CD7E7D51}"/>
          </ac:spMkLst>
        </pc:spChg>
        <pc:spChg chg="mod">
          <ac:chgData name="Loc Huynh" userId="80c0383e323bd6ea" providerId="LiveId" clId="{0436A769-9B8B-4871-8306-E47AD2895456}" dt="2023-09-18T08:26:08.609" v="36" actId="14100"/>
          <ac:spMkLst>
            <pc:docMk/>
            <pc:sldMk cId="1049359333" sldId="509"/>
            <ac:spMk id="82" creationId="{7B61DDC1-8F16-C048-9DD8-1E84EA805EFF}"/>
          </ac:spMkLst>
        </pc:spChg>
        <pc:spChg chg="mod">
          <ac:chgData name="Loc Huynh" userId="80c0383e323bd6ea" providerId="LiveId" clId="{0436A769-9B8B-4871-8306-E47AD2895456}" dt="2023-09-18T08:26:08.609" v="36" actId="14100"/>
          <ac:spMkLst>
            <pc:docMk/>
            <pc:sldMk cId="1049359333" sldId="509"/>
            <ac:spMk id="85" creationId="{367590B3-3149-1D4D-B5C1-85488F26F9E3}"/>
          </ac:spMkLst>
        </pc:spChg>
        <pc:spChg chg="mod">
          <ac:chgData name="Loc Huynh" userId="80c0383e323bd6ea" providerId="LiveId" clId="{0436A769-9B8B-4871-8306-E47AD2895456}" dt="2023-09-18T08:26:08.609" v="36" actId="14100"/>
          <ac:spMkLst>
            <pc:docMk/>
            <pc:sldMk cId="1049359333" sldId="509"/>
            <ac:spMk id="90" creationId="{997E534F-BC79-0E43-AC9D-457C14295FB6}"/>
          </ac:spMkLst>
        </pc:spChg>
        <pc:spChg chg="mod">
          <ac:chgData name="Loc Huynh" userId="80c0383e323bd6ea" providerId="LiveId" clId="{0436A769-9B8B-4871-8306-E47AD2895456}" dt="2023-09-18T08:26:08.609" v="36" actId="14100"/>
          <ac:spMkLst>
            <pc:docMk/>
            <pc:sldMk cId="1049359333" sldId="509"/>
            <ac:spMk id="92" creationId="{7273AE01-9072-834F-BA16-0234394B7650}"/>
          </ac:spMkLst>
        </pc:spChg>
        <pc:spChg chg="mod">
          <ac:chgData name="Loc Huynh" userId="80c0383e323bd6ea" providerId="LiveId" clId="{0436A769-9B8B-4871-8306-E47AD2895456}" dt="2023-09-18T08:26:08.609" v="36" actId="14100"/>
          <ac:spMkLst>
            <pc:docMk/>
            <pc:sldMk cId="1049359333" sldId="509"/>
            <ac:spMk id="94" creationId="{4034932B-D5CA-ED4B-9F3B-B35CB0033B0E}"/>
          </ac:spMkLst>
        </pc:spChg>
        <pc:spChg chg="mod">
          <ac:chgData name="Loc Huynh" userId="80c0383e323bd6ea" providerId="LiveId" clId="{0436A769-9B8B-4871-8306-E47AD2895456}" dt="2023-09-18T08:26:08.609" v="36" actId="14100"/>
          <ac:spMkLst>
            <pc:docMk/>
            <pc:sldMk cId="1049359333" sldId="509"/>
            <ac:spMk id="95" creationId="{30B15CCD-6E3D-6740-9486-613FFBB9A2A6}"/>
          </ac:spMkLst>
        </pc:spChg>
        <pc:spChg chg="mod">
          <ac:chgData name="Loc Huynh" userId="80c0383e323bd6ea" providerId="LiveId" clId="{0436A769-9B8B-4871-8306-E47AD2895456}" dt="2023-09-18T08:26:08.609" v="36" actId="14100"/>
          <ac:spMkLst>
            <pc:docMk/>
            <pc:sldMk cId="1049359333" sldId="509"/>
            <ac:spMk id="100" creationId="{F9C70EA1-A016-4346-911D-EB9DAE2EDF69}"/>
          </ac:spMkLst>
        </pc:spChg>
        <pc:spChg chg="mod">
          <ac:chgData name="Loc Huynh" userId="80c0383e323bd6ea" providerId="LiveId" clId="{0436A769-9B8B-4871-8306-E47AD2895456}" dt="2023-09-18T08:26:08.609" v="36" actId="14100"/>
          <ac:spMkLst>
            <pc:docMk/>
            <pc:sldMk cId="1049359333" sldId="509"/>
            <ac:spMk id="101" creationId="{DA37094E-665D-8C4E-8F91-573BC1B4822E}"/>
          </ac:spMkLst>
        </pc:spChg>
        <pc:spChg chg="mod">
          <ac:chgData name="Loc Huynh" userId="80c0383e323bd6ea" providerId="LiveId" clId="{0436A769-9B8B-4871-8306-E47AD2895456}" dt="2023-09-18T08:26:08.609" v="36" actId="14100"/>
          <ac:spMkLst>
            <pc:docMk/>
            <pc:sldMk cId="1049359333" sldId="509"/>
            <ac:spMk id="102" creationId="{232B16C7-2832-6E46-93F2-9FB1C8BBCA32}"/>
          </ac:spMkLst>
        </pc:spChg>
        <pc:spChg chg="del mod">
          <ac:chgData name="Loc Huynh" userId="80c0383e323bd6ea" providerId="LiveId" clId="{0436A769-9B8B-4871-8306-E47AD2895456}" dt="2023-09-18T08:28:21.562" v="148" actId="478"/>
          <ac:spMkLst>
            <pc:docMk/>
            <pc:sldMk cId="1049359333" sldId="509"/>
            <ac:spMk id="103" creationId="{6EFD2CB0-6430-8943-8C28-01C900C29A33}"/>
          </ac:spMkLst>
        </pc:spChg>
        <pc:grpChg chg="mod">
          <ac:chgData name="Loc Huynh" userId="80c0383e323bd6ea" providerId="LiveId" clId="{0436A769-9B8B-4871-8306-E47AD2895456}" dt="2023-09-18T08:26:08.609" v="36" actId="14100"/>
          <ac:grpSpMkLst>
            <pc:docMk/>
            <pc:sldMk cId="1049359333" sldId="509"/>
            <ac:grpSpMk id="39" creationId="{88095472-AE5E-D040-9B3E-B5D4EA198180}"/>
          </ac:grpSpMkLst>
        </pc:grpChg>
        <pc:grpChg chg="mod">
          <ac:chgData name="Loc Huynh" userId="80c0383e323bd6ea" providerId="LiveId" clId="{0436A769-9B8B-4871-8306-E47AD2895456}" dt="2023-09-18T08:26:08.609" v="36" actId="14100"/>
          <ac:grpSpMkLst>
            <pc:docMk/>
            <pc:sldMk cId="1049359333" sldId="509"/>
            <ac:grpSpMk id="40" creationId="{4641CFDC-FDB9-EC4B-89EE-2B6984EB7017}"/>
          </ac:grpSpMkLst>
        </pc:grpChg>
        <pc:grpChg chg="mod">
          <ac:chgData name="Loc Huynh" userId="80c0383e323bd6ea" providerId="LiveId" clId="{0436A769-9B8B-4871-8306-E47AD2895456}" dt="2023-09-18T08:26:08.609" v="36" actId="14100"/>
          <ac:grpSpMkLst>
            <pc:docMk/>
            <pc:sldMk cId="1049359333" sldId="509"/>
            <ac:grpSpMk id="77" creationId="{240FF826-F0CA-F144-94D6-77B046FC9635}"/>
          </ac:grpSpMkLst>
        </pc:grpChg>
        <pc:grpChg chg="mod">
          <ac:chgData name="Loc Huynh" userId="80c0383e323bd6ea" providerId="LiveId" clId="{0436A769-9B8B-4871-8306-E47AD2895456}" dt="2023-09-18T08:26:08.609" v="36" actId="14100"/>
          <ac:grpSpMkLst>
            <pc:docMk/>
            <pc:sldMk cId="1049359333" sldId="509"/>
            <ac:grpSpMk id="78" creationId="{94702F33-CB4A-874E-A112-1702549E2D25}"/>
          </ac:grpSpMkLst>
        </pc:grpChg>
        <pc:grpChg chg="mod">
          <ac:chgData name="Loc Huynh" userId="80c0383e323bd6ea" providerId="LiveId" clId="{0436A769-9B8B-4871-8306-E47AD2895456}" dt="2023-09-18T08:26:08.609" v="36" actId="14100"/>
          <ac:grpSpMkLst>
            <pc:docMk/>
            <pc:sldMk cId="1049359333" sldId="509"/>
            <ac:grpSpMk id="79" creationId="{933C11B9-19C5-8040-B6F6-CEC12824A970}"/>
          </ac:grpSpMkLst>
        </pc:grpChg>
        <pc:grpChg chg="mod">
          <ac:chgData name="Loc Huynh" userId="80c0383e323bd6ea" providerId="LiveId" clId="{0436A769-9B8B-4871-8306-E47AD2895456}" dt="2023-09-18T08:26:08.609" v="36" actId="14100"/>
          <ac:grpSpMkLst>
            <pc:docMk/>
            <pc:sldMk cId="1049359333" sldId="509"/>
            <ac:grpSpMk id="80" creationId="{4B4369B9-CC22-6A42-A630-4DC06CFED449}"/>
          </ac:grpSpMkLst>
        </pc:grpChg>
        <pc:grpChg chg="mod">
          <ac:chgData name="Loc Huynh" userId="80c0383e323bd6ea" providerId="LiveId" clId="{0436A769-9B8B-4871-8306-E47AD2895456}" dt="2023-09-18T08:26:08.609" v="36" actId="14100"/>
          <ac:grpSpMkLst>
            <pc:docMk/>
            <pc:sldMk cId="1049359333" sldId="509"/>
            <ac:grpSpMk id="83" creationId="{E9BFEF29-EA7E-104D-8BEC-623C4749595B}"/>
          </ac:grpSpMkLst>
        </pc:grpChg>
        <pc:grpChg chg="mod">
          <ac:chgData name="Loc Huynh" userId="80c0383e323bd6ea" providerId="LiveId" clId="{0436A769-9B8B-4871-8306-E47AD2895456}" dt="2023-09-18T08:26:08.609" v="36" actId="14100"/>
          <ac:grpSpMkLst>
            <pc:docMk/>
            <pc:sldMk cId="1049359333" sldId="509"/>
            <ac:grpSpMk id="84" creationId="{305D9378-D67E-2F4C-905A-4AB3338D3083}"/>
          </ac:grpSpMkLst>
        </pc:grpChg>
        <pc:grpChg chg="mod">
          <ac:chgData name="Loc Huynh" userId="80c0383e323bd6ea" providerId="LiveId" clId="{0436A769-9B8B-4871-8306-E47AD2895456}" dt="2023-09-18T08:26:08.609" v="36" actId="14100"/>
          <ac:grpSpMkLst>
            <pc:docMk/>
            <pc:sldMk cId="1049359333" sldId="509"/>
            <ac:grpSpMk id="86" creationId="{B5F2297C-0EC3-7046-B618-0519159A8B5C}"/>
          </ac:grpSpMkLst>
        </pc:grpChg>
        <pc:picChg chg="mod">
          <ac:chgData name="Loc Huynh" userId="80c0383e323bd6ea" providerId="LiveId" clId="{0436A769-9B8B-4871-8306-E47AD2895456}" dt="2023-09-18T08:26:08.609" v="36" actId="14100"/>
          <ac:picMkLst>
            <pc:docMk/>
            <pc:sldMk cId="1049359333" sldId="509"/>
            <ac:picMk id="81" creationId="{58E14BB7-6FE2-F14F-8863-B87666253FB9}"/>
          </ac:picMkLst>
        </pc:picChg>
        <pc:picChg chg="mod">
          <ac:chgData name="Loc Huynh" userId="80c0383e323bd6ea" providerId="LiveId" clId="{0436A769-9B8B-4871-8306-E47AD2895456}" dt="2023-09-18T08:26:08.609" v="36" actId="14100"/>
          <ac:picMkLst>
            <pc:docMk/>
            <pc:sldMk cId="1049359333" sldId="509"/>
            <ac:picMk id="87" creationId="{5583E645-FFCB-4C41-BA71-85D83D884E7F}"/>
          </ac:picMkLst>
        </pc:picChg>
        <pc:picChg chg="mod">
          <ac:chgData name="Loc Huynh" userId="80c0383e323bd6ea" providerId="LiveId" clId="{0436A769-9B8B-4871-8306-E47AD2895456}" dt="2023-09-18T08:26:08.609" v="36" actId="14100"/>
          <ac:picMkLst>
            <pc:docMk/>
            <pc:sldMk cId="1049359333" sldId="509"/>
            <ac:picMk id="88" creationId="{E9CD2532-2DD4-CB4C-8D76-2353D9AB64AF}"/>
          </ac:picMkLst>
        </pc:picChg>
        <pc:picChg chg="mod">
          <ac:chgData name="Loc Huynh" userId="80c0383e323bd6ea" providerId="LiveId" clId="{0436A769-9B8B-4871-8306-E47AD2895456}" dt="2023-09-18T08:26:08.609" v="36" actId="14100"/>
          <ac:picMkLst>
            <pc:docMk/>
            <pc:sldMk cId="1049359333" sldId="509"/>
            <ac:picMk id="91" creationId="{D6B30C25-960F-2749-9236-188C705FFA6C}"/>
          </ac:picMkLst>
        </pc:picChg>
        <pc:picChg chg="mod">
          <ac:chgData name="Loc Huynh" userId="80c0383e323bd6ea" providerId="LiveId" clId="{0436A769-9B8B-4871-8306-E47AD2895456}" dt="2023-09-18T08:26:08.609" v="36" actId="14100"/>
          <ac:picMkLst>
            <pc:docMk/>
            <pc:sldMk cId="1049359333" sldId="509"/>
            <ac:picMk id="93" creationId="{3791A1D4-D8D3-3F4A-B7BB-FE5D4384A4E2}"/>
          </ac:picMkLst>
        </pc:picChg>
        <pc:picChg chg="mod">
          <ac:chgData name="Loc Huynh" userId="80c0383e323bd6ea" providerId="LiveId" clId="{0436A769-9B8B-4871-8306-E47AD2895456}" dt="2023-09-18T08:26:08.609" v="36" actId="14100"/>
          <ac:picMkLst>
            <pc:docMk/>
            <pc:sldMk cId="1049359333" sldId="509"/>
            <ac:picMk id="98" creationId="{DDC65079-16C6-7448-8081-423FFAA3D1B7}"/>
          </ac:picMkLst>
        </pc:picChg>
        <pc:cxnChg chg="mod">
          <ac:chgData name="Loc Huynh" userId="80c0383e323bd6ea" providerId="LiveId" clId="{0436A769-9B8B-4871-8306-E47AD2895456}" dt="2023-09-18T08:26:08.609" v="36" actId="14100"/>
          <ac:cxnSpMkLst>
            <pc:docMk/>
            <pc:sldMk cId="1049359333" sldId="509"/>
            <ac:cxnSpMk id="41" creationId="{C5649678-957B-4947-9EDF-BFB6E34CAF30}"/>
          </ac:cxnSpMkLst>
        </pc:cxnChg>
        <pc:cxnChg chg="mod">
          <ac:chgData name="Loc Huynh" userId="80c0383e323bd6ea" providerId="LiveId" clId="{0436A769-9B8B-4871-8306-E47AD2895456}" dt="2023-09-18T08:26:08.609" v="36" actId="14100"/>
          <ac:cxnSpMkLst>
            <pc:docMk/>
            <pc:sldMk cId="1049359333" sldId="509"/>
            <ac:cxnSpMk id="42" creationId="{010212D1-861C-8E4A-92AB-DB65D17E898A}"/>
          </ac:cxnSpMkLst>
        </pc:cxnChg>
        <pc:cxnChg chg="mod">
          <ac:chgData name="Loc Huynh" userId="80c0383e323bd6ea" providerId="LiveId" clId="{0436A769-9B8B-4871-8306-E47AD2895456}" dt="2023-09-18T08:26:08.609" v="36" actId="14100"/>
          <ac:cxnSpMkLst>
            <pc:docMk/>
            <pc:sldMk cId="1049359333" sldId="509"/>
            <ac:cxnSpMk id="74" creationId="{8C62451E-B747-754D-8965-469521784375}"/>
          </ac:cxnSpMkLst>
        </pc:cxnChg>
        <pc:cxnChg chg="mod">
          <ac:chgData name="Loc Huynh" userId="80c0383e323bd6ea" providerId="LiveId" clId="{0436A769-9B8B-4871-8306-E47AD2895456}" dt="2023-09-18T08:26:08.609" v="36" actId="14100"/>
          <ac:cxnSpMkLst>
            <pc:docMk/>
            <pc:sldMk cId="1049359333" sldId="509"/>
            <ac:cxnSpMk id="76" creationId="{10FB06B6-0E52-0A4B-A40B-91BBD91DE3B7}"/>
          </ac:cxnSpMkLst>
        </pc:cxnChg>
        <pc:cxnChg chg="mod">
          <ac:chgData name="Loc Huynh" userId="80c0383e323bd6ea" providerId="LiveId" clId="{0436A769-9B8B-4871-8306-E47AD2895456}" dt="2023-09-18T08:26:08.609" v="36" actId="14100"/>
          <ac:cxnSpMkLst>
            <pc:docMk/>
            <pc:sldMk cId="1049359333" sldId="509"/>
            <ac:cxnSpMk id="89" creationId="{AE1D2B91-7A8E-3341-8979-3C2EA88CD667}"/>
          </ac:cxnSpMkLst>
        </pc:cxnChg>
        <pc:cxnChg chg="mod">
          <ac:chgData name="Loc Huynh" userId="80c0383e323bd6ea" providerId="LiveId" clId="{0436A769-9B8B-4871-8306-E47AD2895456}" dt="2023-09-18T08:26:08.609" v="36" actId="14100"/>
          <ac:cxnSpMkLst>
            <pc:docMk/>
            <pc:sldMk cId="1049359333" sldId="509"/>
            <ac:cxnSpMk id="96" creationId="{0599B602-F261-404B-BC5D-FAFDCA6E0A17}"/>
          </ac:cxnSpMkLst>
        </pc:cxnChg>
        <pc:cxnChg chg="mod">
          <ac:chgData name="Loc Huynh" userId="80c0383e323bd6ea" providerId="LiveId" clId="{0436A769-9B8B-4871-8306-E47AD2895456}" dt="2023-09-18T08:26:08.609" v="36" actId="14100"/>
          <ac:cxnSpMkLst>
            <pc:docMk/>
            <pc:sldMk cId="1049359333" sldId="509"/>
            <ac:cxnSpMk id="97" creationId="{B3741FD8-E9BF-6B4C-8A88-48FEE43F21C3}"/>
          </ac:cxnSpMkLst>
        </pc:cxnChg>
        <pc:cxnChg chg="mod">
          <ac:chgData name="Loc Huynh" userId="80c0383e323bd6ea" providerId="LiveId" clId="{0436A769-9B8B-4871-8306-E47AD2895456}" dt="2023-09-18T08:26:08.609" v="36" actId="14100"/>
          <ac:cxnSpMkLst>
            <pc:docMk/>
            <pc:sldMk cId="1049359333" sldId="509"/>
            <ac:cxnSpMk id="99" creationId="{9158CD91-B723-4242-91F7-E50651374243}"/>
          </ac:cxnSpMkLst>
        </pc:cxnChg>
      </pc:sldChg>
      <pc:sldChg chg="modSp mod">
        <pc:chgData name="Loc Huynh" userId="80c0383e323bd6ea" providerId="LiveId" clId="{0436A769-9B8B-4871-8306-E47AD2895456}" dt="2023-09-18T08:30:25.092" v="158" actId="1076"/>
        <pc:sldMkLst>
          <pc:docMk/>
          <pc:sldMk cId="2257220275" sldId="514"/>
        </pc:sldMkLst>
        <pc:spChg chg="mod">
          <ac:chgData name="Loc Huynh" userId="80c0383e323bd6ea" providerId="LiveId" clId="{0436A769-9B8B-4871-8306-E47AD2895456}" dt="2023-09-18T08:30:21.608" v="157" actId="14100"/>
          <ac:spMkLst>
            <pc:docMk/>
            <pc:sldMk cId="2257220275" sldId="514"/>
            <ac:spMk id="6" creationId="{1E3FADEF-3FAC-6D48-BD63-D441D12BC0CE}"/>
          </ac:spMkLst>
        </pc:spChg>
        <pc:spChg chg="mod">
          <ac:chgData name="Loc Huynh" userId="80c0383e323bd6ea" providerId="LiveId" clId="{0436A769-9B8B-4871-8306-E47AD2895456}" dt="2023-09-18T08:30:18.905" v="156" actId="14100"/>
          <ac:spMkLst>
            <pc:docMk/>
            <pc:sldMk cId="2257220275" sldId="514"/>
            <ac:spMk id="7" creationId="{50E9B846-E819-A149-AFA7-F60DB45BA2C2}"/>
          </ac:spMkLst>
        </pc:spChg>
        <pc:spChg chg="mod">
          <ac:chgData name="Loc Huynh" userId="80c0383e323bd6ea" providerId="LiveId" clId="{0436A769-9B8B-4871-8306-E47AD2895456}" dt="2023-09-18T08:30:25.092" v="158" actId="1076"/>
          <ac:spMkLst>
            <pc:docMk/>
            <pc:sldMk cId="2257220275" sldId="514"/>
            <ac:spMk id="8" creationId="{64578F98-12A9-B845-918A-CBCC45EC4C3D}"/>
          </ac:spMkLst>
        </pc:spChg>
      </pc:sldChg>
      <pc:sldChg chg="modSp mod">
        <pc:chgData name="Loc Huynh" userId="80c0383e323bd6ea" providerId="LiveId" clId="{0436A769-9B8B-4871-8306-E47AD2895456}" dt="2023-09-18T08:32:20.844" v="179" actId="13926"/>
        <pc:sldMkLst>
          <pc:docMk/>
          <pc:sldMk cId="1954030159" sldId="516"/>
        </pc:sldMkLst>
        <pc:spChg chg="mod">
          <ac:chgData name="Loc Huynh" userId="80c0383e323bd6ea" providerId="LiveId" clId="{0436A769-9B8B-4871-8306-E47AD2895456}" dt="2023-09-18T08:31:48.031" v="173" actId="14100"/>
          <ac:spMkLst>
            <pc:docMk/>
            <pc:sldMk cId="1954030159" sldId="516"/>
            <ac:spMk id="6" creationId="{1E3FADEF-3FAC-6D48-BD63-D441D12BC0CE}"/>
          </ac:spMkLst>
        </pc:spChg>
        <pc:spChg chg="mod">
          <ac:chgData name="Loc Huynh" userId="80c0383e323bd6ea" providerId="LiveId" clId="{0436A769-9B8B-4871-8306-E47AD2895456}" dt="2023-09-18T08:32:20.844" v="179" actId="13926"/>
          <ac:spMkLst>
            <pc:docMk/>
            <pc:sldMk cId="1954030159" sldId="516"/>
            <ac:spMk id="7" creationId="{50E9B846-E819-A149-AFA7-F60DB45BA2C2}"/>
          </ac:spMkLst>
        </pc:spChg>
        <pc:spChg chg="mod">
          <ac:chgData name="Loc Huynh" userId="80c0383e323bd6ea" providerId="LiveId" clId="{0436A769-9B8B-4871-8306-E47AD2895456}" dt="2023-09-18T08:32:02.359" v="175" actId="14100"/>
          <ac:spMkLst>
            <pc:docMk/>
            <pc:sldMk cId="1954030159" sldId="516"/>
            <ac:spMk id="8" creationId="{64578F98-12A9-B845-918A-CBCC45EC4C3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26C563D-EACA-55BF-1038-A5497328318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540326" y="0"/>
            <a:ext cx="2431473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r>
              <a:rPr lang="en-US"/>
              <a:t>1210134 - Nhập môn lập trình</a:t>
            </a:r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8B32BF-50BD-8AC2-5E4C-1C476A12D4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540326" y="8685213"/>
            <a:ext cx="2431474" cy="4587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r>
              <a:rPr lang="en-US"/>
              <a:t>Biên soạn: ThS. Huỳnh Thành Lộc</a:t>
            </a:r>
            <a:endParaRPr lang="en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01ADF8-76F0-60D3-1D6F-901C943D73A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431474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533E2E-59E0-4340-8EF0-06F48176ABF0}" type="slidenum">
              <a:r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918727727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14T07:23:25.317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0 21202 180000 90000,'0'0'0'0'0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08-14T07:23:25.319"/>
    </inkml:context>
    <inkml:brush xml:id="br0">
      <inkml:brushProperty name="width" value="0.1" units="cm"/>
      <inkml:brushProperty name="height" value="0.6" units="cm"/>
      <inkml:brushProperty name="color" value="#849398"/>
      <inkml:brushProperty name="inkEffects" value="pencil"/>
    </inkml:brush>
  </inkml:definitions>
  <inkml:trace contextRef="#ctx0" brushRef="#br0">1 0 21202 180000 90000,'0'0'0'0'0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019FE36-06C8-DA59-8BA0-8278C759889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1210134 - Nhập môn lập trình</a:t>
            </a:r>
            <a:endParaRPr lang="en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1985B86-2229-997C-469E-502ED1D041E1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9511BE8C-E06C-4D94-8436-A936C4D798D6}" type="datetimeFigureOut">
              <a:rPr lang="LID4096"/>
              <a:pPr>
                <a:defRPr/>
              </a:pPr>
              <a:t>9/20/23</a:t>
            </a:fld>
            <a:endParaRPr lang="en-VN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CEA7B34-5DD4-5ABD-D1D4-1CA3E4C340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VN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D3EC0341-DF5A-AE9D-2062-2143548C38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VN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63AC77-91F6-CCA9-DA7B-BC8E41B2AC6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Biên soạn: ThS. Huỳnh Thành Lộc</a:t>
            </a:r>
            <a:endParaRPr lang="en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57B40C-1276-A9D4-B9EA-D945302F89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1B9ADCD-FC43-440A-BE93-3F20A47AC538}" type="slidenum">
              <a:rPr lang="en-VN"/>
              <a:pPr>
                <a:defRPr/>
              </a:pPr>
              <a:t>‹#›</a:t>
            </a:fld>
            <a:endParaRPr lang="en-V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csharp/language-reference/operators/comparison-operators" TargetMode="External"/><Relationship Id="rId7" Type="http://schemas.openxmlformats.org/officeDocument/2006/relationships/hyperlink" Target="https://learn.microsoft.com/en-us/dotnet/csharp/language-reference/builtin-types/enum" TargetMode="External"/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learn.microsoft.com/en-us/dotnet/csharp/language-reference/builtin-types/char" TargetMode="External"/><Relationship Id="rId5" Type="http://schemas.openxmlformats.org/officeDocument/2006/relationships/hyperlink" Target="https://learn.microsoft.com/en-us/dotnet/csharp/language-reference/builtin-types/floating-point-numeric-types" TargetMode="External"/><Relationship Id="rId4" Type="http://schemas.openxmlformats.org/officeDocument/2006/relationships/hyperlink" Target="https://learn.microsoft.com/en-us/dotnet/csharp/language-reference/builtin-types/integral-numeric-types" TargetMode="Externa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5824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35414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01772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14619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5606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 b="0" i="0" u="none" strike="noStrike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Most programming languages recognize any non-zero value as true</a:t>
            </a:r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696238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12639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6607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7983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VN"/>
              <a:t>Yêu cầu SV vẽ lại sơ đồ khối khi thay đổi điều kiện delta &gt; 0 thành 1 biểu thức điều kiện khác: delta &gt;= 0 / delta == 0 ,…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54666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85188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956018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809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37223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18607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2352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9820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406041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u="none" strike="noStrike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Beginning with C# 9.0, you use a </a:t>
            </a:r>
            <a:r>
              <a:rPr lang="en-US" b="0" i="1" u="none" strike="noStrike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relational pattern</a:t>
            </a:r>
            <a:r>
              <a:rPr lang="en-US" b="0" i="0" u="none" strike="noStrike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 to compare an expression result with a constant.</a:t>
            </a:r>
          </a:p>
          <a:p>
            <a:r>
              <a:rPr lang="en-US" b="0" i="0" u="none" strike="noStrike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In a relational pattern, you can use any of the </a:t>
            </a:r>
            <a:r>
              <a:rPr lang="en-US" b="0" i="0" u="none" strike="noStrike">
                <a:effectLst/>
                <a:latin typeface="Segoe UI" panose="020B0502040204020203" pitchFamily="34" charset="0"/>
                <a:hlinkClick r:id="rId3"/>
              </a:rPr>
              <a:t>relational operators</a:t>
            </a:r>
            <a:r>
              <a:rPr lang="en-US" b="0" i="0" u="none" strike="noStrike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 </a:t>
            </a:r>
            <a:r>
              <a:rPr lang="en-US"/>
              <a:t>&lt;</a:t>
            </a:r>
            <a:r>
              <a:rPr lang="en-US" b="0" i="0" u="none" strike="noStrike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, </a:t>
            </a:r>
            <a:r>
              <a:rPr lang="en-US"/>
              <a:t>&gt;</a:t>
            </a:r>
            <a:r>
              <a:rPr lang="en-US" b="0" i="0" u="none" strike="noStrike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, </a:t>
            </a:r>
            <a:r>
              <a:rPr lang="en-US"/>
              <a:t>&lt;=</a:t>
            </a:r>
            <a:r>
              <a:rPr lang="en-US" b="0" i="0" u="none" strike="noStrike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, or </a:t>
            </a:r>
            <a:r>
              <a:rPr lang="en-US"/>
              <a:t>&gt;=</a:t>
            </a:r>
            <a:r>
              <a:rPr lang="en-US" b="0" i="0" u="none" strike="noStrike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. The right-hand part of a relational pattern must be a constant expression. The constant expression can be of an </a:t>
            </a:r>
            <a:r>
              <a:rPr lang="en-US" b="0" i="0" u="none" strike="noStrike">
                <a:effectLst/>
                <a:latin typeface="Segoe UI" panose="020B0502040204020203" pitchFamily="34" charset="0"/>
                <a:hlinkClick r:id="rId4"/>
              </a:rPr>
              <a:t>integer</a:t>
            </a:r>
            <a:r>
              <a:rPr lang="en-US" b="0" i="0" u="none" strike="noStrike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, </a:t>
            </a:r>
            <a:r>
              <a:rPr lang="en-US" b="0" i="0" u="none" strike="noStrike">
                <a:effectLst/>
                <a:latin typeface="Segoe UI" panose="020B0502040204020203" pitchFamily="34" charset="0"/>
                <a:hlinkClick r:id="rId5"/>
              </a:rPr>
              <a:t>floating-point</a:t>
            </a:r>
            <a:r>
              <a:rPr lang="en-US" b="0" i="0" u="none" strike="noStrike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, </a:t>
            </a:r>
            <a:r>
              <a:rPr lang="en-US" b="0" i="0" u="none" strike="noStrike">
                <a:effectLst/>
                <a:latin typeface="Segoe UI" panose="020B0502040204020203" pitchFamily="34" charset="0"/>
                <a:hlinkClick r:id="rId6"/>
              </a:rPr>
              <a:t>char</a:t>
            </a:r>
            <a:r>
              <a:rPr lang="en-US" b="0" i="0" u="none" strike="noStrike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, or </a:t>
            </a:r>
            <a:r>
              <a:rPr lang="en-US" b="0" i="0" u="none" strike="noStrike">
                <a:effectLst/>
                <a:latin typeface="Segoe UI" panose="020B0502040204020203" pitchFamily="34" charset="0"/>
                <a:hlinkClick r:id="rId7"/>
              </a:rPr>
              <a:t>enum</a:t>
            </a:r>
            <a:r>
              <a:rPr lang="en-US" b="0" i="0" u="none" strike="noStrike">
                <a:solidFill>
                  <a:srgbClr val="E6E6E6"/>
                </a:solidFill>
                <a:effectLst/>
                <a:latin typeface="Segoe UI" panose="020B0502040204020203" pitchFamily="34" charset="0"/>
              </a:rPr>
              <a:t> type.</a:t>
            </a:r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57301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52256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V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77045-401A-4D5E-BFE3-54C21A8A6634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7063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customXml" Target="../ink/ink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98B36BFC-FD71-4005-2B63-DE44C57E8C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11999" y="2208580"/>
            <a:ext cx="7920000" cy="1620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b">
            <a:spAutoFit/>
          </a:bodyPr>
          <a:lstStyle>
            <a:lvl1pPr>
              <a:defRPr lang="en-US" sz="4050" b="1" dirty="0">
                <a:solidFill>
                  <a:srgbClr val="18459E"/>
                </a:solidFill>
                <a:latin typeface="Arial (body)"/>
                <a:ea typeface="+mn-ea"/>
                <a:cs typeface="Arial" panose="020B0604020202020204" pitchFamily="34" charset="0"/>
              </a:defRPr>
            </a:lvl1pPr>
          </a:lstStyle>
          <a:p>
            <a:pPr marL="0" lvl="0" defTabSz="457200">
              <a:lnSpc>
                <a:spcPct val="100000"/>
              </a:lnSpc>
              <a:buFontTx/>
            </a:pPr>
            <a:r>
              <a:rPr lang="en-US" dirty="0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57E9DCAF-8ACF-E673-23E2-02A987B94A4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1999" y="3872437"/>
            <a:ext cx="7920000" cy="360000"/>
          </a:xfr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lang="en-US" sz="1500" dirty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lvl="0" defTabSz="457200">
              <a:lnSpc>
                <a:spcPct val="100000"/>
              </a:lnSpc>
              <a:spcBef>
                <a:spcPct val="0"/>
              </a:spcBef>
              <a:buFontTx/>
              <a:buNone/>
            </a:pPr>
            <a:r>
              <a:rPr lang="en-US" dirty="0"/>
              <a:t>Click to edit Master subtitle style</a:t>
            </a: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CEFD2AF-F74D-7232-C4D2-7A4B571C9449}"/>
                  </a:ext>
                </a:extLst>
              </p14:cNvPr>
              <p14:cNvContentPartPr/>
              <p14:nvPr userDrawn="1"/>
            </p14:nvContentPartPr>
            <p14:xfrm>
              <a:off x="8404630" y="3567844"/>
              <a:ext cx="270" cy="36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CEFD2AF-F74D-7232-C4D2-7A4B571C944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397880" y="3558844"/>
                <a:ext cx="13500" cy="18000"/>
              </a:xfrm>
              <a:prstGeom prst="rect">
                <a:avLst/>
              </a:prstGeom>
            </p:spPr>
          </p:pic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E88976C2-B8D5-F5F8-BFC8-A07A3A89D6D3}"/>
              </a:ext>
            </a:extLst>
          </p:cNvPr>
          <p:cNvSpPr txBox="1"/>
          <p:nvPr userDrawn="1"/>
        </p:nvSpPr>
        <p:spPr>
          <a:xfrm>
            <a:off x="1587698" y="251916"/>
            <a:ext cx="5968603" cy="322076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vi-VN" sz="1493" b="1">
                <a:solidFill>
                  <a:srgbClr val="18459E"/>
                </a:solidFill>
                <a:latin typeface="+mn-lt"/>
                <a:ea typeface="Inter" panose="020B0502030000000004" pitchFamily="34" charset="0"/>
                <a:cs typeface="Arial" panose="020B0604020202020204" pitchFamily="34" charset="0"/>
              </a:rPr>
              <a:t>TRƯỜNG ĐẠI HỌC NGOẠI NGỮ - TIN HỌC TP. HỒ CHÍ MINH</a:t>
            </a:r>
            <a:endParaRPr lang="en-VN" sz="1493" b="1">
              <a:solidFill>
                <a:srgbClr val="18459E"/>
              </a:solidFill>
              <a:latin typeface="+mn-lt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1ADA18E-F297-F584-B051-9E2DF095A44D}"/>
              </a:ext>
            </a:extLst>
          </p:cNvPr>
          <p:cNvSpPr txBox="1"/>
          <p:nvPr userDrawn="1"/>
        </p:nvSpPr>
        <p:spPr>
          <a:xfrm>
            <a:off x="1587698" y="519806"/>
            <a:ext cx="5968603" cy="244682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just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vi-VN" sz="990">
                <a:solidFill>
                  <a:srgbClr val="18459E"/>
                </a:solidFill>
                <a:latin typeface="+mn-lt"/>
                <a:ea typeface="Inter" panose="020B0502030000000004" pitchFamily="34" charset="0"/>
                <a:cs typeface="Arial" panose="020B0604020202020204" pitchFamily="34" charset="0"/>
              </a:rPr>
              <a:t>HO CHI MINH CITY UNIVERSITY OF FOREIGN LANGUAGES - INFORMATION TECHNOLOGY</a:t>
            </a:r>
            <a:endParaRPr lang="en-VN" sz="990">
              <a:solidFill>
                <a:srgbClr val="18459E"/>
              </a:solidFill>
              <a:latin typeface="+mn-lt"/>
              <a:ea typeface="Inter" panose="020B05020300000000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4114939E-CD46-4E2C-059F-018FFD0801A1}"/>
                  </a:ext>
                </a:extLst>
              </p14:cNvPr>
              <p14:cNvContentPartPr/>
              <p14:nvPr userDrawn="1"/>
            </p14:nvContentPartPr>
            <p14:xfrm>
              <a:off x="8404630" y="3533133"/>
              <a:ext cx="270" cy="27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4114939E-CD46-4E2C-059F-018FFD0801A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97880" y="3526383"/>
                <a:ext cx="13500" cy="13500"/>
              </a:xfrm>
              <a:prstGeom prst="rect">
                <a:avLst/>
              </a:prstGeom>
            </p:spPr>
          </p:pic>
        </mc:Fallback>
      </mc:AlternateContent>
      <p:grpSp>
        <p:nvGrpSpPr>
          <p:cNvPr id="20" name="Group 19">
            <a:extLst>
              <a:ext uri="{FF2B5EF4-FFF2-40B4-BE49-F238E27FC236}">
                <a16:creationId xmlns:a16="http://schemas.microsoft.com/office/drawing/2014/main" id="{1A8436CC-28D6-F9F1-8D4C-302BD5DD2506}"/>
              </a:ext>
            </a:extLst>
          </p:cNvPr>
          <p:cNvGrpSpPr/>
          <p:nvPr userDrawn="1"/>
        </p:nvGrpSpPr>
        <p:grpSpPr>
          <a:xfrm>
            <a:off x="-2382" y="6399608"/>
            <a:ext cx="9157099" cy="458392"/>
            <a:chOff x="-2382" y="5545931"/>
            <a:chExt cx="9157099" cy="458392"/>
          </a:xfrm>
        </p:grpSpPr>
        <p:sp>
          <p:nvSpPr>
            <p:cNvPr id="21" name="Rectangle 21">
              <a:extLst>
                <a:ext uri="{FF2B5EF4-FFF2-40B4-BE49-F238E27FC236}">
                  <a16:creationId xmlns:a16="http://schemas.microsoft.com/office/drawing/2014/main" id="{CF04A903-7EC0-2DDB-D849-C4252DF5F98E}"/>
                </a:ext>
              </a:extLst>
            </p:cNvPr>
            <p:cNvSpPr/>
            <p:nvPr userDrawn="1"/>
          </p:nvSpPr>
          <p:spPr>
            <a:xfrm>
              <a:off x="-2382" y="5834063"/>
              <a:ext cx="7119938" cy="170260"/>
            </a:xfrm>
            <a:custGeom>
              <a:avLst/>
              <a:gdLst>
                <a:gd name="connsiteX0" fmla="*/ 0 w 9290688"/>
                <a:gd name="connsiteY0" fmla="*/ 0 h 226424"/>
                <a:gd name="connsiteX1" fmla="*/ 9290688 w 9290688"/>
                <a:gd name="connsiteY1" fmla="*/ 0 h 226424"/>
                <a:gd name="connsiteX2" fmla="*/ 9290688 w 9290688"/>
                <a:gd name="connsiteY2" fmla="*/ 226424 h 226424"/>
                <a:gd name="connsiteX3" fmla="*/ 0 w 9290688"/>
                <a:gd name="connsiteY3" fmla="*/ 226424 h 226424"/>
                <a:gd name="connsiteX4" fmla="*/ 0 w 9290688"/>
                <a:gd name="connsiteY4" fmla="*/ 0 h 226424"/>
                <a:gd name="connsiteX0" fmla="*/ 0 w 9493888"/>
                <a:gd name="connsiteY0" fmla="*/ 0 h 226424"/>
                <a:gd name="connsiteX1" fmla="*/ 9493888 w 9493888"/>
                <a:gd name="connsiteY1" fmla="*/ 0 h 226424"/>
                <a:gd name="connsiteX2" fmla="*/ 9290688 w 9493888"/>
                <a:gd name="connsiteY2" fmla="*/ 226424 h 226424"/>
                <a:gd name="connsiteX3" fmla="*/ 0 w 9493888"/>
                <a:gd name="connsiteY3" fmla="*/ 226424 h 226424"/>
                <a:gd name="connsiteX4" fmla="*/ 0 w 9493888"/>
                <a:gd name="connsiteY4" fmla="*/ 0 h 2264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493888" h="226424">
                  <a:moveTo>
                    <a:pt x="0" y="0"/>
                  </a:moveTo>
                  <a:lnTo>
                    <a:pt x="9493888" y="0"/>
                  </a:lnTo>
                  <a:lnTo>
                    <a:pt x="9290688" y="226424"/>
                  </a:lnTo>
                  <a:lnTo>
                    <a:pt x="0" y="2264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F68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VN">
                <a:latin typeface="Helvetica" pitchFamily="2" charset="0"/>
              </a:endParaRPr>
            </a:p>
          </p:txBody>
        </p:sp>
        <p:sp>
          <p:nvSpPr>
            <p:cNvPr id="22" name="Rectangle 1">
              <a:extLst>
                <a:ext uri="{FF2B5EF4-FFF2-40B4-BE49-F238E27FC236}">
                  <a16:creationId xmlns:a16="http://schemas.microsoft.com/office/drawing/2014/main" id="{3D8B1CE4-20BE-FB9E-FA3A-E05165C8EB1D}"/>
                </a:ext>
              </a:extLst>
            </p:cNvPr>
            <p:cNvSpPr/>
            <p:nvPr userDrawn="1"/>
          </p:nvSpPr>
          <p:spPr>
            <a:xfrm>
              <a:off x="7155657" y="5620942"/>
              <a:ext cx="1999060" cy="298847"/>
            </a:xfrm>
            <a:custGeom>
              <a:avLst/>
              <a:gdLst>
                <a:gd name="connsiteX0" fmla="*/ 0 w 2240017"/>
                <a:gd name="connsiteY0" fmla="*/ 0 h 396261"/>
                <a:gd name="connsiteX1" fmla="*/ 2240017 w 2240017"/>
                <a:gd name="connsiteY1" fmla="*/ 0 h 396261"/>
                <a:gd name="connsiteX2" fmla="*/ 2240017 w 2240017"/>
                <a:gd name="connsiteY2" fmla="*/ 396261 h 396261"/>
                <a:gd name="connsiteX3" fmla="*/ 0 w 2240017"/>
                <a:gd name="connsiteY3" fmla="*/ 396261 h 396261"/>
                <a:gd name="connsiteX4" fmla="*/ 0 w 2240017"/>
                <a:gd name="connsiteY4" fmla="*/ 0 h 396261"/>
                <a:gd name="connsiteX0" fmla="*/ 350467 w 2590484"/>
                <a:gd name="connsiteY0" fmla="*/ 0 h 396261"/>
                <a:gd name="connsiteX1" fmla="*/ 2590484 w 2590484"/>
                <a:gd name="connsiteY1" fmla="*/ 0 h 396261"/>
                <a:gd name="connsiteX2" fmla="*/ 2590484 w 2590484"/>
                <a:gd name="connsiteY2" fmla="*/ 396261 h 396261"/>
                <a:gd name="connsiteX3" fmla="*/ 0 w 2590484"/>
                <a:gd name="connsiteY3" fmla="*/ 393075 h 396261"/>
                <a:gd name="connsiteX4" fmla="*/ 350467 w 2590484"/>
                <a:gd name="connsiteY4" fmla="*/ 0 h 396261"/>
                <a:gd name="connsiteX0" fmla="*/ 295006 w 2590484"/>
                <a:gd name="connsiteY0" fmla="*/ 5610 h 396261"/>
                <a:gd name="connsiteX1" fmla="*/ 2590484 w 2590484"/>
                <a:gd name="connsiteY1" fmla="*/ 0 h 396261"/>
                <a:gd name="connsiteX2" fmla="*/ 2590484 w 2590484"/>
                <a:gd name="connsiteY2" fmla="*/ 396261 h 396261"/>
                <a:gd name="connsiteX3" fmla="*/ 0 w 2590484"/>
                <a:gd name="connsiteY3" fmla="*/ 393075 h 396261"/>
                <a:gd name="connsiteX4" fmla="*/ 295006 w 2590484"/>
                <a:gd name="connsiteY4" fmla="*/ 5610 h 396261"/>
                <a:gd name="connsiteX0" fmla="*/ 322736 w 2590484"/>
                <a:gd name="connsiteY0" fmla="*/ 5610 h 396261"/>
                <a:gd name="connsiteX1" fmla="*/ 2590484 w 2590484"/>
                <a:gd name="connsiteY1" fmla="*/ 0 h 396261"/>
                <a:gd name="connsiteX2" fmla="*/ 2590484 w 2590484"/>
                <a:gd name="connsiteY2" fmla="*/ 396261 h 396261"/>
                <a:gd name="connsiteX3" fmla="*/ 0 w 2590484"/>
                <a:gd name="connsiteY3" fmla="*/ 393075 h 396261"/>
                <a:gd name="connsiteX4" fmla="*/ 322736 w 2590484"/>
                <a:gd name="connsiteY4" fmla="*/ 5610 h 396261"/>
                <a:gd name="connsiteX0" fmla="*/ 316458 w 2590484"/>
                <a:gd name="connsiteY0" fmla="*/ 0 h 397001"/>
                <a:gd name="connsiteX1" fmla="*/ 2590484 w 2590484"/>
                <a:gd name="connsiteY1" fmla="*/ 740 h 397001"/>
                <a:gd name="connsiteX2" fmla="*/ 2590484 w 2590484"/>
                <a:gd name="connsiteY2" fmla="*/ 397001 h 397001"/>
                <a:gd name="connsiteX3" fmla="*/ 0 w 2590484"/>
                <a:gd name="connsiteY3" fmla="*/ 393815 h 397001"/>
                <a:gd name="connsiteX4" fmla="*/ 316458 w 2590484"/>
                <a:gd name="connsiteY4" fmla="*/ 0 h 397001"/>
                <a:gd name="connsiteX0" fmla="*/ 329014 w 2590484"/>
                <a:gd name="connsiteY0" fmla="*/ 0 h 397001"/>
                <a:gd name="connsiteX1" fmla="*/ 2590484 w 2590484"/>
                <a:gd name="connsiteY1" fmla="*/ 740 h 397001"/>
                <a:gd name="connsiteX2" fmla="*/ 2590484 w 2590484"/>
                <a:gd name="connsiteY2" fmla="*/ 397001 h 397001"/>
                <a:gd name="connsiteX3" fmla="*/ 0 w 2590484"/>
                <a:gd name="connsiteY3" fmla="*/ 393815 h 397001"/>
                <a:gd name="connsiteX4" fmla="*/ 329014 w 2590484"/>
                <a:gd name="connsiteY4" fmla="*/ 0 h 397001"/>
                <a:gd name="connsiteX0" fmla="*/ 372960 w 2634430"/>
                <a:gd name="connsiteY0" fmla="*/ 0 h 397001"/>
                <a:gd name="connsiteX1" fmla="*/ 2634430 w 2634430"/>
                <a:gd name="connsiteY1" fmla="*/ 740 h 397001"/>
                <a:gd name="connsiteX2" fmla="*/ 2634430 w 2634430"/>
                <a:gd name="connsiteY2" fmla="*/ 397001 h 397001"/>
                <a:gd name="connsiteX3" fmla="*/ 0 w 2634430"/>
                <a:gd name="connsiteY3" fmla="*/ 393815 h 397001"/>
                <a:gd name="connsiteX4" fmla="*/ 372960 w 2634430"/>
                <a:gd name="connsiteY4" fmla="*/ 0 h 397001"/>
                <a:gd name="connsiteX0" fmla="*/ 325875 w 2634430"/>
                <a:gd name="connsiteY0" fmla="*/ 0 h 397001"/>
                <a:gd name="connsiteX1" fmla="*/ 2634430 w 2634430"/>
                <a:gd name="connsiteY1" fmla="*/ 740 h 397001"/>
                <a:gd name="connsiteX2" fmla="*/ 2634430 w 2634430"/>
                <a:gd name="connsiteY2" fmla="*/ 397001 h 397001"/>
                <a:gd name="connsiteX3" fmla="*/ 0 w 2634430"/>
                <a:gd name="connsiteY3" fmla="*/ 393815 h 397001"/>
                <a:gd name="connsiteX4" fmla="*/ 325875 w 2634430"/>
                <a:gd name="connsiteY4" fmla="*/ 0 h 397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34430" h="397001">
                  <a:moveTo>
                    <a:pt x="325875" y="0"/>
                  </a:moveTo>
                  <a:lnTo>
                    <a:pt x="2634430" y="740"/>
                  </a:lnTo>
                  <a:lnTo>
                    <a:pt x="2634430" y="397001"/>
                  </a:lnTo>
                  <a:lnTo>
                    <a:pt x="0" y="393815"/>
                  </a:lnTo>
                  <a:lnTo>
                    <a:pt x="325875" y="0"/>
                  </a:lnTo>
                  <a:close/>
                </a:path>
              </a:pathLst>
            </a:custGeom>
            <a:solidFill>
              <a:srgbClr val="1845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vi-VN"/>
            </a:p>
          </p:txBody>
        </p:sp>
        <p:sp>
          <p:nvSpPr>
            <p:cNvPr id="23" name="TextBox 27">
              <a:extLst>
                <a:ext uri="{FF2B5EF4-FFF2-40B4-BE49-F238E27FC236}">
                  <a16:creationId xmlns:a16="http://schemas.microsoft.com/office/drawing/2014/main" id="{AA148E21-0D2C-6F8A-1C3C-85961B8AC6E6}"/>
                </a:ext>
              </a:extLst>
            </p:cNvPr>
            <p:cNvSpPr txBox="1">
              <a:spLocks noChangeArrowheads="1"/>
            </p:cNvSpPr>
            <p:nvPr userDrawn="1"/>
          </p:nvSpPr>
          <p:spPr bwMode="auto">
            <a:xfrm>
              <a:off x="7421166" y="5639993"/>
              <a:ext cx="1703784" cy="2769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lnSpc>
                  <a:spcPct val="90000"/>
                </a:lnSpc>
                <a:spcBef>
                  <a:spcPts val="500"/>
                </a:spcBef>
                <a:spcAft>
                  <a:spcPct val="0"/>
                </a:spcAft>
                <a:buFont typeface="Arial" panose="020B0604020202020204" pitchFamily="34" charset="0"/>
                <a:buChar char="•"/>
                <a:defRPr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FontTx/>
                <a:buNone/>
              </a:pPr>
              <a:r>
                <a:rPr lang="en-US" altLang="en-US" sz="120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www.huflit.edu.vn</a:t>
              </a:r>
              <a:endParaRPr lang="en-US" altLang="en-US" sz="120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endParaRPr>
            </a:p>
          </p:txBody>
        </p: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33A3431D-4D95-1F6A-63BB-7D61CF9D224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-2381" y="5729288"/>
              <a:ext cx="7184231" cy="0"/>
            </a:xfrm>
            <a:prstGeom prst="line">
              <a:avLst/>
            </a:prstGeom>
            <a:ln>
              <a:solidFill>
                <a:srgbClr val="EF682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FB384965-9764-FB5F-5D11-068185CB9B9F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7181850" y="5545933"/>
              <a:ext cx="163116" cy="183356"/>
            </a:xfrm>
            <a:prstGeom prst="line">
              <a:avLst/>
            </a:prstGeom>
            <a:ln>
              <a:solidFill>
                <a:srgbClr val="EF682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2193E7A-B683-BE4D-0893-75216C267E2F}"/>
                </a:ext>
              </a:extLst>
            </p:cNvPr>
            <p:cNvCxnSpPr/>
            <p:nvPr userDrawn="1"/>
          </p:nvCxnSpPr>
          <p:spPr>
            <a:xfrm>
              <a:off x="7344966" y="5545931"/>
              <a:ext cx="1799034" cy="0"/>
            </a:xfrm>
            <a:prstGeom prst="line">
              <a:avLst/>
            </a:prstGeom>
            <a:ln>
              <a:solidFill>
                <a:srgbClr val="EF682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7" name="Picture 6">
            <a:extLst>
              <a:ext uri="{FF2B5EF4-FFF2-40B4-BE49-F238E27FC236}">
                <a16:creationId xmlns:a16="http://schemas.microsoft.com/office/drawing/2014/main" id="{6789791C-7C0F-D365-FE20-A7A48D4071D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754" y="62607"/>
            <a:ext cx="1433513" cy="9036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451948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0594" y="226774"/>
            <a:ext cx="7574756" cy="481806"/>
          </a:xfrm>
        </p:spPr>
        <p:txBody>
          <a:bodyPr>
            <a:normAutofit/>
          </a:bodyPr>
          <a:lstStyle>
            <a:lvl1pPr>
              <a:defRPr sz="3000">
                <a:solidFill>
                  <a:srgbClr val="EF682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038622"/>
            <a:ext cx="7886700" cy="5126197"/>
          </a:xfrm>
        </p:spPr>
        <p:txBody>
          <a:bodyPr>
            <a:normAutofit/>
          </a:bodyPr>
          <a:lstStyle>
            <a:lvl1pPr marL="228600" indent="-228600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ü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Courier New" panose="02070309020205020404" pitchFamily="49" charset="0"/>
              <a:buChar char="o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Courier New" panose="02070309020205020404" pitchFamily="49" charset="0"/>
              <a:buChar char="o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977" y="6432947"/>
            <a:ext cx="6026112" cy="282178"/>
          </a:xfrm>
        </p:spPr>
        <p:txBody>
          <a:bodyPr/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Bài 3: Cấu trúc Lựa chọn</a:t>
            </a:r>
            <a:endParaRPr lang="en-VN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9664B311-FD7A-42D3-5627-BD06D0B89CBA}"/>
              </a:ext>
            </a:extLst>
          </p:cNvPr>
          <p:cNvGrpSpPr/>
          <p:nvPr userDrawn="1"/>
        </p:nvGrpSpPr>
        <p:grpSpPr>
          <a:xfrm>
            <a:off x="-14287" y="568960"/>
            <a:ext cx="9188053" cy="228601"/>
            <a:chOff x="-14287" y="837009"/>
            <a:chExt cx="9188053" cy="228601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CDFE8D7A-9695-3FE0-9DC0-65562B79B4F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8416" y="976313"/>
              <a:ext cx="8515350" cy="0"/>
            </a:xfrm>
            <a:prstGeom prst="line">
              <a:avLst/>
            </a:prstGeom>
            <a:ln w="12700">
              <a:solidFill>
                <a:srgbClr val="EF6822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1" name="Rectangle 16">
              <a:extLst>
                <a:ext uri="{FF2B5EF4-FFF2-40B4-BE49-F238E27FC236}">
                  <a16:creationId xmlns:a16="http://schemas.microsoft.com/office/drawing/2014/main" id="{76657976-82AB-C28D-AF5D-8B6D4D929C5D}"/>
                </a:ext>
              </a:extLst>
            </p:cNvPr>
            <p:cNvSpPr/>
            <p:nvPr userDrawn="1"/>
          </p:nvSpPr>
          <p:spPr>
            <a:xfrm flipH="1" flipV="1">
              <a:off x="-14287" y="837009"/>
              <a:ext cx="954881" cy="228601"/>
            </a:xfrm>
            <a:custGeom>
              <a:avLst/>
              <a:gdLst>
                <a:gd name="connsiteX0" fmla="*/ 0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0 w 2523344"/>
                <a:gd name="connsiteY4" fmla="*/ 0 h 482600"/>
                <a:gd name="connsiteX0" fmla="*/ 524655 w 2523344"/>
                <a:gd name="connsiteY0" fmla="*/ 1499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524655 w 2523344"/>
                <a:gd name="connsiteY4" fmla="*/ 14990 h 482600"/>
                <a:gd name="connsiteX0" fmla="*/ 404734 w 2523344"/>
                <a:gd name="connsiteY0" fmla="*/ 44971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44971 h 482600"/>
                <a:gd name="connsiteX0" fmla="*/ 404734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0 h 482600"/>
                <a:gd name="connsiteX0" fmla="*/ 493662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93662 w 2523344"/>
                <a:gd name="connsiteY4" fmla="*/ 10816 h 482600"/>
                <a:gd name="connsiteX0" fmla="*/ 371386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371386 w 2523344"/>
                <a:gd name="connsiteY4" fmla="*/ 10816 h 482600"/>
                <a:gd name="connsiteX0" fmla="*/ 406017 w 2557975"/>
                <a:gd name="connsiteY0" fmla="*/ 10816 h 488215"/>
                <a:gd name="connsiteX1" fmla="*/ 2557975 w 2557975"/>
                <a:gd name="connsiteY1" fmla="*/ 0 h 488215"/>
                <a:gd name="connsiteX2" fmla="*/ 2557975 w 2557975"/>
                <a:gd name="connsiteY2" fmla="*/ 482600 h 488215"/>
                <a:gd name="connsiteX3" fmla="*/ 0 w 2557975"/>
                <a:gd name="connsiteY3" fmla="*/ 488215 h 488215"/>
                <a:gd name="connsiteX4" fmla="*/ 406017 w 2557975"/>
                <a:gd name="connsiteY4" fmla="*/ 10816 h 488215"/>
                <a:gd name="connsiteX0" fmla="*/ 406017 w 4108665"/>
                <a:gd name="connsiteY0" fmla="*/ 10816 h 488215"/>
                <a:gd name="connsiteX1" fmla="*/ 255797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10816 h 488215"/>
                <a:gd name="connsiteX1" fmla="*/ 410866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0 h 477399"/>
                <a:gd name="connsiteX1" fmla="*/ 4108665 w 4108665"/>
                <a:gd name="connsiteY1" fmla="*/ 13519 h 477399"/>
                <a:gd name="connsiteX2" fmla="*/ 4108665 w 4108665"/>
                <a:gd name="connsiteY2" fmla="*/ 471784 h 477399"/>
                <a:gd name="connsiteX3" fmla="*/ 0 w 4108665"/>
                <a:gd name="connsiteY3" fmla="*/ 477399 h 477399"/>
                <a:gd name="connsiteX4" fmla="*/ 406017 w 4108665"/>
                <a:gd name="connsiteY4" fmla="*/ 0 h 477399"/>
                <a:gd name="connsiteX0" fmla="*/ 406017 w 4108665"/>
                <a:gd name="connsiteY0" fmla="*/ 0 h 477399"/>
                <a:gd name="connsiteX1" fmla="*/ 4108665 w 4108665"/>
                <a:gd name="connsiteY1" fmla="*/ 13519 h 477399"/>
                <a:gd name="connsiteX2" fmla="*/ 1881358 w 4108665"/>
                <a:gd name="connsiteY2" fmla="*/ 471784 h 477399"/>
                <a:gd name="connsiteX3" fmla="*/ 0 w 4108665"/>
                <a:gd name="connsiteY3" fmla="*/ 477399 h 477399"/>
                <a:gd name="connsiteX4" fmla="*/ 406017 w 4108665"/>
                <a:gd name="connsiteY4" fmla="*/ 0 h 477399"/>
                <a:gd name="connsiteX0" fmla="*/ 406017 w 1905053"/>
                <a:gd name="connsiteY0" fmla="*/ 0 h 477399"/>
                <a:gd name="connsiteX1" fmla="*/ 1905053 w 1905053"/>
                <a:gd name="connsiteY1" fmla="*/ 1993 h 477399"/>
                <a:gd name="connsiteX2" fmla="*/ 1881358 w 1905053"/>
                <a:gd name="connsiteY2" fmla="*/ 471784 h 477399"/>
                <a:gd name="connsiteX3" fmla="*/ 0 w 1905053"/>
                <a:gd name="connsiteY3" fmla="*/ 477399 h 477399"/>
                <a:gd name="connsiteX4" fmla="*/ 406017 w 1905053"/>
                <a:gd name="connsiteY4" fmla="*/ 0 h 477399"/>
                <a:gd name="connsiteX0" fmla="*/ 406017 w 1881358"/>
                <a:gd name="connsiteY0" fmla="*/ 0 h 477399"/>
                <a:gd name="connsiteX1" fmla="*/ 1845816 w 1881358"/>
                <a:gd name="connsiteY1" fmla="*/ 1993 h 477399"/>
                <a:gd name="connsiteX2" fmla="*/ 1881358 w 1881358"/>
                <a:gd name="connsiteY2" fmla="*/ 471784 h 477399"/>
                <a:gd name="connsiteX3" fmla="*/ 0 w 1881358"/>
                <a:gd name="connsiteY3" fmla="*/ 477399 h 477399"/>
                <a:gd name="connsiteX4" fmla="*/ 406017 w 1881358"/>
                <a:gd name="connsiteY4" fmla="*/ 0 h 477399"/>
                <a:gd name="connsiteX0" fmla="*/ 406017 w 1881358"/>
                <a:gd name="connsiteY0" fmla="*/ 0 h 477399"/>
                <a:gd name="connsiteX1" fmla="*/ 1869510 w 1881358"/>
                <a:gd name="connsiteY1" fmla="*/ 25047 h 477399"/>
                <a:gd name="connsiteX2" fmla="*/ 1881358 w 1881358"/>
                <a:gd name="connsiteY2" fmla="*/ 471784 h 477399"/>
                <a:gd name="connsiteX3" fmla="*/ 0 w 1881358"/>
                <a:gd name="connsiteY3" fmla="*/ 477399 h 477399"/>
                <a:gd name="connsiteX4" fmla="*/ 406017 w 1881358"/>
                <a:gd name="connsiteY4" fmla="*/ 0 h 477399"/>
                <a:gd name="connsiteX0" fmla="*/ 406017 w 1886825"/>
                <a:gd name="connsiteY0" fmla="*/ 14263 h 491662"/>
                <a:gd name="connsiteX1" fmla="*/ 1886825 w 1886825"/>
                <a:gd name="connsiteY1" fmla="*/ 0 h 491662"/>
                <a:gd name="connsiteX2" fmla="*/ 1881358 w 1886825"/>
                <a:gd name="connsiteY2" fmla="*/ 486047 h 491662"/>
                <a:gd name="connsiteX3" fmla="*/ 0 w 1886825"/>
                <a:gd name="connsiteY3" fmla="*/ 491662 h 491662"/>
                <a:gd name="connsiteX4" fmla="*/ 406017 w 1886825"/>
                <a:gd name="connsiteY4" fmla="*/ 14263 h 491662"/>
                <a:gd name="connsiteX0" fmla="*/ 406017 w 1881586"/>
                <a:gd name="connsiteY0" fmla="*/ 0 h 477399"/>
                <a:gd name="connsiteX1" fmla="*/ 1875281 w 1881586"/>
                <a:gd name="connsiteY1" fmla="*/ 8200 h 477399"/>
                <a:gd name="connsiteX2" fmla="*/ 1881358 w 1881586"/>
                <a:gd name="connsiteY2" fmla="*/ 471784 h 477399"/>
                <a:gd name="connsiteX3" fmla="*/ 0 w 1881586"/>
                <a:gd name="connsiteY3" fmla="*/ 477399 h 477399"/>
                <a:gd name="connsiteX4" fmla="*/ 406017 w 1881586"/>
                <a:gd name="connsiteY4" fmla="*/ 0 h 477399"/>
                <a:gd name="connsiteX0" fmla="*/ 406017 w 1881851"/>
                <a:gd name="connsiteY0" fmla="*/ 3031 h 480430"/>
                <a:gd name="connsiteX1" fmla="*/ 1881052 w 1881851"/>
                <a:gd name="connsiteY1" fmla="*/ 0 h 480430"/>
                <a:gd name="connsiteX2" fmla="*/ 1881358 w 1881851"/>
                <a:gd name="connsiteY2" fmla="*/ 474815 h 480430"/>
                <a:gd name="connsiteX3" fmla="*/ 0 w 1881851"/>
                <a:gd name="connsiteY3" fmla="*/ 480430 h 480430"/>
                <a:gd name="connsiteX4" fmla="*/ 406017 w 1881851"/>
                <a:gd name="connsiteY4" fmla="*/ 3031 h 480430"/>
                <a:gd name="connsiteX0" fmla="*/ 406017 w 1881052"/>
                <a:gd name="connsiteY0" fmla="*/ 3031 h 480984"/>
                <a:gd name="connsiteX1" fmla="*/ 1881052 w 1881052"/>
                <a:gd name="connsiteY1" fmla="*/ 0 h 480984"/>
                <a:gd name="connsiteX2" fmla="*/ 1500907 w 1881052"/>
                <a:gd name="connsiteY2" fmla="*/ 480984 h 480984"/>
                <a:gd name="connsiteX3" fmla="*/ 0 w 1881052"/>
                <a:gd name="connsiteY3" fmla="*/ 480430 h 480984"/>
                <a:gd name="connsiteX4" fmla="*/ 406017 w 1881052"/>
                <a:gd name="connsiteY4" fmla="*/ 3031 h 480984"/>
                <a:gd name="connsiteX0" fmla="*/ 406017 w 1506942"/>
                <a:gd name="connsiteY0" fmla="*/ 0 h 477953"/>
                <a:gd name="connsiteX1" fmla="*/ 1506942 w 1506942"/>
                <a:gd name="connsiteY1" fmla="*/ 3138 h 477953"/>
                <a:gd name="connsiteX2" fmla="*/ 1500907 w 1506942"/>
                <a:gd name="connsiteY2" fmla="*/ 477953 h 477953"/>
                <a:gd name="connsiteX3" fmla="*/ 0 w 1506942"/>
                <a:gd name="connsiteY3" fmla="*/ 477399 h 477953"/>
                <a:gd name="connsiteX4" fmla="*/ 406017 w 1506942"/>
                <a:gd name="connsiteY4" fmla="*/ 0 h 477953"/>
                <a:gd name="connsiteX0" fmla="*/ 406017 w 1500941"/>
                <a:gd name="connsiteY0" fmla="*/ 0 h 477953"/>
                <a:gd name="connsiteX1" fmla="*/ 1433224 w 1500941"/>
                <a:gd name="connsiteY1" fmla="*/ 8260 h 477953"/>
                <a:gd name="connsiteX2" fmla="*/ 1500907 w 1500941"/>
                <a:gd name="connsiteY2" fmla="*/ 477953 h 477953"/>
                <a:gd name="connsiteX3" fmla="*/ 0 w 1500941"/>
                <a:gd name="connsiteY3" fmla="*/ 477399 h 477953"/>
                <a:gd name="connsiteX4" fmla="*/ 406017 w 1500941"/>
                <a:gd name="connsiteY4" fmla="*/ 0 h 477953"/>
                <a:gd name="connsiteX0" fmla="*/ 406017 w 1433224"/>
                <a:gd name="connsiteY0" fmla="*/ 0 h 477953"/>
                <a:gd name="connsiteX1" fmla="*/ 1433224 w 1433224"/>
                <a:gd name="connsiteY1" fmla="*/ 8260 h 477953"/>
                <a:gd name="connsiteX2" fmla="*/ 1421926 w 1433224"/>
                <a:gd name="connsiteY2" fmla="*/ 477953 h 477953"/>
                <a:gd name="connsiteX3" fmla="*/ 0 w 1433224"/>
                <a:gd name="connsiteY3" fmla="*/ 477399 h 477953"/>
                <a:gd name="connsiteX4" fmla="*/ 406017 w 1433224"/>
                <a:gd name="connsiteY4" fmla="*/ 0 h 477953"/>
                <a:gd name="connsiteX0" fmla="*/ 248052 w 1275259"/>
                <a:gd name="connsiteY0" fmla="*/ 0 h 477953"/>
                <a:gd name="connsiteX1" fmla="*/ 1275259 w 1275259"/>
                <a:gd name="connsiteY1" fmla="*/ 8260 h 477953"/>
                <a:gd name="connsiteX2" fmla="*/ 1263961 w 1275259"/>
                <a:gd name="connsiteY2" fmla="*/ 477953 h 477953"/>
                <a:gd name="connsiteX3" fmla="*/ 0 w 1275259"/>
                <a:gd name="connsiteY3" fmla="*/ 287842 h 477953"/>
                <a:gd name="connsiteX4" fmla="*/ 248052 w 1275259"/>
                <a:gd name="connsiteY4" fmla="*/ 0 h 477953"/>
                <a:gd name="connsiteX0" fmla="*/ 248052 w 1275259"/>
                <a:gd name="connsiteY0" fmla="*/ 0 h 303765"/>
                <a:gd name="connsiteX1" fmla="*/ 1275259 w 1275259"/>
                <a:gd name="connsiteY1" fmla="*/ 8260 h 303765"/>
                <a:gd name="connsiteX2" fmla="*/ 1248164 w 1275259"/>
                <a:gd name="connsiteY2" fmla="*/ 303765 h 303765"/>
                <a:gd name="connsiteX3" fmla="*/ 0 w 1275259"/>
                <a:gd name="connsiteY3" fmla="*/ 287842 h 303765"/>
                <a:gd name="connsiteX4" fmla="*/ 248052 w 1275259"/>
                <a:gd name="connsiteY4" fmla="*/ 0 h 303765"/>
                <a:gd name="connsiteX0" fmla="*/ 248052 w 1248931"/>
                <a:gd name="connsiteY0" fmla="*/ 0 h 303765"/>
                <a:gd name="connsiteX1" fmla="*/ 1248931 w 1248931"/>
                <a:gd name="connsiteY1" fmla="*/ 3137 h 303765"/>
                <a:gd name="connsiteX2" fmla="*/ 1248164 w 1248931"/>
                <a:gd name="connsiteY2" fmla="*/ 303765 h 303765"/>
                <a:gd name="connsiteX3" fmla="*/ 0 w 1248931"/>
                <a:gd name="connsiteY3" fmla="*/ 287842 h 303765"/>
                <a:gd name="connsiteX4" fmla="*/ 248052 w 1248931"/>
                <a:gd name="connsiteY4" fmla="*/ 0 h 303765"/>
                <a:gd name="connsiteX0" fmla="*/ 248052 w 1252492"/>
                <a:gd name="connsiteY0" fmla="*/ 0 h 288121"/>
                <a:gd name="connsiteX1" fmla="*/ 1248931 w 1252492"/>
                <a:gd name="connsiteY1" fmla="*/ 3137 h 288121"/>
                <a:gd name="connsiteX2" fmla="*/ 1252183 w 1252492"/>
                <a:gd name="connsiteY2" fmla="*/ 288121 h 288121"/>
                <a:gd name="connsiteX3" fmla="*/ 0 w 1252492"/>
                <a:gd name="connsiteY3" fmla="*/ 287842 h 288121"/>
                <a:gd name="connsiteX4" fmla="*/ 248052 w 1252492"/>
                <a:gd name="connsiteY4" fmla="*/ 0 h 288121"/>
                <a:gd name="connsiteX0" fmla="*/ 248052 w 1252251"/>
                <a:gd name="connsiteY0" fmla="*/ 0 h 288121"/>
                <a:gd name="connsiteX1" fmla="*/ 1220794 w 1252251"/>
                <a:gd name="connsiteY1" fmla="*/ 95 h 288121"/>
                <a:gd name="connsiteX2" fmla="*/ 1252183 w 1252251"/>
                <a:gd name="connsiteY2" fmla="*/ 288121 h 288121"/>
                <a:gd name="connsiteX3" fmla="*/ 0 w 1252251"/>
                <a:gd name="connsiteY3" fmla="*/ 287842 h 288121"/>
                <a:gd name="connsiteX4" fmla="*/ 248052 w 1252251"/>
                <a:gd name="connsiteY4" fmla="*/ 0 h 288121"/>
                <a:gd name="connsiteX0" fmla="*/ 248052 w 1252694"/>
                <a:gd name="connsiteY0" fmla="*/ 2947 h 291068"/>
                <a:gd name="connsiteX1" fmla="*/ 1252058 w 1252694"/>
                <a:gd name="connsiteY1" fmla="*/ 0 h 291068"/>
                <a:gd name="connsiteX2" fmla="*/ 1252183 w 1252694"/>
                <a:gd name="connsiteY2" fmla="*/ 291068 h 291068"/>
                <a:gd name="connsiteX3" fmla="*/ 0 w 1252694"/>
                <a:gd name="connsiteY3" fmla="*/ 290789 h 291068"/>
                <a:gd name="connsiteX4" fmla="*/ 248052 w 1252694"/>
                <a:gd name="connsiteY4" fmla="*/ 2947 h 291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2694" h="291068">
                  <a:moveTo>
                    <a:pt x="248052" y="2947"/>
                  </a:moveTo>
                  <a:lnTo>
                    <a:pt x="1252058" y="0"/>
                  </a:lnTo>
                  <a:cubicBezTo>
                    <a:pt x="1250236" y="162016"/>
                    <a:pt x="1254005" y="129052"/>
                    <a:pt x="1252183" y="291068"/>
                  </a:cubicBezTo>
                  <a:lnTo>
                    <a:pt x="0" y="290789"/>
                  </a:lnTo>
                  <a:lnTo>
                    <a:pt x="248052" y="2947"/>
                  </a:lnTo>
                  <a:close/>
                </a:path>
              </a:pathLst>
            </a:custGeom>
            <a:solidFill>
              <a:srgbClr val="1845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V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FE26EB3-D2C5-4F08-9782-520FE4960108}"/>
              </a:ext>
            </a:extLst>
          </p:cNvPr>
          <p:cNvGrpSpPr/>
          <p:nvPr userDrawn="1"/>
        </p:nvGrpSpPr>
        <p:grpSpPr>
          <a:xfrm>
            <a:off x="0" y="6474619"/>
            <a:ext cx="9160669" cy="383381"/>
            <a:chOff x="0" y="5648325"/>
            <a:chExt cx="9160669" cy="383381"/>
          </a:xfrm>
        </p:grpSpPr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93BFBB10-57D6-2050-0C2D-7F133E5563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5904310"/>
              <a:ext cx="6054329" cy="0"/>
            </a:xfrm>
            <a:prstGeom prst="line">
              <a:avLst/>
            </a:prstGeom>
            <a:ln w="12700">
              <a:solidFill>
                <a:srgbClr val="18459E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F3E304FD-6781-F737-38D7-FE71F0350FA4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054329" y="5648326"/>
              <a:ext cx="208359" cy="255985"/>
            </a:xfrm>
            <a:prstGeom prst="line">
              <a:avLst/>
            </a:prstGeom>
            <a:ln w="12700">
              <a:solidFill>
                <a:srgbClr val="18459E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5253DA04-F4A2-FFFB-3849-1485D5438375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62689" y="5648325"/>
              <a:ext cx="2893219" cy="0"/>
            </a:xfrm>
            <a:prstGeom prst="line">
              <a:avLst/>
            </a:prstGeom>
            <a:ln w="12700">
              <a:solidFill>
                <a:srgbClr val="18459E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5" name="Rectangle 16">
              <a:extLst>
                <a:ext uri="{FF2B5EF4-FFF2-40B4-BE49-F238E27FC236}">
                  <a16:creationId xmlns:a16="http://schemas.microsoft.com/office/drawing/2014/main" id="{35648855-A28C-EE27-A204-8E04AC0C30EA}"/>
                </a:ext>
              </a:extLst>
            </p:cNvPr>
            <p:cNvSpPr/>
            <p:nvPr userDrawn="1"/>
          </p:nvSpPr>
          <p:spPr>
            <a:xfrm>
              <a:off x="6085285" y="5745956"/>
              <a:ext cx="3075384" cy="285750"/>
            </a:xfrm>
            <a:custGeom>
              <a:avLst/>
              <a:gdLst>
                <a:gd name="connsiteX0" fmla="*/ 0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0 w 2523344"/>
                <a:gd name="connsiteY4" fmla="*/ 0 h 482600"/>
                <a:gd name="connsiteX0" fmla="*/ 524655 w 2523344"/>
                <a:gd name="connsiteY0" fmla="*/ 1499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524655 w 2523344"/>
                <a:gd name="connsiteY4" fmla="*/ 14990 h 482600"/>
                <a:gd name="connsiteX0" fmla="*/ 404734 w 2523344"/>
                <a:gd name="connsiteY0" fmla="*/ 44971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44971 h 482600"/>
                <a:gd name="connsiteX0" fmla="*/ 404734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0 h 482600"/>
                <a:gd name="connsiteX0" fmla="*/ 493662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93662 w 2523344"/>
                <a:gd name="connsiteY4" fmla="*/ 10816 h 482600"/>
                <a:gd name="connsiteX0" fmla="*/ 371386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371386 w 2523344"/>
                <a:gd name="connsiteY4" fmla="*/ 10816 h 482600"/>
                <a:gd name="connsiteX0" fmla="*/ 406017 w 2557975"/>
                <a:gd name="connsiteY0" fmla="*/ 10816 h 488215"/>
                <a:gd name="connsiteX1" fmla="*/ 2557975 w 2557975"/>
                <a:gd name="connsiteY1" fmla="*/ 0 h 488215"/>
                <a:gd name="connsiteX2" fmla="*/ 2557975 w 2557975"/>
                <a:gd name="connsiteY2" fmla="*/ 482600 h 488215"/>
                <a:gd name="connsiteX3" fmla="*/ 0 w 2557975"/>
                <a:gd name="connsiteY3" fmla="*/ 488215 h 488215"/>
                <a:gd name="connsiteX4" fmla="*/ 406017 w 2557975"/>
                <a:gd name="connsiteY4" fmla="*/ 10816 h 488215"/>
                <a:gd name="connsiteX0" fmla="*/ 406017 w 4108665"/>
                <a:gd name="connsiteY0" fmla="*/ 10816 h 488215"/>
                <a:gd name="connsiteX1" fmla="*/ 255797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10816 h 488215"/>
                <a:gd name="connsiteX1" fmla="*/ 410866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0 h 477399"/>
                <a:gd name="connsiteX1" fmla="*/ 4108665 w 4108665"/>
                <a:gd name="connsiteY1" fmla="*/ 13519 h 477399"/>
                <a:gd name="connsiteX2" fmla="*/ 4108665 w 4108665"/>
                <a:gd name="connsiteY2" fmla="*/ 471784 h 477399"/>
                <a:gd name="connsiteX3" fmla="*/ 0 w 4108665"/>
                <a:gd name="connsiteY3" fmla="*/ 477399 h 477399"/>
                <a:gd name="connsiteX4" fmla="*/ 406017 w 4108665"/>
                <a:gd name="connsiteY4" fmla="*/ 0 h 477399"/>
                <a:gd name="connsiteX0" fmla="*/ 289036 w 3991684"/>
                <a:gd name="connsiteY0" fmla="*/ 0 h 471784"/>
                <a:gd name="connsiteX1" fmla="*/ 3991684 w 3991684"/>
                <a:gd name="connsiteY1" fmla="*/ 13519 h 471784"/>
                <a:gd name="connsiteX2" fmla="*/ 3991684 w 3991684"/>
                <a:gd name="connsiteY2" fmla="*/ 471784 h 471784"/>
                <a:gd name="connsiteX3" fmla="*/ 0 w 3991684"/>
                <a:gd name="connsiteY3" fmla="*/ 356682 h 471784"/>
                <a:gd name="connsiteX4" fmla="*/ 289036 w 3991684"/>
                <a:gd name="connsiteY4" fmla="*/ 0 h 471784"/>
                <a:gd name="connsiteX0" fmla="*/ 274856 w 3977504"/>
                <a:gd name="connsiteY0" fmla="*/ 0 h 471784"/>
                <a:gd name="connsiteX1" fmla="*/ 3977504 w 3977504"/>
                <a:gd name="connsiteY1" fmla="*/ 13519 h 471784"/>
                <a:gd name="connsiteX2" fmla="*/ 3977504 w 3977504"/>
                <a:gd name="connsiteY2" fmla="*/ 471784 h 471784"/>
                <a:gd name="connsiteX3" fmla="*/ 0 w 3977504"/>
                <a:gd name="connsiteY3" fmla="*/ 360131 h 471784"/>
                <a:gd name="connsiteX4" fmla="*/ 274856 w 3977504"/>
                <a:gd name="connsiteY4" fmla="*/ 0 h 471784"/>
                <a:gd name="connsiteX0" fmla="*/ 292580 w 3995228"/>
                <a:gd name="connsiteY0" fmla="*/ 0 h 471784"/>
                <a:gd name="connsiteX1" fmla="*/ 3995228 w 3995228"/>
                <a:gd name="connsiteY1" fmla="*/ 13519 h 471784"/>
                <a:gd name="connsiteX2" fmla="*/ 3995228 w 3995228"/>
                <a:gd name="connsiteY2" fmla="*/ 471784 h 471784"/>
                <a:gd name="connsiteX3" fmla="*/ 0 w 3995228"/>
                <a:gd name="connsiteY3" fmla="*/ 367029 h 471784"/>
                <a:gd name="connsiteX4" fmla="*/ 292580 w 3995228"/>
                <a:gd name="connsiteY4" fmla="*/ 0 h 471784"/>
                <a:gd name="connsiteX0" fmla="*/ 292580 w 3995228"/>
                <a:gd name="connsiteY0" fmla="*/ 0 h 385558"/>
                <a:gd name="connsiteX1" fmla="*/ 3995228 w 3995228"/>
                <a:gd name="connsiteY1" fmla="*/ 13519 h 385558"/>
                <a:gd name="connsiteX2" fmla="*/ 3662009 w 3995228"/>
                <a:gd name="connsiteY2" fmla="*/ 385558 h 385558"/>
                <a:gd name="connsiteX3" fmla="*/ 0 w 3995228"/>
                <a:gd name="connsiteY3" fmla="*/ 367029 h 385558"/>
                <a:gd name="connsiteX4" fmla="*/ 292580 w 3995228"/>
                <a:gd name="connsiteY4" fmla="*/ 0 h 385558"/>
                <a:gd name="connsiteX0" fmla="*/ 292580 w 3995228"/>
                <a:gd name="connsiteY0" fmla="*/ 0 h 367029"/>
                <a:gd name="connsiteX1" fmla="*/ 3995228 w 3995228"/>
                <a:gd name="connsiteY1" fmla="*/ 13519 h 367029"/>
                <a:gd name="connsiteX2" fmla="*/ 3640740 w 3995228"/>
                <a:gd name="connsiteY2" fmla="*/ 347618 h 367029"/>
                <a:gd name="connsiteX3" fmla="*/ 0 w 3995228"/>
                <a:gd name="connsiteY3" fmla="*/ 367029 h 367029"/>
                <a:gd name="connsiteX4" fmla="*/ 292580 w 3995228"/>
                <a:gd name="connsiteY4" fmla="*/ 0 h 367029"/>
                <a:gd name="connsiteX0" fmla="*/ 292580 w 3995228"/>
                <a:gd name="connsiteY0" fmla="*/ 0 h 367029"/>
                <a:gd name="connsiteX1" fmla="*/ 3995228 w 3995228"/>
                <a:gd name="connsiteY1" fmla="*/ 13519 h 367029"/>
                <a:gd name="connsiteX2" fmla="*/ 3630105 w 3995228"/>
                <a:gd name="connsiteY2" fmla="*/ 213104 h 367029"/>
                <a:gd name="connsiteX3" fmla="*/ 0 w 3995228"/>
                <a:gd name="connsiteY3" fmla="*/ 367029 h 367029"/>
                <a:gd name="connsiteX4" fmla="*/ 292580 w 3995228"/>
                <a:gd name="connsiteY4" fmla="*/ 0 h 367029"/>
                <a:gd name="connsiteX0" fmla="*/ 292580 w 3995228"/>
                <a:gd name="connsiteY0" fmla="*/ 0 h 367029"/>
                <a:gd name="connsiteX1" fmla="*/ 3995228 w 3995228"/>
                <a:gd name="connsiteY1" fmla="*/ 13519 h 367029"/>
                <a:gd name="connsiteX2" fmla="*/ 3615926 w 3995228"/>
                <a:gd name="connsiteY2" fmla="*/ 354515 h 367029"/>
                <a:gd name="connsiteX3" fmla="*/ 0 w 3995228"/>
                <a:gd name="connsiteY3" fmla="*/ 367029 h 367029"/>
                <a:gd name="connsiteX4" fmla="*/ 292580 w 3995228"/>
                <a:gd name="connsiteY4" fmla="*/ 0 h 367029"/>
                <a:gd name="connsiteX0" fmla="*/ 278400 w 3981048"/>
                <a:gd name="connsiteY0" fmla="*/ 0 h 360131"/>
                <a:gd name="connsiteX1" fmla="*/ 3981048 w 3981048"/>
                <a:gd name="connsiteY1" fmla="*/ 13519 h 360131"/>
                <a:gd name="connsiteX2" fmla="*/ 3601746 w 3981048"/>
                <a:gd name="connsiteY2" fmla="*/ 354515 h 360131"/>
                <a:gd name="connsiteX3" fmla="*/ 0 w 3981048"/>
                <a:gd name="connsiteY3" fmla="*/ 360131 h 360131"/>
                <a:gd name="connsiteX4" fmla="*/ 278400 w 3981048"/>
                <a:gd name="connsiteY4" fmla="*/ 0 h 360131"/>
                <a:gd name="connsiteX0" fmla="*/ 285490 w 3988138"/>
                <a:gd name="connsiteY0" fmla="*/ 0 h 360131"/>
                <a:gd name="connsiteX1" fmla="*/ 3988138 w 3988138"/>
                <a:gd name="connsiteY1" fmla="*/ 13519 h 360131"/>
                <a:gd name="connsiteX2" fmla="*/ 3608836 w 3988138"/>
                <a:gd name="connsiteY2" fmla="*/ 354515 h 360131"/>
                <a:gd name="connsiteX3" fmla="*/ 0 w 3988138"/>
                <a:gd name="connsiteY3" fmla="*/ 360131 h 360131"/>
                <a:gd name="connsiteX4" fmla="*/ 285490 w 3988138"/>
                <a:gd name="connsiteY4" fmla="*/ 0 h 360131"/>
                <a:gd name="connsiteX0" fmla="*/ 299670 w 4002318"/>
                <a:gd name="connsiteY0" fmla="*/ 0 h 360131"/>
                <a:gd name="connsiteX1" fmla="*/ 4002318 w 4002318"/>
                <a:gd name="connsiteY1" fmla="*/ 13519 h 360131"/>
                <a:gd name="connsiteX2" fmla="*/ 3623016 w 4002318"/>
                <a:gd name="connsiteY2" fmla="*/ 354515 h 360131"/>
                <a:gd name="connsiteX3" fmla="*/ 0 w 4002318"/>
                <a:gd name="connsiteY3" fmla="*/ 360131 h 360131"/>
                <a:gd name="connsiteX4" fmla="*/ 299670 w 4002318"/>
                <a:gd name="connsiteY4" fmla="*/ 0 h 360131"/>
                <a:gd name="connsiteX0" fmla="*/ 299670 w 3623016"/>
                <a:gd name="connsiteY0" fmla="*/ 0 h 360131"/>
                <a:gd name="connsiteX1" fmla="*/ 3615926 w 3623016"/>
                <a:gd name="connsiteY1" fmla="*/ 10070 h 360131"/>
                <a:gd name="connsiteX2" fmla="*/ 3623016 w 3623016"/>
                <a:gd name="connsiteY2" fmla="*/ 354515 h 360131"/>
                <a:gd name="connsiteX3" fmla="*/ 0 w 3623016"/>
                <a:gd name="connsiteY3" fmla="*/ 360131 h 360131"/>
                <a:gd name="connsiteX4" fmla="*/ 299670 w 3623016"/>
                <a:gd name="connsiteY4" fmla="*/ 0 h 360131"/>
                <a:gd name="connsiteX0" fmla="*/ 299670 w 3630106"/>
                <a:gd name="connsiteY0" fmla="*/ 277 h 360408"/>
                <a:gd name="connsiteX1" fmla="*/ 3630106 w 3630106"/>
                <a:gd name="connsiteY1" fmla="*/ 0 h 360408"/>
                <a:gd name="connsiteX2" fmla="*/ 3623016 w 3630106"/>
                <a:gd name="connsiteY2" fmla="*/ 354792 h 360408"/>
                <a:gd name="connsiteX3" fmla="*/ 0 w 3630106"/>
                <a:gd name="connsiteY3" fmla="*/ 360408 h 360408"/>
                <a:gd name="connsiteX4" fmla="*/ 299670 w 3630106"/>
                <a:gd name="connsiteY4" fmla="*/ 277 h 360408"/>
                <a:gd name="connsiteX0" fmla="*/ 299670 w 4037066"/>
                <a:gd name="connsiteY0" fmla="*/ 277 h 360408"/>
                <a:gd name="connsiteX1" fmla="*/ 4037066 w 4037066"/>
                <a:gd name="connsiteY1" fmla="*/ 0 h 360408"/>
                <a:gd name="connsiteX2" fmla="*/ 3623016 w 4037066"/>
                <a:gd name="connsiteY2" fmla="*/ 354792 h 360408"/>
                <a:gd name="connsiteX3" fmla="*/ 0 w 4037066"/>
                <a:gd name="connsiteY3" fmla="*/ 360408 h 360408"/>
                <a:gd name="connsiteX4" fmla="*/ 299670 w 4037066"/>
                <a:gd name="connsiteY4" fmla="*/ 277 h 360408"/>
                <a:gd name="connsiteX0" fmla="*/ 299670 w 4040151"/>
                <a:gd name="connsiteY0" fmla="*/ 277 h 360408"/>
                <a:gd name="connsiteX1" fmla="*/ 4037066 w 4040151"/>
                <a:gd name="connsiteY1" fmla="*/ 0 h 360408"/>
                <a:gd name="connsiteX2" fmla="*/ 4040151 w 4040151"/>
                <a:gd name="connsiteY2" fmla="*/ 354792 h 360408"/>
                <a:gd name="connsiteX3" fmla="*/ 0 w 4040151"/>
                <a:gd name="connsiteY3" fmla="*/ 360408 h 360408"/>
                <a:gd name="connsiteX4" fmla="*/ 299670 w 4040151"/>
                <a:gd name="connsiteY4" fmla="*/ 277 h 360408"/>
                <a:gd name="connsiteX0" fmla="*/ 299670 w 4037234"/>
                <a:gd name="connsiteY0" fmla="*/ 277 h 364692"/>
                <a:gd name="connsiteX1" fmla="*/ 4037066 w 4037234"/>
                <a:gd name="connsiteY1" fmla="*/ 0 h 364692"/>
                <a:gd name="connsiteX2" fmla="*/ 4035064 w 4037234"/>
                <a:gd name="connsiteY2" fmla="*/ 364692 h 364692"/>
                <a:gd name="connsiteX3" fmla="*/ 0 w 4037234"/>
                <a:gd name="connsiteY3" fmla="*/ 360408 h 364692"/>
                <a:gd name="connsiteX4" fmla="*/ 299670 w 4037234"/>
                <a:gd name="connsiteY4" fmla="*/ 277 h 364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7234" h="364692">
                  <a:moveTo>
                    <a:pt x="299670" y="277"/>
                  </a:moveTo>
                  <a:lnTo>
                    <a:pt x="4037066" y="0"/>
                  </a:lnTo>
                  <a:cubicBezTo>
                    <a:pt x="4038094" y="118264"/>
                    <a:pt x="4034036" y="246428"/>
                    <a:pt x="4035064" y="364692"/>
                  </a:cubicBezTo>
                  <a:lnTo>
                    <a:pt x="0" y="360408"/>
                  </a:lnTo>
                  <a:lnTo>
                    <a:pt x="299670" y="277"/>
                  </a:lnTo>
                  <a:close/>
                </a:path>
              </a:pathLst>
            </a:custGeom>
            <a:solidFill>
              <a:srgbClr val="EF68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V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32097" y="6593881"/>
            <a:ext cx="1908332" cy="25519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921635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087123"/>
            <a:ext cx="3886200" cy="5089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dirty="0"/>
            </a:lvl1pPr>
            <a:lvl2pPr>
              <a:defRPr lang="en-US" sz="2000" dirty="0"/>
            </a:lvl2pPr>
            <a:lvl3pPr>
              <a:defRPr lang="en-US" sz="1800" dirty="0"/>
            </a:lvl3pPr>
            <a:lvl4pPr>
              <a:defRPr lang="en-US" sz="1600" dirty="0"/>
            </a:lvl4pPr>
            <a:lvl5pPr>
              <a:defRPr lang="en-US" sz="1600" dirty="0"/>
            </a:lvl5pPr>
          </a:lstStyle>
          <a:p>
            <a:pPr lvl="0">
              <a:buFont typeface="Wingdings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>
              <a:buFont typeface="Wingdings" pitchFamily="2" charset="2"/>
              <a:buChar char="ü"/>
            </a:pPr>
            <a:r>
              <a:rPr lang="en-US" dirty="0"/>
              <a:t>Third level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US" dirty="0"/>
              <a:t>Fourth level</a:t>
            </a:r>
          </a:p>
          <a:p>
            <a:pPr lvl="4">
              <a:buFont typeface="Courier New" panose="02070309020205020404" pitchFamily="49" charset="0"/>
              <a:buChar char="o"/>
            </a:pPr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087123"/>
            <a:ext cx="3886200" cy="5089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dirty="0"/>
            </a:lvl1pPr>
            <a:lvl2pPr>
              <a:defRPr lang="en-US" sz="2000" dirty="0"/>
            </a:lvl2pPr>
            <a:lvl3pPr>
              <a:defRPr lang="en-US" sz="1800" dirty="0"/>
            </a:lvl3pPr>
            <a:lvl4pPr>
              <a:defRPr lang="en-US" sz="1600" dirty="0"/>
            </a:lvl4pPr>
            <a:lvl5pPr>
              <a:defRPr lang="en-US" sz="1600" dirty="0"/>
            </a:lvl5pPr>
          </a:lstStyle>
          <a:p>
            <a:pPr lvl="0">
              <a:buFont typeface="Wingdings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>
              <a:buFont typeface="Wingdings" pitchFamily="2" charset="2"/>
              <a:buChar char="ü"/>
            </a:pPr>
            <a:r>
              <a:rPr lang="en-US" dirty="0"/>
              <a:t>Third level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US" dirty="0"/>
              <a:t>Fourth level</a:t>
            </a:r>
          </a:p>
          <a:p>
            <a:pPr lvl="4">
              <a:buFont typeface="Courier New" panose="02070309020205020404" pitchFamily="49" charset="0"/>
              <a:buChar char="o"/>
            </a:pPr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4811183-FE81-A743-75F2-689E7F0011F1}"/>
              </a:ext>
            </a:extLst>
          </p:cNvPr>
          <p:cNvGrpSpPr/>
          <p:nvPr userDrawn="1"/>
        </p:nvGrpSpPr>
        <p:grpSpPr>
          <a:xfrm>
            <a:off x="-14287" y="568960"/>
            <a:ext cx="9188053" cy="228601"/>
            <a:chOff x="-14287" y="837009"/>
            <a:chExt cx="9188053" cy="2286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B738B5D-05E7-38D8-0288-50A9D2DD541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8416" y="976313"/>
              <a:ext cx="8515350" cy="0"/>
            </a:xfrm>
            <a:prstGeom prst="line">
              <a:avLst/>
            </a:prstGeom>
            <a:ln w="12700">
              <a:solidFill>
                <a:srgbClr val="EF6822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1" name="Rectangle 16">
              <a:extLst>
                <a:ext uri="{FF2B5EF4-FFF2-40B4-BE49-F238E27FC236}">
                  <a16:creationId xmlns:a16="http://schemas.microsoft.com/office/drawing/2014/main" id="{493F3B2B-DB62-14A2-A4DD-AB6FB735E219}"/>
                </a:ext>
              </a:extLst>
            </p:cNvPr>
            <p:cNvSpPr/>
            <p:nvPr userDrawn="1"/>
          </p:nvSpPr>
          <p:spPr>
            <a:xfrm flipH="1" flipV="1">
              <a:off x="-14287" y="837009"/>
              <a:ext cx="954881" cy="228601"/>
            </a:xfrm>
            <a:custGeom>
              <a:avLst/>
              <a:gdLst>
                <a:gd name="connsiteX0" fmla="*/ 0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0 w 2523344"/>
                <a:gd name="connsiteY4" fmla="*/ 0 h 482600"/>
                <a:gd name="connsiteX0" fmla="*/ 524655 w 2523344"/>
                <a:gd name="connsiteY0" fmla="*/ 1499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524655 w 2523344"/>
                <a:gd name="connsiteY4" fmla="*/ 14990 h 482600"/>
                <a:gd name="connsiteX0" fmla="*/ 404734 w 2523344"/>
                <a:gd name="connsiteY0" fmla="*/ 44971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44971 h 482600"/>
                <a:gd name="connsiteX0" fmla="*/ 404734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0 h 482600"/>
                <a:gd name="connsiteX0" fmla="*/ 493662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93662 w 2523344"/>
                <a:gd name="connsiteY4" fmla="*/ 10816 h 482600"/>
                <a:gd name="connsiteX0" fmla="*/ 371386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371386 w 2523344"/>
                <a:gd name="connsiteY4" fmla="*/ 10816 h 482600"/>
                <a:gd name="connsiteX0" fmla="*/ 406017 w 2557975"/>
                <a:gd name="connsiteY0" fmla="*/ 10816 h 488215"/>
                <a:gd name="connsiteX1" fmla="*/ 2557975 w 2557975"/>
                <a:gd name="connsiteY1" fmla="*/ 0 h 488215"/>
                <a:gd name="connsiteX2" fmla="*/ 2557975 w 2557975"/>
                <a:gd name="connsiteY2" fmla="*/ 482600 h 488215"/>
                <a:gd name="connsiteX3" fmla="*/ 0 w 2557975"/>
                <a:gd name="connsiteY3" fmla="*/ 488215 h 488215"/>
                <a:gd name="connsiteX4" fmla="*/ 406017 w 2557975"/>
                <a:gd name="connsiteY4" fmla="*/ 10816 h 488215"/>
                <a:gd name="connsiteX0" fmla="*/ 406017 w 4108665"/>
                <a:gd name="connsiteY0" fmla="*/ 10816 h 488215"/>
                <a:gd name="connsiteX1" fmla="*/ 255797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10816 h 488215"/>
                <a:gd name="connsiteX1" fmla="*/ 410866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0 h 477399"/>
                <a:gd name="connsiteX1" fmla="*/ 4108665 w 4108665"/>
                <a:gd name="connsiteY1" fmla="*/ 13519 h 477399"/>
                <a:gd name="connsiteX2" fmla="*/ 4108665 w 4108665"/>
                <a:gd name="connsiteY2" fmla="*/ 471784 h 477399"/>
                <a:gd name="connsiteX3" fmla="*/ 0 w 4108665"/>
                <a:gd name="connsiteY3" fmla="*/ 477399 h 477399"/>
                <a:gd name="connsiteX4" fmla="*/ 406017 w 4108665"/>
                <a:gd name="connsiteY4" fmla="*/ 0 h 477399"/>
                <a:gd name="connsiteX0" fmla="*/ 406017 w 4108665"/>
                <a:gd name="connsiteY0" fmla="*/ 0 h 477399"/>
                <a:gd name="connsiteX1" fmla="*/ 4108665 w 4108665"/>
                <a:gd name="connsiteY1" fmla="*/ 13519 h 477399"/>
                <a:gd name="connsiteX2" fmla="*/ 1881358 w 4108665"/>
                <a:gd name="connsiteY2" fmla="*/ 471784 h 477399"/>
                <a:gd name="connsiteX3" fmla="*/ 0 w 4108665"/>
                <a:gd name="connsiteY3" fmla="*/ 477399 h 477399"/>
                <a:gd name="connsiteX4" fmla="*/ 406017 w 4108665"/>
                <a:gd name="connsiteY4" fmla="*/ 0 h 477399"/>
                <a:gd name="connsiteX0" fmla="*/ 406017 w 1905053"/>
                <a:gd name="connsiteY0" fmla="*/ 0 h 477399"/>
                <a:gd name="connsiteX1" fmla="*/ 1905053 w 1905053"/>
                <a:gd name="connsiteY1" fmla="*/ 1993 h 477399"/>
                <a:gd name="connsiteX2" fmla="*/ 1881358 w 1905053"/>
                <a:gd name="connsiteY2" fmla="*/ 471784 h 477399"/>
                <a:gd name="connsiteX3" fmla="*/ 0 w 1905053"/>
                <a:gd name="connsiteY3" fmla="*/ 477399 h 477399"/>
                <a:gd name="connsiteX4" fmla="*/ 406017 w 1905053"/>
                <a:gd name="connsiteY4" fmla="*/ 0 h 477399"/>
                <a:gd name="connsiteX0" fmla="*/ 406017 w 1881358"/>
                <a:gd name="connsiteY0" fmla="*/ 0 h 477399"/>
                <a:gd name="connsiteX1" fmla="*/ 1845816 w 1881358"/>
                <a:gd name="connsiteY1" fmla="*/ 1993 h 477399"/>
                <a:gd name="connsiteX2" fmla="*/ 1881358 w 1881358"/>
                <a:gd name="connsiteY2" fmla="*/ 471784 h 477399"/>
                <a:gd name="connsiteX3" fmla="*/ 0 w 1881358"/>
                <a:gd name="connsiteY3" fmla="*/ 477399 h 477399"/>
                <a:gd name="connsiteX4" fmla="*/ 406017 w 1881358"/>
                <a:gd name="connsiteY4" fmla="*/ 0 h 477399"/>
                <a:gd name="connsiteX0" fmla="*/ 406017 w 1881358"/>
                <a:gd name="connsiteY0" fmla="*/ 0 h 477399"/>
                <a:gd name="connsiteX1" fmla="*/ 1869510 w 1881358"/>
                <a:gd name="connsiteY1" fmla="*/ 25047 h 477399"/>
                <a:gd name="connsiteX2" fmla="*/ 1881358 w 1881358"/>
                <a:gd name="connsiteY2" fmla="*/ 471784 h 477399"/>
                <a:gd name="connsiteX3" fmla="*/ 0 w 1881358"/>
                <a:gd name="connsiteY3" fmla="*/ 477399 h 477399"/>
                <a:gd name="connsiteX4" fmla="*/ 406017 w 1881358"/>
                <a:gd name="connsiteY4" fmla="*/ 0 h 477399"/>
                <a:gd name="connsiteX0" fmla="*/ 406017 w 1886825"/>
                <a:gd name="connsiteY0" fmla="*/ 14263 h 491662"/>
                <a:gd name="connsiteX1" fmla="*/ 1886825 w 1886825"/>
                <a:gd name="connsiteY1" fmla="*/ 0 h 491662"/>
                <a:gd name="connsiteX2" fmla="*/ 1881358 w 1886825"/>
                <a:gd name="connsiteY2" fmla="*/ 486047 h 491662"/>
                <a:gd name="connsiteX3" fmla="*/ 0 w 1886825"/>
                <a:gd name="connsiteY3" fmla="*/ 491662 h 491662"/>
                <a:gd name="connsiteX4" fmla="*/ 406017 w 1886825"/>
                <a:gd name="connsiteY4" fmla="*/ 14263 h 491662"/>
                <a:gd name="connsiteX0" fmla="*/ 406017 w 1881586"/>
                <a:gd name="connsiteY0" fmla="*/ 0 h 477399"/>
                <a:gd name="connsiteX1" fmla="*/ 1875281 w 1881586"/>
                <a:gd name="connsiteY1" fmla="*/ 8200 h 477399"/>
                <a:gd name="connsiteX2" fmla="*/ 1881358 w 1881586"/>
                <a:gd name="connsiteY2" fmla="*/ 471784 h 477399"/>
                <a:gd name="connsiteX3" fmla="*/ 0 w 1881586"/>
                <a:gd name="connsiteY3" fmla="*/ 477399 h 477399"/>
                <a:gd name="connsiteX4" fmla="*/ 406017 w 1881586"/>
                <a:gd name="connsiteY4" fmla="*/ 0 h 477399"/>
                <a:gd name="connsiteX0" fmla="*/ 406017 w 1881851"/>
                <a:gd name="connsiteY0" fmla="*/ 3031 h 480430"/>
                <a:gd name="connsiteX1" fmla="*/ 1881052 w 1881851"/>
                <a:gd name="connsiteY1" fmla="*/ 0 h 480430"/>
                <a:gd name="connsiteX2" fmla="*/ 1881358 w 1881851"/>
                <a:gd name="connsiteY2" fmla="*/ 474815 h 480430"/>
                <a:gd name="connsiteX3" fmla="*/ 0 w 1881851"/>
                <a:gd name="connsiteY3" fmla="*/ 480430 h 480430"/>
                <a:gd name="connsiteX4" fmla="*/ 406017 w 1881851"/>
                <a:gd name="connsiteY4" fmla="*/ 3031 h 480430"/>
                <a:gd name="connsiteX0" fmla="*/ 406017 w 1881052"/>
                <a:gd name="connsiteY0" fmla="*/ 3031 h 480984"/>
                <a:gd name="connsiteX1" fmla="*/ 1881052 w 1881052"/>
                <a:gd name="connsiteY1" fmla="*/ 0 h 480984"/>
                <a:gd name="connsiteX2" fmla="*/ 1500907 w 1881052"/>
                <a:gd name="connsiteY2" fmla="*/ 480984 h 480984"/>
                <a:gd name="connsiteX3" fmla="*/ 0 w 1881052"/>
                <a:gd name="connsiteY3" fmla="*/ 480430 h 480984"/>
                <a:gd name="connsiteX4" fmla="*/ 406017 w 1881052"/>
                <a:gd name="connsiteY4" fmla="*/ 3031 h 480984"/>
                <a:gd name="connsiteX0" fmla="*/ 406017 w 1506942"/>
                <a:gd name="connsiteY0" fmla="*/ 0 h 477953"/>
                <a:gd name="connsiteX1" fmla="*/ 1506942 w 1506942"/>
                <a:gd name="connsiteY1" fmla="*/ 3138 h 477953"/>
                <a:gd name="connsiteX2" fmla="*/ 1500907 w 1506942"/>
                <a:gd name="connsiteY2" fmla="*/ 477953 h 477953"/>
                <a:gd name="connsiteX3" fmla="*/ 0 w 1506942"/>
                <a:gd name="connsiteY3" fmla="*/ 477399 h 477953"/>
                <a:gd name="connsiteX4" fmla="*/ 406017 w 1506942"/>
                <a:gd name="connsiteY4" fmla="*/ 0 h 477953"/>
                <a:gd name="connsiteX0" fmla="*/ 406017 w 1500941"/>
                <a:gd name="connsiteY0" fmla="*/ 0 h 477953"/>
                <a:gd name="connsiteX1" fmla="*/ 1433224 w 1500941"/>
                <a:gd name="connsiteY1" fmla="*/ 8260 h 477953"/>
                <a:gd name="connsiteX2" fmla="*/ 1500907 w 1500941"/>
                <a:gd name="connsiteY2" fmla="*/ 477953 h 477953"/>
                <a:gd name="connsiteX3" fmla="*/ 0 w 1500941"/>
                <a:gd name="connsiteY3" fmla="*/ 477399 h 477953"/>
                <a:gd name="connsiteX4" fmla="*/ 406017 w 1500941"/>
                <a:gd name="connsiteY4" fmla="*/ 0 h 477953"/>
                <a:gd name="connsiteX0" fmla="*/ 406017 w 1433224"/>
                <a:gd name="connsiteY0" fmla="*/ 0 h 477953"/>
                <a:gd name="connsiteX1" fmla="*/ 1433224 w 1433224"/>
                <a:gd name="connsiteY1" fmla="*/ 8260 h 477953"/>
                <a:gd name="connsiteX2" fmla="*/ 1421926 w 1433224"/>
                <a:gd name="connsiteY2" fmla="*/ 477953 h 477953"/>
                <a:gd name="connsiteX3" fmla="*/ 0 w 1433224"/>
                <a:gd name="connsiteY3" fmla="*/ 477399 h 477953"/>
                <a:gd name="connsiteX4" fmla="*/ 406017 w 1433224"/>
                <a:gd name="connsiteY4" fmla="*/ 0 h 477953"/>
                <a:gd name="connsiteX0" fmla="*/ 248052 w 1275259"/>
                <a:gd name="connsiteY0" fmla="*/ 0 h 477953"/>
                <a:gd name="connsiteX1" fmla="*/ 1275259 w 1275259"/>
                <a:gd name="connsiteY1" fmla="*/ 8260 h 477953"/>
                <a:gd name="connsiteX2" fmla="*/ 1263961 w 1275259"/>
                <a:gd name="connsiteY2" fmla="*/ 477953 h 477953"/>
                <a:gd name="connsiteX3" fmla="*/ 0 w 1275259"/>
                <a:gd name="connsiteY3" fmla="*/ 287842 h 477953"/>
                <a:gd name="connsiteX4" fmla="*/ 248052 w 1275259"/>
                <a:gd name="connsiteY4" fmla="*/ 0 h 477953"/>
                <a:gd name="connsiteX0" fmla="*/ 248052 w 1275259"/>
                <a:gd name="connsiteY0" fmla="*/ 0 h 303765"/>
                <a:gd name="connsiteX1" fmla="*/ 1275259 w 1275259"/>
                <a:gd name="connsiteY1" fmla="*/ 8260 h 303765"/>
                <a:gd name="connsiteX2" fmla="*/ 1248164 w 1275259"/>
                <a:gd name="connsiteY2" fmla="*/ 303765 h 303765"/>
                <a:gd name="connsiteX3" fmla="*/ 0 w 1275259"/>
                <a:gd name="connsiteY3" fmla="*/ 287842 h 303765"/>
                <a:gd name="connsiteX4" fmla="*/ 248052 w 1275259"/>
                <a:gd name="connsiteY4" fmla="*/ 0 h 303765"/>
                <a:gd name="connsiteX0" fmla="*/ 248052 w 1248931"/>
                <a:gd name="connsiteY0" fmla="*/ 0 h 303765"/>
                <a:gd name="connsiteX1" fmla="*/ 1248931 w 1248931"/>
                <a:gd name="connsiteY1" fmla="*/ 3137 h 303765"/>
                <a:gd name="connsiteX2" fmla="*/ 1248164 w 1248931"/>
                <a:gd name="connsiteY2" fmla="*/ 303765 h 303765"/>
                <a:gd name="connsiteX3" fmla="*/ 0 w 1248931"/>
                <a:gd name="connsiteY3" fmla="*/ 287842 h 303765"/>
                <a:gd name="connsiteX4" fmla="*/ 248052 w 1248931"/>
                <a:gd name="connsiteY4" fmla="*/ 0 h 303765"/>
                <a:gd name="connsiteX0" fmla="*/ 248052 w 1252492"/>
                <a:gd name="connsiteY0" fmla="*/ 0 h 288121"/>
                <a:gd name="connsiteX1" fmla="*/ 1248931 w 1252492"/>
                <a:gd name="connsiteY1" fmla="*/ 3137 h 288121"/>
                <a:gd name="connsiteX2" fmla="*/ 1252183 w 1252492"/>
                <a:gd name="connsiteY2" fmla="*/ 288121 h 288121"/>
                <a:gd name="connsiteX3" fmla="*/ 0 w 1252492"/>
                <a:gd name="connsiteY3" fmla="*/ 287842 h 288121"/>
                <a:gd name="connsiteX4" fmla="*/ 248052 w 1252492"/>
                <a:gd name="connsiteY4" fmla="*/ 0 h 288121"/>
                <a:gd name="connsiteX0" fmla="*/ 248052 w 1252251"/>
                <a:gd name="connsiteY0" fmla="*/ 0 h 288121"/>
                <a:gd name="connsiteX1" fmla="*/ 1220794 w 1252251"/>
                <a:gd name="connsiteY1" fmla="*/ 95 h 288121"/>
                <a:gd name="connsiteX2" fmla="*/ 1252183 w 1252251"/>
                <a:gd name="connsiteY2" fmla="*/ 288121 h 288121"/>
                <a:gd name="connsiteX3" fmla="*/ 0 w 1252251"/>
                <a:gd name="connsiteY3" fmla="*/ 287842 h 288121"/>
                <a:gd name="connsiteX4" fmla="*/ 248052 w 1252251"/>
                <a:gd name="connsiteY4" fmla="*/ 0 h 288121"/>
                <a:gd name="connsiteX0" fmla="*/ 248052 w 1252694"/>
                <a:gd name="connsiteY0" fmla="*/ 2947 h 291068"/>
                <a:gd name="connsiteX1" fmla="*/ 1252058 w 1252694"/>
                <a:gd name="connsiteY1" fmla="*/ 0 h 291068"/>
                <a:gd name="connsiteX2" fmla="*/ 1252183 w 1252694"/>
                <a:gd name="connsiteY2" fmla="*/ 291068 h 291068"/>
                <a:gd name="connsiteX3" fmla="*/ 0 w 1252694"/>
                <a:gd name="connsiteY3" fmla="*/ 290789 h 291068"/>
                <a:gd name="connsiteX4" fmla="*/ 248052 w 1252694"/>
                <a:gd name="connsiteY4" fmla="*/ 2947 h 291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2694" h="291068">
                  <a:moveTo>
                    <a:pt x="248052" y="2947"/>
                  </a:moveTo>
                  <a:lnTo>
                    <a:pt x="1252058" y="0"/>
                  </a:lnTo>
                  <a:cubicBezTo>
                    <a:pt x="1250236" y="162016"/>
                    <a:pt x="1254005" y="129052"/>
                    <a:pt x="1252183" y="291068"/>
                  </a:cubicBezTo>
                  <a:lnTo>
                    <a:pt x="0" y="290789"/>
                  </a:lnTo>
                  <a:lnTo>
                    <a:pt x="248052" y="2947"/>
                  </a:lnTo>
                  <a:close/>
                </a:path>
              </a:pathLst>
            </a:custGeom>
            <a:solidFill>
              <a:srgbClr val="1845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V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0" name="Title 1">
            <a:extLst>
              <a:ext uri="{FF2B5EF4-FFF2-40B4-BE49-F238E27FC236}">
                <a16:creationId xmlns:a16="http://schemas.microsoft.com/office/drawing/2014/main" id="{3082A8D0-BC8D-405C-3B45-BE4A0FCE48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594" y="226774"/>
            <a:ext cx="7574756" cy="481806"/>
          </a:xfrm>
        </p:spPr>
        <p:txBody>
          <a:bodyPr>
            <a:normAutofit/>
          </a:bodyPr>
          <a:lstStyle>
            <a:lvl1pPr>
              <a:defRPr sz="3000">
                <a:solidFill>
                  <a:srgbClr val="EF682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22" name="Footer Placeholder 4">
            <a:extLst>
              <a:ext uri="{FF2B5EF4-FFF2-40B4-BE49-F238E27FC236}">
                <a16:creationId xmlns:a16="http://schemas.microsoft.com/office/drawing/2014/main" id="{1C2F6F76-A8F7-DCEA-D2C3-1EA1790D6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77" y="6432947"/>
            <a:ext cx="6026112" cy="282178"/>
          </a:xfrm>
        </p:spPr>
        <p:txBody>
          <a:bodyPr/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Bài 3: Cấu trúc Lựa chọn</a:t>
            </a:r>
            <a:endParaRPr lang="en-VN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3BACCD8-EC07-F9A4-B070-34F78190BF6A}"/>
              </a:ext>
            </a:extLst>
          </p:cNvPr>
          <p:cNvGrpSpPr/>
          <p:nvPr userDrawn="1"/>
        </p:nvGrpSpPr>
        <p:grpSpPr>
          <a:xfrm>
            <a:off x="0" y="6474619"/>
            <a:ext cx="9160669" cy="383381"/>
            <a:chOff x="0" y="5648325"/>
            <a:chExt cx="9160669" cy="383381"/>
          </a:xfrm>
        </p:grpSpPr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F9172563-C260-18AE-F91C-67F9A9FE2BD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5904310"/>
              <a:ext cx="6054329" cy="0"/>
            </a:xfrm>
            <a:prstGeom prst="line">
              <a:avLst/>
            </a:prstGeom>
            <a:ln w="12700">
              <a:solidFill>
                <a:srgbClr val="18459E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00EF588-0469-BC8A-9819-4329B1DC8649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054329" y="5648326"/>
              <a:ext cx="208359" cy="255985"/>
            </a:xfrm>
            <a:prstGeom prst="line">
              <a:avLst/>
            </a:prstGeom>
            <a:ln w="12700">
              <a:solidFill>
                <a:srgbClr val="18459E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FBCB4DBD-43B9-3398-3C6C-67320A63535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62689" y="5648325"/>
              <a:ext cx="2893219" cy="0"/>
            </a:xfrm>
            <a:prstGeom prst="line">
              <a:avLst/>
            </a:prstGeom>
            <a:ln w="12700">
              <a:solidFill>
                <a:srgbClr val="18459E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7" name="Rectangle 16">
              <a:extLst>
                <a:ext uri="{FF2B5EF4-FFF2-40B4-BE49-F238E27FC236}">
                  <a16:creationId xmlns:a16="http://schemas.microsoft.com/office/drawing/2014/main" id="{796F6862-D740-9E67-DDD1-5335774477AC}"/>
                </a:ext>
              </a:extLst>
            </p:cNvPr>
            <p:cNvSpPr/>
            <p:nvPr userDrawn="1"/>
          </p:nvSpPr>
          <p:spPr>
            <a:xfrm>
              <a:off x="6085285" y="5745956"/>
              <a:ext cx="3075384" cy="285750"/>
            </a:xfrm>
            <a:custGeom>
              <a:avLst/>
              <a:gdLst>
                <a:gd name="connsiteX0" fmla="*/ 0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0 w 2523344"/>
                <a:gd name="connsiteY4" fmla="*/ 0 h 482600"/>
                <a:gd name="connsiteX0" fmla="*/ 524655 w 2523344"/>
                <a:gd name="connsiteY0" fmla="*/ 1499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524655 w 2523344"/>
                <a:gd name="connsiteY4" fmla="*/ 14990 h 482600"/>
                <a:gd name="connsiteX0" fmla="*/ 404734 w 2523344"/>
                <a:gd name="connsiteY0" fmla="*/ 44971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44971 h 482600"/>
                <a:gd name="connsiteX0" fmla="*/ 404734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0 h 482600"/>
                <a:gd name="connsiteX0" fmla="*/ 493662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93662 w 2523344"/>
                <a:gd name="connsiteY4" fmla="*/ 10816 h 482600"/>
                <a:gd name="connsiteX0" fmla="*/ 371386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371386 w 2523344"/>
                <a:gd name="connsiteY4" fmla="*/ 10816 h 482600"/>
                <a:gd name="connsiteX0" fmla="*/ 406017 w 2557975"/>
                <a:gd name="connsiteY0" fmla="*/ 10816 h 488215"/>
                <a:gd name="connsiteX1" fmla="*/ 2557975 w 2557975"/>
                <a:gd name="connsiteY1" fmla="*/ 0 h 488215"/>
                <a:gd name="connsiteX2" fmla="*/ 2557975 w 2557975"/>
                <a:gd name="connsiteY2" fmla="*/ 482600 h 488215"/>
                <a:gd name="connsiteX3" fmla="*/ 0 w 2557975"/>
                <a:gd name="connsiteY3" fmla="*/ 488215 h 488215"/>
                <a:gd name="connsiteX4" fmla="*/ 406017 w 2557975"/>
                <a:gd name="connsiteY4" fmla="*/ 10816 h 488215"/>
                <a:gd name="connsiteX0" fmla="*/ 406017 w 4108665"/>
                <a:gd name="connsiteY0" fmla="*/ 10816 h 488215"/>
                <a:gd name="connsiteX1" fmla="*/ 255797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10816 h 488215"/>
                <a:gd name="connsiteX1" fmla="*/ 410866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0 h 477399"/>
                <a:gd name="connsiteX1" fmla="*/ 4108665 w 4108665"/>
                <a:gd name="connsiteY1" fmla="*/ 13519 h 477399"/>
                <a:gd name="connsiteX2" fmla="*/ 4108665 w 4108665"/>
                <a:gd name="connsiteY2" fmla="*/ 471784 h 477399"/>
                <a:gd name="connsiteX3" fmla="*/ 0 w 4108665"/>
                <a:gd name="connsiteY3" fmla="*/ 477399 h 477399"/>
                <a:gd name="connsiteX4" fmla="*/ 406017 w 4108665"/>
                <a:gd name="connsiteY4" fmla="*/ 0 h 477399"/>
                <a:gd name="connsiteX0" fmla="*/ 289036 w 3991684"/>
                <a:gd name="connsiteY0" fmla="*/ 0 h 471784"/>
                <a:gd name="connsiteX1" fmla="*/ 3991684 w 3991684"/>
                <a:gd name="connsiteY1" fmla="*/ 13519 h 471784"/>
                <a:gd name="connsiteX2" fmla="*/ 3991684 w 3991684"/>
                <a:gd name="connsiteY2" fmla="*/ 471784 h 471784"/>
                <a:gd name="connsiteX3" fmla="*/ 0 w 3991684"/>
                <a:gd name="connsiteY3" fmla="*/ 356682 h 471784"/>
                <a:gd name="connsiteX4" fmla="*/ 289036 w 3991684"/>
                <a:gd name="connsiteY4" fmla="*/ 0 h 471784"/>
                <a:gd name="connsiteX0" fmla="*/ 274856 w 3977504"/>
                <a:gd name="connsiteY0" fmla="*/ 0 h 471784"/>
                <a:gd name="connsiteX1" fmla="*/ 3977504 w 3977504"/>
                <a:gd name="connsiteY1" fmla="*/ 13519 h 471784"/>
                <a:gd name="connsiteX2" fmla="*/ 3977504 w 3977504"/>
                <a:gd name="connsiteY2" fmla="*/ 471784 h 471784"/>
                <a:gd name="connsiteX3" fmla="*/ 0 w 3977504"/>
                <a:gd name="connsiteY3" fmla="*/ 360131 h 471784"/>
                <a:gd name="connsiteX4" fmla="*/ 274856 w 3977504"/>
                <a:gd name="connsiteY4" fmla="*/ 0 h 471784"/>
                <a:gd name="connsiteX0" fmla="*/ 292580 w 3995228"/>
                <a:gd name="connsiteY0" fmla="*/ 0 h 471784"/>
                <a:gd name="connsiteX1" fmla="*/ 3995228 w 3995228"/>
                <a:gd name="connsiteY1" fmla="*/ 13519 h 471784"/>
                <a:gd name="connsiteX2" fmla="*/ 3995228 w 3995228"/>
                <a:gd name="connsiteY2" fmla="*/ 471784 h 471784"/>
                <a:gd name="connsiteX3" fmla="*/ 0 w 3995228"/>
                <a:gd name="connsiteY3" fmla="*/ 367029 h 471784"/>
                <a:gd name="connsiteX4" fmla="*/ 292580 w 3995228"/>
                <a:gd name="connsiteY4" fmla="*/ 0 h 471784"/>
                <a:gd name="connsiteX0" fmla="*/ 292580 w 3995228"/>
                <a:gd name="connsiteY0" fmla="*/ 0 h 385558"/>
                <a:gd name="connsiteX1" fmla="*/ 3995228 w 3995228"/>
                <a:gd name="connsiteY1" fmla="*/ 13519 h 385558"/>
                <a:gd name="connsiteX2" fmla="*/ 3662009 w 3995228"/>
                <a:gd name="connsiteY2" fmla="*/ 385558 h 385558"/>
                <a:gd name="connsiteX3" fmla="*/ 0 w 3995228"/>
                <a:gd name="connsiteY3" fmla="*/ 367029 h 385558"/>
                <a:gd name="connsiteX4" fmla="*/ 292580 w 3995228"/>
                <a:gd name="connsiteY4" fmla="*/ 0 h 385558"/>
                <a:gd name="connsiteX0" fmla="*/ 292580 w 3995228"/>
                <a:gd name="connsiteY0" fmla="*/ 0 h 367029"/>
                <a:gd name="connsiteX1" fmla="*/ 3995228 w 3995228"/>
                <a:gd name="connsiteY1" fmla="*/ 13519 h 367029"/>
                <a:gd name="connsiteX2" fmla="*/ 3640740 w 3995228"/>
                <a:gd name="connsiteY2" fmla="*/ 347618 h 367029"/>
                <a:gd name="connsiteX3" fmla="*/ 0 w 3995228"/>
                <a:gd name="connsiteY3" fmla="*/ 367029 h 367029"/>
                <a:gd name="connsiteX4" fmla="*/ 292580 w 3995228"/>
                <a:gd name="connsiteY4" fmla="*/ 0 h 367029"/>
                <a:gd name="connsiteX0" fmla="*/ 292580 w 3995228"/>
                <a:gd name="connsiteY0" fmla="*/ 0 h 367029"/>
                <a:gd name="connsiteX1" fmla="*/ 3995228 w 3995228"/>
                <a:gd name="connsiteY1" fmla="*/ 13519 h 367029"/>
                <a:gd name="connsiteX2" fmla="*/ 3630105 w 3995228"/>
                <a:gd name="connsiteY2" fmla="*/ 213104 h 367029"/>
                <a:gd name="connsiteX3" fmla="*/ 0 w 3995228"/>
                <a:gd name="connsiteY3" fmla="*/ 367029 h 367029"/>
                <a:gd name="connsiteX4" fmla="*/ 292580 w 3995228"/>
                <a:gd name="connsiteY4" fmla="*/ 0 h 367029"/>
                <a:gd name="connsiteX0" fmla="*/ 292580 w 3995228"/>
                <a:gd name="connsiteY0" fmla="*/ 0 h 367029"/>
                <a:gd name="connsiteX1" fmla="*/ 3995228 w 3995228"/>
                <a:gd name="connsiteY1" fmla="*/ 13519 h 367029"/>
                <a:gd name="connsiteX2" fmla="*/ 3615926 w 3995228"/>
                <a:gd name="connsiteY2" fmla="*/ 354515 h 367029"/>
                <a:gd name="connsiteX3" fmla="*/ 0 w 3995228"/>
                <a:gd name="connsiteY3" fmla="*/ 367029 h 367029"/>
                <a:gd name="connsiteX4" fmla="*/ 292580 w 3995228"/>
                <a:gd name="connsiteY4" fmla="*/ 0 h 367029"/>
                <a:gd name="connsiteX0" fmla="*/ 278400 w 3981048"/>
                <a:gd name="connsiteY0" fmla="*/ 0 h 360131"/>
                <a:gd name="connsiteX1" fmla="*/ 3981048 w 3981048"/>
                <a:gd name="connsiteY1" fmla="*/ 13519 h 360131"/>
                <a:gd name="connsiteX2" fmla="*/ 3601746 w 3981048"/>
                <a:gd name="connsiteY2" fmla="*/ 354515 h 360131"/>
                <a:gd name="connsiteX3" fmla="*/ 0 w 3981048"/>
                <a:gd name="connsiteY3" fmla="*/ 360131 h 360131"/>
                <a:gd name="connsiteX4" fmla="*/ 278400 w 3981048"/>
                <a:gd name="connsiteY4" fmla="*/ 0 h 360131"/>
                <a:gd name="connsiteX0" fmla="*/ 285490 w 3988138"/>
                <a:gd name="connsiteY0" fmla="*/ 0 h 360131"/>
                <a:gd name="connsiteX1" fmla="*/ 3988138 w 3988138"/>
                <a:gd name="connsiteY1" fmla="*/ 13519 h 360131"/>
                <a:gd name="connsiteX2" fmla="*/ 3608836 w 3988138"/>
                <a:gd name="connsiteY2" fmla="*/ 354515 h 360131"/>
                <a:gd name="connsiteX3" fmla="*/ 0 w 3988138"/>
                <a:gd name="connsiteY3" fmla="*/ 360131 h 360131"/>
                <a:gd name="connsiteX4" fmla="*/ 285490 w 3988138"/>
                <a:gd name="connsiteY4" fmla="*/ 0 h 360131"/>
                <a:gd name="connsiteX0" fmla="*/ 299670 w 4002318"/>
                <a:gd name="connsiteY0" fmla="*/ 0 h 360131"/>
                <a:gd name="connsiteX1" fmla="*/ 4002318 w 4002318"/>
                <a:gd name="connsiteY1" fmla="*/ 13519 h 360131"/>
                <a:gd name="connsiteX2" fmla="*/ 3623016 w 4002318"/>
                <a:gd name="connsiteY2" fmla="*/ 354515 h 360131"/>
                <a:gd name="connsiteX3" fmla="*/ 0 w 4002318"/>
                <a:gd name="connsiteY3" fmla="*/ 360131 h 360131"/>
                <a:gd name="connsiteX4" fmla="*/ 299670 w 4002318"/>
                <a:gd name="connsiteY4" fmla="*/ 0 h 360131"/>
                <a:gd name="connsiteX0" fmla="*/ 299670 w 3623016"/>
                <a:gd name="connsiteY0" fmla="*/ 0 h 360131"/>
                <a:gd name="connsiteX1" fmla="*/ 3615926 w 3623016"/>
                <a:gd name="connsiteY1" fmla="*/ 10070 h 360131"/>
                <a:gd name="connsiteX2" fmla="*/ 3623016 w 3623016"/>
                <a:gd name="connsiteY2" fmla="*/ 354515 h 360131"/>
                <a:gd name="connsiteX3" fmla="*/ 0 w 3623016"/>
                <a:gd name="connsiteY3" fmla="*/ 360131 h 360131"/>
                <a:gd name="connsiteX4" fmla="*/ 299670 w 3623016"/>
                <a:gd name="connsiteY4" fmla="*/ 0 h 360131"/>
                <a:gd name="connsiteX0" fmla="*/ 299670 w 3630106"/>
                <a:gd name="connsiteY0" fmla="*/ 277 h 360408"/>
                <a:gd name="connsiteX1" fmla="*/ 3630106 w 3630106"/>
                <a:gd name="connsiteY1" fmla="*/ 0 h 360408"/>
                <a:gd name="connsiteX2" fmla="*/ 3623016 w 3630106"/>
                <a:gd name="connsiteY2" fmla="*/ 354792 h 360408"/>
                <a:gd name="connsiteX3" fmla="*/ 0 w 3630106"/>
                <a:gd name="connsiteY3" fmla="*/ 360408 h 360408"/>
                <a:gd name="connsiteX4" fmla="*/ 299670 w 3630106"/>
                <a:gd name="connsiteY4" fmla="*/ 277 h 360408"/>
                <a:gd name="connsiteX0" fmla="*/ 299670 w 4037066"/>
                <a:gd name="connsiteY0" fmla="*/ 277 h 360408"/>
                <a:gd name="connsiteX1" fmla="*/ 4037066 w 4037066"/>
                <a:gd name="connsiteY1" fmla="*/ 0 h 360408"/>
                <a:gd name="connsiteX2" fmla="*/ 3623016 w 4037066"/>
                <a:gd name="connsiteY2" fmla="*/ 354792 h 360408"/>
                <a:gd name="connsiteX3" fmla="*/ 0 w 4037066"/>
                <a:gd name="connsiteY3" fmla="*/ 360408 h 360408"/>
                <a:gd name="connsiteX4" fmla="*/ 299670 w 4037066"/>
                <a:gd name="connsiteY4" fmla="*/ 277 h 360408"/>
                <a:gd name="connsiteX0" fmla="*/ 299670 w 4040151"/>
                <a:gd name="connsiteY0" fmla="*/ 277 h 360408"/>
                <a:gd name="connsiteX1" fmla="*/ 4037066 w 4040151"/>
                <a:gd name="connsiteY1" fmla="*/ 0 h 360408"/>
                <a:gd name="connsiteX2" fmla="*/ 4040151 w 4040151"/>
                <a:gd name="connsiteY2" fmla="*/ 354792 h 360408"/>
                <a:gd name="connsiteX3" fmla="*/ 0 w 4040151"/>
                <a:gd name="connsiteY3" fmla="*/ 360408 h 360408"/>
                <a:gd name="connsiteX4" fmla="*/ 299670 w 4040151"/>
                <a:gd name="connsiteY4" fmla="*/ 277 h 360408"/>
                <a:gd name="connsiteX0" fmla="*/ 299670 w 4037234"/>
                <a:gd name="connsiteY0" fmla="*/ 277 h 364692"/>
                <a:gd name="connsiteX1" fmla="*/ 4037066 w 4037234"/>
                <a:gd name="connsiteY1" fmla="*/ 0 h 364692"/>
                <a:gd name="connsiteX2" fmla="*/ 4035064 w 4037234"/>
                <a:gd name="connsiteY2" fmla="*/ 364692 h 364692"/>
                <a:gd name="connsiteX3" fmla="*/ 0 w 4037234"/>
                <a:gd name="connsiteY3" fmla="*/ 360408 h 364692"/>
                <a:gd name="connsiteX4" fmla="*/ 299670 w 4037234"/>
                <a:gd name="connsiteY4" fmla="*/ 277 h 364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7234" h="364692">
                  <a:moveTo>
                    <a:pt x="299670" y="277"/>
                  </a:moveTo>
                  <a:lnTo>
                    <a:pt x="4037066" y="0"/>
                  </a:lnTo>
                  <a:cubicBezTo>
                    <a:pt x="4038094" y="118264"/>
                    <a:pt x="4034036" y="246428"/>
                    <a:pt x="4035064" y="364692"/>
                  </a:cubicBezTo>
                  <a:lnTo>
                    <a:pt x="0" y="360408"/>
                  </a:lnTo>
                  <a:lnTo>
                    <a:pt x="299670" y="277"/>
                  </a:lnTo>
                  <a:close/>
                </a:path>
              </a:pathLst>
            </a:custGeom>
            <a:solidFill>
              <a:srgbClr val="EF68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V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B6935880-8A5A-8F56-7A91-3FE26B19DF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2097" y="6593881"/>
            <a:ext cx="1908332" cy="25519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391261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366203"/>
            <a:ext cx="3868340" cy="823912"/>
          </a:xfrm>
        </p:spPr>
        <p:txBody>
          <a:bodyPr anchor="b">
            <a:normAutofit/>
          </a:bodyPr>
          <a:lstStyle>
            <a:lvl1pPr marL="0" indent="0" algn="ctr">
              <a:buNone/>
              <a:defRPr sz="2600" b="1">
                <a:solidFill>
                  <a:srgbClr val="EF682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190115"/>
            <a:ext cx="3868340" cy="36845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dirty="0"/>
            </a:lvl1pPr>
            <a:lvl2pPr>
              <a:defRPr lang="en-US" sz="2000" dirty="0"/>
            </a:lvl2pPr>
            <a:lvl3pPr>
              <a:defRPr lang="en-US" sz="1800" dirty="0"/>
            </a:lvl3pPr>
            <a:lvl4pPr>
              <a:defRPr lang="en-US" sz="1600" dirty="0"/>
            </a:lvl4pPr>
            <a:lvl5pPr>
              <a:defRPr lang="en-US" sz="1600" dirty="0"/>
            </a:lvl5pPr>
          </a:lstStyle>
          <a:p>
            <a:pPr lvl="0">
              <a:buFont typeface="Wingdings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>
              <a:buFont typeface="Wingdings" pitchFamily="2" charset="2"/>
              <a:buChar char="ü"/>
            </a:pPr>
            <a:r>
              <a:rPr lang="en-US" dirty="0"/>
              <a:t>Third level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US" dirty="0"/>
              <a:t>Fourth level</a:t>
            </a:r>
          </a:p>
          <a:p>
            <a:pPr lvl="4">
              <a:buFont typeface="Courier New" panose="02070309020205020404" pitchFamily="49" charset="0"/>
              <a:buChar char="o"/>
            </a:pPr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366203"/>
            <a:ext cx="3887391" cy="823912"/>
          </a:xfrm>
        </p:spPr>
        <p:txBody>
          <a:bodyPr anchor="b">
            <a:normAutofit/>
          </a:bodyPr>
          <a:lstStyle>
            <a:lvl1pPr marL="0" indent="0" algn="ctr">
              <a:buNone/>
              <a:defRPr sz="2600" b="1">
                <a:solidFill>
                  <a:srgbClr val="EF682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190115"/>
            <a:ext cx="3887391" cy="368458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dirty="0"/>
            </a:lvl1pPr>
            <a:lvl2pPr>
              <a:defRPr lang="en-US" sz="2000" dirty="0"/>
            </a:lvl2pPr>
            <a:lvl3pPr>
              <a:defRPr lang="en-US" sz="1800" dirty="0"/>
            </a:lvl3pPr>
            <a:lvl4pPr>
              <a:defRPr lang="en-US" sz="1600" dirty="0"/>
            </a:lvl4pPr>
            <a:lvl5pPr>
              <a:defRPr lang="en-US" sz="1600" dirty="0"/>
            </a:lvl5pPr>
          </a:lstStyle>
          <a:p>
            <a:pPr lvl="0">
              <a:buFont typeface="Wingdings" pitchFamily="2" charset="2"/>
              <a:buChar char="§"/>
            </a:pPr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>
              <a:buFont typeface="Wingdings" pitchFamily="2" charset="2"/>
              <a:buChar char="ü"/>
            </a:pPr>
            <a:r>
              <a:rPr lang="en-US" dirty="0"/>
              <a:t>Third level</a:t>
            </a:r>
          </a:p>
          <a:p>
            <a:pPr lvl="3">
              <a:buFont typeface="Courier New" panose="02070309020205020404" pitchFamily="49" charset="0"/>
              <a:buChar char="o"/>
            </a:pPr>
            <a:r>
              <a:rPr lang="en-US" dirty="0"/>
              <a:t>Fourth level</a:t>
            </a:r>
          </a:p>
          <a:p>
            <a:pPr lvl="4">
              <a:buFont typeface="Courier New" panose="02070309020205020404" pitchFamily="49" charset="0"/>
              <a:buChar char="o"/>
            </a:pPr>
            <a:r>
              <a:rPr lang="en-US" dirty="0"/>
              <a:t>Fifth level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40CDF2A-0FA0-4504-7715-7A148011CD20}"/>
              </a:ext>
            </a:extLst>
          </p:cNvPr>
          <p:cNvGrpSpPr/>
          <p:nvPr userDrawn="1"/>
        </p:nvGrpSpPr>
        <p:grpSpPr>
          <a:xfrm>
            <a:off x="-14287" y="568960"/>
            <a:ext cx="9188053" cy="228601"/>
            <a:chOff x="-14287" y="837009"/>
            <a:chExt cx="9188053" cy="228601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329F4116-206B-81DE-0729-C8A1A1E2614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8416" y="976313"/>
              <a:ext cx="8515350" cy="0"/>
            </a:xfrm>
            <a:prstGeom prst="line">
              <a:avLst/>
            </a:prstGeom>
            <a:ln w="12700">
              <a:solidFill>
                <a:srgbClr val="EF6822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2" name="Rectangle 16">
              <a:extLst>
                <a:ext uri="{FF2B5EF4-FFF2-40B4-BE49-F238E27FC236}">
                  <a16:creationId xmlns:a16="http://schemas.microsoft.com/office/drawing/2014/main" id="{3C2882CE-D6A0-9A38-519C-2A5BC4BABF48}"/>
                </a:ext>
              </a:extLst>
            </p:cNvPr>
            <p:cNvSpPr/>
            <p:nvPr userDrawn="1"/>
          </p:nvSpPr>
          <p:spPr>
            <a:xfrm flipH="1" flipV="1">
              <a:off x="-14287" y="837009"/>
              <a:ext cx="954881" cy="228601"/>
            </a:xfrm>
            <a:custGeom>
              <a:avLst/>
              <a:gdLst>
                <a:gd name="connsiteX0" fmla="*/ 0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0 w 2523344"/>
                <a:gd name="connsiteY4" fmla="*/ 0 h 482600"/>
                <a:gd name="connsiteX0" fmla="*/ 524655 w 2523344"/>
                <a:gd name="connsiteY0" fmla="*/ 1499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524655 w 2523344"/>
                <a:gd name="connsiteY4" fmla="*/ 14990 h 482600"/>
                <a:gd name="connsiteX0" fmla="*/ 404734 w 2523344"/>
                <a:gd name="connsiteY0" fmla="*/ 44971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44971 h 482600"/>
                <a:gd name="connsiteX0" fmla="*/ 404734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0 h 482600"/>
                <a:gd name="connsiteX0" fmla="*/ 493662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93662 w 2523344"/>
                <a:gd name="connsiteY4" fmla="*/ 10816 h 482600"/>
                <a:gd name="connsiteX0" fmla="*/ 371386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371386 w 2523344"/>
                <a:gd name="connsiteY4" fmla="*/ 10816 h 482600"/>
                <a:gd name="connsiteX0" fmla="*/ 406017 w 2557975"/>
                <a:gd name="connsiteY0" fmla="*/ 10816 h 488215"/>
                <a:gd name="connsiteX1" fmla="*/ 2557975 w 2557975"/>
                <a:gd name="connsiteY1" fmla="*/ 0 h 488215"/>
                <a:gd name="connsiteX2" fmla="*/ 2557975 w 2557975"/>
                <a:gd name="connsiteY2" fmla="*/ 482600 h 488215"/>
                <a:gd name="connsiteX3" fmla="*/ 0 w 2557975"/>
                <a:gd name="connsiteY3" fmla="*/ 488215 h 488215"/>
                <a:gd name="connsiteX4" fmla="*/ 406017 w 2557975"/>
                <a:gd name="connsiteY4" fmla="*/ 10816 h 488215"/>
                <a:gd name="connsiteX0" fmla="*/ 406017 w 4108665"/>
                <a:gd name="connsiteY0" fmla="*/ 10816 h 488215"/>
                <a:gd name="connsiteX1" fmla="*/ 255797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10816 h 488215"/>
                <a:gd name="connsiteX1" fmla="*/ 410866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0 h 477399"/>
                <a:gd name="connsiteX1" fmla="*/ 4108665 w 4108665"/>
                <a:gd name="connsiteY1" fmla="*/ 13519 h 477399"/>
                <a:gd name="connsiteX2" fmla="*/ 4108665 w 4108665"/>
                <a:gd name="connsiteY2" fmla="*/ 471784 h 477399"/>
                <a:gd name="connsiteX3" fmla="*/ 0 w 4108665"/>
                <a:gd name="connsiteY3" fmla="*/ 477399 h 477399"/>
                <a:gd name="connsiteX4" fmla="*/ 406017 w 4108665"/>
                <a:gd name="connsiteY4" fmla="*/ 0 h 477399"/>
                <a:gd name="connsiteX0" fmla="*/ 406017 w 4108665"/>
                <a:gd name="connsiteY0" fmla="*/ 0 h 477399"/>
                <a:gd name="connsiteX1" fmla="*/ 4108665 w 4108665"/>
                <a:gd name="connsiteY1" fmla="*/ 13519 h 477399"/>
                <a:gd name="connsiteX2" fmla="*/ 1881358 w 4108665"/>
                <a:gd name="connsiteY2" fmla="*/ 471784 h 477399"/>
                <a:gd name="connsiteX3" fmla="*/ 0 w 4108665"/>
                <a:gd name="connsiteY3" fmla="*/ 477399 h 477399"/>
                <a:gd name="connsiteX4" fmla="*/ 406017 w 4108665"/>
                <a:gd name="connsiteY4" fmla="*/ 0 h 477399"/>
                <a:gd name="connsiteX0" fmla="*/ 406017 w 1905053"/>
                <a:gd name="connsiteY0" fmla="*/ 0 h 477399"/>
                <a:gd name="connsiteX1" fmla="*/ 1905053 w 1905053"/>
                <a:gd name="connsiteY1" fmla="*/ 1993 h 477399"/>
                <a:gd name="connsiteX2" fmla="*/ 1881358 w 1905053"/>
                <a:gd name="connsiteY2" fmla="*/ 471784 h 477399"/>
                <a:gd name="connsiteX3" fmla="*/ 0 w 1905053"/>
                <a:gd name="connsiteY3" fmla="*/ 477399 h 477399"/>
                <a:gd name="connsiteX4" fmla="*/ 406017 w 1905053"/>
                <a:gd name="connsiteY4" fmla="*/ 0 h 477399"/>
                <a:gd name="connsiteX0" fmla="*/ 406017 w 1881358"/>
                <a:gd name="connsiteY0" fmla="*/ 0 h 477399"/>
                <a:gd name="connsiteX1" fmla="*/ 1845816 w 1881358"/>
                <a:gd name="connsiteY1" fmla="*/ 1993 h 477399"/>
                <a:gd name="connsiteX2" fmla="*/ 1881358 w 1881358"/>
                <a:gd name="connsiteY2" fmla="*/ 471784 h 477399"/>
                <a:gd name="connsiteX3" fmla="*/ 0 w 1881358"/>
                <a:gd name="connsiteY3" fmla="*/ 477399 h 477399"/>
                <a:gd name="connsiteX4" fmla="*/ 406017 w 1881358"/>
                <a:gd name="connsiteY4" fmla="*/ 0 h 477399"/>
                <a:gd name="connsiteX0" fmla="*/ 406017 w 1881358"/>
                <a:gd name="connsiteY0" fmla="*/ 0 h 477399"/>
                <a:gd name="connsiteX1" fmla="*/ 1869510 w 1881358"/>
                <a:gd name="connsiteY1" fmla="*/ 25047 h 477399"/>
                <a:gd name="connsiteX2" fmla="*/ 1881358 w 1881358"/>
                <a:gd name="connsiteY2" fmla="*/ 471784 h 477399"/>
                <a:gd name="connsiteX3" fmla="*/ 0 w 1881358"/>
                <a:gd name="connsiteY3" fmla="*/ 477399 h 477399"/>
                <a:gd name="connsiteX4" fmla="*/ 406017 w 1881358"/>
                <a:gd name="connsiteY4" fmla="*/ 0 h 477399"/>
                <a:gd name="connsiteX0" fmla="*/ 406017 w 1886825"/>
                <a:gd name="connsiteY0" fmla="*/ 14263 h 491662"/>
                <a:gd name="connsiteX1" fmla="*/ 1886825 w 1886825"/>
                <a:gd name="connsiteY1" fmla="*/ 0 h 491662"/>
                <a:gd name="connsiteX2" fmla="*/ 1881358 w 1886825"/>
                <a:gd name="connsiteY2" fmla="*/ 486047 h 491662"/>
                <a:gd name="connsiteX3" fmla="*/ 0 w 1886825"/>
                <a:gd name="connsiteY3" fmla="*/ 491662 h 491662"/>
                <a:gd name="connsiteX4" fmla="*/ 406017 w 1886825"/>
                <a:gd name="connsiteY4" fmla="*/ 14263 h 491662"/>
                <a:gd name="connsiteX0" fmla="*/ 406017 w 1881586"/>
                <a:gd name="connsiteY0" fmla="*/ 0 h 477399"/>
                <a:gd name="connsiteX1" fmla="*/ 1875281 w 1881586"/>
                <a:gd name="connsiteY1" fmla="*/ 8200 h 477399"/>
                <a:gd name="connsiteX2" fmla="*/ 1881358 w 1881586"/>
                <a:gd name="connsiteY2" fmla="*/ 471784 h 477399"/>
                <a:gd name="connsiteX3" fmla="*/ 0 w 1881586"/>
                <a:gd name="connsiteY3" fmla="*/ 477399 h 477399"/>
                <a:gd name="connsiteX4" fmla="*/ 406017 w 1881586"/>
                <a:gd name="connsiteY4" fmla="*/ 0 h 477399"/>
                <a:gd name="connsiteX0" fmla="*/ 406017 w 1881851"/>
                <a:gd name="connsiteY0" fmla="*/ 3031 h 480430"/>
                <a:gd name="connsiteX1" fmla="*/ 1881052 w 1881851"/>
                <a:gd name="connsiteY1" fmla="*/ 0 h 480430"/>
                <a:gd name="connsiteX2" fmla="*/ 1881358 w 1881851"/>
                <a:gd name="connsiteY2" fmla="*/ 474815 h 480430"/>
                <a:gd name="connsiteX3" fmla="*/ 0 w 1881851"/>
                <a:gd name="connsiteY3" fmla="*/ 480430 h 480430"/>
                <a:gd name="connsiteX4" fmla="*/ 406017 w 1881851"/>
                <a:gd name="connsiteY4" fmla="*/ 3031 h 480430"/>
                <a:gd name="connsiteX0" fmla="*/ 406017 w 1881052"/>
                <a:gd name="connsiteY0" fmla="*/ 3031 h 480984"/>
                <a:gd name="connsiteX1" fmla="*/ 1881052 w 1881052"/>
                <a:gd name="connsiteY1" fmla="*/ 0 h 480984"/>
                <a:gd name="connsiteX2" fmla="*/ 1500907 w 1881052"/>
                <a:gd name="connsiteY2" fmla="*/ 480984 h 480984"/>
                <a:gd name="connsiteX3" fmla="*/ 0 w 1881052"/>
                <a:gd name="connsiteY3" fmla="*/ 480430 h 480984"/>
                <a:gd name="connsiteX4" fmla="*/ 406017 w 1881052"/>
                <a:gd name="connsiteY4" fmla="*/ 3031 h 480984"/>
                <a:gd name="connsiteX0" fmla="*/ 406017 w 1506942"/>
                <a:gd name="connsiteY0" fmla="*/ 0 h 477953"/>
                <a:gd name="connsiteX1" fmla="*/ 1506942 w 1506942"/>
                <a:gd name="connsiteY1" fmla="*/ 3138 h 477953"/>
                <a:gd name="connsiteX2" fmla="*/ 1500907 w 1506942"/>
                <a:gd name="connsiteY2" fmla="*/ 477953 h 477953"/>
                <a:gd name="connsiteX3" fmla="*/ 0 w 1506942"/>
                <a:gd name="connsiteY3" fmla="*/ 477399 h 477953"/>
                <a:gd name="connsiteX4" fmla="*/ 406017 w 1506942"/>
                <a:gd name="connsiteY4" fmla="*/ 0 h 477953"/>
                <a:gd name="connsiteX0" fmla="*/ 406017 w 1500941"/>
                <a:gd name="connsiteY0" fmla="*/ 0 h 477953"/>
                <a:gd name="connsiteX1" fmla="*/ 1433224 w 1500941"/>
                <a:gd name="connsiteY1" fmla="*/ 8260 h 477953"/>
                <a:gd name="connsiteX2" fmla="*/ 1500907 w 1500941"/>
                <a:gd name="connsiteY2" fmla="*/ 477953 h 477953"/>
                <a:gd name="connsiteX3" fmla="*/ 0 w 1500941"/>
                <a:gd name="connsiteY3" fmla="*/ 477399 h 477953"/>
                <a:gd name="connsiteX4" fmla="*/ 406017 w 1500941"/>
                <a:gd name="connsiteY4" fmla="*/ 0 h 477953"/>
                <a:gd name="connsiteX0" fmla="*/ 406017 w 1433224"/>
                <a:gd name="connsiteY0" fmla="*/ 0 h 477953"/>
                <a:gd name="connsiteX1" fmla="*/ 1433224 w 1433224"/>
                <a:gd name="connsiteY1" fmla="*/ 8260 h 477953"/>
                <a:gd name="connsiteX2" fmla="*/ 1421926 w 1433224"/>
                <a:gd name="connsiteY2" fmla="*/ 477953 h 477953"/>
                <a:gd name="connsiteX3" fmla="*/ 0 w 1433224"/>
                <a:gd name="connsiteY3" fmla="*/ 477399 h 477953"/>
                <a:gd name="connsiteX4" fmla="*/ 406017 w 1433224"/>
                <a:gd name="connsiteY4" fmla="*/ 0 h 477953"/>
                <a:gd name="connsiteX0" fmla="*/ 248052 w 1275259"/>
                <a:gd name="connsiteY0" fmla="*/ 0 h 477953"/>
                <a:gd name="connsiteX1" fmla="*/ 1275259 w 1275259"/>
                <a:gd name="connsiteY1" fmla="*/ 8260 h 477953"/>
                <a:gd name="connsiteX2" fmla="*/ 1263961 w 1275259"/>
                <a:gd name="connsiteY2" fmla="*/ 477953 h 477953"/>
                <a:gd name="connsiteX3" fmla="*/ 0 w 1275259"/>
                <a:gd name="connsiteY3" fmla="*/ 287842 h 477953"/>
                <a:gd name="connsiteX4" fmla="*/ 248052 w 1275259"/>
                <a:gd name="connsiteY4" fmla="*/ 0 h 477953"/>
                <a:gd name="connsiteX0" fmla="*/ 248052 w 1275259"/>
                <a:gd name="connsiteY0" fmla="*/ 0 h 303765"/>
                <a:gd name="connsiteX1" fmla="*/ 1275259 w 1275259"/>
                <a:gd name="connsiteY1" fmla="*/ 8260 h 303765"/>
                <a:gd name="connsiteX2" fmla="*/ 1248164 w 1275259"/>
                <a:gd name="connsiteY2" fmla="*/ 303765 h 303765"/>
                <a:gd name="connsiteX3" fmla="*/ 0 w 1275259"/>
                <a:gd name="connsiteY3" fmla="*/ 287842 h 303765"/>
                <a:gd name="connsiteX4" fmla="*/ 248052 w 1275259"/>
                <a:gd name="connsiteY4" fmla="*/ 0 h 303765"/>
                <a:gd name="connsiteX0" fmla="*/ 248052 w 1248931"/>
                <a:gd name="connsiteY0" fmla="*/ 0 h 303765"/>
                <a:gd name="connsiteX1" fmla="*/ 1248931 w 1248931"/>
                <a:gd name="connsiteY1" fmla="*/ 3137 h 303765"/>
                <a:gd name="connsiteX2" fmla="*/ 1248164 w 1248931"/>
                <a:gd name="connsiteY2" fmla="*/ 303765 h 303765"/>
                <a:gd name="connsiteX3" fmla="*/ 0 w 1248931"/>
                <a:gd name="connsiteY3" fmla="*/ 287842 h 303765"/>
                <a:gd name="connsiteX4" fmla="*/ 248052 w 1248931"/>
                <a:gd name="connsiteY4" fmla="*/ 0 h 303765"/>
                <a:gd name="connsiteX0" fmla="*/ 248052 w 1252492"/>
                <a:gd name="connsiteY0" fmla="*/ 0 h 288121"/>
                <a:gd name="connsiteX1" fmla="*/ 1248931 w 1252492"/>
                <a:gd name="connsiteY1" fmla="*/ 3137 h 288121"/>
                <a:gd name="connsiteX2" fmla="*/ 1252183 w 1252492"/>
                <a:gd name="connsiteY2" fmla="*/ 288121 h 288121"/>
                <a:gd name="connsiteX3" fmla="*/ 0 w 1252492"/>
                <a:gd name="connsiteY3" fmla="*/ 287842 h 288121"/>
                <a:gd name="connsiteX4" fmla="*/ 248052 w 1252492"/>
                <a:gd name="connsiteY4" fmla="*/ 0 h 288121"/>
                <a:gd name="connsiteX0" fmla="*/ 248052 w 1252251"/>
                <a:gd name="connsiteY0" fmla="*/ 0 h 288121"/>
                <a:gd name="connsiteX1" fmla="*/ 1220794 w 1252251"/>
                <a:gd name="connsiteY1" fmla="*/ 95 h 288121"/>
                <a:gd name="connsiteX2" fmla="*/ 1252183 w 1252251"/>
                <a:gd name="connsiteY2" fmla="*/ 288121 h 288121"/>
                <a:gd name="connsiteX3" fmla="*/ 0 w 1252251"/>
                <a:gd name="connsiteY3" fmla="*/ 287842 h 288121"/>
                <a:gd name="connsiteX4" fmla="*/ 248052 w 1252251"/>
                <a:gd name="connsiteY4" fmla="*/ 0 h 288121"/>
                <a:gd name="connsiteX0" fmla="*/ 248052 w 1252694"/>
                <a:gd name="connsiteY0" fmla="*/ 2947 h 291068"/>
                <a:gd name="connsiteX1" fmla="*/ 1252058 w 1252694"/>
                <a:gd name="connsiteY1" fmla="*/ 0 h 291068"/>
                <a:gd name="connsiteX2" fmla="*/ 1252183 w 1252694"/>
                <a:gd name="connsiteY2" fmla="*/ 291068 h 291068"/>
                <a:gd name="connsiteX3" fmla="*/ 0 w 1252694"/>
                <a:gd name="connsiteY3" fmla="*/ 290789 h 291068"/>
                <a:gd name="connsiteX4" fmla="*/ 248052 w 1252694"/>
                <a:gd name="connsiteY4" fmla="*/ 2947 h 291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2694" h="291068">
                  <a:moveTo>
                    <a:pt x="248052" y="2947"/>
                  </a:moveTo>
                  <a:lnTo>
                    <a:pt x="1252058" y="0"/>
                  </a:lnTo>
                  <a:cubicBezTo>
                    <a:pt x="1250236" y="162016"/>
                    <a:pt x="1254005" y="129052"/>
                    <a:pt x="1252183" y="291068"/>
                  </a:cubicBezTo>
                  <a:lnTo>
                    <a:pt x="0" y="290789"/>
                  </a:lnTo>
                  <a:lnTo>
                    <a:pt x="248052" y="2947"/>
                  </a:lnTo>
                  <a:close/>
                </a:path>
              </a:pathLst>
            </a:custGeom>
            <a:solidFill>
              <a:srgbClr val="1845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V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274ECB49-2329-9923-853E-7D16E0476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594" y="226774"/>
            <a:ext cx="7574756" cy="481806"/>
          </a:xfrm>
        </p:spPr>
        <p:txBody>
          <a:bodyPr>
            <a:normAutofit/>
          </a:bodyPr>
          <a:lstStyle>
            <a:lvl1pPr>
              <a:defRPr sz="3000">
                <a:solidFill>
                  <a:srgbClr val="EF682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3F1C049A-162E-8707-C763-69F98752F8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77" y="6432947"/>
            <a:ext cx="6026112" cy="282178"/>
          </a:xfrm>
        </p:spPr>
        <p:txBody>
          <a:bodyPr/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Bài 3: Cấu trúc Lựa chọn</a:t>
            </a:r>
            <a:endParaRPr lang="en-VN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4AC7BBD-57C7-5F9C-EA35-D304BF3A5DB5}"/>
              </a:ext>
            </a:extLst>
          </p:cNvPr>
          <p:cNvGrpSpPr/>
          <p:nvPr userDrawn="1"/>
        </p:nvGrpSpPr>
        <p:grpSpPr>
          <a:xfrm>
            <a:off x="0" y="6474619"/>
            <a:ext cx="9160669" cy="383381"/>
            <a:chOff x="0" y="5648325"/>
            <a:chExt cx="9160669" cy="383381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FEA1AEE7-772B-6592-D678-C460D9ED583F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5904310"/>
              <a:ext cx="6054329" cy="0"/>
            </a:xfrm>
            <a:prstGeom prst="line">
              <a:avLst/>
            </a:prstGeom>
            <a:ln w="12700">
              <a:solidFill>
                <a:srgbClr val="18459E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C2C9A01-F258-84B3-A502-9DA205CA5CAE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054329" y="5648326"/>
              <a:ext cx="208359" cy="255985"/>
            </a:xfrm>
            <a:prstGeom prst="line">
              <a:avLst/>
            </a:prstGeom>
            <a:ln w="12700">
              <a:solidFill>
                <a:srgbClr val="18459E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B508C2BB-B487-2F35-5526-C74979EDEA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62689" y="5648325"/>
              <a:ext cx="2893219" cy="0"/>
            </a:xfrm>
            <a:prstGeom prst="line">
              <a:avLst/>
            </a:prstGeom>
            <a:ln w="12700">
              <a:solidFill>
                <a:srgbClr val="18459E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20" name="Rectangle 16">
              <a:extLst>
                <a:ext uri="{FF2B5EF4-FFF2-40B4-BE49-F238E27FC236}">
                  <a16:creationId xmlns:a16="http://schemas.microsoft.com/office/drawing/2014/main" id="{A626AB2D-C8CF-DF2A-1EA8-E645639D502B}"/>
                </a:ext>
              </a:extLst>
            </p:cNvPr>
            <p:cNvSpPr/>
            <p:nvPr userDrawn="1"/>
          </p:nvSpPr>
          <p:spPr>
            <a:xfrm>
              <a:off x="6085285" y="5745956"/>
              <a:ext cx="3075384" cy="285750"/>
            </a:xfrm>
            <a:custGeom>
              <a:avLst/>
              <a:gdLst>
                <a:gd name="connsiteX0" fmla="*/ 0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0 w 2523344"/>
                <a:gd name="connsiteY4" fmla="*/ 0 h 482600"/>
                <a:gd name="connsiteX0" fmla="*/ 524655 w 2523344"/>
                <a:gd name="connsiteY0" fmla="*/ 1499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524655 w 2523344"/>
                <a:gd name="connsiteY4" fmla="*/ 14990 h 482600"/>
                <a:gd name="connsiteX0" fmla="*/ 404734 w 2523344"/>
                <a:gd name="connsiteY0" fmla="*/ 44971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44971 h 482600"/>
                <a:gd name="connsiteX0" fmla="*/ 404734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0 h 482600"/>
                <a:gd name="connsiteX0" fmla="*/ 493662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93662 w 2523344"/>
                <a:gd name="connsiteY4" fmla="*/ 10816 h 482600"/>
                <a:gd name="connsiteX0" fmla="*/ 371386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371386 w 2523344"/>
                <a:gd name="connsiteY4" fmla="*/ 10816 h 482600"/>
                <a:gd name="connsiteX0" fmla="*/ 406017 w 2557975"/>
                <a:gd name="connsiteY0" fmla="*/ 10816 h 488215"/>
                <a:gd name="connsiteX1" fmla="*/ 2557975 w 2557975"/>
                <a:gd name="connsiteY1" fmla="*/ 0 h 488215"/>
                <a:gd name="connsiteX2" fmla="*/ 2557975 w 2557975"/>
                <a:gd name="connsiteY2" fmla="*/ 482600 h 488215"/>
                <a:gd name="connsiteX3" fmla="*/ 0 w 2557975"/>
                <a:gd name="connsiteY3" fmla="*/ 488215 h 488215"/>
                <a:gd name="connsiteX4" fmla="*/ 406017 w 2557975"/>
                <a:gd name="connsiteY4" fmla="*/ 10816 h 488215"/>
                <a:gd name="connsiteX0" fmla="*/ 406017 w 4108665"/>
                <a:gd name="connsiteY0" fmla="*/ 10816 h 488215"/>
                <a:gd name="connsiteX1" fmla="*/ 255797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10816 h 488215"/>
                <a:gd name="connsiteX1" fmla="*/ 410866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0 h 477399"/>
                <a:gd name="connsiteX1" fmla="*/ 4108665 w 4108665"/>
                <a:gd name="connsiteY1" fmla="*/ 13519 h 477399"/>
                <a:gd name="connsiteX2" fmla="*/ 4108665 w 4108665"/>
                <a:gd name="connsiteY2" fmla="*/ 471784 h 477399"/>
                <a:gd name="connsiteX3" fmla="*/ 0 w 4108665"/>
                <a:gd name="connsiteY3" fmla="*/ 477399 h 477399"/>
                <a:gd name="connsiteX4" fmla="*/ 406017 w 4108665"/>
                <a:gd name="connsiteY4" fmla="*/ 0 h 477399"/>
                <a:gd name="connsiteX0" fmla="*/ 289036 w 3991684"/>
                <a:gd name="connsiteY0" fmla="*/ 0 h 471784"/>
                <a:gd name="connsiteX1" fmla="*/ 3991684 w 3991684"/>
                <a:gd name="connsiteY1" fmla="*/ 13519 h 471784"/>
                <a:gd name="connsiteX2" fmla="*/ 3991684 w 3991684"/>
                <a:gd name="connsiteY2" fmla="*/ 471784 h 471784"/>
                <a:gd name="connsiteX3" fmla="*/ 0 w 3991684"/>
                <a:gd name="connsiteY3" fmla="*/ 356682 h 471784"/>
                <a:gd name="connsiteX4" fmla="*/ 289036 w 3991684"/>
                <a:gd name="connsiteY4" fmla="*/ 0 h 471784"/>
                <a:gd name="connsiteX0" fmla="*/ 274856 w 3977504"/>
                <a:gd name="connsiteY0" fmla="*/ 0 h 471784"/>
                <a:gd name="connsiteX1" fmla="*/ 3977504 w 3977504"/>
                <a:gd name="connsiteY1" fmla="*/ 13519 h 471784"/>
                <a:gd name="connsiteX2" fmla="*/ 3977504 w 3977504"/>
                <a:gd name="connsiteY2" fmla="*/ 471784 h 471784"/>
                <a:gd name="connsiteX3" fmla="*/ 0 w 3977504"/>
                <a:gd name="connsiteY3" fmla="*/ 360131 h 471784"/>
                <a:gd name="connsiteX4" fmla="*/ 274856 w 3977504"/>
                <a:gd name="connsiteY4" fmla="*/ 0 h 471784"/>
                <a:gd name="connsiteX0" fmla="*/ 292580 w 3995228"/>
                <a:gd name="connsiteY0" fmla="*/ 0 h 471784"/>
                <a:gd name="connsiteX1" fmla="*/ 3995228 w 3995228"/>
                <a:gd name="connsiteY1" fmla="*/ 13519 h 471784"/>
                <a:gd name="connsiteX2" fmla="*/ 3995228 w 3995228"/>
                <a:gd name="connsiteY2" fmla="*/ 471784 h 471784"/>
                <a:gd name="connsiteX3" fmla="*/ 0 w 3995228"/>
                <a:gd name="connsiteY3" fmla="*/ 367029 h 471784"/>
                <a:gd name="connsiteX4" fmla="*/ 292580 w 3995228"/>
                <a:gd name="connsiteY4" fmla="*/ 0 h 471784"/>
                <a:gd name="connsiteX0" fmla="*/ 292580 w 3995228"/>
                <a:gd name="connsiteY0" fmla="*/ 0 h 385558"/>
                <a:gd name="connsiteX1" fmla="*/ 3995228 w 3995228"/>
                <a:gd name="connsiteY1" fmla="*/ 13519 h 385558"/>
                <a:gd name="connsiteX2" fmla="*/ 3662009 w 3995228"/>
                <a:gd name="connsiteY2" fmla="*/ 385558 h 385558"/>
                <a:gd name="connsiteX3" fmla="*/ 0 w 3995228"/>
                <a:gd name="connsiteY3" fmla="*/ 367029 h 385558"/>
                <a:gd name="connsiteX4" fmla="*/ 292580 w 3995228"/>
                <a:gd name="connsiteY4" fmla="*/ 0 h 385558"/>
                <a:gd name="connsiteX0" fmla="*/ 292580 w 3995228"/>
                <a:gd name="connsiteY0" fmla="*/ 0 h 367029"/>
                <a:gd name="connsiteX1" fmla="*/ 3995228 w 3995228"/>
                <a:gd name="connsiteY1" fmla="*/ 13519 h 367029"/>
                <a:gd name="connsiteX2" fmla="*/ 3640740 w 3995228"/>
                <a:gd name="connsiteY2" fmla="*/ 347618 h 367029"/>
                <a:gd name="connsiteX3" fmla="*/ 0 w 3995228"/>
                <a:gd name="connsiteY3" fmla="*/ 367029 h 367029"/>
                <a:gd name="connsiteX4" fmla="*/ 292580 w 3995228"/>
                <a:gd name="connsiteY4" fmla="*/ 0 h 367029"/>
                <a:gd name="connsiteX0" fmla="*/ 292580 w 3995228"/>
                <a:gd name="connsiteY0" fmla="*/ 0 h 367029"/>
                <a:gd name="connsiteX1" fmla="*/ 3995228 w 3995228"/>
                <a:gd name="connsiteY1" fmla="*/ 13519 h 367029"/>
                <a:gd name="connsiteX2" fmla="*/ 3630105 w 3995228"/>
                <a:gd name="connsiteY2" fmla="*/ 213104 h 367029"/>
                <a:gd name="connsiteX3" fmla="*/ 0 w 3995228"/>
                <a:gd name="connsiteY3" fmla="*/ 367029 h 367029"/>
                <a:gd name="connsiteX4" fmla="*/ 292580 w 3995228"/>
                <a:gd name="connsiteY4" fmla="*/ 0 h 367029"/>
                <a:gd name="connsiteX0" fmla="*/ 292580 w 3995228"/>
                <a:gd name="connsiteY0" fmla="*/ 0 h 367029"/>
                <a:gd name="connsiteX1" fmla="*/ 3995228 w 3995228"/>
                <a:gd name="connsiteY1" fmla="*/ 13519 h 367029"/>
                <a:gd name="connsiteX2" fmla="*/ 3615926 w 3995228"/>
                <a:gd name="connsiteY2" fmla="*/ 354515 h 367029"/>
                <a:gd name="connsiteX3" fmla="*/ 0 w 3995228"/>
                <a:gd name="connsiteY3" fmla="*/ 367029 h 367029"/>
                <a:gd name="connsiteX4" fmla="*/ 292580 w 3995228"/>
                <a:gd name="connsiteY4" fmla="*/ 0 h 367029"/>
                <a:gd name="connsiteX0" fmla="*/ 278400 w 3981048"/>
                <a:gd name="connsiteY0" fmla="*/ 0 h 360131"/>
                <a:gd name="connsiteX1" fmla="*/ 3981048 w 3981048"/>
                <a:gd name="connsiteY1" fmla="*/ 13519 h 360131"/>
                <a:gd name="connsiteX2" fmla="*/ 3601746 w 3981048"/>
                <a:gd name="connsiteY2" fmla="*/ 354515 h 360131"/>
                <a:gd name="connsiteX3" fmla="*/ 0 w 3981048"/>
                <a:gd name="connsiteY3" fmla="*/ 360131 h 360131"/>
                <a:gd name="connsiteX4" fmla="*/ 278400 w 3981048"/>
                <a:gd name="connsiteY4" fmla="*/ 0 h 360131"/>
                <a:gd name="connsiteX0" fmla="*/ 285490 w 3988138"/>
                <a:gd name="connsiteY0" fmla="*/ 0 h 360131"/>
                <a:gd name="connsiteX1" fmla="*/ 3988138 w 3988138"/>
                <a:gd name="connsiteY1" fmla="*/ 13519 h 360131"/>
                <a:gd name="connsiteX2" fmla="*/ 3608836 w 3988138"/>
                <a:gd name="connsiteY2" fmla="*/ 354515 h 360131"/>
                <a:gd name="connsiteX3" fmla="*/ 0 w 3988138"/>
                <a:gd name="connsiteY3" fmla="*/ 360131 h 360131"/>
                <a:gd name="connsiteX4" fmla="*/ 285490 w 3988138"/>
                <a:gd name="connsiteY4" fmla="*/ 0 h 360131"/>
                <a:gd name="connsiteX0" fmla="*/ 299670 w 4002318"/>
                <a:gd name="connsiteY0" fmla="*/ 0 h 360131"/>
                <a:gd name="connsiteX1" fmla="*/ 4002318 w 4002318"/>
                <a:gd name="connsiteY1" fmla="*/ 13519 h 360131"/>
                <a:gd name="connsiteX2" fmla="*/ 3623016 w 4002318"/>
                <a:gd name="connsiteY2" fmla="*/ 354515 h 360131"/>
                <a:gd name="connsiteX3" fmla="*/ 0 w 4002318"/>
                <a:gd name="connsiteY3" fmla="*/ 360131 h 360131"/>
                <a:gd name="connsiteX4" fmla="*/ 299670 w 4002318"/>
                <a:gd name="connsiteY4" fmla="*/ 0 h 360131"/>
                <a:gd name="connsiteX0" fmla="*/ 299670 w 3623016"/>
                <a:gd name="connsiteY0" fmla="*/ 0 h 360131"/>
                <a:gd name="connsiteX1" fmla="*/ 3615926 w 3623016"/>
                <a:gd name="connsiteY1" fmla="*/ 10070 h 360131"/>
                <a:gd name="connsiteX2" fmla="*/ 3623016 w 3623016"/>
                <a:gd name="connsiteY2" fmla="*/ 354515 h 360131"/>
                <a:gd name="connsiteX3" fmla="*/ 0 w 3623016"/>
                <a:gd name="connsiteY3" fmla="*/ 360131 h 360131"/>
                <a:gd name="connsiteX4" fmla="*/ 299670 w 3623016"/>
                <a:gd name="connsiteY4" fmla="*/ 0 h 360131"/>
                <a:gd name="connsiteX0" fmla="*/ 299670 w 3630106"/>
                <a:gd name="connsiteY0" fmla="*/ 277 h 360408"/>
                <a:gd name="connsiteX1" fmla="*/ 3630106 w 3630106"/>
                <a:gd name="connsiteY1" fmla="*/ 0 h 360408"/>
                <a:gd name="connsiteX2" fmla="*/ 3623016 w 3630106"/>
                <a:gd name="connsiteY2" fmla="*/ 354792 h 360408"/>
                <a:gd name="connsiteX3" fmla="*/ 0 w 3630106"/>
                <a:gd name="connsiteY3" fmla="*/ 360408 h 360408"/>
                <a:gd name="connsiteX4" fmla="*/ 299670 w 3630106"/>
                <a:gd name="connsiteY4" fmla="*/ 277 h 360408"/>
                <a:gd name="connsiteX0" fmla="*/ 299670 w 4037066"/>
                <a:gd name="connsiteY0" fmla="*/ 277 h 360408"/>
                <a:gd name="connsiteX1" fmla="*/ 4037066 w 4037066"/>
                <a:gd name="connsiteY1" fmla="*/ 0 h 360408"/>
                <a:gd name="connsiteX2" fmla="*/ 3623016 w 4037066"/>
                <a:gd name="connsiteY2" fmla="*/ 354792 h 360408"/>
                <a:gd name="connsiteX3" fmla="*/ 0 w 4037066"/>
                <a:gd name="connsiteY3" fmla="*/ 360408 h 360408"/>
                <a:gd name="connsiteX4" fmla="*/ 299670 w 4037066"/>
                <a:gd name="connsiteY4" fmla="*/ 277 h 360408"/>
                <a:gd name="connsiteX0" fmla="*/ 299670 w 4040151"/>
                <a:gd name="connsiteY0" fmla="*/ 277 h 360408"/>
                <a:gd name="connsiteX1" fmla="*/ 4037066 w 4040151"/>
                <a:gd name="connsiteY1" fmla="*/ 0 h 360408"/>
                <a:gd name="connsiteX2" fmla="*/ 4040151 w 4040151"/>
                <a:gd name="connsiteY2" fmla="*/ 354792 h 360408"/>
                <a:gd name="connsiteX3" fmla="*/ 0 w 4040151"/>
                <a:gd name="connsiteY3" fmla="*/ 360408 h 360408"/>
                <a:gd name="connsiteX4" fmla="*/ 299670 w 4040151"/>
                <a:gd name="connsiteY4" fmla="*/ 277 h 360408"/>
                <a:gd name="connsiteX0" fmla="*/ 299670 w 4037234"/>
                <a:gd name="connsiteY0" fmla="*/ 277 h 364692"/>
                <a:gd name="connsiteX1" fmla="*/ 4037066 w 4037234"/>
                <a:gd name="connsiteY1" fmla="*/ 0 h 364692"/>
                <a:gd name="connsiteX2" fmla="*/ 4035064 w 4037234"/>
                <a:gd name="connsiteY2" fmla="*/ 364692 h 364692"/>
                <a:gd name="connsiteX3" fmla="*/ 0 w 4037234"/>
                <a:gd name="connsiteY3" fmla="*/ 360408 h 364692"/>
                <a:gd name="connsiteX4" fmla="*/ 299670 w 4037234"/>
                <a:gd name="connsiteY4" fmla="*/ 277 h 364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7234" h="364692">
                  <a:moveTo>
                    <a:pt x="299670" y="277"/>
                  </a:moveTo>
                  <a:lnTo>
                    <a:pt x="4037066" y="0"/>
                  </a:lnTo>
                  <a:cubicBezTo>
                    <a:pt x="4038094" y="118264"/>
                    <a:pt x="4034036" y="246428"/>
                    <a:pt x="4035064" y="364692"/>
                  </a:cubicBezTo>
                  <a:lnTo>
                    <a:pt x="0" y="360408"/>
                  </a:lnTo>
                  <a:lnTo>
                    <a:pt x="299670" y="277"/>
                  </a:lnTo>
                  <a:close/>
                </a:path>
              </a:pathLst>
            </a:custGeom>
            <a:solidFill>
              <a:srgbClr val="EF68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VN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DE6C7A3E-725E-DF68-FEAA-7F48076507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2097" y="6593881"/>
            <a:ext cx="1908332" cy="25519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5584085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gear, wheel&#10;&#10;Description automatically generated">
            <a:extLst>
              <a:ext uri="{FF2B5EF4-FFF2-40B4-BE49-F238E27FC236}">
                <a16:creationId xmlns:a16="http://schemas.microsoft.com/office/drawing/2014/main" id="{84140D8E-640B-7547-A627-D993010E96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85227" y="2057400"/>
            <a:ext cx="2095500" cy="2743200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10363613-354D-B586-0300-5571C0519C69}"/>
              </a:ext>
            </a:extLst>
          </p:cNvPr>
          <p:cNvGrpSpPr/>
          <p:nvPr userDrawn="1"/>
        </p:nvGrpSpPr>
        <p:grpSpPr>
          <a:xfrm>
            <a:off x="-14287" y="568960"/>
            <a:ext cx="9188053" cy="228601"/>
            <a:chOff x="-14287" y="837009"/>
            <a:chExt cx="9188053" cy="2286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35B1C3F1-23A9-3C30-31FF-365C7C8EFEB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58416" y="976313"/>
              <a:ext cx="8515350" cy="0"/>
            </a:xfrm>
            <a:prstGeom prst="line">
              <a:avLst/>
            </a:prstGeom>
            <a:ln w="12700">
              <a:solidFill>
                <a:srgbClr val="EF6822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1" name="Rectangle 16">
              <a:extLst>
                <a:ext uri="{FF2B5EF4-FFF2-40B4-BE49-F238E27FC236}">
                  <a16:creationId xmlns:a16="http://schemas.microsoft.com/office/drawing/2014/main" id="{BF88B540-CABB-D949-F941-21463757FD23}"/>
                </a:ext>
              </a:extLst>
            </p:cNvPr>
            <p:cNvSpPr/>
            <p:nvPr userDrawn="1"/>
          </p:nvSpPr>
          <p:spPr>
            <a:xfrm flipH="1" flipV="1">
              <a:off x="-14287" y="837009"/>
              <a:ext cx="954881" cy="228601"/>
            </a:xfrm>
            <a:custGeom>
              <a:avLst/>
              <a:gdLst>
                <a:gd name="connsiteX0" fmla="*/ 0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0 w 2523344"/>
                <a:gd name="connsiteY4" fmla="*/ 0 h 482600"/>
                <a:gd name="connsiteX0" fmla="*/ 524655 w 2523344"/>
                <a:gd name="connsiteY0" fmla="*/ 1499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524655 w 2523344"/>
                <a:gd name="connsiteY4" fmla="*/ 14990 h 482600"/>
                <a:gd name="connsiteX0" fmla="*/ 404734 w 2523344"/>
                <a:gd name="connsiteY0" fmla="*/ 44971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44971 h 482600"/>
                <a:gd name="connsiteX0" fmla="*/ 404734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0 h 482600"/>
                <a:gd name="connsiteX0" fmla="*/ 493662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93662 w 2523344"/>
                <a:gd name="connsiteY4" fmla="*/ 10816 h 482600"/>
                <a:gd name="connsiteX0" fmla="*/ 371386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371386 w 2523344"/>
                <a:gd name="connsiteY4" fmla="*/ 10816 h 482600"/>
                <a:gd name="connsiteX0" fmla="*/ 406017 w 2557975"/>
                <a:gd name="connsiteY0" fmla="*/ 10816 h 488215"/>
                <a:gd name="connsiteX1" fmla="*/ 2557975 w 2557975"/>
                <a:gd name="connsiteY1" fmla="*/ 0 h 488215"/>
                <a:gd name="connsiteX2" fmla="*/ 2557975 w 2557975"/>
                <a:gd name="connsiteY2" fmla="*/ 482600 h 488215"/>
                <a:gd name="connsiteX3" fmla="*/ 0 w 2557975"/>
                <a:gd name="connsiteY3" fmla="*/ 488215 h 488215"/>
                <a:gd name="connsiteX4" fmla="*/ 406017 w 2557975"/>
                <a:gd name="connsiteY4" fmla="*/ 10816 h 488215"/>
                <a:gd name="connsiteX0" fmla="*/ 406017 w 4108665"/>
                <a:gd name="connsiteY0" fmla="*/ 10816 h 488215"/>
                <a:gd name="connsiteX1" fmla="*/ 255797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10816 h 488215"/>
                <a:gd name="connsiteX1" fmla="*/ 410866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0 h 477399"/>
                <a:gd name="connsiteX1" fmla="*/ 4108665 w 4108665"/>
                <a:gd name="connsiteY1" fmla="*/ 13519 h 477399"/>
                <a:gd name="connsiteX2" fmla="*/ 4108665 w 4108665"/>
                <a:gd name="connsiteY2" fmla="*/ 471784 h 477399"/>
                <a:gd name="connsiteX3" fmla="*/ 0 w 4108665"/>
                <a:gd name="connsiteY3" fmla="*/ 477399 h 477399"/>
                <a:gd name="connsiteX4" fmla="*/ 406017 w 4108665"/>
                <a:gd name="connsiteY4" fmla="*/ 0 h 477399"/>
                <a:gd name="connsiteX0" fmla="*/ 406017 w 4108665"/>
                <a:gd name="connsiteY0" fmla="*/ 0 h 477399"/>
                <a:gd name="connsiteX1" fmla="*/ 4108665 w 4108665"/>
                <a:gd name="connsiteY1" fmla="*/ 13519 h 477399"/>
                <a:gd name="connsiteX2" fmla="*/ 1881358 w 4108665"/>
                <a:gd name="connsiteY2" fmla="*/ 471784 h 477399"/>
                <a:gd name="connsiteX3" fmla="*/ 0 w 4108665"/>
                <a:gd name="connsiteY3" fmla="*/ 477399 h 477399"/>
                <a:gd name="connsiteX4" fmla="*/ 406017 w 4108665"/>
                <a:gd name="connsiteY4" fmla="*/ 0 h 477399"/>
                <a:gd name="connsiteX0" fmla="*/ 406017 w 1905053"/>
                <a:gd name="connsiteY0" fmla="*/ 0 h 477399"/>
                <a:gd name="connsiteX1" fmla="*/ 1905053 w 1905053"/>
                <a:gd name="connsiteY1" fmla="*/ 1993 h 477399"/>
                <a:gd name="connsiteX2" fmla="*/ 1881358 w 1905053"/>
                <a:gd name="connsiteY2" fmla="*/ 471784 h 477399"/>
                <a:gd name="connsiteX3" fmla="*/ 0 w 1905053"/>
                <a:gd name="connsiteY3" fmla="*/ 477399 h 477399"/>
                <a:gd name="connsiteX4" fmla="*/ 406017 w 1905053"/>
                <a:gd name="connsiteY4" fmla="*/ 0 h 477399"/>
                <a:gd name="connsiteX0" fmla="*/ 406017 w 1881358"/>
                <a:gd name="connsiteY0" fmla="*/ 0 h 477399"/>
                <a:gd name="connsiteX1" fmla="*/ 1845816 w 1881358"/>
                <a:gd name="connsiteY1" fmla="*/ 1993 h 477399"/>
                <a:gd name="connsiteX2" fmla="*/ 1881358 w 1881358"/>
                <a:gd name="connsiteY2" fmla="*/ 471784 h 477399"/>
                <a:gd name="connsiteX3" fmla="*/ 0 w 1881358"/>
                <a:gd name="connsiteY3" fmla="*/ 477399 h 477399"/>
                <a:gd name="connsiteX4" fmla="*/ 406017 w 1881358"/>
                <a:gd name="connsiteY4" fmla="*/ 0 h 477399"/>
                <a:gd name="connsiteX0" fmla="*/ 406017 w 1881358"/>
                <a:gd name="connsiteY0" fmla="*/ 0 h 477399"/>
                <a:gd name="connsiteX1" fmla="*/ 1869510 w 1881358"/>
                <a:gd name="connsiteY1" fmla="*/ 25047 h 477399"/>
                <a:gd name="connsiteX2" fmla="*/ 1881358 w 1881358"/>
                <a:gd name="connsiteY2" fmla="*/ 471784 h 477399"/>
                <a:gd name="connsiteX3" fmla="*/ 0 w 1881358"/>
                <a:gd name="connsiteY3" fmla="*/ 477399 h 477399"/>
                <a:gd name="connsiteX4" fmla="*/ 406017 w 1881358"/>
                <a:gd name="connsiteY4" fmla="*/ 0 h 477399"/>
                <a:gd name="connsiteX0" fmla="*/ 406017 w 1886825"/>
                <a:gd name="connsiteY0" fmla="*/ 14263 h 491662"/>
                <a:gd name="connsiteX1" fmla="*/ 1886825 w 1886825"/>
                <a:gd name="connsiteY1" fmla="*/ 0 h 491662"/>
                <a:gd name="connsiteX2" fmla="*/ 1881358 w 1886825"/>
                <a:gd name="connsiteY2" fmla="*/ 486047 h 491662"/>
                <a:gd name="connsiteX3" fmla="*/ 0 w 1886825"/>
                <a:gd name="connsiteY3" fmla="*/ 491662 h 491662"/>
                <a:gd name="connsiteX4" fmla="*/ 406017 w 1886825"/>
                <a:gd name="connsiteY4" fmla="*/ 14263 h 491662"/>
                <a:gd name="connsiteX0" fmla="*/ 406017 w 1881586"/>
                <a:gd name="connsiteY0" fmla="*/ 0 h 477399"/>
                <a:gd name="connsiteX1" fmla="*/ 1875281 w 1881586"/>
                <a:gd name="connsiteY1" fmla="*/ 8200 h 477399"/>
                <a:gd name="connsiteX2" fmla="*/ 1881358 w 1881586"/>
                <a:gd name="connsiteY2" fmla="*/ 471784 h 477399"/>
                <a:gd name="connsiteX3" fmla="*/ 0 w 1881586"/>
                <a:gd name="connsiteY3" fmla="*/ 477399 h 477399"/>
                <a:gd name="connsiteX4" fmla="*/ 406017 w 1881586"/>
                <a:gd name="connsiteY4" fmla="*/ 0 h 477399"/>
                <a:gd name="connsiteX0" fmla="*/ 406017 w 1881851"/>
                <a:gd name="connsiteY0" fmla="*/ 3031 h 480430"/>
                <a:gd name="connsiteX1" fmla="*/ 1881052 w 1881851"/>
                <a:gd name="connsiteY1" fmla="*/ 0 h 480430"/>
                <a:gd name="connsiteX2" fmla="*/ 1881358 w 1881851"/>
                <a:gd name="connsiteY2" fmla="*/ 474815 h 480430"/>
                <a:gd name="connsiteX3" fmla="*/ 0 w 1881851"/>
                <a:gd name="connsiteY3" fmla="*/ 480430 h 480430"/>
                <a:gd name="connsiteX4" fmla="*/ 406017 w 1881851"/>
                <a:gd name="connsiteY4" fmla="*/ 3031 h 480430"/>
                <a:gd name="connsiteX0" fmla="*/ 406017 w 1881052"/>
                <a:gd name="connsiteY0" fmla="*/ 3031 h 480984"/>
                <a:gd name="connsiteX1" fmla="*/ 1881052 w 1881052"/>
                <a:gd name="connsiteY1" fmla="*/ 0 h 480984"/>
                <a:gd name="connsiteX2" fmla="*/ 1500907 w 1881052"/>
                <a:gd name="connsiteY2" fmla="*/ 480984 h 480984"/>
                <a:gd name="connsiteX3" fmla="*/ 0 w 1881052"/>
                <a:gd name="connsiteY3" fmla="*/ 480430 h 480984"/>
                <a:gd name="connsiteX4" fmla="*/ 406017 w 1881052"/>
                <a:gd name="connsiteY4" fmla="*/ 3031 h 480984"/>
                <a:gd name="connsiteX0" fmla="*/ 406017 w 1506942"/>
                <a:gd name="connsiteY0" fmla="*/ 0 h 477953"/>
                <a:gd name="connsiteX1" fmla="*/ 1506942 w 1506942"/>
                <a:gd name="connsiteY1" fmla="*/ 3138 h 477953"/>
                <a:gd name="connsiteX2" fmla="*/ 1500907 w 1506942"/>
                <a:gd name="connsiteY2" fmla="*/ 477953 h 477953"/>
                <a:gd name="connsiteX3" fmla="*/ 0 w 1506942"/>
                <a:gd name="connsiteY3" fmla="*/ 477399 h 477953"/>
                <a:gd name="connsiteX4" fmla="*/ 406017 w 1506942"/>
                <a:gd name="connsiteY4" fmla="*/ 0 h 477953"/>
                <a:gd name="connsiteX0" fmla="*/ 406017 w 1500941"/>
                <a:gd name="connsiteY0" fmla="*/ 0 h 477953"/>
                <a:gd name="connsiteX1" fmla="*/ 1433224 w 1500941"/>
                <a:gd name="connsiteY1" fmla="*/ 8260 h 477953"/>
                <a:gd name="connsiteX2" fmla="*/ 1500907 w 1500941"/>
                <a:gd name="connsiteY2" fmla="*/ 477953 h 477953"/>
                <a:gd name="connsiteX3" fmla="*/ 0 w 1500941"/>
                <a:gd name="connsiteY3" fmla="*/ 477399 h 477953"/>
                <a:gd name="connsiteX4" fmla="*/ 406017 w 1500941"/>
                <a:gd name="connsiteY4" fmla="*/ 0 h 477953"/>
                <a:gd name="connsiteX0" fmla="*/ 406017 w 1433224"/>
                <a:gd name="connsiteY0" fmla="*/ 0 h 477953"/>
                <a:gd name="connsiteX1" fmla="*/ 1433224 w 1433224"/>
                <a:gd name="connsiteY1" fmla="*/ 8260 h 477953"/>
                <a:gd name="connsiteX2" fmla="*/ 1421926 w 1433224"/>
                <a:gd name="connsiteY2" fmla="*/ 477953 h 477953"/>
                <a:gd name="connsiteX3" fmla="*/ 0 w 1433224"/>
                <a:gd name="connsiteY3" fmla="*/ 477399 h 477953"/>
                <a:gd name="connsiteX4" fmla="*/ 406017 w 1433224"/>
                <a:gd name="connsiteY4" fmla="*/ 0 h 477953"/>
                <a:gd name="connsiteX0" fmla="*/ 248052 w 1275259"/>
                <a:gd name="connsiteY0" fmla="*/ 0 h 477953"/>
                <a:gd name="connsiteX1" fmla="*/ 1275259 w 1275259"/>
                <a:gd name="connsiteY1" fmla="*/ 8260 h 477953"/>
                <a:gd name="connsiteX2" fmla="*/ 1263961 w 1275259"/>
                <a:gd name="connsiteY2" fmla="*/ 477953 h 477953"/>
                <a:gd name="connsiteX3" fmla="*/ 0 w 1275259"/>
                <a:gd name="connsiteY3" fmla="*/ 287842 h 477953"/>
                <a:gd name="connsiteX4" fmla="*/ 248052 w 1275259"/>
                <a:gd name="connsiteY4" fmla="*/ 0 h 477953"/>
                <a:gd name="connsiteX0" fmla="*/ 248052 w 1275259"/>
                <a:gd name="connsiteY0" fmla="*/ 0 h 303765"/>
                <a:gd name="connsiteX1" fmla="*/ 1275259 w 1275259"/>
                <a:gd name="connsiteY1" fmla="*/ 8260 h 303765"/>
                <a:gd name="connsiteX2" fmla="*/ 1248164 w 1275259"/>
                <a:gd name="connsiteY2" fmla="*/ 303765 h 303765"/>
                <a:gd name="connsiteX3" fmla="*/ 0 w 1275259"/>
                <a:gd name="connsiteY3" fmla="*/ 287842 h 303765"/>
                <a:gd name="connsiteX4" fmla="*/ 248052 w 1275259"/>
                <a:gd name="connsiteY4" fmla="*/ 0 h 303765"/>
                <a:gd name="connsiteX0" fmla="*/ 248052 w 1248931"/>
                <a:gd name="connsiteY0" fmla="*/ 0 h 303765"/>
                <a:gd name="connsiteX1" fmla="*/ 1248931 w 1248931"/>
                <a:gd name="connsiteY1" fmla="*/ 3137 h 303765"/>
                <a:gd name="connsiteX2" fmla="*/ 1248164 w 1248931"/>
                <a:gd name="connsiteY2" fmla="*/ 303765 h 303765"/>
                <a:gd name="connsiteX3" fmla="*/ 0 w 1248931"/>
                <a:gd name="connsiteY3" fmla="*/ 287842 h 303765"/>
                <a:gd name="connsiteX4" fmla="*/ 248052 w 1248931"/>
                <a:gd name="connsiteY4" fmla="*/ 0 h 303765"/>
                <a:gd name="connsiteX0" fmla="*/ 248052 w 1252492"/>
                <a:gd name="connsiteY0" fmla="*/ 0 h 288121"/>
                <a:gd name="connsiteX1" fmla="*/ 1248931 w 1252492"/>
                <a:gd name="connsiteY1" fmla="*/ 3137 h 288121"/>
                <a:gd name="connsiteX2" fmla="*/ 1252183 w 1252492"/>
                <a:gd name="connsiteY2" fmla="*/ 288121 h 288121"/>
                <a:gd name="connsiteX3" fmla="*/ 0 w 1252492"/>
                <a:gd name="connsiteY3" fmla="*/ 287842 h 288121"/>
                <a:gd name="connsiteX4" fmla="*/ 248052 w 1252492"/>
                <a:gd name="connsiteY4" fmla="*/ 0 h 288121"/>
                <a:gd name="connsiteX0" fmla="*/ 248052 w 1252251"/>
                <a:gd name="connsiteY0" fmla="*/ 0 h 288121"/>
                <a:gd name="connsiteX1" fmla="*/ 1220794 w 1252251"/>
                <a:gd name="connsiteY1" fmla="*/ 95 h 288121"/>
                <a:gd name="connsiteX2" fmla="*/ 1252183 w 1252251"/>
                <a:gd name="connsiteY2" fmla="*/ 288121 h 288121"/>
                <a:gd name="connsiteX3" fmla="*/ 0 w 1252251"/>
                <a:gd name="connsiteY3" fmla="*/ 287842 h 288121"/>
                <a:gd name="connsiteX4" fmla="*/ 248052 w 1252251"/>
                <a:gd name="connsiteY4" fmla="*/ 0 h 288121"/>
                <a:gd name="connsiteX0" fmla="*/ 248052 w 1252694"/>
                <a:gd name="connsiteY0" fmla="*/ 2947 h 291068"/>
                <a:gd name="connsiteX1" fmla="*/ 1252058 w 1252694"/>
                <a:gd name="connsiteY1" fmla="*/ 0 h 291068"/>
                <a:gd name="connsiteX2" fmla="*/ 1252183 w 1252694"/>
                <a:gd name="connsiteY2" fmla="*/ 291068 h 291068"/>
                <a:gd name="connsiteX3" fmla="*/ 0 w 1252694"/>
                <a:gd name="connsiteY3" fmla="*/ 290789 h 291068"/>
                <a:gd name="connsiteX4" fmla="*/ 248052 w 1252694"/>
                <a:gd name="connsiteY4" fmla="*/ 2947 h 2910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52694" h="291068">
                  <a:moveTo>
                    <a:pt x="248052" y="2947"/>
                  </a:moveTo>
                  <a:lnTo>
                    <a:pt x="1252058" y="0"/>
                  </a:lnTo>
                  <a:cubicBezTo>
                    <a:pt x="1250236" y="162016"/>
                    <a:pt x="1254005" y="129052"/>
                    <a:pt x="1252183" y="291068"/>
                  </a:cubicBezTo>
                  <a:lnTo>
                    <a:pt x="0" y="290789"/>
                  </a:lnTo>
                  <a:lnTo>
                    <a:pt x="248052" y="2947"/>
                  </a:lnTo>
                  <a:close/>
                </a:path>
              </a:pathLst>
            </a:custGeom>
            <a:solidFill>
              <a:srgbClr val="1845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V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2" name="Title 1">
            <a:extLst>
              <a:ext uri="{FF2B5EF4-FFF2-40B4-BE49-F238E27FC236}">
                <a16:creationId xmlns:a16="http://schemas.microsoft.com/office/drawing/2014/main" id="{23A79D62-1052-3A31-DFF0-90C0D18A1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0594" y="226774"/>
            <a:ext cx="7574756" cy="481806"/>
          </a:xfrm>
        </p:spPr>
        <p:txBody>
          <a:bodyPr>
            <a:normAutofit/>
          </a:bodyPr>
          <a:lstStyle>
            <a:lvl1pPr>
              <a:defRPr sz="3000">
                <a:solidFill>
                  <a:srgbClr val="EF682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064FC8B5-CE8A-5E9D-FA20-4BF0109EA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977" y="6432947"/>
            <a:ext cx="6026112" cy="282178"/>
          </a:xfrm>
        </p:spPr>
        <p:txBody>
          <a:bodyPr/>
          <a:lstStyle>
            <a:lvl1pPr algn="l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Bài 3: Cấu trúc Lựa chọn</a:t>
            </a:r>
            <a:endParaRPr lang="en-VN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F4869C0-607B-5DA0-15B0-03DAB650D8CE}"/>
              </a:ext>
            </a:extLst>
          </p:cNvPr>
          <p:cNvGrpSpPr/>
          <p:nvPr userDrawn="1"/>
        </p:nvGrpSpPr>
        <p:grpSpPr>
          <a:xfrm>
            <a:off x="0" y="6474619"/>
            <a:ext cx="9160669" cy="383381"/>
            <a:chOff x="0" y="5648325"/>
            <a:chExt cx="9160669" cy="383381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373E623-B97F-A39E-F489-41A79AF5D10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0" y="5904310"/>
              <a:ext cx="6054329" cy="0"/>
            </a:xfrm>
            <a:prstGeom prst="line">
              <a:avLst/>
            </a:prstGeom>
            <a:ln w="12700">
              <a:solidFill>
                <a:srgbClr val="18459E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E0304D1-58D8-1A29-C3F7-DA1F57605C4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6054329" y="5648326"/>
              <a:ext cx="208359" cy="255985"/>
            </a:xfrm>
            <a:prstGeom prst="line">
              <a:avLst/>
            </a:prstGeom>
            <a:ln w="12700">
              <a:solidFill>
                <a:srgbClr val="18459E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17C99E0-39BE-F631-F277-DA20E7A034A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6262689" y="5648325"/>
              <a:ext cx="2893219" cy="0"/>
            </a:xfrm>
            <a:prstGeom prst="line">
              <a:avLst/>
            </a:prstGeom>
            <a:ln w="12700">
              <a:solidFill>
                <a:srgbClr val="18459E"/>
              </a:solidFill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sp>
          <p:nvSpPr>
            <p:cNvPr id="18" name="Rectangle 16">
              <a:extLst>
                <a:ext uri="{FF2B5EF4-FFF2-40B4-BE49-F238E27FC236}">
                  <a16:creationId xmlns:a16="http://schemas.microsoft.com/office/drawing/2014/main" id="{E51B37F3-5BA1-6E5D-E77E-562DC23E1347}"/>
                </a:ext>
              </a:extLst>
            </p:cNvPr>
            <p:cNvSpPr/>
            <p:nvPr userDrawn="1"/>
          </p:nvSpPr>
          <p:spPr>
            <a:xfrm>
              <a:off x="6085285" y="5745956"/>
              <a:ext cx="3075384" cy="285750"/>
            </a:xfrm>
            <a:custGeom>
              <a:avLst/>
              <a:gdLst>
                <a:gd name="connsiteX0" fmla="*/ 0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0 w 2523344"/>
                <a:gd name="connsiteY4" fmla="*/ 0 h 482600"/>
                <a:gd name="connsiteX0" fmla="*/ 524655 w 2523344"/>
                <a:gd name="connsiteY0" fmla="*/ 1499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524655 w 2523344"/>
                <a:gd name="connsiteY4" fmla="*/ 14990 h 482600"/>
                <a:gd name="connsiteX0" fmla="*/ 404734 w 2523344"/>
                <a:gd name="connsiteY0" fmla="*/ 44971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44971 h 482600"/>
                <a:gd name="connsiteX0" fmla="*/ 404734 w 2523344"/>
                <a:gd name="connsiteY0" fmla="*/ 0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04734 w 2523344"/>
                <a:gd name="connsiteY4" fmla="*/ 0 h 482600"/>
                <a:gd name="connsiteX0" fmla="*/ 493662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493662 w 2523344"/>
                <a:gd name="connsiteY4" fmla="*/ 10816 h 482600"/>
                <a:gd name="connsiteX0" fmla="*/ 371386 w 2523344"/>
                <a:gd name="connsiteY0" fmla="*/ 10816 h 482600"/>
                <a:gd name="connsiteX1" fmla="*/ 2523344 w 2523344"/>
                <a:gd name="connsiteY1" fmla="*/ 0 h 482600"/>
                <a:gd name="connsiteX2" fmla="*/ 2523344 w 2523344"/>
                <a:gd name="connsiteY2" fmla="*/ 482600 h 482600"/>
                <a:gd name="connsiteX3" fmla="*/ 0 w 2523344"/>
                <a:gd name="connsiteY3" fmla="*/ 482600 h 482600"/>
                <a:gd name="connsiteX4" fmla="*/ 371386 w 2523344"/>
                <a:gd name="connsiteY4" fmla="*/ 10816 h 482600"/>
                <a:gd name="connsiteX0" fmla="*/ 406017 w 2557975"/>
                <a:gd name="connsiteY0" fmla="*/ 10816 h 488215"/>
                <a:gd name="connsiteX1" fmla="*/ 2557975 w 2557975"/>
                <a:gd name="connsiteY1" fmla="*/ 0 h 488215"/>
                <a:gd name="connsiteX2" fmla="*/ 2557975 w 2557975"/>
                <a:gd name="connsiteY2" fmla="*/ 482600 h 488215"/>
                <a:gd name="connsiteX3" fmla="*/ 0 w 2557975"/>
                <a:gd name="connsiteY3" fmla="*/ 488215 h 488215"/>
                <a:gd name="connsiteX4" fmla="*/ 406017 w 2557975"/>
                <a:gd name="connsiteY4" fmla="*/ 10816 h 488215"/>
                <a:gd name="connsiteX0" fmla="*/ 406017 w 4108665"/>
                <a:gd name="connsiteY0" fmla="*/ 10816 h 488215"/>
                <a:gd name="connsiteX1" fmla="*/ 255797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10816 h 488215"/>
                <a:gd name="connsiteX1" fmla="*/ 4108665 w 4108665"/>
                <a:gd name="connsiteY1" fmla="*/ 0 h 488215"/>
                <a:gd name="connsiteX2" fmla="*/ 4108665 w 4108665"/>
                <a:gd name="connsiteY2" fmla="*/ 482600 h 488215"/>
                <a:gd name="connsiteX3" fmla="*/ 0 w 4108665"/>
                <a:gd name="connsiteY3" fmla="*/ 488215 h 488215"/>
                <a:gd name="connsiteX4" fmla="*/ 406017 w 4108665"/>
                <a:gd name="connsiteY4" fmla="*/ 10816 h 488215"/>
                <a:gd name="connsiteX0" fmla="*/ 406017 w 4108665"/>
                <a:gd name="connsiteY0" fmla="*/ 0 h 477399"/>
                <a:gd name="connsiteX1" fmla="*/ 4108665 w 4108665"/>
                <a:gd name="connsiteY1" fmla="*/ 13519 h 477399"/>
                <a:gd name="connsiteX2" fmla="*/ 4108665 w 4108665"/>
                <a:gd name="connsiteY2" fmla="*/ 471784 h 477399"/>
                <a:gd name="connsiteX3" fmla="*/ 0 w 4108665"/>
                <a:gd name="connsiteY3" fmla="*/ 477399 h 477399"/>
                <a:gd name="connsiteX4" fmla="*/ 406017 w 4108665"/>
                <a:gd name="connsiteY4" fmla="*/ 0 h 477399"/>
                <a:gd name="connsiteX0" fmla="*/ 289036 w 3991684"/>
                <a:gd name="connsiteY0" fmla="*/ 0 h 471784"/>
                <a:gd name="connsiteX1" fmla="*/ 3991684 w 3991684"/>
                <a:gd name="connsiteY1" fmla="*/ 13519 h 471784"/>
                <a:gd name="connsiteX2" fmla="*/ 3991684 w 3991684"/>
                <a:gd name="connsiteY2" fmla="*/ 471784 h 471784"/>
                <a:gd name="connsiteX3" fmla="*/ 0 w 3991684"/>
                <a:gd name="connsiteY3" fmla="*/ 356682 h 471784"/>
                <a:gd name="connsiteX4" fmla="*/ 289036 w 3991684"/>
                <a:gd name="connsiteY4" fmla="*/ 0 h 471784"/>
                <a:gd name="connsiteX0" fmla="*/ 274856 w 3977504"/>
                <a:gd name="connsiteY0" fmla="*/ 0 h 471784"/>
                <a:gd name="connsiteX1" fmla="*/ 3977504 w 3977504"/>
                <a:gd name="connsiteY1" fmla="*/ 13519 h 471784"/>
                <a:gd name="connsiteX2" fmla="*/ 3977504 w 3977504"/>
                <a:gd name="connsiteY2" fmla="*/ 471784 h 471784"/>
                <a:gd name="connsiteX3" fmla="*/ 0 w 3977504"/>
                <a:gd name="connsiteY3" fmla="*/ 360131 h 471784"/>
                <a:gd name="connsiteX4" fmla="*/ 274856 w 3977504"/>
                <a:gd name="connsiteY4" fmla="*/ 0 h 471784"/>
                <a:gd name="connsiteX0" fmla="*/ 292580 w 3995228"/>
                <a:gd name="connsiteY0" fmla="*/ 0 h 471784"/>
                <a:gd name="connsiteX1" fmla="*/ 3995228 w 3995228"/>
                <a:gd name="connsiteY1" fmla="*/ 13519 h 471784"/>
                <a:gd name="connsiteX2" fmla="*/ 3995228 w 3995228"/>
                <a:gd name="connsiteY2" fmla="*/ 471784 h 471784"/>
                <a:gd name="connsiteX3" fmla="*/ 0 w 3995228"/>
                <a:gd name="connsiteY3" fmla="*/ 367029 h 471784"/>
                <a:gd name="connsiteX4" fmla="*/ 292580 w 3995228"/>
                <a:gd name="connsiteY4" fmla="*/ 0 h 471784"/>
                <a:gd name="connsiteX0" fmla="*/ 292580 w 3995228"/>
                <a:gd name="connsiteY0" fmla="*/ 0 h 385558"/>
                <a:gd name="connsiteX1" fmla="*/ 3995228 w 3995228"/>
                <a:gd name="connsiteY1" fmla="*/ 13519 h 385558"/>
                <a:gd name="connsiteX2" fmla="*/ 3662009 w 3995228"/>
                <a:gd name="connsiteY2" fmla="*/ 385558 h 385558"/>
                <a:gd name="connsiteX3" fmla="*/ 0 w 3995228"/>
                <a:gd name="connsiteY3" fmla="*/ 367029 h 385558"/>
                <a:gd name="connsiteX4" fmla="*/ 292580 w 3995228"/>
                <a:gd name="connsiteY4" fmla="*/ 0 h 385558"/>
                <a:gd name="connsiteX0" fmla="*/ 292580 w 3995228"/>
                <a:gd name="connsiteY0" fmla="*/ 0 h 367029"/>
                <a:gd name="connsiteX1" fmla="*/ 3995228 w 3995228"/>
                <a:gd name="connsiteY1" fmla="*/ 13519 h 367029"/>
                <a:gd name="connsiteX2" fmla="*/ 3640740 w 3995228"/>
                <a:gd name="connsiteY2" fmla="*/ 347618 h 367029"/>
                <a:gd name="connsiteX3" fmla="*/ 0 w 3995228"/>
                <a:gd name="connsiteY3" fmla="*/ 367029 h 367029"/>
                <a:gd name="connsiteX4" fmla="*/ 292580 w 3995228"/>
                <a:gd name="connsiteY4" fmla="*/ 0 h 367029"/>
                <a:gd name="connsiteX0" fmla="*/ 292580 w 3995228"/>
                <a:gd name="connsiteY0" fmla="*/ 0 h 367029"/>
                <a:gd name="connsiteX1" fmla="*/ 3995228 w 3995228"/>
                <a:gd name="connsiteY1" fmla="*/ 13519 h 367029"/>
                <a:gd name="connsiteX2" fmla="*/ 3630105 w 3995228"/>
                <a:gd name="connsiteY2" fmla="*/ 213104 h 367029"/>
                <a:gd name="connsiteX3" fmla="*/ 0 w 3995228"/>
                <a:gd name="connsiteY3" fmla="*/ 367029 h 367029"/>
                <a:gd name="connsiteX4" fmla="*/ 292580 w 3995228"/>
                <a:gd name="connsiteY4" fmla="*/ 0 h 367029"/>
                <a:gd name="connsiteX0" fmla="*/ 292580 w 3995228"/>
                <a:gd name="connsiteY0" fmla="*/ 0 h 367029"/>
                <a:gd name="connsiteX1" fmla="*/ 3995228 w 3995228"/>
                <a:gd name="connsiteY1" fmla="*/ 13519 h 367029"/>
                <a:gd name="connsiteX2" fmla="*/ 3615926 w 3995228"/>
                <a:gd name="connsiteY2" fmla="*/ 354515 h 367029"/>
                <a:gd name="connsiteX3" fmla="*/ 0 w 3995228"/>
                <a:gd name="connsiteY3" fmla="*/ 367029 h 367029"/>
                <a:gd name="connsiteX4" fmla="*/ 292580 w 3995228"/>
                <a:gd name="connsiteY4" fmla="*/ 0 h 367029"/>
                <a:gd name="connsiteX0" fmla="*/ 278400 w 3981048"/>
                <a:gd name="connsiteY0" fmla="*/ 0 h 360131"/>
                <a:gd name="connsiteX1" fmla="*/ 3981048 w 3981048"/>
                <a:gd name="connsiteY1" fmla="*/ 13519 h 360131"/>
                <a:gd name="connsiteX2" fmla="*/ 3601746 w 3981048"/>
                <a:gd name="connsiteY2" fmla="*/ 354515 h 360131"/>
                <a:gd name="connsiteX3" fmla="*/ 0 w 3981048"/>
                <a:gd name="connsiteY3" fmla="*/ 360131 h 360131"/>
                <a:gd name="connsiteX4" fmla="*/ 278400 w 3981048"/>
                <a:gd name="connsiteY4" fmla="*/ 0 h 360131"/>
                <a:gd name="connsiteX0" fmla="*/ 285490 w 3988138"/>
                <a:gd name="connsiteY0" fmla="*/ 0 h 360131"/>
                <a:gd name="connsiteX1" fmla="*/ 3988138 w 3988138"/>
                <a:gd name="connsiteY1" fmla="*/ 13519 h 360131"/>
                <a:gd name="connsiteX2" fmla="*/ 3608836 w 3988138"/>
                <a:gd name="connsiteY2" fmla="*/ 354515 h 360131"/>
                <a:gd name="connsiteX3" fmla="*/ 0 w 3988138"/>
                <a:gd name="connsiteY3" fmla="*/ 360131 h 360131"/>
                <a:gd name="connsiteX4" fmla="*/ 285490 w 3988138"/>
                <a:gd name="connsiteY4" fmla="*/ 0 h 360131"/>
                <a:gd name="connsiteX0" fmla="*/ 299670 w 4002318"/>
                <a:gd name="connsiteY0" fmla="*/ 0 h 360131"/>
                <a:gd name="connsiteX1" fmla="*/ 4002318 w 4002318"/>
                <a:gd name="connsiteY1" fmla="*/ 13519 h 360131"/>
                <a:gd name="connsiteX2" fmla="*/ 3623016 w 4002318"/>
                <a:gd name="connsiteY2" fmla="*/ 354515 h 360131"/>
                <a:gd name="connsiteX3" fmla="*/ 0 w 4002318"/>
                <a:gd name="connsiteY3" fmla="*/ 360131 h 360131"/>
                <a:gd name="connsiteX4" fmla="*/ 299670 w 4002318"/>
                <a:gd name="connsiteY4" fmla="*/ 0 h 360131"/>
                <a:gd name="connsiteX0" fmla="*/ 299670 w 3623016"/>
                <a:gd name="connsiteY0" fmla="*/ 0 h 360131"/>
                <a:gd name="connsiteX1" fmla="*/ 3615926 w 3623016"/>
                <a:gd name="connsiteY1" fmla="*/ 10070 h 360131"/>
                <a:gd name="connsiteX2" fmla="*/ 3623016 w 3623016"/>
                <a:gd name="connsiteY2" fmla="*/ 354515 h 360131"/>
                <a:gd name="connsiteX3" fmla="*/ 0 w 3623016"/>
                <a:gd name="connsiteY3" fmla="*/ 360131 h 360131"/>
                <a:gd name="connsiteX4" fmla="*/ 299670 w 3623016"/>
                <a:gd name="connsiteY4" fmla="*/ 0 h 360131"/>
                <a:gd name="connsiteX0" fmla="*/ 299670 w 3630106"/>
                <a:gd name="connsiteY0" fmla="*/ 277 h 360408"/>
                <a:gd name="connsiteX1" fmla="*/ 3630106 w 3630106"/>
                <a:gd name="connsiteY1" fmla="*/ 0 h 360408"/>
                <a:gd name="connsiteX2" fmla="*/ 3623016 w 3630106"/>
                <a:gd name="connsiteY2" fmla="*/ 354792 h 360408"/>
                <a:gd name="connsiteX3" fmla="*/ 0 w 3630106"/>
                <a:gd name="connsiteY3" fmla="*/ 360408 h 360408"/>
                <a:gd name="connsiteX4" fmla="*/ 299670 w 3630106"/>
                <a:gd name="connsiteY4" fmla="*/ 277 h 360408"/>
                <a:gd name="connsiteX0" fmla="*/ 299670 w 4037066"/>
                <a:gd name="connsiteY0" fmla="*/ 277 h 360408"/>
                <a:gd name="connsiteX1" fmla="*/ 4037066 w 4037066"/>
                <a:gd name="connsiteY1" fmla="*/ 0 h 360408"/>
                <a:gd name="connsiteX2" fmla="*/ 3623016 w 4037066"/>
                <a:gd name="connsiteY2" fmla="*/ 354792 h 360408"/>
                <a:gd name="connsiteX3" fmla="*/ 0 w 4037066"/>
                <a:gd name="connsiteY3" fmla="*/ 360408 h 360408"/>
                <a:gd name="connsiteX4" fmla="*/ 299670 w 4037066"/>
                <a:gd name="connsiteY4" fmla="*/ 277 h 360408"/>
                <a:gd name="connsiteX0" fmla="*/ 299670 w 4040151"/>
                <a:gd name="connsiteY0" fmla="*/ 277 h 360408"/>
                <a:gd name="connsiteX1" fmla="*/ 4037066 w 4040151"/>
                <a:gd name="connsiteY1" fmla="*/ 0 h 360408"/>
                <a:gd name="connsiteX2" fmla="*/ 4040151 w 4040151"/>
                <a:gd name="connsiteY2" fmla="*/ 354792 h 360408"/>
                <a:gd name="connsiteX3" fmla="*/ 0 w 4040151"/>
                <a:gd name="connsiteY3" fmla="*/ 360408 h 360408"/>
                <a:gd name="connsiteX4" fmla="*/ 299670 w 4040151"/>
                <a:gd name="connsiteY4" fmla="*/ 277 h 360408"/>
                <a:gd name="connsiteX0" fmla="*/ 299670 w 4037234"/>
                <a:gd name="connsiteY0" fmla="*/ 277 h 364692"/>
                <a:gd name="connsiteX1" fmla="*/ 4037066 w 4037234"/>
                <a:gd name="connsiteY1" fmla="*/ 0 h 364692"/>
                <a:gd name="connsiteX2" fmla="*/ 4035064 w 4037234"/>
                <a:gd name="connsiteY2" fmla="*/ 364692 h 364692"/>
                <a:gd name="connsiteX3" fmla="*/ 0 w 4037234"/>
                <a:gd name="connsiteY3" fmla="*/ 360408 h 364692"/>
                <a:gd name="connsiteX4" fmla="*/ 299670 w 4037234"/>
                <a:gd name="connsiteY4" fmla="*/ 277 h 364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7234" h="364692">
                  <a:moveTo>
                    <a:pt x="299670" y="277"/>
                  </a:moveTo>
                  <a:lnTo>
                    <a:pt x="4037066" y="0"/>
                  </a:lnTo>
                  <a:cubicBezTo>
                    <a:pt x="4038094" y="118264"/>
                    <a:pt x="4034036" y="246428"/>
                    <a:pt x="4035064" y="364692"/>
                  </a:cubicBezTo>
                  <a:lnTo>
                    <a:pt x="0" y="360408"/>
                  </a:lnTo>
                  <a:lnTo>
                    <a:pt x="299670" y="277"/>
                  </a:lnTo>
                  <a:close/>
                </a:path>
              </a:pathLst>
            </a:custGeom>
            <a:solidFill>
              <a:srgbClr val="EF682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VN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0E976D90-C513-3417-4214-9730E98D8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232097" y="6593881"/>
            <a:ext cx="1908332" cy="255190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47A54EB7-AD52-4151-BFDC-C09D8FF73BF0}" type="slidenum">
              <a:rPr lang="en-VN"/>
              <a:pPr>
                <a:defRPr/>
              </a:pPr>
              <a:t>‹#›</a:t>
            </a:fld>
            <a:endParaRPr lang="en-VN"/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418BA751-F20E-E923-63C4-38A81D87E9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95400"/>
            <a:ext cx="6054329" cy="4267201"/>
          </a:xfrm>
        </p:spPr>
        <p:txBody>
          <a:bodyPr>
            <a:normAutofit/>
          </a:bodyPr>
          <a:lstStyle>
            <a:lvl1pPr marL="228600" indent="-228600">
              <a:buFont typeface="Wingdings" pitchFamily="2" charset="2"/>
              <a:buChar char="§"/>
              <a:defRPr sz="240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sz="200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buFont typeface="Wingdings" pitchFamily="2" charset="2"/>
              <a:buChar char="ü"/>
              <a:defRPr sz="180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buFont typeface="Courier New" panose="02070309020205020404" pitchFamily="49" charset="0"/>
              <a:buChar char="o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buFont typeface="Courier New" panose="02070309020205020404" pitchFamily="49" charset="0"/>
              <a:buChar char="o"/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265221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V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r>
              <a:rPr lang="en-US"/>
              <a:t>Bài 3: Cấu trúc Lựa chọn</a:t>
            </a:r>
            <a:endParaRPr lang="en-V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81C8220F-C5FA-43A9-87EF-9E9251B32EE6}" type="slidenum">
              <a:rPr lang="en-VN"/>
              <a:pPr>
                <a:defRPr/>
              </a:pPr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606943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4" r:id="rId3"/>
    <p:sldLayoutId id="2147483665" r:id="rId4"/>
    <p:sldLayoutId id="2147483667" r:id="rId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csharp/language-reference/operators/boolean-logical-operators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8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dotnet/csharp/language-reference/statements/selection-statements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2775" y="2614871"/>
            <a:ext cx="7918450" cy="1214179"/>
          </a:xfrm>
        </p:spPr>
        <p:txBody>
          <a:bodyPr/>
          <a:lstStyle/>
          <a:p>
            <a:r>
              <a:rPr lang="en-US"/>
              <a:t>Bài 3</a:t>
            </a:r>
            <a:br>
              <a:rPr lang="en-US"/>
            </a:br>
            <a:r>
              <a:rPr lang="vi-VN"/>
              <a:t>Cấu trúc</a:t>
            </a:r>
            <a:r>
              <a:rPr lang="en-US"/>
              <a:t> Lựa chọn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84735A-F5BB-4C4D-93E0-8DCF8CEA9F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11999" y="3872437"/>
            <a:ext cx="7920000" cy="360000"/>
          </a:xfrm>
        </p:spPr>
        <p:txBody>
          <a:bodyPr vert="horz" wrap="square" tIns="0" anchor="ctr">
            <a:normAutofit/>
          </a:bodyPr>
          <a:lstStyle/>
          <a:p>
            <a:pPr marL="0" indent="0">
              <a:buNone/>
            </a:pPr>
            <a:r>
              <a:rPr lang="en-US"/>
              <a:t>Biên soạn: </a:t>
            </a:r>
            <a:r>
              <a:rPr lang="en-US" b="1"/>
              <a:t>ThS. Huỳnh Thành Lộc </a:t>
            </a:r>
            <a:r>
              <a:rPr lang="en-US" i="1"/>
              <a:t>(locht@huflit.edu.vn)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4FEBBFF9-93B0-4C1B-3209-2310D7A4D2B5}"/>
              </a:ext>
            </a:extLst>
          </p:cNvPr>
          <p:cNvSpPr txBox="1">
            <a:spLocks/>
          </p:cNvSpPr>
          <p:nvPr/>
        </p:nvSpPr>
        <p:spPr>
          <a:xfrm>
            <a:off x="0" y="6277656"/>
            <a:ext cx="2605541" cy="360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n-US" sz="1500" kern="1200" dirty="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i="1"/>
              <a:t>Cập nhật: tháng 09/2023</a:t>
            </a:r>
            <a:endParaRPr lang="en-US" b="1" i="1"/>
          </a:p>
        </p:txBody>
      </p:sp>
    </p:spTree>
    <p:extLst>
      <p:ext uri="{BB962C8B-B14F-4D97-AF65-F5344CB8AC3E}">
        <p14:creationId xmlns:p14="http://schemas.microsoft.com/office/powerpoint/2010/main" val="40957580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7B5CBE-3939-F54D-A22C-69B71CE11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/>
              <a:t>NỘI DUNG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C27CE-6A1E-0840-BC2F-D1738F0413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 sz="2400"/>
              <a:t>Giới thiệu </a:t>
            </a:r>
            <a:r>
              <a:rPr lang="en-VN" sz="2400">
                <a:solidFill>
                  <a:srgbClr val="EF6822"/>
                </a:solidFill>
              </a:rPr>
              <a:t>Cấu trúc Lựa chọn</a:t>
            </a:r>
          </a:p>
          <a:p>
            <a:r>
              <a:rPr lang="en-VN" sz="2400">
                <a:solidFill>
                  <a:srgbClr val="EF6822"/>
                </a:solidFill>
              </a:rPr>
              <a:t>Toán tử so sánh</a:t>
            </a:r>
            <a:r>
              <a:rPr lang="en-VN" sz="2400">
                <a:sym typeface="Wingdings" pitchFamily="2" charset="2"/>
              </a:rPr>
              <a:t>:</a:t>
            </a:r>
            <a:r>
              <a:rPr lang="en-VN" sz="2400"/>
              <a:t> </a:t>
            </a:r>
            <a:r>
              <a:rPr lang="en-VN" sz="2400">
                <a:solidFill>
                  <a:srgbClr val="17459E"/>
                </a:solidFill>
              </a:rPr>
              <a:t>=</a:t>
            </a:r>
            <a:r>
              <a:rPr lang="en-VN" sz="2400"/>
              <a:t>, </a:t>
            </a:r>
            <a:r>
              <a:rPr lang="en-VN">
                <a:solidFill>
                  <a:srgbClr val="17459E"/>
                </a:solidFill>
              </a:rPr>
              <a:t>!=</a:t>
            </a:r>
            <a:r>
              <a:rPr lang="en-VN" sz="2400"/>
              <a:t>, </a:t>
            </a:r>
            <a:r>
              <a:rPr lang="en-VN">
                <a:solidFill>
                  <a:srgbClr val="17459E"/>
                </a:solidFill>
              </a:rPr>
              <a:t>&lt;</a:t>
            </a:r>
            <a:r>
              <a:rPr lang="en-VN" sz="2400"/>
              <a:t>, </a:t>
            </a:r>
            <a:r>
              <a:rPr lang="en-VN">
                <a:solidFill>
                  <a:srgbClr val="17459E"/>
                </a:solidFill>
              </a:rPr>
              <a:t>&gt;</a:t>
            </a:r>
            <a:r>
              <a:rPr lang="en-VN" sz="2400"/>
              <a:t>, </a:t>
            </a:r>
            <a:r>
              <a:rPr lang="en-VN">
                <a:solidFill>
                  <a:srgbClr val="17459E"/>
                </a:solidFill>
              </a:rPr>
              <a:t>&lt;=</a:t>
            </a:r>
            <a:r>
              <a:rPr lang="en-VN" sz="2400"/>
              <a:t>, </a:t>
            </a:r>
            <a:r>
              <a:rPr lang="en-VN">
                <a:solidFill>
                  <a:srgbClr val="17459E"/>
                </a:solidFill>
              </a:rPr>
              <a:t>&gt;=</a:t>
            </a:r>
          </a:p>
          <a:p>
            <a:r>
              <a:rPr lang="en-VN" sz="2400">
                <a:solidFill>
                  <a:srgbClr val="EF6822"/>
                </a:solidFill>
              </a:rPr>
              <a:t>Toán tử logic</a:t>
            </a:r>
            <a:r>
              <a:rPr lang="en-VN" sz="2400"/>
              <a:t>: </a:t>
            </a:r>
            <a:r>
              <a:rPr lang="en-VN">
                <a:solidFill>
                  <a:srgbClr val="17459E"/>
                </a:solidFill>
              </a:rPr>
              <a:t>&amp;&amp;</a:t>
            </a:r>
            <a:r>
              <a:rPr lang="en-VN" sz="2400"/>
              <a:t> (AND), </a:t>
            </a:r>
            <a:r>
              <a:rPr lang="en-VN">
                <a:solidFill>
                  <a:srgbClr val="17459E"/>
                </a:solidFill>
              </a:rPr>
              <a:t>||</a:t>
            </a:r>
            <a:r>
              <a:rPr lang="en-VN" sz="2400"/>
              <a:t> (OR), </a:t>
            </a:r>
            <a:r>
              <a:rPr lang="en-VN">
                <a:solidFill>
                  <a:srgbClr val="17459E"/>
                </a:solidFill>
              </a:rPr>
              <a:t>!</a:t>
            </a:r>
            <a:r>
              <a:rPr lang="en-VN" sz="2400"/>
              <a:t> (NOT)</a:t>
            </a:r>
          </a:p>
          <a:p>
            <a:r>
              <a:rPr lang="en-VN" sz="2400"/>
              <a:t>Các dạng </a:t>
            </a:r>
            <a:r>
              <a:rPr lang="en-VN" sz="2400">
                <a:solidFill>
                  <a:srgbClr val="EF6822"/>
                </a:solidFill>
              </a:rPr>
              <a:t>câu lệnh Lựa chọn trong C#</a:t>
            </a:r>
            <a:r>
              <a:rPr lang="en-VN" sz="2400"/>
              <a:t>:</a:t>
            </a:r>
          </a:p>
          <a:p>
            <a:pPr lvl="1"/>
            <a:r>
              <a:rPr lang="en-VN">
                <a:solidFill>
                  <a:srgbClr val="17459E"/>
                </a:solidFill>
              </a:rPr>
              <a:t>if</a:t>
            </a:r>
            <a:r>
              <a:rPr lang="en-VN"/>
              <a:t>,</a:t>
            </a:r>
            <a:r>
              <a:rPr lang="en-VN">
                <a:solidFill>
                  <a:srgbClr val="17459E"/>
                </a:solidFill>
              </a:rPr>
              <a:t> if - else</a:t>
            </a:r>
          </a:p>
          <a:p>
            <a:pPr lvl="1"/>
            <a:r>
              <a:rPr lang="en-VN">
                <a:solidFill>
                  <a:srgbClr val="17459E"/>
                </a:solidFill>
              </a:rPr>
              <a:t>switch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2E42D6-F01F-DA42-B0A3-CE37CE665C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Bài 3: Cấu trúc Lựa chọn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D01898-2CF1-854E-A08F-C040C05D39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8175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11DD4-D6F5-0741-8C18-D64693B5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GIỚI THIỆU CẤU TRÚC LỰA CHỌN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DFE1E-8A2D-6145-BBE1-74889E55A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VN"/>
              <a:t>Viết chương trình nhập vào </a:t>
            </a:r>
            <a:r>
              <a:rPr lang="en-VN">
                <a:solidFill>
                  <a:srgbClr val="EF6822"/>
                </a:solidFill>
              </a:rPr>
              <a:t>điểm trung bình môn học </a:t>
            </a:r>
            <a:r>
              <a:rPr lang="en-VN"/>
              <a:t>(</a:t>
            </a:r>
            <a:r>
              <a:rPr lang="en-VN" i="1">
                <a:solidFill>
                  <a:srgbClr val="17459E"/>
                </a:solidFill>
              </a:rPr>
              <a:t>avgMark</a:t>
            </a:r>
            <a:r>
              <a:rPr lang="en-VN"/>
              <a:t>) của một sinh viên. </a:t>
            </a:r>
            <a:r>
              <a:rPr lang="en-VN">
                <a:solidFill>
                  <a:srgbClr val="EF6822"/>
                </a:solidFill>
              </a:rPr>
              <a:t>Hãy cho biết sinh viên này có qua môn hay không</a:t>
            </a:r>
            <a:r>
              <a:rPr lang="en-VN"/>
              <a:t>? Biết rằng:</a:t>
            </a:r>
          </a:p>
          <a:p>
            <a:pPr lvl="1" algn="just"/>
            <a:r>
              <a:rPr lang="en-VN"/>
              <a:t>Nếu </a:t>
            </a:r>
            <a:r>
              <a:rPr lang="en-VN" i="1">
                <a:solidFill>
                  <a:srgbClr val="17459E"/>
                </a:solidFill>
              </a:rPr>
              <a:t>avgMark</a:t>
            </a:r>
            <a:r>
              <a:rPr lang="en-VN"/>
              <a:t> từ 4.0 trở lên thì “</a:t>
            </a:r>
            <a:r>
              <a:rPr lang="en-VN" i="1"/>
              <a:t>Qua môn</a:t>
            </a:r>
            <a:r>
              <a:rPr lang="en-VN"/>
              <a:t>”;</a:t>
            </a:r>
          </a:p>
          <a:p>
            <a:pPr lvl="1" algn="just"/>
            <a:r>
              <a:rPr lang="en-VN"/>
              <a:t>Ngược lại, “</a:t>
            </a:r>
            <a:r>
              <a:rPr lang="en-VN" i="1"/>
              <a:t>Nợ môn</a:t>
            </a:r>
            <a:r>
              <a:rPr lang="en-VN"/>
              <a:t>”</a:t>
            </a:r>
          </a:p>
          <a:p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F2F3A0-B11D-C945-844B-13BB2613F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3: Cấu trúc Lựa chọn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BD6334-3AC2-5B46-97CE-C371AE126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8" name="Cloud Callout 7">
            <a:extLst>
              <a:ext uri="{FF2B5EF4-FFF2-40B4-BE49-F238E27FC236}">
                <a16:creationId xmlns:a16="http://schemas.microsoft.com/office/drawing/2014/main" id="{7C6BAE47-AFD0-2040-B28C-BEAA14F4E77A}"/>
              </a:ext>
            </a:extLst>
          </p:cNvPr>
          <p:cNvSpPr/>
          <p:nvPr/>
        </p:nvSpPr>
        <p:spPr>
          <a:xfrm>
            <a:off x="5947701" y="2246194"/>
            <a:ext cx="3192728" cy="1438774"/>
          </a:xfrm>
          <a:prstGeom prst="cloudCallout">
            <a:avLst>
              <a:gd name="adj1" fmla="val -48937"/>
              <a:gd name="adj2" fmla="val 80110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VN" sz="1600">
                <a:solidFill>
                  <a:srgbClr val="FF0000"/>
                </a:solidFill>
              </a:rPr>
              <a:t>Phải xem xét giá trị </a:t>
            </a:r>
            <a:r>
              <a:rPr lang="en-VN" sz="1600">
                <a:solidFill>
                  <a:schemeClr val="tx1"/>
                </a:solidFill>
              </a:rPr>
              <a:t>của</a:t>
            </a:r>
            <a:r>
              <a:rPr lang="en-VN" sz="1600">
                <a:solidFill>
                  <a:srgbClr val="FF0000"/>
                </a:solidFill>
              </a:rPr>
              <a:t> </a:t>
            </a:r>
            <a:r>
              <a:rPr lang="en-VN" sz="1600">
                <a:solidFill>
                  <a:srgbClr val="00B050"/>
                </a:solidFill>
              </a:rPr>
              <a:t>avgMark</a:t>
            </a:r>
            <a:r>
              <a:rPr lang="en-VN" sz="1600">
                <a:solidFill>
                  <a:srgbClr val="FF0000"/>
                </a:solidFill>
              </a:rPr>
              <a:t> để Lựa chọn </a:t>
            </a:r>
            <a:r>
              <a:rPr lang="en-VN" sz="1600">
                <a:solidFill>
                  <a:schemeClr val="bg1"/>
                </a:solidFill>
              </a:rPr>
              <a:t>chỉ</a:t>
            </a:r>
            <a:r>
              <a:rPr lang="en-VN" sz="1600">
                <a:solidFill>
                  <a:srgbClr val="FF0000"/>
                </a:solidFill>
              </a:rPr>
              <a:t> </a:t>
            </a:r>
            <a:r>
              <a:rPr lang="en-VN" sz="1600"/>
              <a:t>in ra 1 trong 2 </a:t>
            </a:r>
            <a:br>
              <a:rPr lang="en-VN" sz="1600"/>
            </a:br>
            <a:r>
              <a:rPr lang="en-VN" sz="1600"/>
              <a:t>kết quả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0979238A-877B-E044-83BA-EC18C08245A4}"/>
              </a:ext>
            </a:extLst>
          </p:cNvPr>
          <p:cNvSpPr/>
          <p:nvPr/>
        </p:nvSpPr>
        <p:spPr>
          <a:xfrm>
            <a:off x="3348589" y="4132567"/>
            <a:ext cx="4716982" cy="1026624"/>
          </a:xfrm>
          <a:prstGeom prst="rect">
            <a:avLst/>
          </a:prstGeom>
          <a:solidFill>
            <a:srgbClr val="FFFF00">
              <a:alpha val="72941"/>
            </a:srgbClr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VN"/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D3C55C00-04F4-5946-8CD6-5709450CF9CB}"/>
              </a:ext>
            </a:extLst>
          </p:cNvPr>
          <p:cNvGrpSpPr/>
          <p:nvPr/>
        </p:nvGrpSpPr>
        <p:grpSpPr>
          <a:xfrm>
            <a:off x="1506224" y="3310760"/>
            <a:ext cx="6471100" cy="2696877"/>
            <a:chOff x="1275736" y="3719802"/>
            <a:chExt cx="6471100" cy="2696877"/>
          </a:xfrm>
        </p:grpSpPr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80634512-FEE3-E14C-8029-A8CA99249471}"/>
                </a:ext>
              </a:extLst>
            </p:cNvPr>
            <p:cNvGrpSpPr/>
            <p:nvPr/>
          </p:nvGrpSpPr>
          <p:grpSpPr>
            <a:xfrm>
              <a:off x="1275736" y="3719802"/>
              <a:ext cx="6471100" cy="2696877"/>
              <a:chOff x="980295" y="3854495"/>
              <a:chExt cx="6471100" cy="2696877"/>
            </a:xfrm>
          </p:grpSpPr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C1A6FA30-DCFD-2441-A3BE-57A6F45198A3}"/>
                  </a:ext>
                </a:extLst>
              </p:cNvPr>
              <p:cNvGrpSpPr/>
              <p:nvPr/>
            </p:nvGrpSpPr>
            <p:grpSpPr>
              <a:xfrm>
                <a:off x="5350672" y="4913661"/>
                <a:ext cx="2100723" cy="576065"/>
                <a:chOff x="5350672" y="4913661"/>
                <a:chExt cx="2100723" cy="576065"/>
              </a:xfrm>
            </p:grpSpPr>
            <p:pic>
              <p:nvPicPr>
                <p:cNvPr id="33" name="Picture 4">
                  <a:extLst>
                    <a:ext uri="{FF2B5EF4-FFF2-40B4-BE49-F238E27FC236}">
                      <a16:creationId xmlns:a16="http://schemas.microsoft.com/office/drawing/2014/main" id="{5799DDCF-96A8-2F4B-B4D0-0AFA43F3CE3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350672" y="4913661"/>
                  <a:ext cx="2100723" cy="57606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4" name="TextBox 33">
                  <a:extLst>
                    <a:ext uri="{FF2B5EF4-FFF2-40B4-BE49-F238E27FC236}">
                      <a16:creationId xmlns:a16="http://schemas.microsoft.com/office/drawing/2014/main" id="{3FFA2580-FF4D-DF46-867E-556CDA0B053E}"/>
                    </a:ext>
                  </a:extLst>
                </p:cNvPr>
                <p:cNvSpPr txBox="1"/>
                <p:nvPr/>
              </p:nvSpPr>
              <p:spPr>
                <a:xfrm>
                  <a:off x="5577145" y="5017027"/>
                  <a:ext cx="1612942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VN">
                      <a:solidFill>
                        <a:srgbClr val="17459E"/>
                      </a:solidFill>
                    </a:rPr>
                    <a:t>Xuất “Nợ môn”</a:t>
                  </a:r>
                </a:p>
              </p:txBody>
            </p:sp>
          </p:grp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6862D82D-7B8E-F64C-BA33-6EFCA7095BE2}"/>
                  </a:ext>
                </a:extLst>
              </p:cNvPr>
              <p:cNvGrpSpPr/>
              <p:nvPr/>
            </p:nvGrpSpPr>
            <p:grpSpPr>
              <a:xfrm>
                <a:off x="980295" y="3854495"/>
                <a:ext cx="6220818" cy="2696877"/>
                <a:chOff x="1672066" y="3939897"/>
                <a:chExt cx="6220818" cy="2696877"/>
              </a:xfrm>
            </p:grpSpPr>
            <p:pic>
              <p:nvPicPr>
                <p:cNvPr id="31" name="Picture 4">
                  <a:extLst>
                    <a:ext uri="{FF2B5EF4-FFF2-40B4-BE49-F238E27FC236}">
                      <a16:creationId xmlns:a16="http://schemas.microsoft.com/office/drawing/2014/main" id="{FAC8C118-3728-394A-B7EE-9411D96A2CEB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3627076" y="5007165"/>
                  <a:ext cx="2100723" cy="57606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32" name="TextBox 31">
                  <a:extLst>
                    <a:ext uri="{FF2B5EF4-FFF2-40B4-BE49-F238E27FC236}">
                      <a16:creationId xmlns:a16="http://schemas.microsoft.com/office/drawing/2014/main" id="{25609249-3E7A-EF4C-9519-60505B18938B}"/>
                    </a:ext>
                  </a:extLst>
                </p:cNvPr>
                <p:cNvSpPr txBox="1"/>
                <p:nvPr/>
              </p:nvSpPr>
              <p:spPr>
                <a:xfrm>
                  <a:off x="3864325" y="5123123"/>
                  <a:ext cx="171623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en-VN">
                      <a:solidFill>
                        <a:srgbClr val="17459E"/>
                      </a:solidFill>
                    </a:rPr>
                    <a:t>Xuất “Qua môn</a:t>
                  </a:r>
                  <a:r>
                    <a:rPr lang="en-VN">
                      <a:solidFill>
                        <a:schemeClr val="bg1"/>
                      </a:solidFill>
                    </a:rPr>
                    <a:t>”</a:t>
                  </a:r>
                </a:p>
              </p:txBody>
            </p:sp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21B8CEC0-2CEA-6949-9E66-CF2078C9B446}"/>
                    </a:ext>
                  </a:extLst>
                </p:cNvPr>
                <p:cNvGrpSpPr/>
                <p:nvPr/>
              </p:nvGrpSpPr>
              <p:grpSpPr>
                <a:xfrm>
                  <a:off x="1672066" y="3939897"/>
                  <a:ext cx="6220818" cy="2696877"/>
                  <a:chOff x="1672066" y="3939897"/>
                  <a:chExt cx="6220818" cy="2696877"/>
                </a:xfrm>
              </p:grpSpPr>
              <p:grpSp>
                <p:nvGrpSpPr>
                  <p:cNvPr id="53" name="Group 52">
                    <a:extLst>
                      <a:ext uri="{FF2B5EF4-FFF2-40B4-BE49-F238E27FC236}">
                        <a16:creationId xmlns:a16="http://schemas.microsoft.com/office/drawing/2014/main" id="{529A317A-BDAC-6D46-8E9A-D28844DB60EC}"/>
                      </a:ext>
                    </a:extLst>
                  </p:cNvPr>
                  <p:cNvGrpSpPr/>
                  <p:nvPr/>
                </p:nvGrpSpPr>
                <p:grpSpPr>
                  <a:xfrm>
                    <a:off x="1672066" y="3939897"/>
                    <a:ext cx="6220818" cy="2696877"/>
                    <a:chOff x="1672066" y="3939897"/>
                    <a:chExt cx="6220818" cy="2696877"/>
                  </a:xfrm>
                </p:grpSpPr>
                <p:grpSp>
                  <p:nvGrpSpPr>
                    <p:cNvPr id="11" name="Group 10">
                      <a:extLst>
                        <a:ext uri="{FF2B5EF4-FFF2-40B4-BE49-F238E27FC236}">
                          <a16:creationId xmlns:a16="http://schemas.microsoft.com/office/drawing/2014/main" id="{25446E48-F079-B548-9F85-0AFA2B9C2F7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672066" y="3939897"/>
                      <a:ext cx="6220818" cy="2696877"/>
                      <a:chOff x="2146227" y="3592375"/>
                      <a:chExt cx="6220818" cy="2696877"/>
                    </a:xfrm>
                  </p:grpSpPr>
                  <p:cxnSp>
                    <p:nvCxnSpPr>
                      <p:cNvPr id="12" name="Straight Arrow Connector 11">
                        <a:extLst>
                          <a:ext uri="{FF2B5EF4-FFF2-40B4-BE49-F238E27FC236}">
                            <a16:creationId xmlns:a16="http://schemas.microsoft.com/office/drawing/2014/main" id="{2DF1DFE5-4863-1C40-9216-5BBC37FB6237}"/>
                          </a:ext>
                        </a:extLst>
                      </p:cNvPr>
                      <p:cNvCxnSpPr>
                        <a:cxnSpLocks/>
                        <a:stCxn id="33" idx="2"/>
                        <a:endCxn id="27" idx="0"/>
                      </p:cNvCxnSpPr>
                      <p:nvPr/>
                    </p:nvCxnSpPr>
                    <p:spPr>
                      <a:xfrm>
                        <a:off x="7566966" y="5227606"/>
                        <a:ext cx="14132" cy="485581"/>
                      </a:xfrm>
                      <a:prstGeom prst="straightConnector1">
                        <a:avLst/>
                      </a:prstGeom>
                      <a:ln w="28575"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3" name="Straight Arrow Connector 12">
                        <a:extLst>
                          <a:ext uri="{FF2B5EF4-FFF2-40B4-BE49-F238E27FC236}">
                            <a16:creationId xmlns:a16="http://schemas.microsoft.com/office/drawing/2014/main" id="{9A38952E-125F-954F-8DC5-124983BDC67E}"/>
                          </a:ext>
                        </a:extLst>
                      </p:cNvPr>
                      <p:cNvCxnSpPr>
                        <a:cxnSpLocks/>
                        <a:stCxn id="43" idx="2"/>
                        <a:endCxn id="31" idx="0"/>
                      </p:cNvCxnSpPr>
                      <p:nvPr/>
                    </p:nvCxnSpPr>
                    <p:spPr>
                      <a:xfrm>
                        <a:off x="5150059" y="4168721"/>
                        <a:ext cx="1540" cy="490922"/>
                      </a:xfrm>
                      <a:prstGeom prst="straightConnector1">
                        <a:avLst/>
                      </a:prstGeom>
                      <a:ln w="28575"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pic>
                    <p:nvPicPr>
                      <p:cNvPr id="14" name="Picture 2">
                        <a:extLst>
                          <a:ext uri="{FF2B5EF4-FFF2-40B4-BE49-F238E27FC236}">
                            <a16:creationId xmlns:a16="http://schemas.microsoft.com/office/drawing/2014/main" id="{E08986B9-FF5C-8249-9685-2F3A460F61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 rot="10800000" flipV="1">
                        <a:off x="2195979" y="3592375"/>
                        <a:ext cx="1496742" cy="57606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cxnSp>
                    <p:nvCxnSpPr>
                      <p:cNvPr id="19" name="Straight Arrow Connector 18">
                        <a:extLst>
                          <a:ext uri="{FF2B5EF4-FFF2-40B4-BE49-F238E27FC236}">
                            <a16:creationId xmlns:a16="http://schemas.microsoft.com/office/drawing/2014/main" id="{978ABF91-B5F1-7F46-A168-0E2C1F2454D7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>
                        <a:off x="3692721" y="3899680"/>
                        <a:ext cx="618636" cy="0"/>
                      </a:xfrm>
                      <a:prstGeom prst="straightConnector1">
                        <a:avLst/>
                      </a:prstGeom>
                      <a:ln w="28575">
                        <a:tailEnd type="triangle"/>
                      </a:ln>
                    </p:spPr>
                    <p:style>
                      <a:lnRef idx="1">
                        <a:schemeClr val="dk1"/>
                      </a:lnRef>
                      <a:fillRef idx="0">
                        <a:schemeClr val="dk1"/>
                      </a:fillRef>
                      <a:effectRef idx="0">
                        <a:schemeClr val="dk1"/>
                      </a:effectRef>
                      <a:fontRef idx="minor">
                        <a:schemeClr val="tx1"/>
                      </a:fontRef>
                    </p:style>
                  </p:cxnSp>
                  <p:sp>
                    <p:nvSpPr>
                      <p:cNvPr id="22" name="TextBox 21">
                        <a:extLst>
                          <a:ext uri="{FF2B5EF4-FFF2-40B4-BE49-F238E27FC236}">
                            <a16:creationId xmlns:a16="http://schemas.microsoft.com/office/drawing/2014/main" id="{852BC080-A509-8A4B-BAED-F357439042B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146227" y="3686422"/>
                        <a:ext cx="1566186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VN">
                            <a:solidFill>
                              <a:srgbClr val="FF0000"/>
                            </a:solidFill>
                          </a:rPr>
                          <a:t>Bắt đầu</a:t>
                        </a:r>
                      </a:p>
                    </p:txBody>
                  </p:sp>
                  <p:pic>
                    <p:nvPicPr>
                      <p:cNvPr id="27" name="Picture 2">
                        <a:extLst>
                          <a:ext uri="{FF2B5EF4-FFF2-40B4-BE49-F238E27FC236}">
                            <a16:creationId xmlns:a16="http://schemas.microsoft.com/office/drawing/2014/main" id="{C70A13B9-23E5-C643-A7EF-4E6B4FC98F1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 rot="10800000" flipV="1">
                        <a:off x="6832727" y="5713187"/>
                        <a:ext cx="1496742" cy="57606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sp>
                    <p:nvSpPr>
                      <p:cNvPr id="28" name="TextBox 27">
                        <a:extLst>
                          <a:ext uri="{FF2B5EF4-FFF2-40B4-BE49-F238E27FC236}">
                            <a16:creationId xmlns:a16="http://schemas.microsoft.com/office/drawing/2014/main" id="{F97F9C5A-2673-E141-A71B-DF826A4519F9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6800859" y="5810830"/>
                        <a:ext cx="1566186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 rtlCol="0">
                        <a:spAutoFit/>
                      </a:bodyPr>
                      <a:lstStyle/>
                      <a:p>
                        <a:pPr algn="ctr"/>
                        <a:r>
                          <a:rPr lang="en-VN">
                            <a:solidFill>
                              <a:srgbClr val="FF0000"/>
                            </a:solidFill>
                          </a:rPr>
                          <a:t>Kết thúc</a:t>
                        </a:r>
                      </a:p>
                    </p:txBody>
                  </p:sp>
                </p:grpSp>
                <p:pic>
                  <p:nvPicPr>
                    <p:cNvPr id="43" name="Picture 4">
                      <a:extLst>
                        <a:ext uri="{FF2B5EF4-FFF2-40B4-BE49-F238E27FC236}">
                          <a16:creationId xmlns:a16="http://schemas.microsoft.com/office/drawing/2014/main" id="{EEE8352C-AD7F-C343-BE36-92D31739F14E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3625536" y="3940178"/>
                      <a:ext cx="2100723" cy="576065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</p:grpSp>
              <p:sp>
                <p:nvSpPr>
                  <p:cNvPr id="44" name="TextBox 43">
                    <a:extLst>
                      <a:ext uri="{FF2B5EF4-FFF2-40B4-BE49-F238E27FC236}">
                        <a16:creationId xmlns:a16="http://schemas.microsoft.com/office/drawing/2014/main" id="{420A901D-7DF3-E245-89BF-F829927E709F}"/>
                      </a:ext>
                    </a:extLst>
                  </p:cNvPr>
                  <p:cNvSpPr txBox="1"/>
                  <p:nvPr/>
                </p:nvSpPr>
                <p:spPr>
                  <a:xfrm>
                    <a:off x="3887693" y="4041466"/>
                    <a:ext cx="1549848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VN">
                        <a:solidFill>
                          <a:srgbClr val="17459E"/>
                        </a:solidFill>
                      </a:rPr>
                      <a:t>Nhập avgMark</a:t>
                    </a:r>
                  </a:p>
                </p:txBody>
              </p:sp>
            </p:grpSp>
          </p:grpSp>
        </p:grp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1F6B4763-03FE-CB41-8FE9-28A6E5AA9D70}"/>
                </a:ext>
              </a:extLst>
            </p:cNvPr>
            <p:cNvCxnSpPr>
              <a:cxnSpLocks/>
            </p:cNvCxnSpPr>
            <p:nvPr/>
          </p:nvCxnSpPr>
          <p:spPr>
            <a:xfrm>
              <a:off x="5076056" y="5085184"/>
              <a:ext cx="742370" cy="0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19274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479E2-C0D6-904F-B5C5-2271728A9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GIỚI THIỆU CẤU TRÚC LỰA CHỌN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21A69-FB3A-5848-81E0-17A1514E6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VN"/>
              <a:t>Cấu trúc </a:t>
            </a:r>
            <a:r>
              <a:rPr lang="en-VN">
                <a:solidFill>
                  <a:srgbClr val="EF6822"/>
                </a:solidFill>
              </a:rPr>
              <a:t>Lựa chọn</a:t>
            </a:r>
            <a:r>
              <a:rPr lang="en-VN">
                <a:solidFill>
                  <a:srgbClr val="EF6822"/>
                </a:solidFill>
                <a:sym typeface="Wingdings" pitchFamily="2" charset="2"/>
              </a:rPr>
              <a:t> </a:t>
            </a:r>
            <a:r>
              <a:rPr lang="en-VN">
                <a:sym typeface="Wingdings" pitchFamily="2" charset="2"/>
              </a:rPr>
              <a:t>(</a:t>
            </a:r>
            <a:r>
              <a:rPr lang="en-VN">
                <a:solidFill>
                  <a:srgbClr val="EF6822"/>
                </a:solidFill>
                <a:sym typeface="Wingdings" pitchFamily="2" charset="2"/>
              </a:rPr>
              <a:t>Conditional statement</a:t>
            </a:r>
            <a:r>
              <a:rPr lang="en-VN">
                <a:sym typeface="Wingdings" pitchFamily="2" charset="2"/>
              </a:rPr>
              <a:t>): </a:t>
            </a:r>
            <a:r>
              <a:rPr lang="en-VN">
                <a:solidFill>
                  <a:srgbClr val="17459E"/>
                </a:solidFill>
              </a:rPr>
              <a:t>xem xét giá trị của một biểu thức điều kiện </a:t>
            </a:r>
            <a:r>
              <a:rPr lang="en-VN"/>
              <a:t>(</a:t>
            </a:r>
            <a:r>
              <a:rPr lang="en-VN" i="1"/>
              <a:t>true/false</a:t>
            </a:r>
            <a:r>
              <a:rPr lang="en-VN"/>
              <a:t>) để </a:t>
            </a:r>
            <a:r>
              <a:rPr lang="en-VN">
                <a:solidFill>
                  <a:srgbClr val="17459E"/>
                </a:solidFill>
              </a:rPr>
              <a:t>lựa chọn hành động cần thực hiện</a:t>
            </a:r>
            <a:r>
              <a:rPr lang="en-VN"/>
              <a:t>.</a:t>
            </a:r>
          </a:p>
          <a:p>
            <a:r>
              <a:rPr lang="en-VN"/>
              <a:t>Trong sơ đồ khối, cấu trúc </a:t>
            </a:r>
            <a:r>
              <a:rPr lang="en-VN">
                <a:solidFill>
                  <a:srgbClr val="EF6822"/>
                </a:solidFill>
              </a:rPr>
              <a:t>Lựa chọn </a:t>
            </a:r>
            <a:r>
              <a:rPr lang="en-VN"/>
              <a:t>được biểu diễn: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813DB-F3F2-A844-9A22-9324D7622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3: Cấu trúc Lựa chọn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B7677-0B6E-3943-B277-ADD7EE6E6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4</a:t>
            </a:fld>
            <a:endParaRPr lang="en-US" dirty="0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2EB860E-B878-944A-881D-3F2E505585C4}"/>
              </a:ext>
            </a:extLst>
          </p:cNvPr>
          <p:cNvGrpSpPr/>
          <p:nvPr/>
        </p:nvGrpSpPr>
        <p:grpSpPr>
          <a:xfrm>
            <a:off x="3064279" y="2742523"/>
            <a:ext cx="3201391" cy="3422296"/>
            <a:chOff x="5673086" y="4033441"/>
            <a:chExt cx="3201391" cy="3422296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64374040-34DA-ED49-8068-E4F32B628326}"/>
                </a:ext>
              </a:extLst>
            </p:cNvPr>
            <p:cNvSpPr/>
            <p:nvPr/>
          </p:nvSpPr>
          <p:spPr>
            <a:xfrm>
              <a:off x="5673086" y="4033441"/>
              <a:ext cx="3201391" cy="3422296"/>
            </a:xfrm>
            <a:prstGeom prst="rect">
              <a:avLst/>
            </a:prstGeom>
            <a:solidFill>
              <a:srgbClr val="FFFF00">
                <a:alpha val="72941"/>
              </a:srgbClr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VN"/>
            </a:p>
          </p:txBody>
        </p:sp>
        <p:cxnSp>
          <p:nvCxnSpPr>
            <p:cNvPr id="12" name="Elbow Connector 11">
              <a:extLst>
                <a:ext uri="{FF2B5EF4-FFF2-40B4-BE49-F238E27FC236}">
                  <a16:creationId xmlns:a16="http://schemas.microsoft.com/office/drawing/2014/main" id="{05D943C5-2D55-5D4B-BF84-AD7DADDBFA5F}"/>
                </a:ext>
              </a:extLst>
            </p:cNvPr>
            <p:cNvCxnSpPr>
              <a:cxnSpLocks/>
              <a:stCxn id="22" idx="3"/>
            </p:cNvCxnSpPr>
            <p:nvPr/>
          </p:nvCxnSpPr>
          <p:spPr>
            <a:xfrm>
              <a:off x="7807144" y="5397814"/>
              <a:ext cx="521097" cy="636954"/>
            </a:xfrm>
            <a:prstGeom prst="bentConnector2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" name="Elbow Connector 10">
              <a:extLst>
                <a:ext uri="{FF2B5EF4-FFF2-40B4-BE49-F238E27FC236}">
                  <a16:creationId xmlns:a16="http://schemas.microsoft.com/office/drawing/2014/main" id="{9769BCF3-EA58-D848-82B0-EF82362CE6C0}"/>
                </a:ext>
              </a:extLst>
            </p:cNvPr>
            <p:cNvCxnSpPr>
              <a:cxnSpLocks/>
              <a:stCxn id="22" idx="1"/>
            </p:cNvCxnSpPr>
            <p:nvPr/>
          </p:nvCxnSpPr>
          <p:spPr>
            <a:xfrm rot="10800000" flipV="1">
              <a:off x="6222359" y="5397814"/>
              <a:ext cx="521096" cy="521132"/>
            </a:xfrm>
            <a:prstGeom prst="bentConnector2">
              <a:avLst/>
            </a:prstGeom>
            <a:ln w="28575">
              <a:solidFill>
                <a:srgbClr val="0432FF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501E36B7-5A61-7140-8434-642F15684F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43799" y="4941168"/>
              <a:ext cx="1261506" cy="9461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71FC5D96-C203-BD4C-9662-ED2CDC41B16F}"/>
                </a:ext>
              </a:extLst>
            </p:cNvPr>
            <p:cNvCxnSpPr>
              <a:cxnSpLocks/>
            </p:cNvCxnSpPr>
            <p:nvPr/>
          </p:nvCxnSpPr>
          <p:spPr>
            <a:xfrm>
              <a:off x="7273782" y="4458938"/>
              <a:ext cx="1540" cy="490922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0EA707EE-3C3A-754A-A507-6E69052638AB}"/>
                </a:ext>
              </a:extLst>
            </p:cNvPr>
            <p:cNvSpPr txBox="1"/>
            <p:nvPr/>
          </p:nvSpPr>
          <p:spPr>
            <a:xfrm>
              <a:off x="7090078" y="4033441"/>
              <a:ext cx="3674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VN" b="1">
                  <a:solidFill>
                    <a:srgbClr val="00B050"/>
                  </a:solidFill>
                </a:rPr>
                <a:t>...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0F10D6E-F959-BC4B-BF82-6DF0624F419E}"/>
                </a:ext>
              </a:extLst>
            </p:cNvPr>
            <p:cNvSpPr txBox="1"/>
            <p:nvPr/>
          </p:nvSpPr>
          <p:spPr>
            <a:xfrm>
              <a:off x="5988266" y="5796329"/>
              <a:ext cx="4651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b="1">
                  <a:solidFill>
                    <a:srgbClr val="00B050"/>
                  </a:solidFill>
                </a:rPr>
                <a:t>...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CC4809B5-31EC-7444-A009-D99E87766B7D}"/>
                </a:ext>
              </a:extLst>
            </p:cNvPr>
            <p:cNvSpPr txBox="1"/>
            <p:nvPr/>
          </p:nvSpPr>
          <p:spPr>
            <a:xfrm>
              <a:off x="8109273" y="5879967"/>
              <a:ext cx="46519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b="1">
                  <a:solidFill>
                    <a:srgbClr val="00B050"/>
                  </a:solidFill>
                </a:rPr>
                <a:t>...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05B32A83-D7E1-174D-9322-5D54EDC9C483}"/>
                </a:ext>
              </a:extLst>
            </p:cNvPr>
            <p:cNvSpPr txBox="1"/>
            <p:nvPr/>
          </p:nvSpPr>
          <p:spPr>
            <a:xfrm>
              <a:off x="6127020" y="5061287"/>
              <a:ext cx="61643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b="1">
                  <a:solidFill>
                    <a:srgbClr val="0432FF"/>
                  </a:solidFill>
                </a:rPr>
                <a:t>True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F0F7439D-7CF6-FC47-97DB-0F9827356118}"/>
                </a:ext>
              </a:extLst>
            </p:cNvPr>
            <p:cNvSpPr txBox="1"/>
            <p:nvPr/>
          </p:nvSpPr>
          <p:spPr>
            <a:xfrm>
              <a:off x="7778377" y="5060600"/>
              <a:ext cx="7296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b="1">
                  <a:solidFill>
                    <a:srgbClr val="FF0000"/>
                  </a:solidFill>
                </a:rPr>
                <a:t>False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6B79D35-6142-D34C-94F6-5281D46E757E}"/>
                </a:ext>
              </a:extLst>
            </p:cNvPr>
            <p:cNvSpPr txBox="1"/>
            <p:nvPr/>
          </p:nvSpPr>
          <p:spPr>
            <a:xfrm>
              <a:off x="6743455" y="5228537"/>
              <a:ext cx="106368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1600" b="1">
                  <a:solidFill>
                    <a:srgbClr val="00B050"/>
                  </a:solidFill>
                </a:rPr>
                <a:t>Condition</a:t>
              </a:r>
            </a:p>
          </p:txBody>
        </p:sp>
      </p:grpSp>
      <p:cxnSp>
        <p:nvCxnSpPr>
          <p:cNvPr id="30" name="Elbow Connector 29">
            <a:extLst>
              <a:ext uri="{FF2B5EF4-FFF2-40B4-BE49-F238E27FC236}">
                <a16:creationId xmlns:a16="http://schemas.microsoft.com/office/drawing/2014/main" id="{780957C6-1A15-E4AB-CCAC-F49197A3CDF3}"/>
              </a:ext>
            </a:extLst>
          </p:cNvPr>
          <p:cNvCxnSpPr>
            <a:endCxn id="17" idx="2"/>
          </p:cNvCxnSpPr>
          <p:nvPr/>
        </p:nvCxnSpPr>
        <p:spPr>
          <a:xfrm>
            <a:off x="3585161" y="4874743"/>
            <a:ext cx="2147901" cy="83638"/>
          </a:xfrm>
          <a:prstGeom prst="bentConnector4">
            <a:avLst>
              <a:gd name="adj1" fmla="val 135"/>
              <a:gd name="adj2" fmla="val 373321"/>
            </a:avLst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CBF432D7-6A67-68A9-4E78-B3FCC24C61EE}"/>
              </a:ext>
            </a:extLst>
          </p:cNvPr>
          <p:cNvCxnSpPr>
            <a:cxnSpLocks/>
          </p:cNvCxnSpPr>
          <p:nvPr/>
        </p:nvCxnSpPr>
        <p:spPr>
          <a:xfrm>
            <a:off x="4652509" y="5203495"/>
            <a:ext cx="1540" cy="49092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3D12F168-8BE8-A84F-1669-DC28F7FFFDAF}"/>
              </a:ext>
            </a:extLst>
          </p:cNvPr>
          <p:cNvSpPr txBox="1"/>
          <p:nvPr/>
        </p:nvSpPr>
        <p:spPr>
          <a:xfrm>
            <a:off x="4472307" y="5543987"/>
            <a:ext cx="3674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VN" b="1">
                <a:solidFill>
                  <a:srgbClr val="00B050"/>
                </a:solidFill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9899887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479E2-C0D6-904F-B5C5-2271728A9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GIỚI THIỆU CẤU TRÚC LỰA CHỌN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21A69-FB3A-5848-81E0-17A1514E6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/>
              <a:t>Bài toán mở đầu: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813DB-F3F2-A844-9A22-9324D7622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3: Cấu trúc Lựa chọn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B7677-0B6E-3943-B277-ADD7EE6E6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5</a:t>
            </a:fld>
            <a:endParaRPr lang="en-US" dirty="0"/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5466DA01-9B99-884B-9F6D-2B230E73EA8E}"/>
              </a:ext>
            </a:extLst>
          </p:cNvPr>
          <p:cNvGrpSpPr/>
          <p:nvPr/>
        </p:nvGrpSpPr>
        <p:grpSpPr>
          <a:xfrm>
            <a:off x="299190" y="1730095"/>
            <a:ext cx="4090710" cy="3680673"/>
            <a:chOff x="509355" y="2286384"/>
            <a:chExt cx="4590763" cy="4249071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3DF1DC16-A562-6849-9D40-9BA8650ECDD4}"/>
                </a:ext>
              </a:extLst>
            </p:cNvPr>
            <p:cNvGrpSpPr/>
            <p:nvPr/>
          </p:nvGrpSpPr>
          <p:grpSpPr>
            <a:xfrm>
              <a:off x="509355" y="2286384"/>
              <a:ext cx="4590763" cy="4249071"/>
              <a:chOff x="1229435" y="2565473"/>
              <a:chExt cx="4590763" cy="4249071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52EB860E-B878-944A-881D-3F2E505585C4}"/>
                  </a:ext>
                </a:extLst>
              </p:cNvPr>
              <p:cNvGrpSpPr/>
              <p:nvPr/>
            </p:nvGrpSpPr>
            <p:grpSpPr>
              <a:xfrm>
                <a:off x="1331640" y="3146972"/>
                <a:ext cx="4488558" cy="2606650"/>
                <a:chOff x="4666118" y="3981810"/>
                <a:chExt cx="4488558" cy="2606650"/>
              </a:xfrm>
            </p:grpSpPr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64374040-34DA-ED49-8068-E4F32B628326}"/>
                    </a:ext>
                  </a:extLst>
                </p:cNvPr>
                <p:cNvSpPr/>
                <p:nvPr/>
              </p:nvSpPr>
              <p:spPr>
                <a:xfrm>
                  <a:off x="4666118" y="4108011"/>
                  <a:ext cx="4488558" cy="2480449"/>
                </a:xfrm>
                <a:prstGeom prst="rect">
                  <a:avLst/>
                </a:prstGeom>
                <a:solidFill>
                  <a:srgbClr val="FFFF00">
                    <a:alpha val="72941"/>
                  </a:srgbClr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  <p:cxnSp>
              <p:nvCxnSpPr>
                <p:cNvPr id="12" name="Elbow Connector 11">
                  <a:extLst>
                    <a:ext uri="{FF2B5EF4-FFF2-40B4-BE49-F238E27FC236}">
                      <a16:creationId xmlns:a16="http://schemas.microsoft.com/office/drawing/2014/main" id="{05D943C5-2D55-5D4B-BF84-AD7DADDBFA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65880" y="4868198"/>
                  <a:ext cx="480797" cy="821481"/>
                </a:xfrm>
                <a:prstGeom prst="bentConnector2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Elbow Connector 10">
                  <a:extLst>
                    <a:ext uri="{FF2B5EF4-FFF2-40B4-BE49-F238E27FC236}">
                      <a16:creationId xmlns:a16="http://schemas.microsoft.com/office/drawing/2014/main" id="{9769BCF3-EA58-D848-82B0-EF82362CE6C0}"/>
                    </a:ext>
                  </a:extLst>
                </p:cNvPr>
                <p:cNvCxnSpPr>
                  <a:cxnSpLocks/>
                  <a:stCxn id="8" idx="1"/>
                </p:cNvCxnSpPr>
                <p:nvPr/>
              </p:nvCxnSpPr>
              <p:spPr>
                <a:xfrm rot="10800000" flipV="1">
                  <a:off x="5580267" y="4877195"/>
                  <a:ext cx="417027" cy="795412"/>
                </a:xfrm>
                <a:prstGeom prst="bentConnector2">
                  <a:avLst/>
                </a:prstGeom>
                <a:ln w="28575">
                  <a:solidFill>
                    <a:srgbClr val="0432FF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501E36B7-5A61-7140-8434-642F15684F9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997293" y="4404130"/>
                  <a:ext cx="1894038" cy="94612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71FC5D96-C203-BD4C-9662-ED2CDC41B16F}"/>
                    </a:ext>
                  </a:extLst>
                </p:cNvPr>
                <p:cNvCxnSpPr>
                  <a:cxnSpLocks/>
                  <a:stCxn id="34" idx="2"/>
                  <a:endCxn id="8" idx="0"/>
                </p:cNvCxnSpPr>
                <p:nvPr/>
              </p:nvCxnSpPr>
              <p:spPr>
                <a:xfrm>
                  <a:off x="6936805" y="3981810"/>
                  <a:ext cx="7507" cy="422320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5B32A83-D7E1-174D-9322-5D54EDC9C483}"/>
                    </a:ext>
                  </a:extLst>
                </p:cNvPr>
                <p:cNvSpPr txBox="1"/>
                <p:nvPr/>
              </p:nvSpPr>
              <p:spPr>
                <a:xfrm>
                  <a:off x="5434028" y="4549574"/>
                  <a:ext cx="737586" cy="3908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VN" sz="1600" b="1">
                      <a:solidFill>
                        <a:srgbClr val="0432FF"/>
                      </a:solidFill>
                    </a:rPr>
                    <a:t>True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0F7439D-7CF6-FC47-97DB-0F9827356118}"/>
                    </a:ext>
                  </a:extLst>
                </p:cNvPr>
                <p:cNvSpPr txBox="1"/>
                <p:nvPr/>
              </p:nvSpPr>
              <p:spPr>
                <a:xfrm>
                  <a:off x="7718236" y="4537145"/>
                  <a:ext cx="729652" cy="3867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VN" sz="1600" b="1">
                      <a:solidFill>
                        <a:srgbClr val="FF0000"/>
                      </a:solidFill>
                    </a:rPr>
                    <a:t>False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6B79D35-6142-D34C-94F6-5281D46E757E}"/>
                    </a:ext>
                  </a:extLst>
                </p:cNvPr>
                <p:cNvSpPr txBox="1"/>
                <p:nvPr/>
              </p:nvSpPr>
              <p:spPr>
                <a:xfrm>
                  <a:off x="6028120" y="4681208"/>
                  <a:ext cx="1832382" cy="3908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VN" sz="1600" b="1">
                      <a:solidFill>
                        <a:srgbClr val="EF6822"/>
                      </a:solidFill>
                    </a:rPr>
                    <a:t>avgMark </a:t>
                  </a:r>
                  <a:r>
                    <a:rPr lang="en-VN" sz="1600" b="1">
                      <a:solidFill>
                        <a:srgbClr val="EF6822"/>
                      </a:solidFill>
                      <a:highlight>
                        <a:srgbClr val="FFFF00"/>
                      </a:highlight>
                    </a:rPr>
                    <a:t>&gt;=</a:t>
                  </a:r>
                  <a:r>
                    <a:rPr lang="en-VN" sz="1600" b="1">
                      <a:solidFill>
                        <a:srgbClr val="EF6822"/>
                      </a:solidFill>
                    </a:rPr>
                    <a:t> 4.0</a:t>
                  </a:r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2F5AD5B7-315E-8F4B-9F87-BA5E59BA497D}"/>
                  </a:ext>
                </a:extLst>
              </p:cNvPr>
              <p:cNvGrpSpPr/>
              <p:nvPr/>
            </p:nvGrpSpPr>
            <p:grpSpPr>
              <a:xfrm>
                <a:off x="1229435" y="2565473"/>
                <a:ext cx="4518757" cy="4249071"/>
                <a:chOff x="1287882" y="3855064"/>
                <a:chExt cx="4518757" cy="4249071"/>
              </a:xfrm>
            </p:grpSpPr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26C7835F-7FD5-4145-AC33-D1F035EF613D}"/>
                    </a:ext>
                  </a:extLst>
                </p:cNvPr>
                <p:cNvGrpSpPr/>
                <p:nvPr/>
              </p:nvGrpSpPr>
              <p:grpSpPr>
                <a:xfrm>
                  <a:off x="4209547" y="6118096"/>
                  <a:ext cx="1597092" cy="675080"/>
                  <a:chOff x="4209547" y="6118096"/>
                  <a:chExt cx="1597092" cy="675080"/>
                </a:xfrm>
              </p:grpSpPr>
              <p:pic>
                <p:nvPicPr>
                  <p:cNvPr id="42" name="Picture 4">
                    <a:extLst>
                      <a:ext uri="{FF2B5EF4-FFF2-40B4-BE49-F238E27FC236}">
                        <a16:creationId xmlns:a16="http://schemas.microsoft.com/office/drawing/2014/main" id="{58873C29-DC35-BA4E-BE13-84FB4062055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209547" y="6151759"/>
                    <a:ext cx="1597092" cy="57606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1C043D60-3498-B540-A27D-F2926F28F86D}"/>
                      </a:ext>
                    </a:extLst>
                  </p:cNvPr>
                  <p:cNvSpPr txBox="1"/>
                  <p:nvPr/>
                </p:nvSpPr>
                <p:spPr>
                  <a:xfrm>
                    <a:off x="4379553" y="6118096"/>
                    <a:ext cx="1162486" cy="67508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VN" sz="1600">
                        <a:solidFill>
                          <a:srgbClr val="17459E"/>
                        </a:solidFill>
                      </a:rPr>
                      <a:t>Xuất</a:t>
                    </a:r>
                    <a:br>
                      <a:rPr lang="en-VN" sz="1600">
                        <a:solidFill>
                          <a:srgbClr val="17459E"/>
                        </a:solidFill>
                      </a:rPr>
                    </a:br>
                    <a:r>
                      <a:rPr lang="en-VN" sz="1600">
                        <a:solidFill>
                          <a:srgbClr val="17459E"/>
                        </a:solidFill>
                      </a:rPr>
                      <a:t>“Nợ môn”</a:t>
                    </a:r>
                  </a:p>
                </p:txBody>
              </p:sp>
            </p:grpSp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C44AA796-8AD1-4347-9FA2-13EBCB496EF6}"/>
                    </a:ext>
                  </a:extLst>
                </p:cNvPr>
                <p:cNvGrpSpPr/>
                <p:nvPr/>
              </p:nvGrpSpPr>
              <p:grpSpPr>
                <a:xfrm>
                  <a:off x="1287882" y="3855064"/>
                  <a:ext cx="3305963" cy="4249071"/>
                  <a:chOff x="1979653" y="3940466"/>
                  <a:chExt cx="3305963" cy="4249071"/>
                </a:xfrm>
              </p:grpSpPr>
              <p:pic>
                <p:nvPicPr>
                  <p:cNvPr id="28" name="Picture 4">
                    <a:extLst>
                      <a:ext uri="{FF2B5EF4-FFF2-40B4-BE49-F238E27FC236}">
                        <a16:creationId xmlns:a16="http://schemas.microsoft.com/office/drawing/2014/main" id="{11401D3B-CC51-EA4F-A5FD-3031658F8C5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156098" y="6239588"/>
                    <a:ext cx="1597092" cy="57606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DC6B2538-AFB7-8147-B28A-945317E366EF}"/>
                      </a:ext>
                    </a:extLst>
                  </p:cNvPr>
                  <p:cNvSpPr txBox="1"/>
                  <p:nvPr/>
                </p:nvSpPr>
                <p:spPr>
                  <a:xfrm>
                    <a:off x="2323354" y="6209623"/>
                    <a:ext cx="1262581" cy="67508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VN" sz="1600">
                        <a:solidFill>
                          <a:srgbClr val="17459E"/>
                        </a:solidFill>
                      </a:rPr>
                      <a:t>Xuất</a:t>
                    </a:r>
                    <a:br>
                      <a:rPr lang="en-VN" sz="1600">
                        <a:solidFill>
                          <a:srgbClr val="17459E"/>
                        </a:solidFill>
                      </a:rPr>
                    </a:br>
                    <a:r>
                      <a:rPr lang="en-VN" sz="1600">
                        <a:solidFill>
                          <a:srgbClr val="17459E"/>
                        </a:solidFill>
                      </a:rPr>
                      <a:t>“Qua môn”</a:t>
                    </a:r>
                  </a:p>
                </p:txBody>
              </p:sp>
              <p:grpSp>
                <p:nvGrpSpPr>
                  <p:cNvPr id="30" name="Group 29">
                    <a:extLst>
                      <a:ext uri="{FF2B5EF4-FFF2-40B4-BE49-F238E27FC236}">
                        <a16:creationId xmlns:a16="http://schemas.microsoft.com/office/drawing/2014/main" id="{55D8C2F4-659F-694F-B8F0-D797F7068C47}"/>
                      </a:ext>
                    </a:extLst>
                  </p:cNvPr>
                  <p:cNvGrpSpPr/>
                  <p:nvPr/>
                </p:nvGrpSpPr>
                <p:grpSpPr>
                  <a:xfrm>
                    <a:off x="1979653" y="3940466"/>
                    <a:ext cx="3305963" cy="4249071"/>
                    <a:chOff x="1979653" y="3940466"/>
                    <a:chExt cx="3305963" cy="4249071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A5B91EC4-F179-D747-AD7D-02F76686D02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79653" y="3940466"/>
                      <a:ext cx="3305963" cy="4249071"/>
                      <a:chOff x="1979653" y="3940466"/>
                      <a:chExt cx="3305963" cy="4249071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73C207F9-DBCC-1243-8394-6EDA2D7EB0F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79653" y="3940466"/>
                        <a:ext cx="2901705" cy="4249071"/>
                        <a:chOff x="2453814" y="3592944"/>
                        <a:chExt cx="2901705" cy="4249071"/>
                      </a:xfrm>
                    </p:grpSpPr>
                    <p:pic>
                      <p:nvPicPr>
                        <p:cNvPr id="37" name="Picture 2">
                          <a:extLst>
                            <a:ext uri="{FF2B5EF4-FFF2-40B4-BE49-F238E27FC236}">
                              <a16:creationId xmlns:a16="http://schemas.microsoft.com/office/drawing/2014/main" id="{B94AB986-87CB-5649-9E0A-0253466CBA4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 rot="10800000" flipV="1">
                          <a:off x="2470100" y="3592944"/>
                          <a:ext cx="1224867" cy="57606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  <p:cxnSp>
                      <p:nvCxnSpPr>
                        <p:cNvPr id="38" name="Straight Arrow Connector 37">
                          <a:extLst>
                            <a:ext uri="{FF2B5EF4-FFF2-40B4-BE49-F238E27FC236}">
                              <a16:creationId xmlns:a16="http://schemas.microsoft.com/office/drawing/2014/main" id="{6108DD37-8146-6640-881E-D766373595C9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3681852" y="3886410"/>
                          <a:ext cx="406976" cy="18992"/>
                        </a:xfrm>
                        <a:prstGeom prst="straightConnector1">
                          <a:avLst/>
                        </a:prstGeom>
                        <a:ln w="28575"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39" name="TextBox 38">
                          <a:extLst>
                            <a:ext uri="{FF2B5EF4-FFF2-40B4-BE49-F238E27FC236}">
                              <a16:creationId xmlns:a16="http://schemas.microsoft.com/office/drawing/2014/main" id="{864C34BB-47D3-AB4D-B22B-A3239914681E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453814" y="3679856"/>
                          <a:ext cx="1224868" cy="33855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VN" sz="1600">
                              <a:solidFill>
                                <a:srgbClr val="FF0000"/>
                              </a:solidFill>
                            </a:rPr>
                            <a:t>Bắt đầu</a:t>
                          </a:r>
                        </a:p>
                      </p:txBody>
                    </p:sp>
                    <p:pic>
                      <p:nvPicPr>
                        <p:cNvPr id="40" name="Picture 2">
                          <a:extLst>
                            <a:ext uri="{FF2B5EF4-FFF2-40B4-BE49-F238E27FC236}">
                              <a16:creationId xmlns:a16="http://schemas.microsoft.com/office/drawing/2014/main" id="{22E05F6B-7630-5949-9550-9B830E948F7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 rot="10800000" flipV="1">
                          <a:off x="4099054" y="7265950"/>
                          <a:ext cx="1256465" cy="57606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  <p:sp>
                      <p:nvSpPr>
                        <p:cNvPr id="41" name="TextBox 40">
                          <a:extLst>
                            <a:ext uri="{FF2B5EF4-FFF2-40B4-BE49-F238E27FC236}">
                              <a16:creationId xmlns:a16="http://schemas.microsoft.com/office/drawing/2014/main" id="{3223F34C-52BF-1944-805F-237C45E0B5F3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128790" y="7352765"/>
                          <a:ext cx="1196990" cy="390836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 anchor="ctr">
                          <a:spAutoFit/>
                        </a:bodyPr>
                        <a:lstStyle/>
                        <a:p>
                          <a:pPr algn="ctr"/>
                          <a:r>
                            <a:rPr lang="en-VN" sz="1600">
                              <a:solidFill>
                                <a:srgbClr val="FF0000"/>
                              </a:solidFill>
                            </a:rPr>
                            <a:t>Kết thúc</a:t>
                          </a:r>
                        </a:p>
                      </p:txBody>
                    </p:sp>
                  </p:grpSp>
                  <p:pic>
                    <p:nvPicPr>
                      <p:cNvPr id="34" name="Picture 4">
                        <a:extLst>
                          <a:ext uri="{FF2B5EF4-FFF2-40B4-BE49-F238E27FC236}">
                            <a16:creationId xmlns:a16="http://schemas.microsoft.com/office/drawing/2014/main" id="{5BFFD6C7-34EF-6B4F-A1A8-DEC175A297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3" y="3945900"/>
                        <a:ext cx="1866143" cy="57606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BF2CA5C5-0EBE-9D49-AD7D-DEF7CB707D7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45011" y="4057210"/>
                      <a:ext cx="1565669" cy="39083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VN" sz="1600">
                          <a:solidFill>
                            <a:srgbClr val="17459E"/>
                          </a:solidFill>
                        </a:rPr>
                        <a:t>Nhập avgMark</a:t>
                      </a:r>
                    </a:p>
                  </p:txBody>
                </p:sp>
              </p:grpSp>
            </p:grpSp>
          </p:grpSp>
        </p:grp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AFEE7EBB-8D30-1E4F-BCC5-3DD92FEF08EE}"/>
                </a:ext>
              </a:extLst>
            </p:cNvPr>
            <p:cNvCxnSpPr>
              <a:cxnSpLocks/>
            </p:cNvCxnSpPr>
            <p:nvPr/>
          </p:nvCxnSpPr>
          <p:spPr>
            <a:xfrm>
              <a:off x="1525709" y="5159144"/>
              <a:ext cx="0" cy="50210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E9A93C60-4880-A74A-869C-F9F07574E4A8}"/>
                </a:ext>
              </a:extLst>
            </p:cNvPr>
            <p:cNvCxnSpPr>
              <a:cxnSpLocks/>
            </p:cNvCxnSpPr>
            <p:nvPr/>
          </p:nvCxnSpPr>
          <p:spPr>
            <a:xfrm>
              <a:off x="4227107" y="5157192"/>
              <a:ext cx="0" cy="50210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89558E59-F662-D84B-A50A-F3206200E4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23026" y="5659296"/>
              <a:ext cx="2703600" cy="831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C1BAF99A-CAB7-1F41-BD3B-4448ACE58501}"/>
                </a:ext>
              </a:extLst>
            </p:cNvPr>
            <p:cNvCxnSpPr>
              <a:cxnSpLocks/>
              <a:endCxn id="40" idx="0"/>
            </p:cNvCxnSpPr>
            <p:nvPr/>
          </p:nvCxnSpPr>
          <p:spPr>
            <a:xfrm>
              <a:off x="2782827" y="5643953"/>
              <a:ext cx="0" cy="31543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A5212F4D-AB59-BD4F-9410-57992AFFD8A5}"/>
              </a:ext>
            </a:extLst>
          </p:cNvPr>
          <p:cNvGrpSpPr/>
          <p:nvPr/>
        </p:nvGrpSpPr>
        <p:grpSpPr>
          <a:xfrm>
            <a:off x="4716315" y="1733101"/>
            <a:ext cx="4090710" cy="3680673"/>
            <a:chOff x="509355" y="2286384"/>
            <a:chExt cx="4590763" cy="4249071"/>
          </a:xfrm>
        </p:grpSpPr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4AD9A38A-002A-6F4C-9261-140FA1B83832}"/>
                </a:ext>
              </a:extLst>
            </p:cNvPr>
            <p:cNvGrpSpPr/>
            <p:nvPr/>
          </p:nvGrpSpPr>
          <p:grpSpPr>
            <a:xfrm>
              <a:off x="509355" y="2286384"/>
              <a:ext cx="4590763" cy="4249071"/>
              <a:chOff x="1229435" y="2565473"/>
              <a:chExt cx="4590763" cy="4249071"/>
            </a:xfrm>
          </p:grpSpPr>
          <p:grpSp>
            <p:nvGrpSpPr>
              <p:cNvPr id="282" name="Group 281">
                <a:extLst>
                  <a:ext uri="{FF2B5EF4-FFF2-40B4-BE49-F238E27FC236}">
                    <a16:creationId xmlns:a16="http://schemas.microsoft.com/office/drawing/2014/main" id="{E9D70910-A99C-6847-9828-6F909F0DA9F6}"/>
                  </a:ext>
                </a:extLst>
              </p:cNvPr>
              <p:cNvGrpSpPr/>
              <p:nvPr/>
            </p:nvGrpSpPr>
            <p:grpSpPr>
              <a:xfrm>
                <a:off x="1331640" y="3146972"/>
                <a:ext cx="4488558" cy="2606650"/>
                <a:chOff x="4666118" y="3981810"/>
                <a:chExt cx="4488558" cy="2606650"/>
              </a:xfrm>
            </p:grpSpPr>
            <p:sp>
              <p:nvSpPr>
                <p:cNvPr id="300" name="Rectangle 299">
                  <a:extLst>
                    <a:ext uri="{FF2B5EF4-FFF2-40B4-BE49-F238E27FC236}">
                      <a16:creationId xmlns:a16="http://schemas.microsoft.com/office/drawing/2014/main" id="{500C06FC-9309-9542-95F5-C06AC8756058}"/>
                    </a:ext>
                  </a:extLst>
                </p:cNvPr>
                <p:cNvSpPr/>
                <p:nvPr/>
              </p:nvSpPr>
              <p:spPr>
                <a:xfrm>
                  <a:off x="4666118" y="4108011"/>
                  <a:ext cx="4488558" cy="2480449"/>
                </a:xfrm>
                <a:prstGeom prst="rect">
                  <a:avLst/>
                </a:prstGeom>
                <a:solidFill>
                  <a:srgbClr val="FFFF00">
                    <a:alpha val="72941"/>
                  </a:srgbClr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  <p:cxnSp>
              <p:nvCxnSpPr>
                <p:cNvPr id="301" name="Elbow Connector 300">
                  <a:extLst>
                    <a:ext uri="{FF2B5EF4-FFF2-40B4-BE49-F238E27FC236}">
                      <a16:creationId xmlns:a16="http://schemas.microsoft.com/office/drawing/2014/main" id="{D8BA3CD2-39F2-9E4F-94B2-77A595BE4A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65880" y="4868198"/>
                  <a:ext cx="480797" cy="821481"/>
                </a:xfrm>
                <a:prstGeom prst="bentConnector2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Elbow Connector 301">
                  <a:extLst>
                    <a:ext uri="{FF2B5EF4-FFF2-40B4-BE49-F238E27FC236}">
                      <a16:creationId xmlns:a16="http://schemas.microsoft.com/office/drawing/2014/main" id="{5F223300-CAEA-614B-86D5-6D726FD91C73}"/>
                    </a:ext>
                  </a:extLst>
                </p:cNvPr>
                <p:cNvCxnSpPr>
                  <a:cxnSpLocks/>
                  <a:stCxn id="303" idx="1"/>
                </p:cNvCxnSpPr>
                <p:nvPr/>
              </p:nvCxnSpPr>
              <p:spPr>
                <a:xfrm rot="10800000" flipV="1">
                  <a:off x="5580267" y="4877195"/>
                  <a:ext cx="417027" cy="795412"/>
                </a:xfrm>
                <a:prstGeom prst="bentConnector2">
                  <a:avLst/>
                </a:prstGeom>
                <a:ln w="28575">
                  <a:solidFill>
                    <a:srgbClr val="0432FF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pic>
              <p:nvPicPr>
                <p:cNvPr id="303" name="Picture 302">
                  <a:extLst>
                    <a:ext uri="{FF2B5EF4-FFF2-40B4-BE49-F238E27FC236}">
                      <a16:creationId xmlns:a16="http://schemas.microsoft.com/office/drawing/2014/main" id="{75DB9AF9-D895-8D45-9FE8-91277958C25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997293" y="4404130"/>
                  <a:ext cx="1894038" cy="94612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304" name="Straight Arrow Connector 303">
                  <a:extLst>
                    <a:ext uri="{FF2B5EF4-FFF2-40B4-BE49-F238E27FC236}">
                      <a16:creationId xmlns:a16="http://schemas.microsoft.com/office/drawing/2014/main" id="{5E49B435-9396-5246-994D-7C21CD061BEF}"/>
                    </a:ext>
                  </a:extLst>
                </p:cNvPr>
                <p:cNvCxnSpPr>
                  <a:cxnSpLocks/>
                  <a:stCxn id="292" idx="2"/>
                  <a:endCxn id="303" idx="0"/>
                </p:cNvCxnSpPr>
                <p:nvPr/>
              </p:nvCxnSpPr>
              <p:spPr>
                <a:xfrm>
                  <a:off x="6936805" y="3981810"/>
                  <a:ext cx="7507" cy="422320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05" name="TextBox 304">
                  <a:extLst>
                    <a:ext uri="{FF2B5EF4-FFF2-40B4-BE49-F238E27FC236}">
                      <a16:creationId xmlns:a16="http://schemas.microsoft.com/office/drawing/2014/main" id="{6F6710BF-CAF2-7D4B-B0F4-01F2EDCAADB1}"/>
                    </a:ext>
                  </a:extLst>
                </p:cNvPr>
                <p:cNvSpPr txBox="1"/>
                <p:nvPr/>
              </p:nvSpPr>
              <p:spPr>
                <a:xfrm>
                  <a:off x="5434028" y="4549574"/>
                  <a:ext cx="737586" cy="3908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VN" sz="1600" b="1">
                      <a:solidFill>
                        <a:srgbClr val="0432FF"/>
                      </a:solidFill>
                    </a:rPr>
                    <a:t>True</a:t>
                  </a:r>
                </a:p>
              </p:txBody>
            </p:sp>
            <p:sp>
              <p:nvSpPr>
                <p:cNvPr id="306" name="TextBox 305">
                  <a:extLst>
                    <a:ext uri="{FF2B5EF4-FFF2-40B4-BE49-F238E27FC236}">
                      <a16:creationId xmlns:a16="http://schemas.microsoft.com/office/drawing/2014/main" id="{1B4AA0B4-29F4-034A-B3C4-E855AD7FB9E3}"/>
                    </a:ext>
                  </a:extLst>
                </p:cNvPr>
                <p:cNvSpPr txBox="1"/>
                <p:nvPr/>
              </p:nvSpPr>
              <p:spPr>
                <a:xfrm>
                  <a:off x="7718236" y="4537145"/>
                  <a:ext cx="729652" cy="3867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VN" sz="1600" b="1">
                      <a:solidFill>
                        <a:srgbClr val="FF0000"/>
                      </a:solidFill>
                    </a:rPr>
                    <a:t>False</a:t>
                  </a:r>
                </a:p>
              </p:txBody>
            </p:sp>
            <p:sp>
              <p:nvSpPr>
                <p:cNvPr id="307" name="TextBox 306">
                  <a:extLst>
                    <a:ext uri="{FF2B5EF4-FFF2-40B4-BE49-F238E27FC236}">
                      <a16:creationId xmlns:a16="http://schemas.microsoft.com/office/drawing/2014/main" id="{072BBA43-9F63-D74C-B846-9B31509A7A00}"/>
                    </a:ext>
                  </a:extLst>
                </p:cNvPr>
                <p:cNvSpPr txBox="1"/>
                <p:nvPr/>
              </p:nvSpPr>
              <p:spPr>
                <a:xfrm>
                  <a:off x="6028120" y="4681208"/>
                  <a:ext cx="1832382" cy="3908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VN" sz="1600" b="1">
                      <a:solidFill>
                        <a:srgbClr val="EF6822"/>
                      </a:solidFill>
                    </a:rPr>
                    <a:t>avgMark </a:t>
                  </a:r>
                  <a:r>
                    <a:rPr lang="en-VN" sz="1600" b="1">
                      <a:solidFill>
                        <a:srgbClr val="EF6822"/>
                      </a:solidFill>
                      <a:highlight>
                        <a:srgbClr val="FFFF00"/>
                      </a:highlight>
                    </a:rPr>
                    <a:t>&lt;</a:t>
                  </a:r>
                  <a:r>
                    <a:rPr lang="en-VN" sz="1600" b="1">
                      <a:solidFill>
                        <a:srgbClr val="EF6822"/>
                      </a:solidFill>
                    </a:rPr>
                    <a:t> 4.0</a:t>
                  </a:r>
                </a:p>
              </p:txBody>
            </p:sp>
          </p:grpSp>
          <p:grpSp>
            <p:nvGrpSpPr>
              <p:cNvPr id="283" name="Group 282">
                <a:extLst>
                  <a:ext uri="{FF2B5EF4-FFF2-40B4-BE49-F238E27FC236}">
                    <a16:creationId xmlns:a16="http://schemas.microsoft.com/office/drawing/2014/main" id="{8E42DED5-8EB3-5E4D-ADC5-7E9BA969AE91}"/>
                  </a:ext>
                </a:extLst>
              </p:cNvPr>
              <p:cNvGrpSpPr/>
              <p:nvPr/>
            </p:nvGrpSpPr>
            <p:grpSpPr>
              <a:xfrm>
                <a:off x="1229435" y="2565473"/>
                <a:ext cx="4518757" cy="4249071"/>
                <a:chOff x="1287882" y="3855064"/>
                <a:chExt cx="4518757" cy="4249071"/>
              </a:xfrm>
            </p:grpSpPr>
            <p:grpSp>
              <p:nvGrpSpPr>
                <p:cNvPr id="284" name="Group 283">
                  <a:extLst>
                    <a:ext uri="{FF2B5EF4-FFF2-40B4-BE49-F238E27FC236}">
                      <a16:creationId xmlns:a16="http://schemas.microsoft.com/office/drawing/2014/main" id="{8F511502-D15D-8945-A977-27E0E6D2F03E}"/>
                    </a:ext>
                  </a:extLst>
                </p:cNvPr>
                <p:cNvGrpSpPr/>
                <p:nvPr/>
              </p:nvGrpSpPr>
              <p:grpSpPr>
                <a:xfrm>
                  <a:off x="4209547" y="6118096"/>
                  <a:ext cx="1597092" cy="675080"/>
                  <a:chOff x="4209547" y="6118096"/>
                  <a:chExt cx="1597092" cy="675080"/>
                </a:xfrm>
              </p:grpSpPr>
              <p:pic>
                <p:nvPicPr>
                  <p:cNvPr id="298" name="Picture 4">
                    <a:extLst>
                      <a:ext uri="{FF2B5EF4-FFF2-40B4-BE49-F238E27FC236}">
                        <a16:creationId xmlns:a16="http://schemas.microsoft.com/office/drawing/2014/main" id="{D927850C-74B1-1E4B-AD48-1AB33193394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209547" y="6151759"/>
                    <a:ext cx="1597092" cy="57606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299" name="TextBox 298">
                    <a:extLst>
                      <a:ext uri="{FF2B5EF4-FFF2-40B4-BE49-F238E27FC236}">
                        <a16:creationId xmlns:a16="http://schemas.microsoft.com/office/drawing/2014/main" id="{5AA38928-682A-0744-93B1-A49A42C70EB6}"/>
                      </a:ext>
                    </a:extLst>
                  </p:cNvPr>
                  <p:cNvSpPr txBox="1"/>
                  <p:nvPr/>
                </p:nvSpPr>
                <p:spPr>
                  <a:xfrm>
                    <a:off x="4329505" y="6118096"/>
                    <a:ext cx="1262581" cy="67508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VN" sz="1600">
                        <a:solidFill>
                          <a:srgbClr val="17459E"/>
                        </a:solidFill>
                      </a:rPr>
                      <a:t>Xuất</a:t>
                    </a:r>
                    <a:br>
                      <a:rPr lang="en-VN" sz="1600">
                        <a:solidFill>
                          <a:srgbClr val="17459E"/>
                        </a:solidFill>
                      </a:rPr>
                    </a:br>
                    <a:r>
                      <a:rPr lang="en-VN" sz="1600">
                        <a:solidFill>
                          <a:srgbClr val="17459E"/>
                        </a:solidFill>
                      </a:rPr>
                      <a:t>“Qua môn”</a:t>
                    </a:r>
                  </a:p>
                </p:txBody>
              </p:sp>
            </p:grpSp>
            <p:grpSp>
              <p:nvGrpSpPr>
                <p:cNvPr id="285" name="Group 284">
                  <a:extLst>
                    <a:ext uri="{FF2B5EF4-FFF2-40B4-BE49-F238E27FC236}">
                      <a16:creationId xmlns:a16="http://schemas.microsoft.com/office/drawing/2014/main" id="{1DC892B2-4DC8-AD4A-A613-A281679C01CC}"/>
                    </a:ext>
                  </a:extLst>
                </p:cNvPr>
                <p:cNvGrpSpPr/>
                <p:nvPr/>
              </p:nvGrpSpPr>
              <p:grpSpPr>
                <a:xfrm>
                  <a:off x="1287882" y="3855064"/>
                  <a:ext cx="3305963" cy="4249071"/>
                  <a:chOff x="1979653" y="3940466"/>
                  <a:chExt cx="3305963" cy="4249071"/>
                </a:xfrm>
              </p:grpSpPr>
              <p:pic>
                <p:nvPicPr>
                  <p:cNvPr id="286" name="Picture 4">
                    <a:extLst>
                      <a:ext uri="{FF2B5EF4-FFF2-40B4-BE49-F238E27FC236}">
                        <a16:creationId xmlns:a16="http://schemas.microsoft.com/office/drawing/2014/main" id="{188CCA70-E6A6-6743-BF1E-B7AD693323F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156098" y="6239588"/>
                    <a:ext cx="1597092" cy="57606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287" name="TextBox 286">
                    <a:extLst>
                      <a:ext uri="{FF2B5EF4-FFF2-40B4-BE49-F238E27FC236}">
                        <a16:creationId xmlns:a16="http://schemas.microsoft.com/office/drawing/2014/main" id="{8519FBEA-6B51-5B41-ADB8-B6A58EEE90F4}"/>
                      </a:ext>
                    </a:extLst>
                  </p:cNvPr>
                  <p:cNvSpPr txBox="1"/>
                  <p:nvPr/>
                </p:nvSpPr>
                <p:spPr>
                  <a:xfrm>
                    <a:off x="2378798" y="6209623"/>
                    <a:ext cx="1151692" cy="67508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VN" sz="1600">
                        <a:solidFill>
                          <a:srgbClr val="17459E"/>
                        </a:solidFill>
                      </a:rPr>
                      <a:t>Xuất</a:t>
                    </a:r>
                    <a:br>
                      <a:rPr lang="en-VN" sz="1600">
                        <a:solidFill>
                          <a:srgbClr val="17459E"/>
                        </a:solidFill>
                      </a:rPr>
                    </a:br>
                    <a:r>
                      <a:rPr lang="en-VN" sz="1600">
                        <a:solidFill>
                          <a:srgbClr val="17459E"/>
                        </a:solidFill>
                      </a:rPr>
                      <a:t>“Nợ môn”</a:t>
                    </a:r>
                  </a:p>
                </p:txBody>
              </p:sp>
              <p:grpSp>
                <p:nvGrpSpPr>
                  <p:cNvPr id="288" name="Group 287">
                    <a:extLst>
                      <a:ext uri="{FF2B5EF4-FFF2-40B4-BE49-F238E27FC236}">
                        <a16:creationId xmlns:a16="http://schemas.microsoft.com/office/drawing/2014/main" id="{8FD42856-F3E0-2441-A434-D0DE68ACA4EE}"/>
                      </a:ext>
                    </a:extLst>
                  </p:cNvPr>
                  <p:cNvGrpSpPr/>
                  <p:nvPr/>
                </p:nvGrpSpPr>
                <p:grpSpPr>
                  <a:xfrm>
                    <a:off x="1979653" y="3940466"/>
                    <a:ext cx="3305963" cy="4249071"/>
                    <a:chOff x="1979653" y="3940466"/>
                    <a:chExt cx="3305963" cy="4249071"/>
                  </a:xfrm>
                </p:grpSpPr>
                <p:grpSp>
                  <p:nvGrpSpPr>
                    <p:cNvPr id="289" name="Group 288">
                      <a:extLst>
                        <a:ext uri="{FF2B5EF4-FFF2-40B4-BE49-F238E27FC236}">
                          <a16:creationId xmlns:a16="http://schemas.microsoft.com/office/drawing/2014/main" id="{DBF94588-C792-6A4E-9C17-2396064DEBB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79653" y="3940466"/>
                      <a:ext cx="3305963" cy="4249071"/>
                      <a:chOff x="1979653" y="3940466"/>
                      <a:chExt cx="3305963" cy="4249071"/>
                    </a:xfrm>
                  </p:grpSpPr>
                  <p:grpSp>
                    <p:nvGrpSpPr>
                      <p:cNvPr id="291" name="Group 290">
                        <a:extLst>
                          <a:ext uri="{FF2B5EF4-FFF2-40B4-BE49-F238E27FC236}">
                            <a16:creationId xmlns:a16="http://schemas.microsoft.com/office/drawing/2014/main" id="{C4216D4B-59BE-B642-BFBC-5C239172DE8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79653" y="3940466"/>
                        <a:ext cx="2901705" cy="4249071"/>
                        <a:chOff x="2453814" y="3592944"/>
                        <a:chExt cx="2901705" cy="4249071"/>
                      </a:xfrm>
                    </p:grpSpPr>
                    <p:pic>
                      <p:nvPicPr>
                        <p:cNvPr id="293" name="Picture 2">
                          <a:extLst>
                            <a:ext uri="{FF2B5EF4-FFF2-40B4-BE49-F238E27FC236}">
                              <a16:creationId xmlns:a16="http://schemas.microsoft.com/office/drawing/2014/main" id="{FA02E69E-574E-8F4F-BB83-6E05C0F3B80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 rot="10800000" flipV="1">
                          <a:off x="2470100" y="3592944"/>
                          <a:ext cx="1224867" cy="57606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  <p:cxnSp>
                      <p:nvCxnSpPr>
                        <p:cNvPr id="294" name="Straight Arrow Connector 293">
                          <a:extLst>
                            <a:ext uri="{FF2B5EF4-FFF2-40B4-BE49-F238E27FC236}">
                              <a16:creationId xmlns:a16="http://schemas.microsoft.com/office/drawing/2014/main" id="{F73DB47C-26C9-C94B-9919-EBC3D1BF5237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3681852" y="3886410"/>
                          <a:ext cx="406976" cy="18992"/>
                        </a:xfrm>
                        <a:prstGeom prst="straightConnector1">
                          <a:avLst/>
                        </a:prstGeom>
                        <a:ln w="28575"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295" name="TextBox 294">
                          <a:extLst>
                            <a:ext uri="{FF2B5EF4-FFF2-40B4-BE49-F238E27FC236}">
                              <a16:creationId xmlns:a16="http://schemas.microsoft.com/office/drawing/2014/main" id="{A429E02B-483F-6F4A-9A78-E0F24433334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453814" y="3679856"/>
                          <a:ext cx="1224868" cy="33855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VN" sz="1600">
                              <a:solidFill>
                                <a:srgbClr val="FF0000"/>
                              </a:solidFill>
                            </a:rPr>
                            <a:t>Bắt đầu</a:t>
                          </a:r>
                        </a:p>
                      </p:txBody>
                    </p:sp>
                    <p:pic>
                      <p:nvPicPr>
                        <p:cNvPr id="296" name="Picture 2">
                          <a:extLst>
                            <a:ext uri="{FF2B5EF4-FFF2-40B4-BE49-F238E27FC236}">
                              <a16:creationId xmlns:a16="http://schemas.microsoft.com/office/drawing/2014/main" id="{BD7AF321-CCB8-E54D-9D68-858922EB192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 rot="10800000" flipV="1">
                          <a:off x="4099054" y="7265950"/>
                          <a:ext cx="1256465" cy="57606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  <p:sp>
                      <p:nvSpPr>
                        <p:cNvPr id="297" name="TextBox 296">
                          <a:extLst>
                            <a:ext uri="{FF2B5EF4-FFF2-40B4-BE49-F238E27FC236}">
                              <a16:creationId xmlns:a16="http://schemas.microsoft.com/office/drawing/2014/main" id="{0D852643-D7F9-4444-8E58-BBAE9D945351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128790" y="7352765"/>
                          <a:ext cx="1196990" cy="390836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 anchor="ctr">
                          <a:spAutoFit/>
                        </a:bodyPr>
                        <a:lstStyle/>
                        <a:p>
                          <a:pPr algn="ctr"/>
                          <a:r>
                            <a:rPr lang="en-VN" sz="1600">
                              <a:solidFill>
                                <a:srgbClr val="FF0000"/>
                              </a:solidFill>
                            </a:rPr>
                            <a:t>Kết thúc</a:t>
                          </a:r>
                        </a:p>
                      </p:txBody>
                    </p:sp>
                  </p:grpSp>
                  <p:pic>
                    <p:nvPicPr>
                      <p:cNvPr id="292" name="Picture 4">
                        <a:extLst>
                          <a:ext uri="{FF2B5EF4-FFF2-40B4-BE49-F238E27FC236}">
                            <a16:creationId xmlns:a16="http://schemas.microsoft.com/office/drawing/2014/main" id="{DEE0248C-E53E-3B47-B662-C8E972B924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3" y="3945900"/>
                        <a:ext cx="1866143" cy="57606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sp>
                  <p:nvSpPr>
                    <p:cNvPr id="290" name="TextBox 289">
                      <a:extLst>
                        <a:ext uri="{FF2B5EF4-FFF2-40B4-BE49-F238E27FC236}">
                          <a16:creationId xmlns:a16="http://schemas.microsoft.com/office/drawing/2014/main" id="{4B914365-6900-B14B-89FD-61D58254F38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45011" y="4057210"/>
                      <a:ext cx="1565669" cy="39083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VN" sz="1600">
                          <a:solidFill>
                            <a:srgbClr val="17459E"/>
                          </a:solidFill>
                        </a:rPr>
                        <a:t>Nhập avgMark</a:t>
                      </a:r>
                    </a:p>
                  </p:txBody>
                </p:sp>
              </p:grpSp>
            </p:grpSp>
          </p:grpSp>
        </p:grp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305F70DB-131D-8F43-9A0A-BF950A786F48}"/>
                </a:ext>
              </a:extLst>
            </p:cNvPr>
            <p:cNvCxnSpPr>
              <a:cxnSpLocks/>
            </p:cNvCxnSpPr>
            <p:nvPr/>
          </p:nvCxnSpPr>
          <p:spPr>
            <a:xfrm>
              <a:off x="1525709" y="5159144"/>
              <a:ext cx="0" cy="50210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A5D4A973-5594-7A4F-85DA-66C1CC77E574}"/>
                </a:ext>
              </a:extLst>
            </p:cNvPr>
            <p:cNvCxnSpPr>
              <a:cxnSpLocks/>
            </p:cNvCxnSpPr>
            <p:nvPr/>
          </p:nvCxnSpPr>
          <p:spPr>
            <a:xfrm>
              <a:off x="4227107" y="5157192"/>
              <a:ext cx="0" cy="50210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EDBFC859-8AEB-1242-89FC-BC30EE3108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23026" y="5659296"/>
              <a:ext cx="2703600" cy="831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1" name="Straight Arrow Connector 280">
              <a:extLst>
                <a:ext uri="{FF2B5EF4-FFF2-40B4-BE49-F238E27FC236}">
                  <a16:creationId xmlns:a16="http://schemas.microsoft.com/office/drawing/2014/main" id="{5366AC0F-70DA-9341-B069-DB09BF4E5E63}"/>
                </a:ext>
              </a:extLst>
            </p:cNvPr>
            <p:cNvCxnSpPr>
              <a:cxnSpLocks/>
              <a:endCxn id="296" idx="0"/>
            </p:cNvCxnSpPr>
            <p:nvPr/>
          </p:nvCxnSpPr>
          <p:spPr>
            <a:xfrm>
              <a:off x="2782827" y="5643953"/>
              <a:ext cx="0" cy="31543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6080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TOÁN TỬ SO SÁNH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>
                <a:solidFill>
                  <a:srgbClr val="EF6822"/>
                </a:solidFill>
              </a:rPr>
              <a:t>Toán tử so sánh </a:t>
            </a:r>
            <a:r>
              <a:rPr lang="en-US"/>
              <a:t>(</a:t>
            </a:r>
            <a:r>
              <a:rPr lang="en-US">
                <a:solidFill>
                  <a:srgbClr val="17459E"/>
                </a:solidFill>
              </a:rPr>
              <a:t>Comparison operators</a:t>
            </a:r>
            <a:r>
              <a:rPr lang="en-US"/>
              <a:t>): so sánh giá trị của 2 toán hạng</a:t>
            </a:r>
          </a:p>
          <a:p>
            <a:r>
              <a:rPr lang="en-US"/>
              <a:t>Kết quả: giá trị luận lý (</a:t>
            </a:r>
            <a:r>
              <a:rPr lang="en-US">
                <a:solidFill>
                  <a:srgbClr val="0432FF"/>
                </a:solidFill>
              </a:rPr>
              <a:t>true</a:t>
            </a:r>
            <a:r>
              <a:rPr lang="en-US"/>
              <a:t> / </a:t>
            </a:r>
            <a:r>
              <a:rPr lang="en-US">
                <a:solidFill>
                  <a:srgbClr val="0432FF"/>
                </a:solidFill>
              </a:rPr>
              <a:t>false</a:t>
            </a:r>
            <a:r>
              <a:rPr lang="en-US"/>
              <a:t>)</a:t>
            </a: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239476E9-6325-814F-9E0C-7661FB780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3: Cấu trúc Lựa chọn</a:t>
            </a:r>
            <a:endParaRPr lang="en-US" dirty="0"/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AC730A53-D852-2F42-9F8B-B2EE93EE80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6</a:t>
            </a:fld>
            <a:endParaRPr lang="en-US" dirty="0"/>
          </a:p>
        </p:txBody>
      </p:sp>
      <p:graphicFrame>
        <p:nvGraphicFramePr>
          <p:cNvPr id="10" name="Content Placeholder 3">
            <a:extLst>
              <a:ext uri="{FF2B5EF4-FFF2-40B4-BE49-F238E27FC236}">
                <a16:creationId xmlns:a16="http://schemas.microsoft.com/office/drawing/2014/main" id="{BC68152C-7346-AF4B-99D9-258622843C2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5338496"/>
              </p:ext>
            </p:extLst>
          </p:nvPr>
        </p:nvGraphicFramePr>
        <p:xfrm>
          <a:off x="722163" y="2434208"/>
          <a:ext cx="8011617" cy="378420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8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755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9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6049">
                  <a:extLst>
                    <a:ext uri="{9D8B030D-6E8A-4147-A177-3AD203B41FA5}">
                      <a16:colId xmlns:a16="http://schemas.microsoft.com/office/drawing/2014/main" val="3912571631"/>
                    </a:ext>
                  </a:extLst>
                </a:gridCol>
              </a:tblGrid>
              <a:tr h="458158">
                <a:tc rowSpan="2">
                  <a:txBody>
                    <a:bodyPr/>
                    <a:lstStyle/>
                    <a:p>
                      <a:pPr algn="ctr"/>
                      <a:r>
                        <a:rPr lang="en-US" sz="2400"/>
                        <a:t>Toán</a:t>
                      </a:r>
                      <a:r>
                        <a:rPr lang="en-US" sz="2400" baseline="0"/>
                        <a:t> tử</a:t>
                      </a:r>
                      <a:endParaRPr lang="en-US" sz="2400"/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2400"/>
                        <a:t>Phép so sánh</a:t>
                      </a: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2400"/>
                        <a:t>Ví dụ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2800"/>
                        <a:t>Giá trị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158">
                <a:tc vMerge="1"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/>
                      <a:endParaRPr lang="en-US" sz="28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Biểu thức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/>
                        <a:t>Giá trị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5831285"/>
                  </a:ext>
                </a:extLst>
              </a:tr>
              <a:tr h="477982"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</a:rPr>
                        <a:t>==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Bằng nhau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5 ==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65305836"/>
                  </a:ext>
                </a:extLst>
              </a:tr>
              <a:tr h="477982"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</a:rPr>
                        <a:t>!=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Không bằng nhau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5 !=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76484595"/>
                  </a:ext>
                </a:extLst>
              </a:tr>
              <a:tr h="477982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Lớn</a:t>
                      </a:r>
                      <a:r>
                        <a:rPr lang="en-US" sz="2400" baseline="0">
                          <a:solidFill>
                            <a:schemeClr val="tx1"/>
                          </a:solidFill>
                        </a:rPr>
                        <a:t> hơn</a:t>
                      </a:r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5 &gt;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7982"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&lt;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aseline="0">
                          <a:solidFill>
                            <a:schemeClr val="tx1"/>
                          </a:solidFill>
                        </a:rPr>
                        <a:t>Nhỏ hơn</a:t>
                      </a:r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5 &lt;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7982"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</a:rPr>
                        <a:t>&gt;=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Lớn</a:t>
                      </a:r>
                      <a:r>
                        <a:rPr lang="en-US" sz="2400" baseline="0">
                          <a:solidFill>
                            <a:schemeClr val="tx1"/>
                          </a:solidFill>
                        </a:rPr>
                        <a:t> hơn hoặc bằng</a:t>
                      </a:r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5 &gt;=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982">
                <a:tc>
                  <a:txBody>
                    <a:bodyPr/>
                    <a:lstStyle/>
                    <a:p>
                      <a:pPr algn="ctr"/>
                      <a:r>
                        <a:rPr lang="en-US" sz="2400" b="0">
                          <a:solidFill>
                            <a:schemeClr val="tx1"/>
                          </a:solidFill>
                        </a:rPr>
                        <a:t>&lt;=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Nhỏ</a:t>
                      </a:r>
                      <a:r>
                        <a:rPr lang="en-US" sz="2400" baseline="0">
                          <a:solidFill>
                            <a:schemeClr val="tx1"/>
                          </a:solidFill>
                        </a:rPr>
                        <a:t> hơn hoặc bằng</a:t>
                      </a:r>
                      <a:endParaRPr lang="en-US" sz="240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5 &lt;=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18498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/>
              <a:t>TOÁN TỬ LOGIC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EF6822"/>
                </a:solidFill>
              </a:rPr>
              <a:t>Toán tử logic </a:t>
            </a:r>
            <a:r>
              <a:rPr lang="en-US"/>
              <a:t>(</a:t>
            </a:r>
            <a:r>
              <a:rPr lang="en-US">
                <a:solidFill>
                  <a:srgbClr val="17459E"/>
                </a:solidFill>
              </a:rPr>
              <a:t>Logical operators</a:t>
            </a:r>
            <a:r>
              <a:rPr lang="en-US"/>
              <a:t>): dùng để </a:t>
            </a:r>
            <a:r>
              <a:rPr lang="en-US">
                <a:solidFill>
                  <a:srgbClr val="17459E"/>
                </a:solidFill>
              </a:rPr>
              <a:t>kết hợp các giá trị luận lý</a:t>
            </a:r>
            <a:r>
              <a:rPr lang="en-US"/>
              <a:t> (boolean)</a:t>
            </a:r>
          </a:p>
          <a:p>
            <a:pPr lvl="1"/>
            <a:r>
              <a:rPr lang="en-US"/>
              <a:t>Toán tử </a:t>
            </a:r>
            <a:r>
              <a:rPr lang="en-US">
                <a:solidFill>
                  <a:srgbClr val="17459E"/>
                </a:solidFill>
              </a:rPr>
              <a:t>Phủ định (NOT)</a:t>
            </a:r>
            <a:r>
              <a:rPr lang="en-US"/>
              <a:t>:</a:t>
            </a:r>
            <a:r>
              <a:rPr lang="en-US">
                <a:solidFill>
                  <a:srgbClr val="17459E"/>
                </a:solidFill>
              </a:rPr>
              <a:t> ! 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51435" indent="0">
              <a:buNone/>
            </a:pPr>
            <a:endParaRPr lang="en-US"/>
          </a:p>
          <a:p>
            <a:pPr marL="51435" indent="0">
              <a:buNone/>
            </a:pPr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177E208-866D-5541-9317-6B3AD721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3: Cấu trúc Lựa chọn</a:t>
            </a:r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51E9DD53-EF2B-554D-BF71-18CA41B5C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7</a:t>
            </a:fld>
            <a:endParaRPr lang="en-US" dirty="0"/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7D5864D3-2B82-A3A0-35E5-5AEB8E3A5052}"/>
              </a:ext>
            </a:extLst>
          </p:cNvPr>
          <p:cNvGraphicFramePr>
            <a:graphicFrameLocks noGrp="1"/>
          </p:cNvGraphicFramePr>
          <p:nvPr/>
        </p:nvGraphicFramePr>
        <p:xfrm>
          <a:off x="2468866" y="2321560"/>
          <a:ext cx="4518212" cy="110744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59106">
                  <a:extLst>
                    <a:ext uri="{9D8B030D-6E8A-4147-A177-3AD203B41FA5}">
                      <a16:colId xmlns:a16="http://schemas.microsoft.com/office/drawing/2014/main" val="4001617356"/>
                    </a:ext>
                  </a:extLst>
                </a:gridCol>
                <a:gridCol w="2259106">
                  <a:extLst>
                    <a:ext uri="{9D8B030D-6E8A-4147-A177-3AD203B41FA5}">
                      <a16:colId xmlns:a16="http://schemas.microsoft.com/office/drawing/2014/main" val="33551127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!A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716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927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969659"/>
                  </a:ext>
                </a:extLst>
              </a:tr>
            </a:tbl>
          </a:graphicData>
        </a:graphic>
      </p:graphicFrame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24EC9DDC-A189-634B-303A-4372CC57ACAF}"/>
              </a:ext>
            </a:extLst>
          </p:cNvPr>
          <p:cNvSpPr txBox="1">
            <a:spLocks/>
          </p:cNvSpPr>
          <p:nvPr/>
        </p:nvSpPr>
        <p:spPr>
          <a:xfrm>
            <a:off x="2053217" y="4007224"/>
            <a:ext cx="5349509" cy="127747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>
              <a:buNone/>
            </a:pPr>
            <a:r>
              <a:rPr lang="en-US" sz="2000">
                <a:solidFill>
                  <a:srgbClr val="0432FF"/>
                </a:solidFill>
                <a:latin typeface="SFMono-Regular"/>
              </a:rPr>
              <a:t>bool</a:t>
            </a:r>
            <a:r>
              <a:rPr lang="en-US" sz="2000">
                <a:solidFill>
                  <a:srgbClr val="C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>
                <a:solidFill>
                  <a:srgbClr val="17459E"/>
                </a:solidFill>
                <a:latin typeface="Cascadia Mono" panose="020B0609020000020004" pitchFamily="49" charset="0"/>
              </a:rPr>
              <a:t>passed</a:t>
            </a:r>
            <a:r>
              <a:rPr lang="en-US" sz="2000">
                <a:latin typeface="Cascadia Mono" panose="020B0609020000020004" pitchFamily="49" charset="0"/>
              </a:rPr>
              <a:t> = </a:t>
            </a:r>
            <a:r>
              <a:rPr lang="en-US" sz="2000">
                <a:solidFill>
                  <a:srgbClr val="17459E"/>
                </a:solidFill>
                <a:latin typeface="Cascadia Mono" panose="020B0609020000020004" pitchFamily="49" charset="0"/>
              </a:rPr>
              <a:t>false</a:t>
            </a:r>
            <a:r>
              <a:rPr lang="en-US" sz="2000">
                <a:latin typeface="Cascadia Mono" panose="020B0609020000020004" pitchFamily="49" charset="0"/>
              </a:rPr>
              <a:t>;</a:t>
            </a:r>
          </a:p>
          <a:p>
            <a:pPr marL="51435" indent="0">
              <a:buNone/>
            </a:pPr>
            <a:r>
              <a:rPr lang="en-US" sz="2000">
                <a:solidFill>
                  <a:srgbClr val="0432FF"/>
                </a:solidFill>
                <a:latin typeface="SFMono-Regular"/>
              </a:rPr>
              <a:t>Console</a:t>
            </a:r>
            <a:r>
              <a:rPr lang="en-US" sz="2000">
                <a:latin typeface="SFMono-Regular"/>
              </a:rPr>
              <a:t>.</a:t>
            </a:r>
            <a:r>
              <a:rPr lang="en-US" sz="2000">
                <a:solidFill>
                  <a:srgbClr val="EF6822"/>
                </a:solidFill>
                <a:latin typeface="SFMono-Regular"/>
              </a:rPr>
              <a:t>WriteLine</a:t>
            </a:r>
            <a:r>
              <a:rPr lang="en-US" sz="2000">
                <a:latin typeface="Cascadia Mono" panose="020B0609020000020004" pitchFamily="49" charset="0"/>
              </a:rPr>
              <a:t>(</a:t>
            </a:r>
            <a:r>
              <a:rPr lang="en-US" sz="2000">
                <a:solidFill>
                  <a:srgbClr val="FF0000"/>
                </a:solidFill>
                <a:latin typeface="Cascadia Mono" panose="020B0609020000020004" pitchFamily="49" charset="0"/>
              </a:rPr>
              <a:t>!</a:t>
            </a:r>
            <a:r>
              <a:rPr lang="en-US" sz="2000">
                <a:solidFill>
                  <a:srgbClr val="17459E"/>
                </a:solidFill>
                <a:latin typeface="Cascadia Mono" panose="020B0609020000020004" pitchFamily="49" charset="0"/>
              </a:rPr>
              <a:t>passed</a:t>
            </a:r>
            <a:r>
              <a:rPr lang="en-US" sz="2000">
                <a:latin typeface="Cascadia Mono" panose="020B0609020000020004" pitchFamily="49" charset="0"/>
              </a:rPr>
              <a:t>);  	</a:t>
            </a:r>
            <a:r>
              <a:rPr lang="en-US" sz="2000">
                <a:solidFill>
                  <a:srgbClr val="C00000"/>
                </a:solidFill>
                <a:latin typeface="Cascadia Mono" panose="020B0609020000020004" pitchFamily="49" charset="0"/>
              </a:rPr>
              <a:t>// output: true</a:t>
            </a:r>
          </a:p>
          <a:p>
            <a:pPr marL="51435" indent="0">
              <a:buNone/>
            </a:pPr>
            <a:r>
              <a:rPr lang="en-US" sz="2000">
                <a:solidFill>
                  <a:srgbClr val="0432FF"/>
                </a:solidFill>
                <a:latin typeface="SFMono-Regular"/>
              </a:rPr>
              <a:t>Console</a:t>
            </a:r>
            <a:r>
              <a:rPr lang="en-US" sz="2000">
                <a:latin typeface="SFMono-Regular"/>
              </a:rPr>
              <a:t>.</a:t>
            </a:r>
            <a:r>
              <a:rPr lang="en-US" sz="2000">
                <a:solidFill>
                  <a:srgbClr val="EF6822"/>
                </a:solidFill>
                <a:latin typeface="SFMono-Regular"/>
              </a:rPr>
              <a:t>WriteLine</a:t>
            </a:r>
            <a:r>
              <a:rPr lang="en-US" sz="2000">
                <a:latin typeface="Cascadia Mono" panose="020B0609020000020004" pitchFamily="49" charset="0"/>
              </a:rPr>
              <a:t>(</a:t>
            </a:r>
            <a:r>
              <a:rPr lang="en-US" sz="2000">
                <a:solidFill>
                  <a:srgbClr val="FF0000"/>
                </a:solidFill>
                <a:latin typeface="Cascadia Mono" panose="020B0609020000020004" pitchFamily="49" charset="0"/>
              </a:rPr>
              <a:t>!</a:t>
            </a:r>
            <a:r>
              <a:rPr lang="en-US" sz="2000">
                <a:solidFill>
                  <a:srgbClr val="17459E"/>
                </a:solidFill>
                <a:latin typeface="Cascadia Mono" panose="020B0609020000020004" pitchFamily="49" charset="0"/>
              </a:rPr>
              <a:t>true</a:t>
            </a:r>
            <a:r>
              <a:rPr lang="en-US" sz="2000">
                <a:latin typeface="Cascadia Mono" panose="020B0609020000020004" pitchFamily="49" charset="0"/>
              </a:rPr>
              <a:t>);</a:t>
            </a:r>
            <a:r>
              <a:rPr lang="en-US" sz="2000">
                <a:solidFill>
                  <a:srgbClr val="C00000"/>
                </a:solidFill>
                <a:latin typeface="Cascadia Mono" panose="020B0609020000020004" pitchFamily="49" charset="0"/>
              </a:rPr>
              <a:t>    	// output: false</a:t>
            </a:r>
          </a:p>
        </p:txBody>
      </p:sp>
    </p:spTree>
    <p:extLst>
      <p:ext uri="{BB962C8B-B14F-4D97-AF65-F5344CB8AC3E}">
        <p14:creationId xmlns:p14="http://schemas.microsoft.com/office/powerpoint/2010/main" val="32952218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/>
              <a:t>TOÁN TỬ LOGIC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EF6822"/>
                </a:solidFill>
              </a:rPr>
              <a:t>Toán tử logic </a:t>
            </a:r>
            <a:r>
              <a:rPr lang="en-US"/>
              <a:t>(</a:t>
            </a:r>
            <a:r>
              <a:rPr lang="en-US">
                <a:solidFill>
                  <a:srgbClr val="17459E"/>
                </a:solidFill>
              </a:rPr>
              <a:t>Logical operators</a:t>
            </a:r>
            <a:r>
              <a:rPr lang="en-US"/>
              <a:t>): dùng để </a:t>
            </a:r>
            <a:r>
              <a:rPr lang="en-US">
                <a:solidFill>
                  <a:srgbClr val="17459E"/>
                </a:solidFill>
              </a:rPr>
              <a:t>kết hợp các giá trị luận lý</a:t>
            </a:r>
            <a:r>
              <a:rPr lang="en-US"/>
              <a:t> (boolean)</a:t>
            </a:r>
          </a:p>
          <a:p>
            <a:pPr lvl="1"/>
            <a:r>
              <a:rPr lang="en-US"/>
              <a:t>Toán tử </a:t>
            </a:r>
            <a:r>
              <a:rPr lang="en-US">
                <a:solidFill>
                  <a:srgbClr val="17459E"/>
                </a:solidFill>
              </a:rPr>
              <a:t>Và (AND)</a:t>
            </a:r>
            <a:r>
              <a:rPr lang="en-US"/>
              <a:t>:</a:t>
            </a:r>
            <a:r>
              <a:rPr lang="en-US">
                <a:solidFill>
                  <a:srgbClr val="17459E"/>
                </a:solidFill>
              </a:rPr>
              <a:t> &amp;&amp;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51435" indent="0">
              <a:buNone/>
            </a:pPr>
            <a:endParaRPr lang="en-US"/>
          </a:p>
          <a:p>
            <a:pPr marL="51435" indent="0">
              <a:buNone/>
            </a:pPr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177E208-866D-5541-9317-6B3AD721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3: Cấu trúc Lựa chọn</a:t>
            </a:r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51E9DD53-EF2B-554D-BF71-18CA41B5C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7D5864D3-2B82-A3A0-35E5-5AEB8E3A5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3749643"/>
              </p:ext>
            </p:extLst>
          </p:nvPr>
        </p:nvGraphicFramePr>
        <p:xfrm>
          <a:off x="2468866" y="2321560"/>
          <a:ext cx="4518213" cy="18491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6071">
                  <a:extLst>
                    <a:ext uri="{9D8B030D-6E8A-4147-A177-3AD203B41FA5}">
                      <a16:colId xmlns:a16="http://schemas.microsoft.com/office/drawing/2014/main" val="4001617356"/>
                    </a:ext>
                  </a:extLst>
                </a:gridCol>
                <a:gridCol w="1506071">
                  <a:extLst>
                    <a:ext uri="{9D8B030D-6E8A-4147-A177-3AD203B41FA5}">
                      <a16:colId xmlns:a16="http://schemas.microsoft.com/office/drawing/2014/main" val="1714510200"/>
                    </a:ext>
                  </a:extLst>
                </a:gridCol>
                <a:gridCol w="1506071">
                  <a:extLst>
                    <a:ext uri="{9D8B030D-6E8A-4147-A177-3AD203B41FA5}">
                      <a16:colId xmlns:a16="http://schemas.microsoft.com/office/drawing/2014/main" val="33551127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A &amp;&amp;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716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VN">
                          <a:solidFill>
                            <a:srgbClr val="0432FF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>
                          <a:solidFill>
                            <a:srgbClr val="0432FF"/>
                          </a:solidFill>
                        </a:rPr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>
                          <a:solidFill>
                            <a:srgbClr val="0432FF"/>
                          </a:solidFill>
                        </a:rPr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927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false</a:t>
                      </a:r>
                      <a:endParaRPr lang="en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969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462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346371"/>
                  </a:ext>
                </a:extLst>
              </a:tr>
            </a:tbl>
          </a:graphicData>
        </a:graphic>
      </p:graphicFrame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24EC9DDC-A189-634B-303A-4372CC57ACAF}"/>
              </a:ext>
            </a:extLst>
          </p:cNvPr>
          <p:cNvSpPr txBox="1">
            <a:spLocks/>
          </p:cNvSpPr>
          <p:nvPr/>
        </p:nvSpPr>
        <p:spPr>
          <a:xfrm>
            <a:off x="2053217" y="4438807"/>
            <a:ext cx="5349509" cy="19941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>
              <a:buNone/>
            </a:pPr>
            <a:r>
              <a:rPr lang="en-US" sz="2000">
                <a:solidFill>
                  <a:srgbClr val="0432FF"/>
                </a:solidFill>
                <a:latin typeface="SFMono-Regular"/>
              </a:rPr>
              <a:t>bool</a:t>
            </a:r>
            <a:r>
              <a:rPr lang="en-US" sz="2000">
                <a:solidFill>
                  <a:srgbClr val="C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>
                <a:solidFill>
                  <a:srgbClr val="17459E"/>
                </a:solidFill>
                <a:latin typeface="Cascadia Mono" panose="020B0609020000020004" pitchFamily="49" charset="0"/>
              </a:rPr>
              <a:t>a</a:t>
            </a:r>
            <a:r>
              <a:rPr lang="en-US" sz="2000">
                <a:latin typeface="Cascadia Mono" panose="020B0609020000020004" pitchFamily="49" charset="0"/>
              </a:rPr>
              <a:t> = </a:t>
            </a:r>
            <a:r>
              <a:rPr lang="en-US" sz="2000">
                <a:solidFill>
                  <a:srgbClr val="17459E"/>
                </a:solidFill>
                <a:latin typeface="Cascadia Mono" panose="020B0609020000020004" pitchFamily="49" charset="0"/>
              </a:rPr>
              <a:t>5 &gt; 3</a:t>
            </a:r>
            <a:r>
              <a:rPr lang="en-US" sz="2000">
                <a:latin typeface="Cascadia Mono" panose="020B0609020000020004" pitchFamily="49" charset="0"/>
              </a:rPr>
              <a:t>;				</a:t>
            </a:r>
            <a:r>
              <a:rPr lang="en-US" sz="2000">
                <a:solidFill>
                  <a:srgbClr val="C00000"/>
                </a:solidFill>
                <a:latin typeface="Cascadia Mono" panose="020B0609020000020004" pitchFamily="49" charset="0"/>
              </a:rPr>
              <a:t>//true</a:t>
            </a:r>
          </a:p>
          <a:p>
            <a:pPr marL="51435" indent="0">
              <a:buNone/>
            </a:pPr>
            <a:r>
              <a:rPr lang="en-US" sz="2000">
                <a:solidFill>
                  <a:srgbClr val="0432FF"/>
                </a:solidFill>
                <a:latin typeface="SFMono-Regular"/>
              </a:rPr>
              <a:t>bool</a:t>
            </a:r>
            <a:r>
              <a:rPr lang="en-US" sz="2000">
                <a:solidFill>
                  <a:srgbClr val="C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>
                <a:solidFill>
                  <a:srgbClr val="17459E"/>
                </a:solidFill>
                <a:latin typeface="Cascadia Mono" panose="020B0609020000020004" pitchFamily="49" charset="0"/>
              </a:rPr>
              <a:t>b</a:t>
            </a:r>
            <a:r>
              <a:rPr lang="en-US" sz="2000">
                <a:latin typeface="Cascadia Mono" panose="020B0609020000020004" pitchFamily="49" charset="0"/>
              </a:rPr>
              <a:t> = </a:t>
            </a:r>
            <a:r>
              <a:rPr lang="en-US" sz="2000">
                <a:solidFill>
                  <a:srgbClr val="17459E"/>
                </a:solidFill>
                <a:latin typeface="Cascadia Mono" panose="020B0609020000020004" pitchFamily="49" charset="0"/>
              </a:rPr>
              <a:t>7 &lt; 4</a:t>
            </a:r>
            <a:r>
              <a:rPr lang="en-US" sz="2000">
                <a:latin typeface="Cascadia Mono" panose="020B0609020000020004" pitchFamily="49" charset="0"/>
              </a:rPr>
              <a:t>;				</a:t>
            </a:r>
            <a:r>
              <a:rPr lang="en-US" sz="2000">
                <a:solidFill>
                  <a:srgbClr val="C00000"/>
                </a:solidFill>
                <a:latin typeface="Cascadia Mono" panose="020B0609020000020004" pitchFamily="49" charset="0"/>
              </a:rPr>
              <a:t>//false</a:t>
            </a:r>
          </a:p>
          <a:p>
            <a:pPr marL="51435" indent="0">
              <a:buNone/>
            </a:pPr>
            <a:r>
              <a:rPr lang="en-US" sz="2000">
                <a:solidFill>
                  <a:srgbClr val="0432FF"/>
                </a:solidFill>
                <a:latin typeface="SFMono-Regular"/>
              </a:rPr>
              <a:t>bool</a:t>
            </a:r>
            <a:r>
              <a:rPr lang="en-US" sz="2000">
                <a:solidFill>
                  <a:srgbClr val="C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>
                <a:solidFill>
                  <a:srgbClr val="17459E"/>
                </a:solidFill>
                <a:latin typeface="Cascadia Mono" panose="020B0609020000020004" pitchFamily="49" charset="0"/>
              </a:rPr>
              <a:t>c</a:t>
            </a:r>
            <a:r>
              <a:rPr lang="en-US" sz="2000">
                <a:latin typeface="Cascadia Mono" panose="020B0609020000020004" pitchFamily="49" charset="0"/>
              </a:rPr>
              <a:t> = </a:t>
            </a:r>
            <a:r>
              <a:rPr lang="en-US" sz="2000">
                <a:solidFill>
                  <a:srgbClr val="17459E"/>
                </a:solidFill>
                <a:latin typeface="Cascadia Mono" panose="020B0609020000020004" pitchFamily="49" charset="0"/>
              </a:rPr>
              <a:t>3 &gt; 1</a:t>
            </a:r>
            <a:r>
              <a:rPr lang="en-US" sz="2000">
                <a:latin typeface="Cascadia Mono" panose="020B0609020000020004" pitchFamily="49" charset="0"/>
              </a:rPr>
              <a:t>;				</a:t>
            </a:r>
            <a:r>
              <a:rPr lang="en-US" sz="2000">
                <a:solidFill>
                  <a:srgbClr val="C00000"/>
                </a:solidFill>
                <a:latin typeface="Cascadia Mono" panose="020B0609020000020004" pitchFamily="49" charset="0"/>
              </a:rPr>
              <a:t>//true</a:t>
            </a:r>
          </a:p>
          <a:p>
            <a:pPr marL="51435" indent="0">
              <a:buNone/>
            </a:pPr>
            <a:r>
              <a:rPr lang="en-US" sz="2000">
                <a:solidFill>
                  <a:srgbClr val="0432FF"/>
                </a:solidFill>
                <a:latin typeface="SFMono-Regular"/>
              </a:rPr>
              <a:t>Console</a:t>
            </a:r>
            <a:r>
              <a:rPr lang="en-US" sz="2000">
                <a:latin typeface="SFMono-Regular"/>
              </a:rPr>
              <a:t>.</a:t>
            </a:r>
            <a:r>
              <a:rPr lang="en-US" sz="2000">
                <a:solidFill>
                  <a:srgbClr val="EF6822"/>
                </a:solidFill>
                <a:latin typeface="SFMono-Regular"/>
              </a:rPr>
              <a:t>WriteLine</a:t>
            </a:r>
            <a:r>
              <a:rPr lang="en-US" sz="2000">
                <a:latin typeface="Cascadia Mono" panose="020B0609020000020004" pitchFamily="49" charset="0"/>
              </a:rPr>
              <a:t>(</a:t>
            </a:r>
            <a:r>
              <a:rPr lang="en-US" sz="2000">
                <a:solidFill>
                  <a:srgbClr val="17459E"/>
                </a:solidFill>
                <a:latin typeface="Cascadia Mono" panose="020B0609020000020004" pitchFamily="49" charset="0"/>
              </a:rPr>
              <a:t>a</a:t>
            </a:r>
            <a:r>
              <a:rPr lang="en-US" sz="2000">
                <a:solidFill>
                  <a:srgbClr val="FF0000"/>
                </a:solidFill>
                <a:latin typeface="Cascadia Mono" panose="020B0609020000020004" pitchFamily="49" charset="0"/>
              </a:rPr>
              <a:t> &amp;&amp; </a:t>
            </a:r>
            <a:r>
              <a:rPr lang="en-US" sz="2000">
                <a:solidFill>
                  <a:srgbClr val="17459E"/>
                </a:solidFill>
                <a:latin typeface="Cascadia Mono" panose="020B0609020000020004" pitchFamily="49" charset="0"/>
              </a:rPr>
              <a:t>b</a:t>
            </a:r>
            <a:r>
              <a:rPr lang="en-US" sz="2000">
                <a:latin typeface="Cascadia Mono" panose="020B0609020000020004" pitchFamily="49" charset="0"/>
              </a:rPr>
              <a:t>);  	</a:t>
            </a:r>
            <a:r>
              <a:rPr lang="en-US" sz="2000">
                <a:solidFill>
                  <a:srgbClr val="C00000"/>
                </a:solidFill>
                <a:latin typeface="Cascadia Mono" panose="020B0609020000020004" pitchFamily="49" charset="0"/>
              </a:rPr>
              <a:t>// output: false</a:t>
            </a:r>
          </a:p>
          <a:p>
            <a:pPr marL="51435" indent="0">
              <a:buNone/>
            </a:pPr>
            <a:r>
              <a:rPr lang="en-US" sz="2000">
                <a:solidFill>
                  <a:srgbClr val="0432FF"/>
                </a:solidFill>
                <a:latin typeface="SFMono-Regular"/>
              </a:rPr>
              <a:t>Console</a:t>
            </a:r>
            <a:r>
              <a:rPr lang="en-US" sz="2000">
                <a:latin typeface="SFMono-Regular"/>
              </a:rPr>
              <a:t>.</a:t>
            </a:r>
            <a:r>
              <a:rPr lang="en-US" sz="2000">
                <a:solidFill>
                  <a:srgbClr val="EF6822"/>
                </a:solidFill>
                <a:latin typeface="SFMono-Regular"/>
              </a:rPr>
              <a:t>WriteLine</a:t>
            </a:r>
            <a:r>
              <a:rPr lang="en-US" sz="2000">
                <a:latin typeface="Cascadia Mono" panose="020B0609020000020004" pitchFamily="49" charset="0"/>
              </a:rPr>
              <a:t>(</a:t>
            </a:r>
            <a:r>
              <a:rPr lang="en-US" sz="2000">
                <a:solidFill>
                  <a:srgbClr val="17459E"/>
                </a:solidFill>
                <a:latin typeface="Cascadia Mono" panose="020B0609020000020004" pitchFamily="49" charset="0"/>
              </a:rPr>
              <a:t>b </a:t>
            </a:r>
            <a:r>
              <a:rPr lang="en-US" sz="2000">
                <a:solidFill>
                  <a:srgbClr val="FF0000"/>
                </a:solidFill>
                <a:latin typeface="Cascadia Mono" panose="020B0609020000020004" pitchFamily="49" charset="0"/>
              </a:rPr>
              <a:t>&amp;&amp; </a:t>
            </a:r>
            <a:r>
              <a:rPr lang="en-US" sz="2000">
                <a:solidFill>
                  <a:srgbClr val="17459E"/>
                </a:solidFill>
                <a:latin typeface="Cascadia Mono" panose="020B0609020000020004" pitchFamily="49" charset="0"/>
              </a:rPr>
              <a:t>c</a:t>
            </a:r>
            <a:r>
              <a:rPr lang="en-US" sz="2000">
                <a:latin typeface="Cascadia Mono" panose="020B0609020000020004" pitchFamily="49" charset="0"/>
              </a:rPr>
              <a:t>);</a:t>
            </a:r>
            <a:r>
              <a:rPr lang="en-US" sz="2000">
                <a:solidFill>
                  <a:srgbClr val="C00000"/>
                </a:solidFill>
                <a:latin typeface="Cascadia Mono" panose="020B0609020000020004" pitchFamily="49" charset="0"/>
              </a:rPr>
              <a:t>    	// output: false</a:t>
            </a:r>
          </a:p>
        </p:txBody>
      </p:sp>
    </p:spTree>
    <p:extLst>
      <p:ext uri="{BB962C8B-B14F-4D97-AF65-F5344CB8AC3E}">
        <p14:creationId xmlns:p14="http://schemas.microsoft.com/office/powerpoint/2010/main" val="25324802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/>
              <a:t>TOÁN TỬ LOGIC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EF6822"/>
                </a:solidFill>
              </a:rPr>
              <a:t>Toán tử logic </a:t>
            </a:r>
            <a:r>
              <a:rPr lang="en-US"/>
              <a:t>(</a:t>
            </a:r>
            <a:r>
              <a:rPr lang="en-US">
                <a:solidFill>
                  <a:srgbClr val="17459E"/>
                </a:solidFill>
              </a:rPr>
              <a:t>Logical operators</a:t>
            </a:r>
            <a:r>
              <a:rPr lang="en-US"/>
              <a:t>): dùng để </a:t>
            </a:r>
            <a:r>
              <a:rPr lang="en-US">
                <a:solidFill>
                  <a:srgbClr val="17459E"/>
                </a:solidFill>
              </a:rPr>
              <a:t>kết hợp các giá trị luận lý</a:t>
            </a:r>
            <a:r>
              <a:rPr lang="en-US"/>
              <a:t> (boolean)</a:t>
            </a:r>
          </a:p>
          <a:p>
            <a:pPr lvl="1"/>
            <a:r>
              <a:rPr lang="en-US"/>
              <a:t>Toán tử </a:t>
            </a:r>
            <a:r>
              <a:rPr lang="en-US">
                <a:solidFill>
                  <a:srgbClr val="17459E"/>
                </a:solidFill>
              </a:rPr>
              <a:t>Hoặc (OR)</a:t>
            </a:r>
            <a:r>
              <a:rPr lang="en-US"/>
              <a:t>:</a:t>
            </a:r>
            <a:r>
              <a:rPr lang="en-US">
                <a:solidFill>
                  <a:srgbClr val="17459E"/>
                </a:solidFill>
              </a:rPr>
              <a:t> ||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51435" indent="0">
              <a:buNone/>
            </a:pPr>
            <a:endParaRPr lang="en-US"/>
          </a:p>
          <a:p>
            <a:pPr marL="51435" indent="0">
              <a:buNone/>
            </a:pPr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177E208-866D-5541-9317-6B3AD721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3: Cấu trúc Lựa chọn</a:t>
            </a:r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51E9DD53-EF2B-554D-BF71-18CA41B5C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2" name="Table 3">
            <a:extLst>
              <a:ext uri="{FF2B5EF4-FFF2-40B4-BE49-F238E27FC236}">
                <a16:creationId xmlns:a16="http://schemas.microsoft.com/office/drawing/2014/main" id="{7D5864D3-2B82-A3A0-35E5-5AEB8E3A5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5299072"/>
              </p:ext>
            </p:extLst>
          </p:nvPr>
        </p:nvGraphicFramePr>
        <p:xfrm>
          <a:off x="2468866" y="2321560"/>
          <a:ext cx="4518213" cy="184912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1506071">
                  <a:extLst>
                    <a:ext uri="{9D8B030D-6E8A-4147-A177-3AD203B41FA5}">
                      <a16:colId xmlns:a16="http://schemas.microsoft.com/office/drawing/2014/main" val="4001617356"/>
                    </a:ext>
                  </a:extLst>
                </a:gridCol>
                <a:gridCol w="1506071">
                  <a:extLst>
                    <a:ext uri="{9D8B030D-6E8A-4147-A177-3AD203B41FA5}">
                      <a16:colId xmlns:a16="http://schemas.microsoft.com/office/drawing/2014/main" val="1714510200"/>
                    </a:ext>
                  </a:extLst>
                </a:gridCol>
                <a:gridCol w="1506071">
                  <a:extLst>
                    <a:ext uri="{9D8B030D-6E8A-4147-A177-3AD203B41FA5}">
                      <a16:colId xmlns:a16="http://schemas.microsoft.com/office/drawing/2014/main" val="335511279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A || 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7166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927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true</a:t>
                      </a:r>
                      <a:endParaRPr lang="en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059696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true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true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0462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VN">
                          <a:solidFill>
                            <a:srgbClr val="0432FF"/>
                          </a:solidFill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>
                          <a:solidFill>
                            <a:srgbClr val="0432FF"/>
                          </a:solidFill>
                        </a:rPr>
                        <a:t>false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>
                          <a:solidFill>
                            <a:srgbClr val="0432FF"/>
                          </a:solidFill>
                        </a:rPr>
                        <a:t>false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3346371"/>
                  </a:ext>
                </a:extLst>
              </a:tr>
            </a:tbl>
          </a:graphicData>
        </a:graphic>
      </p:graphicFrame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24EC9DDC-A189-634B-303A-4372CC57ACAF}"/>
              </a:ext>
            </a:extLst>
          </p:cNvPr>
          <p:cNvSpPr txBox="1">
            <a:spLocks/>
          </p:cNvSpPr>
          <p:nvPr/>
        </p:nvSpPr>
        <p:spPr>
          <a:xfrm>
            <a:off x="2053217" y="4438807"/>
            <a:ext cx="5349509" cy="19941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>
              <a:buNone/>
            </a:pPr>
            <a:r>
              <a:rPr lang="en-US" sz="2000">
                <a:solidFill>
                  <a:srgbClr val="0432FF"/>
                </a:solidFill>
                <a:latin typeface="SFMono-Regular"/>
              </a:rPr>
              <a:t>bool</a:t>
            </a:r>
            <a:r>
              <a:rPr lang="en-US" sz="2000">
                <a:solidFill>
                  <a:srgbClr val="C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>
                <a:solidFill>
                  <a:srgbClr val="17459E"/>
                </a:solidFill>
                <a:latin typeface="Cascadia Mono" panose="020B0609020000020004" pitchFamily="49" charset="0"/>
              </a:rPr>
              <a:t>a</a:t>
            </a:r>
            <a:r>
              <a:rPr lang="en-US" sz="2000">
                <a:latin typeface="Cascadia Mono" panose="020B0609020000020004" pitchFamily="49" charset="0"/>
              </a:rPr>
              <a:t> = </a:t>
            </a:r>
            <a:r>
              <a:rPr lang="en-US" sz="2000">
                <a:solidFill>
                  <a:srgbClr val="17459E"/>
                </a:solidFill>
                <a:latin typeface="Cascadia Mono" panose="020B0609020000020004" pitchFamily="49" charset="0"/>
              </a:rPr>
              <a:t>5 &gt; 3</a:t>
            </a:r>
            <a:r>
              <a:rPr lang="en-US" sz="2000">
                <a:latin typeface="Cascadia Mono" panose="020B0609020000020004" pitchFamily="49" charset="0"/>
              </a:rPr>
              <a:t>;				</a:t>
            </a:r>
            <a:r>
              <a:rPr lang="en-US" sz="2000">
                <a:solidFill>
                  <a:srgbClr val="C00000"/>
                </a:solidFill>
                <a:latin typeface="Cascadia Mono" panose="020B0609020000020004" pitchFamily="49" charset="0"/>
              </a:rPr>
              <a:t>//true</a:t>
            </a:r>
          </a:p>
          <a:p>
            <a:pPr marL="51435" indent="0">
              <a:buNone/>
            </a:pPr>
            <a:r>
              <a:rPr lang="en-US" sz="2000">
                <a:solidFill>
                  <a:srgbClr val="0432FF"/>
                </a:solidFill>
                <a:latin typeface="SFMono-Regular"/>
              </a:rPr>
              <a:t>bool</a:t>
            </a:r>
            <a:r>
              <a:rPr lang="en-US" sz="2000">
                <a:solidFill>
                  <a:srgbClr val="C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>
                <a:solidFill>
                  <a:srgbClr val="17459E"/>
                </a:solidFill>
                <a:latin typeface="Cascadia Mono" panose="020B0609020000020004" pitchFamily="49" charset="0"/>
              </a:rPr>
              <a:t>b</a:t>
            </a:r>
            <a:r>
              <a:rPr lang="en-US" sz="2000">
                <a:latin typeface="Cascadia Mono" panose="020B0609020000020004" pitchFamily="49" charset="0"/>
              </a:rPr>
              <a:t> = </a:t>
            </a:r>
            <a:r>
              <a:rPr lang="en-US" sz="2000">
                <a:solidFill>
                  <a:srgbClr val="17459E"/>
                </a:solidFill>
                <a:latin typeface="Cascadia Mono" panose="020B0609020000020004" pitchFamily="49" charset="0"/>
              </a:rPr>
              <a:t>7 &lt; 4</a:t>
            </a:r>
            <a:r>
              <a:rPr lang="en-US" sz="2000">
                <a:latin typeface="Cascadia Mono" panose="020B0609020000020004" pitchFamily="49" charset="0"/>
              </a:rPr>
              <a:t>;				</a:t>
            </a:r>
            <a:r>
              <a:rPr lang="en-US" sz="2000">
                <a:solidFill>
                  <a:srgbClr val="C00000"/>
                </a:solidFill>
                <a:latin typeface="Cascadia Mono" panose="020B0609020000020004" pitchFamily="49" charset="0"/>
              </a:rPr>
              <a:t>//false</a:t>
            </a:r>
          </a:p>
          <a:p>
            <a:pPr marL="51435" indent="0">
              <a:buNone/>
            </a:pPr>
            <a:r>
              <a:rPr lang="en-US" sz="2000">
                <a:solidFill>
                  <a:srgbClr val="0432FF"/>
                </a:solidFill>
                <a:latin typeface="SFMono-Regular"/>
              </a:rPr>
              <a:t>bool</a:t>
            </a:r>
            <a:r>
              <a:rPr lang="en-US" sz="2000">
                <a:solidFill>
                  <a:srgbClr val="C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>
                <a:solidFill>
                  <a:srgbClr val="17459E"/>
                </a:solidFill>
                <a:latin typeface="Cascadia Mono" panose="020B0609020000020004" pitchFamily="49" charset="0"/>
              </a:rPr>
              <a:t>c</a:t>
            </a:r>
            <a:r>
              <a:rPr lang="en-US" sz="2000">
                <a:latin typeface="Cascadia Mono" panose="020B0609020000020004" pitchFamily="49" charset="0"/>
              </a:rPr>
              <a:t> = </a:t>
            </a:r>
            <a:r>
              <a:rPr lang="en-US" sz="2000">
                <a:solidFill>
                  <a:srgbClr val="17459E"/>
                </a:solidFill>
                <a:latin typeface="Cascadia Mono" panose="020B0609020000020004" pitchFamily="49" charset="0"/>
              </a:rPr>
              <a:t>3 &gt; 1</a:t>
            </a:r>
            <a:r>
              <a:rPr lang="en-US" sz="2000">
                <a:latin typeface="Cascadia Mono" panose="020B0609020000020004" pitchFamily="49" charset="0"/>
              </a:rPr>
              <a:t>;				</a:t>
            </a:r>
            <a:r>
              <a:rPr lang="en-US" sz="2000">
                <a:solidFill>
                  <a:srgbClr val="C00000"/>
                </a:solidFill>
                <a:latin typeface="Cascadia Mono" panose="020B0609020000020004" pitchFamily="49" charset="0"/>
              </a:rPr>
              <a:t>//true</a:t>
            </a:r>
          </a:p>
          <a:p>
            <a:pPr marL="51435" indent="0">
              <a:buNone/>
            </a:pPr>
            <a:r>
              <a:rPr lang="en-US" sz="2000">
                <a:solidFill>
                  <a:srgbClr val="0432FF"/>
                </a:solidFill>
                <a:latin typeface="SFMono-Regular"/>
              </a:rPr>
              <a:t>Console</a:t>
            </a:r>
            <a:r>
              <a:rPr lang="en-US" sz="2000">
                <a:latin typeface="SFMono-Regular"/>
              </a:rPr>
              <a:t>.</a:t>
            </a:r>
            <a:r>
              <a:rPr lang="en-US" sz="2000">
                <a:solidFill>
                  <a:srgbClr val="EF6822"/>
                </a:solidFill>
                <a:latin typeface="SFMono-Regular"/>
              </a:rPr>
              <a:t>WriteLine</a:t>
            </a:r>
            <a:r>
              <a:rPr lang="en-US" sz="2000">
                <a:latin typeface="Cascadia Mono" panose="020B0609020000020004" pitchFamily="49" charset="0"/>
              </a:rPr>
              <a:t>(</a:t>
            </a:r>
            <a:r>
              <a:rPr lang="en-US" sz="2000">
                <a:solidFill>
                  <a:srgbClr val="17459E"/>
                </a:solidFill>
                <a:latin typeface="Cascadia Mono" panose="020B0609020000020004" pitchFamily="49" charset="0"/>
              </a:rPr>
              <a:t>a</a:t>
            </a:r>
            <a:r>
              <a:rPr lang="en-US" sz="2000">
                <a:solidFill>
                  <a:srgbClr val="FF0000"/>
                </a:solidFill>
                <a:latin typeface="Cascadia Mono" panose="020B0609020000020004" pitchFamily="49" charset="0"/>
              </a:rPr>
              <a:t> || </a:t>
            </a:r>
            <a:r>
              <a:rPr lang="en-US" sz="2000">
                <a:solidFill>
                  <a:srgbClr val="17459E"/>
                </a:solidFill>
                <a:latin typeface="Cascadia Mono" panose="020B0609020000020004" pitchFamily="49" charset="0"/>
              </a:rPr>
              <a:t>b</a:t>
            </a:r>
            <a:r>
              <a:rPr lang="en-US" sz="2000">
                <a:latin typeface="Cascadia Mono" panose="020B0609020000020004" pitchFamily="49" charset="0"/>
              </a:rPr>
              <a:t>);  	</a:t>
            </a:r>
            <a:r>
              <a:rPr lang="en-US" sz="2000">
                <a:solidFill>
                  <a:srgbClr val="C00000"/>
                </a:solidFill>
                <a:latin typeface="Cascadia Mono" panose="020B0609020000020004" pitchFamily="49" charset="0"/>
              </a:rPr>
              <a:t>// output: true</a:t>
            </a:r>
          </a:p>
          <a:p>
            <a:pPr marL="51435" indent="0">
              <a:buNone/>
            </a:pPr>
            <a:r>
              <a:rPr lang="en-US" sz="2000">
                <a:solidFill>
                  <a:srgbClr val="0432FF"/>
                </a:solidFill>
                <a:latin typeface="SFMono-Regular"/>
              </a:rPr>
              <a:t>Console</a:t>
            </a:r>
            <a:r>
              <a:rPr lang="en-US" sz="2000">
                <a:latin typeface="SFMono-Regular"/>
              </a:rPr>
              <a:t>.</a:t>
            </a:r>
            <a:r>
              <a:rPr lang="en-US" sz="2000">
                <a:solidFill>
                  <a:srgbClr val="EF6822"/>
                </a:solidFill>
                <a:latin typeface="SFMono-Regular"/>
              </a:rPr>
              <a:t>WriteLine</a:t>
            </a:r>
            <a:r>
              <a:rPr lang="en-US" sz="2000">
                <a:latin typeface="Cascadia Mono" panose="020B0609020000020004" pitchFamily="49" charset="0"/>
              </a:rPr>
              <a:t>(</a:t>
            </a:r>
            <a:r>
              <a:rPr lang="en-US" sz="2000">
                <a:solidFill>
                  <a:srgbClr val="17459E"/>
                </a:solidFill>
                <a:latin typeface="Cascadia Mono" panose="020B0609020000020004" pitchFamily="49" charset="0"/>
              </a:rPr>
              <a:t>b </a:t>
            </a:r>
            <a:r>
              <a:rPr lang="en-US" sz="2000">
                <a:solidFill>
                  <a:srgbClr val="FF0000"/>
                </a:solidFill>
                <a:latin typeface="Cascadia Mono" panose="020B0609020000020004" pitchFamily="49" charset="0"/>
              </a:rPr>
              <a:t>|| </a:t>
            </a:r>
            <a:r>
              <a:rPr lang="en-US" sz="2000">
                <a:solidFill>
                  <a:srgbClr val="17459E"/>
                </a:solidFill>
                <a:latin typeface="Cascadia Mono" panose="020B0609020000020004" pitchFamily="49" charset="0"/>
              </a:rPr>
              <a:t>c</a:t>
            </a:r>
            <a:r>
              <a:rPr lang="en-US" sz="2000">
                <a:latin typeface="Cascadia Mono" panose="020B0609020000020004" pitchFamily="49" charset="0"/>
              </a:rPr>
              <a:t>);</a:t>
            </a:r>
            <a:r>
              <a:rPr lang="en-US" sz="2000">
                <a:solidFill>
                  <a:srgbClr val="C00000"/>
                </a:solidFill>
                <a:latin typeface="Cascadia Mono" panose="020B0609020000020004" pitchFamily="49" charset="0"/>
              </a:rPr>
              <a:t>    	// output: true</a:t>
            </a:r>
          </a:p>
        </p:txBody>
      </p:sp>
    </p:spTree>
    <p:extLst>
      <p:ext uri="{BB962C8B-B14F-4D97-AF65-F5344CB8AC3E}">
        <p14:creationId xmlns:p14="http://schemas.microsoft.com/office/powerpoint/2010/main" val="3183394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/>
              <a:t>TOÁN TỬ LOGIC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C00000"/>
                </a:solidFill>
                <a:highlight>
                  <a:srgbClr val="FFFF00"/>
                </a:highlight>
              </a:rPr>
              <a:t>Chú ý:</a:t>
            </a:r>
            <a:r>
              <a:rPr lang="en-US"/>
              <a:t> cần phân biệt điểm khác nhau của:</a:t>
            </a:r>
          </a:p>
          <a:p>
            <a:pPr lvl="1"/>
            <a:r>
              <a:rPr lang="en-US"/>
              <a:t>Toán tử &amp; với &amp;&amp;</a:t>
            </a:r>
          </a:p>
          <a:p>
            <a:pPr lvl="1"/>
            <a:r>
              <a:rPr lang="en-US"/>
              <a:t>Toán tử | với ||</a:t>
            </a:r>
          </a:p>
          <a:p>
            <a:pPr lvl="1"/>
            <a:r>
              <a:rPr lang="en-US"/>
              <a:t>Tham khảo chi tiết: </a:t>
            </a:r>
            <a:r>
              <a:rPr lang="en-US">
                <a:hlinkClick r:id="rId3"/>
              </a:rPr>
              <a:t>https://learn.microsoft.com/en-us/dotnet/csharp/language-reference/operators/boolean-logical-operators</a:t>
            </a:r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177E208-866D-5541-9317-6B3AD721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3: Cấu trúc Lựa chọn</a:t>
            </a:r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51E9DD53-EF2B-554D-BF71-18CA41B5C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03693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/>
              <a:t>TOÁN TỬ LOGIC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>
                <a:solidFill>
                  <a:srgbClr val="EF6822"/>
                </a:solidFill>
              </a:rPr>
              <a:t>Thứ tự ưu tiên khi thực hiện Toán tử logic</a:t>
            </a:r>
            <a:r>
              <a:rPr lang="en-US"/>
              <a:t>:</a:t>
            </a:r>
          </a:p>
          <a:p>
            <a:pPr lvl="1"/>
            <a:r>
              <a:rPr lang="en-US" b="0" i="0" u="none" strike="noStrike">
                <a:effectLst/>
              </a:rPr>
              <a:t>Logical negation operator </a:t>
            </a:r>
            <a:r>
              <a:rPr lang="en-US" b="0" i="0" u="none" strike="noStrike">
                <a:solidFill>
                  <a:srgbClr val="0432FF"/>
                </a:solidFill>
                <a:effectLst/>
              </a:rPr>
              <a:t>!</a:t>
            </a:r>
          </a:p>
          <a:p>
            <a:pPr lvl="1"/>
            <a:r>
              <a:rPr lang="en-US" b="0" i="0" u="none" strike="noStrike">
                <a:effectLst/>
              </a:rPr>
              <a:t>Logical AND operator </a:t>
            </a:r>
            <a:r>
              <a:rPr lang="en-US" b="0" i="0" u="none" strike="noStrike">
                <a:solidFill>
                  <a:srgbClr val="0432FF"/>
                </a:solidFill>
                <a:effectLst/>
              </a:rPr>
              <a:t>&amp;</a:t>
            </a:r>
          </a:p>
          <a:p>
            <a:pPr lvl="1"/>
            <a:r>
              <a:rPr lang="en-US" b="0" i="0" u="none" strike="noStrike">
                <a:effectLst/>
              </a:rPr>
              <a:t>Logical exclusive OR operator ^</a:t>
            </a:r>
          </a:p>
          <a:p>
            <a:pPr lvl="1"/>
            <a:r>
              <a:rPr lang="en-US" b="0" i="0" u="none" strike="noStrike">
                <a:effectLst/>
              </a:rPr>
              <a:t>Logical OR operator </a:t>
            </a:r>
            <a:r>
              <a:rPr lang="en-US" b="0" i="0" u="none" strike="noStrike">
                <a:solidFill>
                  <a:srgbClr val="0432FF"/>
                </a:solidFill>
                <a:effectLst/>
              </a:rPr>
              <a:t>|</a:t>
            </a:r>
          </a:p>
          <a:p>
            <a:pPr lvl="1"/>
            <a:r>
              <a:rPr lang="en-US" b="0" i="0" u="none" strike="noStrike">
                <a:effectLst/>
              </a:rPr>
              <a:t>Conditional logical AND operator </a:t>
            </a:r>
            <a:r>
              <a:rPr lang="en-US" b="0" i="0" u="none" strike="noStrike">
                <a:solidFill>
                  <a:srgbClr val="0432FF"/>
                </a:solidFill>
                <a:effectLst/>
              </a:rPr>
              <a:t>&amp;&amp;</a:t>
            </a:r>
          </a:p>
          <a:p>
            <a:pPr lvl="1"/>
            <a:r>
              <a:rPr lang="en-US" b="0" i="0" u="none" strike="noStrike">
                <a:effectLst/>
              </a:rPr>
              <a:t>Conditional logical OR operator </a:t>
            </a:r>
            <a:r>
              <a:rPr lang="en-US" b="0" i="0" u="none" strike="noStrike">
                <a:solidFill>
                  <a:srgbClr val="0432FF"/>
                </a:solidFill>
                <a:effectLst/>
              </a:rPr>
              <a:t>||</a:t>
            </a:r>
          </a:p>
          <a:p>
            <a:r>
              <a:rPr lang="en-US"/>
              <a:t>Sử dụng </a:t>
            </a:r>
            <a:r>
              <a:rPr lang="en-US">
                <a:solidFill>
                  <a:srgbClr val="0432FF"/>
                </a:solidFill>
              </a:rPr>
              <a:t>()</a:t>
            </a:r>
            <a:r>
              <a:rPr lang="en-US"/>
              <a:t> để thay đổi thứ tự ưu tiên</a:t>
            </a:r>
            <a:endParaRPr lang="en-US" b="0" i="0" u="none" strike="noStrike">
              <a:effectLst/>
            </a:endParaRPr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51435" indent="0">
              <a:buNone/>
            </a:pPr>
            <a:endParaRPr lang="en-US"/>
          </a:p>
          <a:p>
            <a:pPr marL="51435" indent="0">
              <a:buNone/>
            </a:pPr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177E208-866D-5541-9317-6B3AD721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3: Cấu trúc Lựa chọn</a:t>
            </a:r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51E9DD53-EF2B-554D-BF71-18CA41B5C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4" name="Content Placeholder 5">
            <a:extLst>
              <a:ext uri="{FF2B5EF4-FFF2-40B4-BE49-F238E27FC236}">
                <a16:creationId xmlns:a16="http://schemas.microsoft.com/office/drawing/2014/main" id="{24EC9DDC-A189-634B-303A-4372CC57ACAF}"/>
              </a:ext>
            </a:extLst>
          </p:cNvPr>
          <p:cNvSpPr txBox="1">
            <a:spLocks/>
          </p:cNvSpPr>
          <p:nvPr/>
        </p:nvSpPr>
        <p:spPr>
          <a:xfrm>
            <a:off x="1009830" y="4335043"/>
            <a:ext cx="7124340" cy="774839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>
              <a:buNone/>
            </a:pPr>
            <a:r>
              <a:rPr lang="en-US" sz="2000">
                <a:solidFill>
                  <a:srgbClr val="0432FF"/>
                </a:solidFill>
                <a:latin typeface="SFMono-Regular"/>
              </a:rPr>
              <a:t>Console</a:t>
            </a:r>
            <a:r>
              <a:rPr lang="en-US" sz="2000">
                <a:latin typeface="SFMono-Regular"/>
              </a:rPr>
              <a:t>.</a:t>
            </a:r>
            <a:r>
              <a:rPr lang="en-US" sz="2000">
                <a:solidFill>
                  <a:srgbClr val="EF6822"/>
                </a:solidFill>
                <a:latin typeface="SFMono-Regular"/>
              </a:rPr>
              <a:t>WriteLine</a:t>
            </a:r>
            <a:r>
              <a:rPr lang="en-US" sz="2000"/>
              <a:t>(</a:t>
            </a:r>
            <a:r>
              <a:rPr lang="en-US" sz="2000">
                <a:solidFill>
                  <a:srgbClr val="0432FF"/>
                </a:solidFill>
              </a:rPr>
              <a:t>true</a:t>
            </a:r>
            <a:r>
              <a:rPr lang="en-US" sz="2000"/>
              <a:t> || </a:t>
            </a:r>
            <a:r>
              <a:rPr lang="en-US" sz="2000">
                <a:solidFill>
                  <a:srgbClr val="0432FF"/>
                </a:solidFill>
              </a:rPr>
              <a:t>true</a:t>
            </a:r>
            <a:r>
              <a:rPr lang="en-US" sz="2000"/>
              <a:t> &amp;&amp; </a:t>
            </a:r>
            <a:r>
              <a:rPr lang="en-US" sz="2000">
                <a:solidFill>
                  <a:srgbClr val="0432FF"/>
                </a:solidFill>
              </a:rPr>
              <a:t>false</a:t>
            </a:r>
            <a:r>
              <a:rPr lang="en-US" sz="2000"/>
              <a:t>); 		</a:t>
            </a:r>
            <a:r>
              <a:rPr lang="en-US" sz="2000">
                <a:solidFill>
                  <a:srgbClr val="C00000"/>
                </a:solidFill>
              </a:rPr>
              <a:t>// output: true </a:t>
            </a:r>
            <a:r>
              <a:rPr lang="en-US" sz="2000">
                <a:solidFill>
                  <a:srgbClr val="0432FF"/>
                </a:solidFill>
                <a:latin typeface="SFMono-Regular"/>
              </a:rPr>
              <a:t>Console</a:t>
            </a:r>
            <a:r>
              <a:rPr lang="en-US" sz="2000">
                <a:latin typeface="SFMono-Regular"/>
              </a:rPr>
              <a:t>.</a:t>
            </a:r>
            <a:r>
              <a:rPr lang="en-US" sz="2000">
                <a:solidFill>
                  <a:srgbClr val="EF6822"/>
                </a:solidFill>
                <a:latin typeface="SFMono-Regular"/>
              </a:rPr>
              <a:t>WriteLine</a:t>
            </a:r>
            <a:r>
              <a:rPr lang="en-US" sz="2000"/>
              <a:t>((</a:t>
            </a:r>
            <a:r>
              <a:rPr lang="en-US" sz="2000">
                <a:solidFill>
                  <a:srgbClr val="0432FF"/>
                </a:solidFill>
              </a:rPr>
              <a:t>true</a:t>
            </a:r>
            <a:r>
              <a:rPr lang="en-US" sz="2000"/>
              <a:t> || </a:t>
            </a:r>
            <a:r>
              <a:rPr lang="en-US" sz="2000">
                <a:solidFill>
                  <a:srgbClr val="0432FF"/>
                </a:solidFill>
              </a:rPr>
              <a:t>true</a:t>
            </a:r>
            <a:r>
              <a:rPr lang="en-US" sz="2000"/>
              <a:t>) &amp;&amp; </a:t>
            </a:r>
            <a:r>
              <a:rPr lang="en-US" sz="2000">
                <a:solidFill>
                  <a:srgbClr val="0432FF"/>
                </a:solidFill>
              </a:rPr>
              <a:t>false</a:t>
            </a:r>
            <a:r>
              <a:rPr lang="en-US" sz="2000"/>
              <a:t>); 		</a:t>
            </a:r>
            <a:r>
              <a:rPr lang="en-US" sz="2000">
                <a:solidFill>
                  <a:srgbClr val="C00000"/>
                </a:solidFill>
              </a:rPr>
              <a:t>// output: false</a:t>
            </a:r>
            <a:endParaRPr lang="en-US" sz="2000">
              <a:solidFill>
                <a:srgbClr val="C00000"/>
              </a:solidFill>
              <a:latin typeface="Cascadia Mono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27783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/>
              <a:t>TOÁN TỬ LOGIC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/>
              <a:t>BT 1: Xác định giá trị các biểu thức dưới đây:</a:t>
            </a:r>
          </a:p>
          <a:p>
            <a:pPr marL="339725" lvl="1" indent="0">
              <a:buNone/>
              <a:tabLst>
                <a:tab pos="3152775" algn="l"/>
                <a:tab pos="5546725" algn="l"/>
              </a:tabLst>
            </a:pPr>
            <a:r>
              <a:rPr lang="en-US">
                <a:solidFill>
                  <a:srgbClr val="00FDFF"/>
                </a:solidFill>
              </a:rPr>
              <a:t>					</a:t>
            </a:r>
            <a:endParaRPr lang="en-US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B177E208-866D-5541-9317-6B3AD721CB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3: Cấu trúc Lựa chọn</a:t>
            </a:r>
            <a:endParaRPr lang="en-US" dirty="0"/>
          </a:p>
        </p:txBody>
      </p:sp>
      <p:sp>
        <p:nvSpPr>
          <p:cNvPr id="8" name="Slide Number Placeholder 4">
            <a:extLst>
              <a:ext uri="{FF2B5EF4-FFF2-40B4-BE49-F238E27FC236}">
                <a16:creationId xmlns:a16="http://schemas.microsoft.com/office/drawing/2014/main" id="{51E9DD53-EF2B-554D-BF71-18CA41B5C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12</a:t>
            </a:fld>
            <a:endParaRPr lang="en-US" dirty="0"/>
          </a:p>
        </p:txBody>
      </p:sp>
      <p:graphicFrame>
        <p:nvGraphicFramePr>
          <p:cNvPr id="7" name="Table 8">
            <a:extLst>
              <a:ext uri="{FF2B5EF4-FFF2-40B4-BE49-F238E27FC236}">
                <a16:creationId xmlns:a16="http://schemas.microsoft.com/office/drawing/2014/main" id="{EEF1BE46-FC06-5CB8-AC41-D1BB8E7042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0913290"/>
              </p:ext>
            </p:extLst>
          </p:nvPr>
        </p:nvGraphicFramePr>
        <p:xfrm>
          <a:off x="1679972" y="1932940"/>
          <a:ext cx="6096000" cy="370840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94287">
                  <a:extLst>
                    <a:ext uri="{9D8B030D-6E8A-4147-A177-3AD203B41FA5}">
                      <a16:colId xmlns:a16="http://schemas.microsoft.com/office/drawing/2014/main" val="50766076"/>
                    </a:ext>
                  </a:extLst>
                </a:gridCol>
                <a:gridCol w="3269713">
                  <a:extLst>
                    <a:ext uri="{9D8B030D-6E8A-4147-A177-3AD203B41FA5}">
                      <a16:colId xmlns:a16="http://schemas.microsoft.com/office/drawing/2014/main" val="41485504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172424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STT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Biểu thức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Giá trị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64751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25 &lt; 7 || 15 &gt; 36</a:t>
                      </a:r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45917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15 &gt; 36 || 3 &lt; 7 </a:t>
                      </a:r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681716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14 &gt; 7 &amp;&amp; 5 &lt;= 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26746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4 &gt; 3 &amp;&amp; 17 &lt;= 7 </a:t>
                      </a:r>
                      <a:endParaRPr lang="en-VN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850144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VN">
                          <a:solidFill>
                            <a:schemeClr val="tx1"/>
                          </a:solidFill>
                        </a:rPr>
                        <a:t>!(13 &gt; 7)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42955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(13 != 7)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23417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!(9 != 7) &amp;&amp; !(0 ==0)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3583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5&gt;3 || 6&gt;4 &amp;&amp; 5&lt;1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42841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VN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>
                          <a:solidFill>
                            <a:schemeClr val="tx1"/>
                          </a:solidFill>
                        </a:rPr>
                        <a:t>(5&gt;3 || 6&gt;4) &amp;&amp; 5&lt;1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V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213838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6995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11DD4-D6F5-0741-8C18-D64693B5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/>
              <a:t>CẤU TRÚC LỰA CHỌN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DFE1E-8A2D-6145-BBE1-74889E55A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VN"/>
              <a:t>Ví dụ: Vẽ sơ đồ khối mô tả thuật toán cho bài toán sau:</a:t>
            </a:r>
          </a:p>
          <a:p>
            <a:pPr lvl="1" algn="just"/>
            <a:r>
              <a:rPr lang="en-VN"/>
              <a:t>Nhập một một số nguyên x. </a:t>
            </a:r>
            <a:r>
              <a:rPr lang="en-VN">
                <a:solidFill>
                  <a:srgbClr val="17459E"/>
                </a:solidFill>
              </a:rPr>
              <a:t>Kiểm tra nếu x là số âm thì đổi dấu x</a:t>
            </a:r>
            <a:r>
              <a:rPr lang="en-VN"/>
              <a:t>. In giá trị của x ra màn hình.</a:t>
            </a:r>
          </a:p>
          <a:p>
            <a:pPr marL="0" indent="0" algn="just">
              <a:buNone/>
            </a:pPr>
            <a:endParaRPr lang="en-VN"/>
          </a:p>
          <a:p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F2F3A0-B11D-C945-844B-13BB2613F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3: Cấu trúc Lựa chọn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BD6334-3AC2-5B46-97CE-C371AE126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13</a:t>
            </a:fld>
            <a:endParaRPr lang="en-US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94748BC9-5FAF-7440-BC24-B90A710F6F65}"/>
              </a:ext>
            </a:extLst>
          </p:cNvPr>
          <p:cNvGrpSpPr/>
          <p:nvPr/>
        </p:nvGrpSpPr>
        <p:grpSpPr>
          <a:xfrm>
            <a:off x="1713609" y="2461974"/>
            <a:ext cx="4320480" cy="3702845"/>
            <a:chOff x="3138515" y="2545555"/>
            <a:chExt cx="4320480" cy="3702845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B75FCC5-0D77-8243-BF92-DD684D1DC331}"/>
                </a:ext>
              </a:extLst>
            </p:cNvPr>
            <p:cNvGrpSpPr/>
            <p:nvPr/>
          </p:nvGrpSpPr>
          <p:grpSpPr>
            <a:xfrm>
              <a:off x="3138515" y="2545555"/>
              <a:ext cx="4320480" cy="3702845"/>
              <a:chOff x="2123728" y="2736006"/>
              <a:chExt cx="4320480" cy="3702845"/>
            </a:xfrm>
          </p:grpSpPr>
          <p:grpSp>
            <p:nvGrpSpPr>
              <p:cNvPr id="42" name="Group 41">
                <a:extLst>
                  <a:ext uri="{FF2B5EF4-FFF2-40B4-BE49-F238E27FC236}">
                    <a16:creationId xmlns:a16="http://schemas.microsoft.com/office/drawing/2014/main" id="{49286A45-5DED-B949-A98C-FB1EC820D660}"/>
                  </a:ext>
                </a:extLst>
              </p:cNvPr>
              <p:cNvGrpSpPr/>
              <p:nvPr/>
            </p:nvGrpSpPr>
            <p:grpSpPr>
              <a:xfrm>
                <a:off x="2123728" y="2736006"/>
                <a:ext cx="4320480" cy="3702845"/>
                <a:chOff x="299617" y="2286384"/>
                <a:chExt cx="4848620" cy="4274667"/>
              </a:xfrm>
            </p:grpSpPr>
            <p:cxnSp>
              <p:nvCxnSpPr>
                <p:cNvPr id="43" name="Straight Arrow Connector 42">
                  <a:extLst>
                    <a:ext uri="{FF2B5EF4-FFF2-40B4-BE49-F238E27FC236}">
                      <a16:creationId xmlns:a16="http://schemas.microsoft.com/office/drawing/2014/main" id="{24AEB2CC-996A-1D4B-9B88-547AA24EA7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62478" y="6267219"/>
                  <a:ext cx="473604" cy="0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44" name="Group 43">
                  <a:extLst>
                    <a:ext uri="{FF2B5EF4-FFF2-40B4-BE49-F238E27FC236}">
                      <a16:creationId xmlns:a16="http://schemas.microsoft.com/office/drawing/2014/main" id="{B34F314B-14FC-DE4B-BA80-62D827C4DEDF}"/>
                    </a:ext>
                  </a:extLst>
                </p:cNvPr>
                <p:cNvGrpSpPr/>
                <p:nvPr/>
              </p:nvGrpSpPr>
              <p:grpSpPr>
                <a:xfrm>
                  <a:off x="299617" y="2286384"/>
                  <a:ext cx="4848620" cy="4274667"/>
                  <a:chOff x="1019697" y="2565473"/>
                  <a:chExt cx="4848620" cy="4274667"/>
                </a:xfrm>
              </p:grpSpPr>
              <p:grpSp>
                <p:nvGrpSpPr>
                  <p:cNvPr id="46" name="Group 45">
                    <a:extLst>
                      <a:ext uri="{FF2B5EF4-FFF2-40B4-BE49-F238E27FC236}">
                        <a16:creationId xmlns:a16="http://schemas.microsoft.com/office/drawing/2014/main" id="{DC4B8109-AC5D-C546-A5D3-640CA094E8C3}"/>
                      </a:ext>
                    </a:extLst>
                  </p:cNvPr>
                  <p:cNvGrpSpPr/>
                  <p:nvPr/>
                </p:nvGrpSpPr>
                <p:grpSpPr>
                  <a:xfrm>
                    <a:off x="1100507" y="3146972"/>
                    <a:ext cx="4488558" cy="2500979"/>
                    <a:chOff x="4434985" y="3981810"/>
                    <a:chExt cx="4488558" cy="2500979"/>
                  </a:xfrm>
                </p:grpSpPr>
                <p:sp>
                  <p:nvSpPr>
                    <p:cNvPr id="84" name="Rectangle 83">
                      <a:extLst>
                        <a:ext uri="{FF2B5EF4-FFF2-40B4-BE49-F238E27FC236}">
                          <a16:creationId xmlns:a16="http://schemas.microsoft.com/office/drawing/2014/main" id="{07FB0D8A-0DC2-1D44-A7B4-50A5D945C05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34985" y="4146199"/>
                      <a:ext cx="4488558" cy="2336590"/>
                    </a:xfrm>
                    <a:prstGeom prst="rect">
                      <a:avLst/>
                    </a:prstGeom>
                    <a:solidFill>
                      <a:srgbClr val="FFFF00">
                        <a:alpha val="72941"/>
                      </a:srgbClr>
                    </a:solidFill>
                    <a:ln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VN"/>
                    </a:p>
                  </p:txBody>
                </p:sp>
                <p:cxnSp>
                  <p:nvCxnSpPr>
                    <p:cNvPr id="85" name="Elbow Connector 84">
                      <a:extLst>
                        <a:ext uri="{FF2B5EF4-FFF2-40B4-BE49-F238E27FC236}">
                          <a16:creationId xmlns:a16="http://schemas.microsoft.com/office/drawing/2014/main" id="{A15E7B0D-2FE8-A749-8CBF-0FBAA6DC1C3D}"/>
                        </a:ext>
                      </a:extLst>
                    </p:cNvPr>
                    <p:cNvCxnSpPr>
                      <a:cxnSpLocks/>
                      <a:stCxn id="86" idx="1"/>
                    </p:cNvCxnSpPr>
                    <p:nvPr/>
                  </p:nvCxnSpPr>
                  <p:spPr>
                    <a:xfrm rot="10800000" flipV="1">
                      <a:off x="5580267" y="4877195"/>
                      <a:ext cx="417027" cy="795412"/>
                    </a:xfrm>
                    <a:prstGeom prst="bentConnector2">
                      <a:avLst/>
                    </a:prstGeom>
                    <a:ln w="28575">
                      <a:solidFill>
                        <a:srgbClr val="0432FF"/>
                      </a:solidFill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pic>
                  <p:nvPicPr>
                    <p:cNvPr id="86" name="Picture 85">
                      <a:extLst>
                        <a:ext uri="{FF2B5EF4-FFF2-40B4-BE49-F238E27FC236}">
                          <a16:creationId xmlns:a16="http://schemas.microsoft.com/office/drawing/2014/main" id="{1DBF0DE8-506E-BE4D-92B3-B747BDC1899B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5997293" y="4404130"/>
                      <a:ext cx="1894038" cy="946129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cxnSp>
                  <p:nvCxnSpPr>
                    <p:cNvPr id="87" name="Straight Arrow Connector 86">
                      <a:extLst>
                        <a:ext uri="{FF2B5EF4-FFF2-40B4-BE49-F238E27FC236}">
                          <a16:creationId xmlns:a16="http://schemas.microsoft.com/office/drawing/2014/main" id="{F80E9544-735A-AC40-9145-49A17265F161}"/>
                        </a:ext>
                      </a:extLst>
                    </p:cNvPr>
                    <p:cNvCxnSpPr>
                      <a:cxnSpLocks/>
                      <a:stCxn id="65" idx="2"/>
                      <a:endCxn id="86" idx="0"/>
                    </p:cNvCxnSpPr>
                    <p:nvPr/>
                  </p:nvCxnSpPr>
                  <p:spPr>
                    <a:xfrm>
                      <a:off x="6936805" y="3981810"/>
                      <a:ext cx="7507" cy="422320"/>
                    </a:xfrm>
                    <a:prstGeom prst="straightConnector1">
                      <a:avLst/>
                    </a:prstGeom>
                    <a:ln w="28575"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88" name="TextBox 87">
                      <a:extLst>
                        <a:ext uri="{FF2B5EF4-FFF2-40B4-BE49-F238E27FC236}">
                          <a16:creationId xmlns:a16="http://schemas.microsoft.com/office/drawing/2014/main" id="{BA3576A1-DE85-8946-8632-22980298C821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34028" y="4549574"/>
                      <a:ext cx="737586" cy="39083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VN" sz="1600" b="1">
                          <a:solidFill>
                            <a:srgbClr val="0432FF"/>
                          </a:solidFill>
                        </a:rPr>
                        <a:t>True</a:t>
                      </a:r>
                    </a:p>
                  </p:txBody>
                </p:sp>
                <p:sp>
                  <p:nvSpPr>
                    <p:cNvPr id="89" name="TextBox 88">
                      <a:extLst>
                        <a:ext uri="{FF2B5EF4-FFF2-40B4-BE49-F238E27FC236}">
                          <a16:creationId xmlns:a16="http://schemas.microsoft.com/office/drawing/2014/main" id="{039E817B-B4A8-334F-BA95-4BD4D34E00B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78584" y="5353695"/>
                      <a:ext cx="729652" cy="38671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VN" sz="1600" b="1">
                          <a:solidFill>
                            <a:srgbClr val="FF0000"/>
                          </a:solidFill>
                        </a:rPr>
                        <a:t>False</a:t>
                      </a:r>
                    </a:p>
                  </p:txBody>
                </p:sp>
                <p:sp>
                  <p:nvSpPr>
                    <p:cNvPr id="90" name="TextBox 89">
                      <a:extLst>
                        <a:ext uri="{FF2B5EF4-FFF2-40B4-BE49-F238E27FC236}">
                          <a16:creationId xmlns:a16="http://schemas.microsoft.com/office/drawing/2014/main" id="{350B1A9B-686D-ED42-BF53-21E426523126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28120" y="4681208"/>
                      <a:ext cx="1832382" cy="39083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VN" sz="1600" b="1">
                          <a:solidFill>
                            <a:srgbClr val="00B050"/>
                          </a:solidFill>
                        </a:rPr>
                        <a:t>x </a:t>
                      </a:r>
                      <a:r>
                        <a:rPr lang="en-VN" sz="1600" b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&lt;</a:t>
                      </a:r>
                      <a:r>
                        <a:rPr lang="en-VN" sz="1600" b="1">
                          <a:solidFill>
                            <a:srgbClr val="00B050"/>
                          </a:solidFill>
                        </a:rPr>
                        <a:t> 0</a:t>
                      </a:r>
                    </a:p>
                  </p:txBody>
                </p:sp>
              </p:grpSp>
              <p:grpSp>
                <p:nvGrpSpPr>
                  <p:cNvPr id="53" name="Group 52">
                    <a:extLst>
                      <a:ext uri="{FF2B5EF4-FFF2-40B4-BE49-F238E27FC236}">
                        <a16:creationId xmlns:a16="http://schemas.microsoft.com/office/drawing/2014/main" id="{7F595AE1-1639-6C49-B714-600CB43A226F}"/>
                      </a:ext>
                    </a:extLst>
                  </p:cNvPr>
                  <p:cNvGrpSpPr/>
                  <p:nvPr/>
                </p:nvGrpSpPr>
                <p:grpSpPr>
                  <a:xfrm>
                    <a:off x="1019697" y="2565473"/>
                    <a:ext cx="4848620" cy="4274667"/>
                    <a:chOff x="1078144" y="3855064"/>
                    <a:chExt cx="4848620" cy="4274667"/>
                  </a:xfrm>
                </p:grpSpPr>
                <p:grpSp>
                  <p:nvGrpSpPr>
                    <p:cNvPr id="54" name="Group 53">
                      <a:extLst>
                        <a:ext uri="{FF2B5EF4-FFF2-40B4-BE49-F238E27FC236}">
                          <a16:creationId xmlns:a16="http://schemas.microsoft.com/office/drawing/2014/main" id="{3F08B7E4-1D3B-BE4A-9F1A-EDD17832E88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845113" y="7553666"/>
                      <a:ext cx="1597092" cy="576065"/>
                      <a:chOff x="2845113" y="7553666"/>
                      <a:chExt cx="1597092" cy="576065"/>
                    </a:xfrm>
                  </p:grpSpPr>
                  <p:pic>
                    <p:nvPicPr>
                      <p:cNvPr id="82" name="Picture 4">
                        <a:extLst>
                          <a:ext uri="{FF2B5EF4-FFF2-40B4-BE49-F238E27FC236}">
                            <a16:creationId xmlns:a16="http://schemas.microsoft.com/office/drawing/2014/main" id="{E1979621-48FE-0B47-850F-76A138E82F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5113" y="7553666"/>
                        <a:ext cx="1597092" cy="57606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sp>
                    <p:nvSpPr>
                      <p:cNvPr id="83" name="TextBox 82">
                        <a:extLst>
                          <a:ext uri="{FF2B5EF4-FFF2-40B4-BE49-F238E27FC236}">
                            <a16:creationId xmlns:a16="http://schemas.microsoft.com/office/drawing/2014/main" id="{B299D543-E5E6-7C45-AEEE-BE8726DCCE6D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220036" y="7624485"/>
                        <a:ext cx="778300" cy="39083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en-VN" sz="1600">
                            <a:solidFill>
                              <a:srgbClr val="17459E"/>
                            </a:solidFill>
                          </a:rPr>
                          <a:t>Xuất x</a:t>
                        </a:r>
                      </a:p>
                    </p:txBody>
                  </p:sp>
                </p:grpSp>
                <p:grpSp>
                  <p:nvGrpSpPr>
                    <p:cNvPr id="55" name="Group 54">
                      <a:extLst>
                        <a:ext uri="{FF2B5EF4-FFF2-40B4-BE49-F238E27FC236}">
                          <a16:creationId xmlns:a16="http://schemas.microsoft.com/office/drawing/2014/main" id="{8290BA03-24A0-1E4C-9946-481B8A274978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78144" y="3855064"/>
                      <a:ext cx="4848620" cy="4274667"/>
                      <a:chOff x="1769915" y="3940466"/>
                      <a:chExt cx="4848620" cy="4274667"/>
                    </a:xfrm>
                  </p:grpSpPr>
                  <p:grpSp>
                    <p:nvGrpSpPr>
                      <p:cNvPr id="60" name="Group 59">
                        <a:extLst>
                          <a:ext uri="{FF2B5EF4-FFF2-40B4-BE49-F238E27FC236}">
                            <a16:creationId xmlns:a16="http://schemas.microsoft.com/office/drawing/2014/main" id="{E6117B08-2EBD-8E43-BD74-D40D088DB419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69915" y="3940466"/>
                        <a:ext cx="4848620" cy="4274667"/>
                        <a:chOff x="1769915" y="3940466"/>
                        <a:chExt cx="4848620" cy="4274667"/>
                      </a:xfrm>
                    </p:grpSpPr>
                    <p:grpSp>
                      <p:nvGrpSpPr>
                        <p:cNvPr id="64" name="Group 63">
                          <a:extLst>
                            <a:ext uri="{FF2B5EF4-FFF2-40B4-BE49-F238E27FC236}">
                              <a16:creationId xmlns:a16="http://schemas.microsoft.com/office/drawing/2014/main" id="{616E618C-98C3-CB47-926C-96A69FB1F5B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69915" y="3940466"/>
                          <a:ext cx="4848620" cy="4274667"/>
                          <a:chOff x="2244076" y="3592944"/>
                          <a:chExt cx="4848620" cy="4274667"/>
                        </a:xfrm>
                      </p:grpSpPr>
                      <p:pic>
                        <p:nvPicPr>
                          <p:cNvPr id="66" name="Picture 2">
                            <a:extLst>
                              <a:ext uri="{FF2B5EF4-FFF2-40B4-BE49-F238E27FC236}">
                                <a16:creationId xmlns:a16="http://schemas.microsoft.com/office/drawing/2014/main" id="{2615A543-E51D-6D4E-B27B-D433562B7524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 rot="10800000" flipV="1">
                            <a:off x="2260362" y="3592944"/>
                            <a:ext cx="1224867" cy="57606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  <p:cxnSp>
                        <p:nvCxnSpPr>
                          <p:cNvPr id="68" name="Straight Arrow Connector 67">
                            <a:extLst>
                              <a:ext uri="{FF2B5EF4-FFF2-40B4-BE49-F238E27FC236}">
                                <a16:creationId xmlns:a16="http://schemas.microsoft.com/office/drawing/2014/main" id="{AD49BBC5-2356-B84B-842B-653826FACAFE}"/>
                              </a:ext>
                            </a:extLst>
                          </p:cNvPr>
                          <p:cNvCxnSpPr>
                            <a:cxnSpLocks/>
                            <a:stCxn id="66" idx="1"/>
                          </p:cNvCxnSpPr>
                          <p:nvPr/>
                        </p:nvCxnSpPr>
                        <p:spPr>
                          <a:xfrm>
                            <a:off x="3485229" y="3880977"/>
                            <a:ext cx="603600" cy="5434"/>
                          </a:xfrm>
                          <a:prstGeom prst="straightConnector1">
                            <a:avLst/>
                          </a:prstGeom>
                          <a:ln w="28575">
                            <a:tailEnd type="triangle"/>
                          </a:ln>
                        </p:spPr>
                        <p:style>
                          <a:lnRef idx="1">
                            <a:schemeClr val="dk1"/>
                          </a:lnRef>
                          <a:fillRef idx="0">
                            <a:schemeClr val="dk1"/>
                          </a:fillRef>
                          <a:effectRef idx="0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78" name="TextBox 77">
                            <a:extLst>
                              <a:ext uri="{FF2B5EF4-FFF2-40B4-BE49-F238E27FC236}">
                                <a16:creationId xmlns:a16="http://schemas.microsoft.com/office/drawing/2014/main" id="{0D415569-5D90-1B43-9254-3B7F0AC0DDF3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244076" y="3679856"/>
                            <a:ext cx="1224868" cy="338554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en-VN" sz="1600">
                                <a:solidFill>
                                  <a:srgbClr val="FF0000"/>
                                </a:solidFill>
                              </a:rPr>
                              <a:t>Bắt đầu</a:t>
                            </a:r>
                          </a:p>
                        </p:txBody>
                      </p:sp>
                      <p:pic>
                        <p:nvPicPr>
                          <p:cNvPr id="80" name="Picture 2">
                            <a:extLst>
                              <a:ext uri="{FF2B5EF4-FFF2-40B4-BE49-F238E27FC236}">
                                <a16:creationId xmlns:a16="http://schemas.microsoft.com/office/drawing/2014/main" id="{45F2FEA1-29A1-9448-BD03-A32D4D58F092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 rot="10800000" flipV="1">
                            <a:off x="5836231" y="7291546"/>
                            <a:ext cx="1256465" cy="57606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  <p:sp>
                        <p:nvSpPr>
                          <p:cNvPr id="81" name="TextBox 80">
                            <a:extLst>
                              <a:ext uri="{FF2B5EF4-FFF2-40B4-BE49-F238E27FC236}">
                                <a16:creationId xmlns:a16="http://schemas.microsoft.com/office/drawing/2014/main" id="{9DAD2462-5BF1-F94E-AD24-08B160CAEF18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5865965" y="7378361"/>
                            <a:ext cx="1196990" cy="39083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 anchor="ctr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en-VN" sz="1600">
                                <a:solidFill>
                                  <a:srgbClr val="FF0000"/>
                                </a:solidFill>
                              </a:rPr>
                              <a:t>Kết thúc</a:t>
                            </a:r>
                          </a:p>
                        </p:txBody>
                      </p:sp>
                    </p:grpSp>
                    <p:pic>
                      <p:nvPicPr>
                        <p:cNvPr id="65" name="Picture 4">
                          <a:extLst>
                            <a:ext uri="{FF2B5EF4-FFF2-40B4-BE49-F238E27FC236}">
                              <a16:creationId xmlns:a16="http://schemas.microsoft.com/office/drawing/2014/main" id="{6B488DB9-2487-8D4D-8198-3F4B42F4CD1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9473" y="3945900"/>
                          <a:ext cx="1866143" cy="57606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grpSp>
                  <p:sp>
                    <p:nvSpPr>
                      <p:cNvPr id="63" name="TextBox 62">
                        <a:extLst>
                          <a:ext uri="{FF2B5EF4-FFF2-40B4-BE49-F238E27FC236}">
                            <a16:creationId xmlns:a16="http://schemas.microsoft.com/office/drawing/2014/main" id="{F6051A20-7F2F-2142-9FA2-99A51650D432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896905" y="4027285"/>
                        <a:ext cx="858462" cy="39083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en-VN" sz="1600">
                            <a:solidFill>
                              <a:srgbClr val="17459E"/>
                            </a:solidFill>
                          </a:rPr>
                          <a:t>Nhập x</a:t>
                        </a:r>
                      </a:p>
                    </p:txBody>
                  </p:sp>
                </p:grpSp>
              </p:grpSp>
            </p:grpSp>
            <p:cxnSp>
              <p:nvCxnSpPr>
                <p:cNvPr id="45" name="Straight Connector 44">
                  <a:extLst>
                    <a:ext uri="{FF2B5EF4-FFF2-40B4-BE49-F238E27FC236}">
                      <a16:creationId xmlns:a16="http://schemas.microsoft.com/office/drawing/2014/main" id="{0B6A6D3B-3942-E043-A772-D526FC4741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24485" y="5052880"/>
                  <a:ext cx="1223" cy="600570"/>
                </a:xfrm>
                <a:prstGeom prst="line">
                  <a:avLst/>
                </a:prstGeom>
                <a:ln w="28575">
                  <a:solidFill>
                    <a:srgbClr val="0432FF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B0B1E731-EE7E-A946-B929-28D666D36762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196956" y="5653426"/>
                <a:ext cx="1234775" cy="6465"/>
              </a:xfrm>
              <a:prstGeom prst="line">
                <a:avLst/>
              </a:prstGeom>
              <a:ln w="28575">
                <a:solidFill>
                  <a:srgbClr val="0432F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94" name="Straight Arrow Connector 93">
                <a:extLst>
                  <a:ext uri="{FF2B5EF4-FFF2-40B4-BE49-F238E27FC236}">
                    <a16:creationId xmlns:a16="http://schemas.microsoft.com/office/drawing/2014/main" id="{38F15F3E-3836-9D45-BC0B-08B12AE0FE7D}"/>
                  </a:ext>
                </a:extLst>
              </p:cNvPr>
              <p:cNvCxnSpPr/>
              <p:nvPr/>
            </p:nvCxnSpPr>
            <p:spPr>
              <a:xfrm>
                <a:off x="4431731" y="4423357"/>
                <a:ext cx="0" cy="122675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Arrow Connector 94">
                <a:extLst>
                  <a:ext uri="{FF2B5EF4-FFF2-40B4-BE49-F238E27FC236}">
                    <a16:creationId xmlns:a16="http://schemas.microsoft.com/office/drawing/2014/main" id="{5CE4E8FF-CA2D-2743-B2F2-6F0D96C63CDE}"/>
                  </a:ext>
                </a:extLst>
              </p:cNvPr>
              <p:cNvCxnSpPr/>
              <p:nvPr/>
            </p:nvCxnSpPr>
            <p:spPr>
              <a:xfrm>
                <a:off x="4431731" y="5650115"/>
                <a:ext cx="0" cy="289731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319686A-2551-9240-A5D1-327FF286015A}"/>
                </a:ext>
              </a:extLst>
            </p:cNvPr>
            <p:cNvSpPr txBox="1"/>
            <p:nvPr/>
          </p:nvSpPr>
          <p:spPr>
            <a:xfrm>
              <a:off x="3603532" y="4507039"/>
              <a:ext cx="1230603" cy="43493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VN" sz="1600">
                <a:solidFill>
                  <a:srgbClr val="00B050"/>
                </a:solidFill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302224B9-2260-B44B-8C3E-3D3D164D4625}"/>
                </a:ext>
              </a:extLst>
            </p:cNvPr>
            <p:cNvSpPr txBox="1"/>
            <p:nvPr/>
          </p:nvSpPr>
          <p:spPr>
            <a:xfrm>
              <a:off x="3761372" y="4556386"/>
              <a:ext cx="8563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>
                  <a:solidFill>
                    <a:srgbClr val="0432FF"/>
                  </a:solidFill>
                </a:rPr>
                <a:t>x</a:t>
              </a:r>
              <a:r>
                <a:rPr lang="en-VN" sz="1600">
                  <a:solidFill>
                    <a:srgbClr val="0432FF"/>
                  </a:solidFill>
                </a:rPr>
                <a:t> = - x</a:t>
              </a:r>
            </a:p>
          </p:txBody>
        </p:sp>
      </p:grpSp>
      <p:sp>
        <p:nvSpPr>
          <p:cNvPr id="96" name="Line Callout 1 95">
            <a:extLst>
              <a:ext uri="{FF2B5EF4-FFF2-40B4-BE49-F238E27FC236}">
                <a16:creationId xmlns:a16="http://schemas.microsoft.com/office/drawing/2014/main" id="{D8A161B4-9F55-3E46-AD0A-A964890599C7}"/>
              </a:ext>
            </a:extLst>
          </p:cNvPr>
          <p:cNvSpPr/>
          <p:nvPr/>
        </p:nvSpPr>
        <p:spPr>
          <a:xfrm>
            <a:off x="6034089" y="3085453"/>
            <a:ext cx="2425654" cy="939916"/>
          </a:xfrm>
          <a:prstGeom prst="borderCallout1">
            <a:avLst>
              <a:gd name="adj1" fmla="val 76077"/>
              <a:gd name="adj2" fmla="val 98"/>
              <a:gd name="adj3" fmla="val 135254"/>
              <a:gd name="adj4" fmla="val -60501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i="1" dirty="0">
                <a:latin typeface="Consolas" pitchFamily="49" charset="0"/>
                <a:cs typeface="Consolas" pitchFamily="49" charset="0"/>
              </a:rPr>
              <a:t>Cấu trúc lựa chọn khuyết</a:t>
            </a:r>
            <a:endParaRPr lang="en-GB" dirty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31131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11DD4-D6F5-0741-8C18-D64693B5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/>
              <a:t>CẤU TRÚC LỰA CHỌN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DFE1E-8A2D-6145-BBE1-74889E55A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VN"/>
              <a:t>BT 2: Vẽ sơ đồ khối mô tả thuật toán cho bài toán sau:</a:t>
            </a:r>
          </a:p>
          <a:p>
            <a:pPr lvl="1" algn="just"/>
            <a:r>
              <a:rPr lang="en-VN"/>
              <a:t>Nhập điểm số của một môn học. Kiểm tra nếu giá trị </a:t>
            </a:r>
            <a:r>
              <a:rPr lang="en-VN">
                <a:solidFill>
                  <a:srgbClr val="17459E"/>
                </a:solidFill>
              </a:rPr>
              <a:t>điểm không hợp lệ </a:t>
            </a:r>
            <a:r>
              <a:rPr lang="en-VN"/>
              <a:t>thì </a:t>
            </a:r>
            <a:r>
              <a:rPr lang="en-VN">
                <a:solidFill>
                  <a:srgbClr val="17459E"/>
                </a:solidFill>
              </a:rPr>
              <a:t>gán điểm bằng 0</a:t>
            </a:r>
            <a:r>
              <a:rPr lang="en-VN"/>
              <a:t> và </a:t>
            </a:r>
            <a:r>
              <a:rPr lang="en-VN">
                <a:solidFill>
                  <a:srgbClr val="17459E"/>
                </a:solidFill>
              </a:rPr>
              <a:t>thông báo </a:t>
            </a:r>
            <a:r>
              <a:rPr lang="en-VN" i="1">
                <a:solidFill>
                  <a:srgbClr val="C00000"/>
                </a:solidFill>
              </a:rPr>
              <a:t>“Giá trị điểm số không hợp lệ”</a:t>
            </a:r>
            <a:r>
              <a:rPr lang="en-VN"/>
              <a:t>. In điểm số của môn học sau khi đã được kiểm tra ra màn hình.</a:t>
            </a:r>
          </a:p>
          <a:p>
            <a:pPr lvl="1"/>
            <a:r>
              <a:rPr lang="en-VN" i="1"/>
              <a:t>Biết rằng điểm hợp lệ có giá trị từ 0 – 10.</a:t>
            </a:r>
          </a:p>
          <a:p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F2F3A0-B11D-C945-844B-13BB2613F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3: Cấu trúc Lựa chọn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BD6334-3AC2-5B46-97CE-C371AE126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57345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6479E2-C0D6-904F-B5C5-2271728A9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/>
              <a:t>CẤU TRÚC LỰA CHỌN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21A69-FB3A-5848-81E0-17A1514E60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/>
              <a:t>Ví dụ bài toán mở đầu: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1813DB-F3F2-A844-9A22-9324D76228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3: Cấu trúc Lựa chọn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A4B7677-0B6E-3943-B277-ADD7EE6E6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15</a:t>
            </a:fld>
            <a:endParaRPr lang="en-US" dirty="0"/>
          </a:p>
        </p:txBody>
      </p: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5466DA01-9B99-884B-9F6D-2B230E73EA8E}"/>
              </a:ext>
            </a:extLst>
          </p:cNvPr>
          <p:cNvGrpSpPr/>
          <p:nvPr/>
        </p:nvGrpSpPr>
        <p:grpSpPr>
          <a:xfrm>
            <a:off x="299190" y="1730095"/>
            <a:ext cx="4090710" cy="3680673"/>
            <a:chOff x="509355" y="2286384"/>
            <a:chExt cx="4590763" cy="4249071"/>
          </a:xfrm>
        </p:grpSpPr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3DF1DC16-A562-6849-9D40-9BA8650ECDD4}"/>
                </a:ext>
              </a:extLst>
            </p:cNvPr>
            <p:cNvGrpSpPr/>
            <p:nvPr/>
          </p:nvGrpSpPr>
          <p:grpSpPr>
            <a:xfrm>
              <a:off x="509355" y="2286384"/>
              <a:ext cx="4590763" cy="4249071"/>
              <a:chOff x="1229435" y="2565473"/>
              <a:chExt cx="4590763" cy="4249071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52EB860E-B878-944A-881D-3F2E505585C4}"/>
                  </a:ext>
                </a:extLst>
              </p:cNvPr>
              <p:cNvGrpSpPr/>
              <p:nvPr/>
            </p:nvGrpSpPr>
            <p:grpSpPr>
              <a:xfrm>
                <a:off x="1331640" y="3146972"/>
                <a:ext cx="4488558" cy="2606650"/>
                <a:chOff x="4666118" y="3981810"/>
                <a:chExt cx="4488558" cy="2606650"/>
              </a:xfrm>
            </p:grpSpPr>
            <p:sp>
              <p:nvSpPr>
                <p:cNvPr id="20" name="Rectangle 19">
                  <a:extLst>
                    <a:ext uri="{FF2B5EF4-FFF2-40B4-BE49-F238E27FC236}">
                      <a16:creationId xmlns:a16="http://schemas.microsoft.com/office/drawing/2014/main" id="{64374040-34DA-ED49-8068-E4F32B628326}"/>
                    </a:ext>
                  </a:extLst>
                </p:cNvPr>
                <p:cNvSpPr/>
                <p:nvPr/>
              </p:nvSpPr>
              <p:spPr>
                <a:xfrm>
                  <a:off x="4666118" y="4108011"/>
                  <a:ext cx="4488558" cy="2480449"/>
                </a:xfrm>
                <a:prstGeom prst="rect">
                  <a:avLst/>
                </a:prstGeom>
                <a:solidFill>
                  <a:srgbClr val="FFFF00">
                    <a:alpha val="72941"/>
                  </a:srgbClr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  <p:cxnSp>
              <p:nvCxnSpPr>
                <p:cNvPr id="12" name="Elbow Connector 11">
                  <a:extLst>
                    <a:ext uri="{FF2B5EF4-FFF2-40B4-BE49-F238E27FC236}">
                      <a16:creationId xmlns:a16="http://schemas.microsoft.com/office/drawing/2014/main" id="{05D943C5-2D55-5D4B-BF84-AD7DADDBFA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65880" y="4868198"/>
                  <a:ext cx="480797" cy="821481"/>
                </a:xfrm>
                <a:prstGeom prst="bentConnector2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1" name="Elbow Connector 10">
                  <a:extLst>
                    <a:ext uri="{FF2B5EF4-FFF2-40B4-BE49-F238E27FC236}">
                      <a16:creationId xmlns:a16="http://schemas.microsoft.com/office/drawing/2014/main" id="{9769BCF3-EA58-D848-82B0-EF82362CE6C0}"/>
                    </a:ext>
                  </a:extLst>
                </p:cNvPr>
                <p:cNvCxnSpPr>
                  <a:cxnSpLocks/>
                  <a:stCxn id="8" idx="1"/>
                </p:cNvCxnSpPr>
                <p:nvPr/>
              </p:nvCxnSpPr>
              <p:spPr>
                <a:xfrm rot="10800000" flipV="1">
                  <a:off x="5580267" y="4877195"/>
                  <a:ext cx="417027" cy="795412"/>
                </a:xfrm>
                <a:prstGeom prst="bentConnector2">
                  <a:avLst/>
                </a:prstGeom>
                <a:ln w="28575">
                  <a:solidFill>
                    <a:srgbClr val="0432FF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501E36B7-5A61-7140-8434-642F15684F9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997293" y="4404130"/>
                  <a:ext cx="1894038" cy="94612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71FC5D96-C203-BD4C-9662-ED2CDC41B16F}"/>
                    </a:ext>
                  </a:extLst>
                </p:cNvPr>
                <p:cNvCxnSpPr>
                  <a:cxnSpLocks/>
                  <a:stCxn id="34" idx="2"/>
                  <a:endCxn id="8" idx="0"/>
                </p:cNvCxnSpPr>
                <p:nvPr/>
              </p:nvCxnSpPr>
              <p:spPr>
                <a:xfrm>
                  <a:off x="6936805" y="3981810"/>
                  <a:ext cx="7507" cy="422320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05B32A83-D7E1-174D-9322-5D54EDC9C483}"/>
                    </a:ext>
                  </a:extLst>
                </p:cNvPr>
                <p:cNvSpPr txBox="1"/>
                <p:nvPr/>
              </p:nvSpPr>
              <p:spPr>
                <a:xfrm>
                  <a:off x="5434028" y="4549574"/>
                  <a:ext cx="737586" cy="3908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VN" sz="1600" b="1">
                      <a:solidFill>
                        <a:srgbClr val="0432FF"/>
                      </a:solidFill>
                    </a:rPr>
                    <a:t>True</a:t>
                  </a:r>
                </a:p>
              </p:txBody>
            </p:sp>
            <p:sp>
              <p:nvSpPr>
                <p:cNvPr id="19" name="TextBox 18">
                  <a:extLst>
                    <a:ext uri="{FF2B5EF4-FFF2-40B4-BE49-F238E27FC236}">
                      <a16:creationId xmlns:a16="http://schemas.microsoft.com/office/drawing/2014/main" id="{F0F7439D-7CF6-FC47-97DB-0F9827356118}"/>
                    </a:ext>
                  </a:extLst>
                </p:cNvPr>
                <p:cNvSpPr txBox="1"/>
                <p:nvPr/>
              </p:nvSpPr>
              <p:spPr>
                <a:xfrm>
                  <a:off x="7718236" y="4537145"/>
                  <a:ext cx="729652" cy="3867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VN" sz="1600" b="1">
                      <a:solidFill>
                        <a:srgbClr val="FF0000"/>
                      </a:solidFill>
                    </a:rPr>
                    <a:t>False</a:t>
                  </a:r>
                </a:p>
              </p:txBody>
            </p: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46B79D35-6142-D34C-94F6-5281D46E757E}"/>
                    </a:ext>
                  </a:extLst>
                </p:cNvPr>
                <p:cNvSpPr txBox="1"/>
                <p:nvPr/>
              </p:nvSpPr>
              <p:spPr>
                <a:xfrm>
                  <a:off x="6028120" y="4681208"/>
                  <a:ext cx="1832382" cy="3908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VN" sz="1600" b="1">
                      <a:solidFill>
                        <a:srgbClr val="EF6822"/>
                      </a:solidFill>
                    </a:rPr>
                    <a:t>avgMark </a:t>
                  </a:r>
                  <a:r>
                    <a:rPr lang="en-VN" sz="1600" b="1">
                      <a:solidFill>
                        <a:srgbClr val="EF6822"/>
                      </a:solidFill>
                      <a:highlight>
                        <a:srgbClr val="FFFF00"/>
                      </a:highlight>
                    </a:rPr>
                    <a:t>&gt;=</a:t>
                  </a:r>
                  <a:r>
                    <a:rPr lang="en-VN" sz="1600" b="1">
                      <a:solidFill>
                        <a:srgbClr val="EF6822"/>
                      </a:solidFill>
                    </a:rPr>
                    <a:t> 4.0</a:t>
                  </a:r>
                </a:p>
              </p:txBody>
            </p: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2F5AD5B7-315E-8F4B-9F87-BA5E59BA497D}"/>
                  </a:ext>
                </a:extLst>
              </p:cNvPr>
              <p:cNvGrpSpPr/>
              <p:nvPr/>
            </p:nvGrpSpPr>
            <p:grpSpPr>
              <a:xfrm>
                <a:off x="1229435" y="2565473"/>
                <a:ext cx="4518757" cy="4249071"/>
                <a:chOff x="1287882" y="3855064"/>
                <a:chExt cx="4518757" cy="4249071"/>
              </a:xfrm>
            </p:grpSpPr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26C7835F-7FD5-4145-AC33-D1F035EF613D}"/>
                    </a:ext>
                  </a:extLst>
                </p:cNvPr>
                <p:cNvGrpSpPr/>
                <p:nvPr/>
              </p:nvGrpSpPr>
              <p:grpSpPr>
                <a:xfrm>
                  <a:off x="4209547" y="6118096"/>
                  <a:ext cx="1597092" cy="675080"/>
                  <a:chOff x="4209547" y="6118096"/>
                  <a:chExt cx="1597092" cy="675080"/>
                </a:xfrm>
              </p:grpSpPr>
              <p:pic>
                <p:nvPicPr>
                  <p:cNvPr id="42" name="Picture 4">
                    <a:extLst>
                      <a:ext uri="{FF2B5EF4-FFF2-40B4-BE49-F238E27FC236}">
                        <a16:creationId xmlns:a16="http://schemas.microsoft.com/office/drawing/2014/main" id="{58873C29-DC35-BA4E-BE13-84FB4062055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209547" y="6151759"/>
                    <a:ext cx="1597092" cy="57606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43" name="TextBox 42">
                    <a:extLst>
                      <a:ext uri="{FF2B5EF4-FFF2-40B4-BE49-F238E27FC236}">
                        <a16:creationId xmlns:a16="http://schemas.microsoft.com/office/drawing/2014/main" id="{1C043D60-3498-B540-A27D-F2926F28F86D}"/>
                      </a:ext>
                    </a:extLst>
                  </p:cNvPr>
                  <p:cNvSpPr txBox="1"/>
                  <p:nvPr/>
                </p:nvSpPr>
                <p:spPr>
                  <a:xfrm>
                    <a:off x="4379553" y="6118096"/>
                    <a:ext cx="1162486" cy="67508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VN" sz="1600">
                        <a:solidFill>
                          <a:srgbClr val="17459E"/>
                        </a:solidFill>
                      </a:rPr>
                      <a:t>Xuất</a:t>
                    </a:r>
                    <a:br>
                      <a:rPr lang="en-VN" sz="1600">
                        <a:solidFill>
                          <a:srgbClr val="17459E"/>
                        </a:solidFill>
                      </a:rPr>
                    </a:br>
                    <a:r>
                      <a:rPr lang="en-VN" sz="1600">
                        <a:solidFill>
                          <a:srgbClr val="17459E"/>
                        </a:solidFill>
                      </a:rPr>
                      <a:t>“Nợ môn”</a:t>
                    </a:r>
                  </a:p>
                </p:txBody>
              </p:sp>
            </p:grpSp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C44AA796-8AD1-4347-9FA2-13EBCB496EF6}"/>
                    </a:ext>
                  </a:extLst>
                </p:cNvPr>
                <p:cNvGrpSpPr/>
                <p:nvPr/>
              </p:nvGrpSpPr>
              <p:grpSpPr>
                <a:xfrm>
                  <a:off x="1287882" y="3855064"/>
                  <a:ext cx="3305963" cy="4249071"/>
                  <a:chOff x="1979653" y="3940466"/>
                  <a:chExt cx="3305963" cy="4249071"/>
                </a:xfrm>
              </p:grpSpPr>
              <p:pic>
                <p:nvPicPr>
                  <p:cNvPr id="28" name="Picture 4">
                    <a:extLst>
                      <a:ext uri="{FF2B5EF4-FFF2-40B4-BE49-F238E27FC236}">
                        <a16:creationId xmlns:a16="http://schemas.microsoft.com/office/drawing/2014/main" id="{11401D3B-CC51-EA4F-A5FD-3031658F8C53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156098" y="6239588"/>
                    <a:ext cx="1597092" cy="57606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29" name="TextBox 28">
                    <a:extLst>
                      <a:ext uri="{FF2B5EF4-FFF2-40B4-BE49-F238E27FC236}">
                        <a16:creationId xmlns:a16="http://schemas.microsoft.com/office/drawing/2014/main" id="{DC6B2538-AFB7-8147-B28A-945317E366EF}"/>
                      </a:ext>
                    </a:extLst>
                  </p:cNvPr>
                  <p:cNvSpPr txBox="1"/>
                  <p:nvPr/>
                </p:nvSpPr>
                <p:spPr>
                  <a:xfrm>
                    <a:off x="2323354" y="6209623"/>
                    <a:ext cx="1262581" cy="67508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VN" sz="1600">
                        <a:solidFill>
                          <a:srgbClr val="17459E"/>
                        </a:solidFill>
                      </a:rPr>
                      <a:t>Xuất</a:t>
                    </a:r>
                    <a:br>
                      <a:rPr lang="en-VN" sz="1600">
                        <a:solidFill>
                          <a:srgbClr val="17459E"/>
                        </a:solidFill>
                      </a:rPr>
                    </a:br>
                    <a:r>
                      <a:rPr lang="en-VN" sz="1600">
                        <a:solidFill>
                          <a:srgbClr val="17459E"/>
                        </a:solidFill>
                      </a:rPr>
                      <a:t>“Qua môn”</a:t>
                    </a:r>
                  </a:p>
                </p:txBody>
              </p:sp>
              <p:grpSp>
                <p:nvGrpSpPr>
                  <p:cNvPr id="30" name="Group 29">
                    <a:extLst>
                      <a:ext uri="{FF2B5EF4-FFF2-40B4-BE49-F238E27FC236}">
                        <a16:creationId xmlns:a16="http://schemas.microsoft.com/office/drawing/2014/main" id="{55D8C2F4-659F-694F-B8F0-D797F7068C47}"/>
                      </a:ext>
                    </a:extLst>
                  </p:cNvPr>
                  <p:cNvGrpSpPr/>
                  <p:nvPr/>
                </p:nvGrpSpPr>
                <p:grpSpPr>
                  <a:xfrm>
                    <a:off x="1979653" y="3940466"/>
                    <a:ext cx="3305963" cy="4249071"/>
                    <a:chOff x="1979653" y="3940466"/>
                    <a:chExt cx="3305963" cy="4249071"/>
                  </a:xfrm>
                </p:grpSpPr>
                <p:grpSp>
                  <p:nvGrpSpPr>
                    <p:cNvPr id="31" name="Group 30">
                      <a:extLst>
                        <a:ext uri="{FF2B5EF4-FFF2-40B4-BE49-F238E27FC236}">
                          <a16:creationId xmlns:a16="http://schemas.microsoft.com/office/drawing/2014/main" id="{A5B91EC4-F179-D747-AD7D-02F76686D02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79653" y="3940466"/>
                      <a:ext cx="3305963" cy="4249071"/>
                      <a:chOff x="1979653" y="3940466"/>
                      <a:chExt cx="3305963" cy="4249071"/>
                    </a:xfrm>
                  </p:grpSpPr>
                  <p:grpSp>
                    <p:nvGrpSpPr>
                      <p:cNvPr id="33" name="Group 32">
                        <a:extLst>
                          <a:ext uri="{FF2B5EF4-FFF2-40B4-BE49-F238E27FC236}">
                            <a16:creationId xmlns:a16="http://schemas.microsoft.com/office/drawing/2014/main" id="{73C207F9-DBCC-1243-8394-6EDA2D7EB0F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79653" y="3940466"/>
                        <a:ext cx="2901705" cy="4249071"/>
                        <a:chOff x="2453814" y="3592944"/>
                        <a:chExt cx="2901705" cy="4249071"/>
                      </a:xfrm>
                    </p:grpSpPr>
                    <p:pic>
                      <p:nvPicPr>
                        <p:cNvPr id="37" name="Picture 2">
                          <a:extLst>
                            <a:ext uri="{FF2B5EF4-FFF2-40B4-BE49-F238E27FC236}">
                              <a16:creationId xmlns:a16="http://schemas.microsoft.com/office/drawing/2014/main" id="{B94AB986-87CB-5649-9E0A-0253466CBA4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 rot="10800000" flipV="1">
                          <a:off x="2470100" y="3592944"/>
                          <a:ext cx="1224867" cy="57606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  <p:cxnSp>
                      <p:nvCxnSpPr>
                        <p:cNvPr id="38" name="Straight Arrow Connector 37">
                          <a:extLst>
                            <a:ext uri="{FF2B5EF4-FFF2-40B4-BE49-F238E27FC236}">
                              <a16:creationId xmlns:a16="http://schemas.microsoft.com/office/drawing/2014/main" id="{6108DD37-8146-6640-881E-D766373595C9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3681852" y="3886410"/>
                          <a:ext cx="406976" cy="18992"/>
                        </a:xfrm>
                        <a:prstGeom prst="straightConnector1">
                          <a:avLst/>
                        </a:prstGeom>
                        <a:ln w="28575"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39" name="TextBox 38">
                          <a:extLst>
                            <a:ext uri="{FF2B5EF4-FFF2-40B4-BE49-F238E27FC236}">
                              <a16:creationId xmlns:a16="http://schemas.microsoft.com/office/drawing/2014/main" id="{864C34BB-47D3-AB4D-B22B-A3239914681E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453814" y="3679856"/>
                          <a:ext cx="1224868" cy="33855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VN" sz="1600">
                              <a:solidFill>
                                <a:srgbClr val="FF0000"/>
                              </a:solidFill>
                            </a:rPr>
                            <a:t>Bắt đầu</a:t>
                          </a:r>
                        </a:p>
                      </p:txBody>
                    </p:sp>
                    <p:pic>
                      <p:nvPicPr>
                        <p:cNvPr id="40" name="Picture 2">
                          <a:extLst>
                            <a:ext uri="{FF2B5EF4-FFF2-40B4-BE49-F238E27FC236}">
                              <a16:creationId xmlns:a16="http://schemas.microsoft.com/office/drawing/2014/main" id="{22E05F6B-7630-5949-9550-9B830E948F7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 rot="10800000" flipV="1">
                          <a:off x="4099054" y="7265950"/>
                          <a:ext cx="1256465" cy="57606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  <p:sp>
                      <p:nvSpPr>
                        <p:cNvPr id="41" name="TextBox 40">
                          <a:extLst>
                            <a:ext uri="{FF2B5EF4-FFF2-40B4-BE49-F238E27FC236}">
                              <a16:creationId xmlns:a16="http://schemas.microsoft.com/office/drawing/2014/main" id="{3223F34C-52BF-1944-805F-237C45E0B5F3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128790" y="7352765"/>
                          <a:ext cx="1196990" cy="390836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 anchor="ctr">
                          <a:spAutoFit/>
                        </a:bodyPr>
                        <a:lstStyle/>
                        <a:p>
                          <a:pPr algn="ctr"/>
                          <a:r>
                            <a:rPr lang="en-VN" sz="1600">
                              <a:solidFill>
                                <a:srgbClr val="FF0000"/>
                              </a:solidFill>
                            </a:rPr>
                            <a:t>Kết thúc</a:t>
                          </a:r>
                        </a:p>
                      </p:txBody>
                    </p:sp>
                  </p:grpSp>
                  <p:pic>
                    <p:nvPicPr>
                      <p:cNvPr id="34" name="Picture 4">
                        <a:extLst>
                          <a:ext uri="{FF2B5EF4-FFF2-40B4-BE49-F238E27FC236}">
                            <a16:creationId xmlns:a16="http://schemas.microsoft.com/office/drawing/2014/main" id="{5BFFD6C7-34EF-6B4F-A1A8-DEC175A2975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3" y="3945900"/>
                        <a:ext cx="1866143" cy="57606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sp>
                  <p:nvSpPr>
                    <p:cNvPr id="32" name="TextBox 31">
                      <a:extLst>
                        <a:ext uri="{FF2B5EF4-FFF2-40B4-BE49-F238E27FC236}">
                          <a16:creationId xmlns:a16="http://schemas.microsoft.com/office/drawing/2014/main" id="{BF2CA5C5-0EBE-9D49-AD7D-DEF7CB707D7D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45011" y="4057210"/>
                      <a:ext cx="1565669" cy="39083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VN" sz="1600">
                          <a:solidFill>
                            <a:srgbClr val="17459E"/>
                          </a:solidFill>
                        </a:rPr>
                        <a:t>Nhập avgMark</a:t>
                      </a:r>
                    </a:p>
                  </p:txBody>
                </p:sp>
              </p:grpSp>
            </p:grpSp>
          </p:grpSp>
        </p:grpSp>
        <p:cxnSp>
          <p:nvCxnSpPr>
            <p:cNvPr id="126" name="Straight Connector 125">
              <a:extLst>
                <a:ext uri="{FF2B5EF4-FFF2-40B4-BE49-F238E27FC236}">
                  <a16:creationId xmlns:a16="http://schemas.microsoft.com/office/drawing/2014/main" id="{AFEE7EBB-8D30-1E4F-BCC5-3DD92FEF08EE}"/>
                </a:ext>
              </a:extLst>
            </p:cNvPr>
            <p:cNvCxnSpPr>
              <a:cxnSpLocks/>
            </p:cNvCxnSpPr>
            <p:nvPr/>
          </p:nvCxnSpPr>
          <p:spPr>
            <a:xfrm>
              <a:off x="1525709" y="5159144"/>
              <a:ext cx="0" cy="50210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8" name="Straight Connector 127">
              <a:extLst>
                <a:ext uri="{FF2B5EF4-FFF2-40B4-BE49-F238E27FC236}">
                  <a16:creationId xmlns:a16="http://schemas.microsoft.com/office/drawing/2014/main" id="{E9A93C60-4880-A74A-869C-F9F07574E4A8}"/>
                </a:ext>
              </a:extLst>
            </p:cNvPr>
            <p:cNvCxnSpPr>
              <a:cxnSpLocks/>
            </p:cNvCxnSpPr>
            <p:nvPr/>
          </p:nvCxnSpPr>
          <p:spPr>
            <a:xfrm>
              <a:off x="4227107" y="5157192"/>
              <a:ext cx="0" cy="50210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0" name="Straight Connector 129">
              <a:extLst>
                <a:ext uri="{FF2B5EF4-FFF2-40B4-BE49-F238E27FC236}">
                  <a16:creationId xmlns:a16="http://schemas.microsoft.com/office/drawing/2014/main" id="{89558E59-F662-D84B-A50A-F3206200E40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23026" y="5659296"/>
              <a:ext cx="2703600" cy="831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34" name="Straight Arrow Connector 133">
              <a:extLst>
                <a:ext uri="{FF2B5EF4-FFF2-40B4-BE49-F238E27FC236}">
                  <a16:creationId xmlns:a16="http://schemas.microsoft.com/office/drawing/2014/main" id="{C1BAF99A-CAB7-1F41-BD3B-4448ACE58501}"/>
                </a:ext>
              </a:extLst>
            </p:cNvPr>
            <p:cNvCxnSpPr>
              <a:cxnSpLocks/>
              <a:endCxn id="40" idx="0"/>
            </p:cNvCxnSpPr>
            <p:nvPr/>
          </p:nvCxnSpPr>
          <p:spPr>
            <a:xfrm>
              <a:off x="2782827" y="5643953"/>
              <a:ext cx="0" cy="31543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A5212F4D-AB59-BD4F-9410-57992AFFD8A5}"/>
              </a:ext>
            </a:extLst>
          </p:cNvPr>
          <p:cNvGrpSpPr/>
          <p:nvPr/>
        </p:nvGrpSpPr>
        <p:grpSpPr>
          <a:xfrm>
            <a:off x="4716315" y="1733101"/>
            <a:ext cx="4090710" cy="3680673"/>
            <a:chOff x="509355" y="2286384"/>
            <a:chExt cx="4590763" cy="4249071"/>
          </a:xfrm>
        </p:grpSpPr>
        <p:grpSp>
          <p:nvGrpSpPr>
            <p:cNvPr id="277" name="Group 276">
              <a:extLst>
                <a:ext uri="{FF2B5EF4-FFF2-40B4-BE49-F238E27FC236}">
                  <a16:creationId xmlns:a16="http://schemas.microsoft.com/office/drawing/2014/main" id="{4AD9A38A-002A-6F4C-9261-140FA1B83832}"/>
                </a:ext>
              </a:extLst>
            </p:cNvPr>
            <p:cNvGrpSpPr/>
            <p:nvPr/>
          </p:nvGrpSpPr>
          <p:grpSpPr>
            <a:xfrm>
              <a:off x="509355" y="2286384"/>
              <a:ext cx="4590763" cy="4249071"/>
              <a:chOff x="1229435" y="2565473"/>
              <a:chExt cx="4590763" cy="4249071"/>
            </a:xfrm>
          </p:grpSpPr>
          <p:grpSp>
            <p:nvGrpSpPr>
              <p:cNvPr id="282" name="Group 281">
                <a:extLst>
                  <a:ext uri="{FF2B5EF4-FFF2-40B4-BE49-F238E27FC236}">
                    <a16:creationId xmlns:a16="http://schemas.microsoft.com/office/drawing/2014/main" id="{E9D70910-A99C-6847-9828-6F909F0DA9F6}"/>
                  </a:ext>
                </a:extLst>
              </p:cNvPr>
              <p:cNvGrpSpPr/>
              <p:nvPr/>
            </p:nvGrpSpPr>
            <p:grpSpPr>
              <a:xfrm>
                <a:off x="1331640" y="3146972"/>
                <a:ext cx="4488558" cy="2606650"/>
                <a:chOff x="4666118" y="3981810"/>
                <a:chExt cx="4488558" cy="2606650"/>
              </a:xfrm>
            </p:grpSpPr>
            <p:sp>
              <p:nvSpPr>
                <p:cNvPr id="300" name="Rectangle 299">
                  <a:extLst>
                    <a:ext uri="{FF2B5EF4-FFF2-40B4-BE49-F238E27FC236}">
                      <a16:creationId xmlns:a16="http://schemas.microsoft.com/office/drawing/2014/main" id="{500C06FC-9309-9542-95F5-C06AC8756058}"/>
                    </a:ext>
                  </a:extLst>
                </p:cNvPr>
                <p:cNvSpPr/>
                <p:nvPr/>
              </p:nvSpPr>
              <p:spPr>
                <a:xfrm>
                  <a:off x="4666118" y="4108011"/>
                  <a:ext cx="4488558" cy="2480449"/>
                </a:xfrm>
                <a:prstGeom prst="rect">
                  <a:avLst/>
                </a:prstGeom>
                <a:solidFill>
                  <a:srgbClr val="FFFF00">
                    <a:alpha val="72941"/>
                  </a:srgbClr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  <p:cxnSp>
              <p:nvCxnSpPr>
                <p:cNvPr id="301" name="Elbow Connector 300">
                  <a:extLst>
                    <a:ext uri="{FF2B5EF4-FFF2-40B4-BE49-F238E27FC236}">
                      <a16:creationId xmlns:a16="http://schemas.microsoft.com/office/drawing/2014/main" id="{D8BA3CD2-39F2-9E4F-94B2-77A595BE4A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65880" y="4868198"/>
                  <a:ext cx="480797" cy="821481"/>
                </a:xfrm>
                <a:prstGeom prst="bentConnector2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Elbow Connector 301">
                  <a:extLst>
                    <a:ext uri="{FF2B5EF4-FFF2-40B4-BE49-F238E27FC236}">
                      <a16:creationId xmlns:a16="http://schemas.microsoft.com/office/drawing/2014/main" id="{5F223300-CAEA-614B-86D5-6D726FD91C73}"/>
                    </a:ext>
                  </a:extLst>
                </p:cNvPr>
                <p:cNvCxnSpPr>
                  <a:cxnSpLocks/>
                  <a:stCxn id="303" idx="1"/>
                </p:cNvCxnSpPr>
                <p:nvPr/>
              </p:nvCxnSpPr>
              <p:spPr>
                <a:xfrm rot="10800000" flipV="1">
                  <a:off x="5580267" y="4877195"/>
                  <a:ext cx="417027" cy="795412"/>
                </a:xfrm>
                <a:prstGeom prst="bentConnector2">
                  <a:avLst/>
                </a:prstGeom>
                <a:ln w="28575">
                  <a:solidFill>
                    <a:srgbClr val="0432FF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pic>
              <p:nvPicPr>
                <p:cNvPr id="303" name="Picture 302">
                  <a:extLst>
                    <a:ext uri="{FF2B5EF4-FFF2-40B4-BE49-F238E27FC236}">
                      <a16:creationId xmlns:a16="http://schemas.microsoft.com/office/drawing/2014/main" id="{75DB9AF9-D895-8D45-9FE8-91277958C25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997293" y="4404130"/>
                  <a:ext cx="1894038" cy="94612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304" name="Straight Arrow Connector 303">
                  <a:extLst>
                    <a:ext uri="{FF2B5EF4-FFF2-40B4-BE49-F238E27FC236}">
                      <a16:creationId xmlns:a16="http://schemas.microsoft.com/office/drawing/2014/main" id="{5E49B435-9396-5246-994D-7C21CD061BEF}"/>
                    </a:ext>
                  </a:extLst>
                </p:cNvPr>
                <p:cNvCxnSpPr>
                  <a:cxnSpLocks/>
                  <a:stCxn id="292" idx="2"/>
                  <a:endCxn id="303" idx="0"/>
                </p:cNvCxnSpPr>
                <p:nvPr/>
              </p:nvCxnSpPr>
              <p:spPr>
                <a:xfrm>
                  <a:off x="6936805" y="3981810"/>
                  <a:ext cx="7507" cy="422320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305" name="TextBox 304">
                  <a:extLst>
                    <a:ext uri="{FF2B5EF4-FFF2-40B4-BE49-F238E27FC236}">
                      <a16:creationId xmlns:a16="http://schemas.microsoft.com/office/drawing/2014/main" id="{6F6710BF-CAF2-7D4B-B0F4-01F2EDCAADB1}"/>
                    </a:ext>
                  </a:extLst>
                </p:cNvPr>
                <p:cNvSpPr txBox="1"/>
                <p:nvPr/>
              </p:nvSpPr>
              <p:spPr>
                <a:xfrm>
                  <a:off x="5434028" y="4549574"/>
                  <a:ext cx="737586" cy="3908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VN" sz="1600" b="1">
                      <a:solidFill>
                        <a:srgbClr val="0432FF"/>
                      </a:solidFill>
                    </a:rPr>
                    <a:t>True</a:t>
                  </a:r>
                </a:p>
              </p:txBody>
            </p:sp>
            <p:sp>
              <p:nvSpPr>
                <p:cNvPr id="306" name="TextBox 305">
                  <a:extLst>
                    <a:ext uri="{FF2B5EF4-FFF2-40B4-BE49-F238E27FC236}">
                      <a16:creationId xmlns:a16="http://schemas.microsoft.com/office/drawing/2014/main" id="{1B4AA0B4-29F4-034A-B3C4-E855AD7FB9E3}"/>
                    </a:ext>
                  </a:extLst>
                </p:cNvPr>
                <p:cNvSpPr txBox="1"/>
                <p:nvPr/>
              </p:nvSpPr>
              <p:spPr>
                <a:xfrm>
                  <a:off x="7718236" y="4537145"/>
                  <a:ext cx="729652" cy="3867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VN" sz="1600" b="1">
                      <a:solidFill>
                        <a:srgbClr val="FF0000"/>
                      </a:solidFill>
                    </a:rPr>
                    <a:t>False</a:t>
                  </a:r>
                </a:p>
              </p:txBody>
            </p:sp>
            <p:sp>
              <p:nvSpPr>
                <p:cNvPr id="307" name="TextBox 306">
                  <a:extLst>
                    <a:ext uri="{FF2B5EF4-FFF2-40B4-BE49-F238E27FC236}">
                      <a16:creationId xmlns:a16="http://schemas.microsoft.com/office/drawing/2014/main" id="{072BBA43-9F63-D74C-B846-9B31509A7A00}"/>
                    </a:ext>
                  </a:extLst>
                </p:cNvPr>
                <p:cNvSpPr txBox="1"/>
                <p:nvPr/>
              </p:nvSpPr>
              <p:spPr>
                <a:xfrm>
                  <a:off x="6028120" y="4681208"/>
                  <a:ext cx="1832382" cy="3908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VN" sz="1600" b="1">
                      <a:solidFill>
                        <a:srgbClr val="EF6822"/>
                      </a:solidFill>
                    </a:rPr>
                    <a:t>avgMark </a:t>
                  </a:r>
                  <a:r>
                    <a:rPr lang="en-VN" sz="1600" b="1">
                      <a:solidFill>
                        <a:srgbClr val="EF6822"/>
                      </a:solidFill>
                      <a:highlight>
                        <a:srgbClr val="FFFF00"/>
                      </a:highlight>
                    </a:rPr>
                    <a:t>&lt;</a:t>
                  </a:r>
                  <a:r>
                    <a:rPr lang="en-VN" sz="1600" b="1">
                      <a:solidFill>
                        <a:srgbClr val="EF6822"/>
                      </a:solidFill>
                    </a:rPr>
                    <a:t> 4.0</a:t>
                  </a:r>
                </a:p>
              </p:txBody>
            </p:sp>
          </p:grpSp>
          <p:grpSp>
            <p:nvGrpSpPr>
              <p:cNvPr id="283" name="Group 282">
                <a:extLst>
                  <a:ext uri="{FF2B5EF4-FFF2-40B4-BE49-F238E27FC236}">
                    <a16:creationId xmlns:a16="http://schemas.microsoft.com/office/drawing/2014/main" id="{8E42DED5-8EB3-5E4D-ADC5-7E9BA969AE91}"/>
                  </a:ext>
                </a:extLst>
              </p:cNvPr>
              <p:cNvGrpSpPr/>
              <p:nvPr/>
            </p:nvGrpSpPr>
            <p:grpSpPr>
              <a:xfrm>
                <a:off x="1229435" y="2565473"/>
                <a:ext cx="4518757" cy="4249071"/>
                <a:chOff x="1287882" y="3855064"/>
                <a:chExt cx="4518757" cy="4249071"/>
              </a:xfrm>
            </p:grpSpPr>
            <p:grpSp>
              <p:nvGrpSpPr>
                <p:cNvPr id="284" name="Group 283">
                  <a:extLst>
                    <a:ext uri="{FF2B5EF4-FFF2-40B4-BE49-F238E27FC236}">
                      <a16:creationId xmlns:a16="http://schemas.microsoft.com/office/drawing/2014/main" id="{8F511502-D15D-8945-A977-27E0E6D2F03E}"/>
                    </a:ext>
                  </a:extLst>
                </p:cNvPr>
                <p:cNvGrpSpPr/>
                <p:nvPr/>
              </p:nvGrpSpPr>
              <p:grpSpPr>
                <a:xfrm>
                  <a:off x="4209547" y="6118096"/>
                  <a:ext cx="1597092" cy="675080"/>
                  <a:chOff x="4209547" y="6118096"/>
                  <a:chExt cx="1597092" cy="675080"/>
                </a:xfrm>
              </p:grpSpPr>
              <p:pic>
                <p:nvPicPr>
                  <p:cNvPr id="298" name="Picture 4">
                    <a:extLst>
                      <a:ext uri="{FF2B5EF4-FFF2-40B4-BE49-F238E27FC236}">
                        <a16:creationId xmlns:a16="http://schemas.microsoft.com/office/drawing/2014/main" id="{D927850C-74B1-1E4B-AD48-1AB33193394C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209547" y="6151759"/>
                    <a:ext cx="1597092" cy="57606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299" name="TextBox 298">
                    <a:extLst>
                      <a:ext uri="{FF2B5EF4-FFF2-40B4-BE49-F238E27FC236}">
                        <a16:creationId xmlns:a16="http://schemas.microsoft.com/office/drawing/2014/main" id="{5AA38928-682A-0744-93B1-A49A42C70EB6}"/>
                      </a:ext>
                    </a:extLst>
                  </p:cNvPr>
                  <p:cNvSpPr txBox="1"/>
                  <p:nvPr/>
                </p:nvSpPr>
                <p:spPr>
                  <a:xfrm>
                    <a:off x="4329505" y="6118096"/>
                    <a:ext cx="1262581" cy="67508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VN" sz="1600">
                        <a:solidFill>
                          <a:srgbClr val="17459E"/>
                        </a:solidFill>
                      </a:rPr>
                      <a:t>Xuất</a:t>
                    </a:r>
                    <a:br>
                      <a:rPr lang="en-VN" sz="1600">
                        <a:solidFill>
                          <a:srgbClr val="17459E"/>
                        </a:solidFill>
                      </a:rPr>
                    </a:br>
                    <a:r>
                      <a:rPr lang="en-VN" sz="1600">
                        <a:solidFill>
                          <a:srgbClr val="17459E"/>
                        </a:solidFill>
                      </a:rPr>
                      <a:t>“Qua môn”</a:t>
                    </a:r>
                  </a:p>
                </p:txBody>
              </p:sp>
            </p:grpSp>
            <p:grpSp>
              <p:nvGrpSpPr>
                <p:cNvPr id="285" name="Group 284">
                  <a:extLst>
                    <a:ext uri="{FF2B5EF4-FFF2-40B4-BE49-F238E27FC236}">
                      <a16:creationId xmlns:a16="http://schemas.microsoft.com/office/drawing/2014/main" id="{1DC892B2-4DC8-AD4A-A613-A281679C01CC}"/>
                    </a:ext>
                  </a:extLst>
                </p:cNvPr>
                <p:cNvGrpSpPr/>
                <p:nvPr/>
              </p:nvGrpSpPr>
              <p:grpSpPr>
                <a:xfrm>
                  <a:off x="1287882" y="3855064"/>
                  <a:ext cx="3305963" cy="4249071"/>
                  <a:chOff x="1979653" y="3940466"/>
                  <a:chExt cx="3305963" cy="4249071"/>
                </a:xfrm>
              </p:grpSpPr>
              <p:pic>
                <p:nvPicPr>
                  <p:cNvPr id="286" name="Picture 4">
                    <a:extLst>
                      <a:ext uri="{FF2B5EF4-FFF2-40B4-BE49-F238E27FC236}">
                        <a16:creationId xmlns:a16="http://schemas.microsoft.com/office/drawing/2014/main" id="{188CCA70-E6A6-6743-BF1E-B7AD693323FA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156098" y="6239588"/>
                    <a:ext cx="1597092" cy="57606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287" name="TextBox 286">
                    <a:extLst>
                      <a:ext uri="{FF2B5EF4-FFF2-40B4-BE49-F238E27FC236}">
                        <a16:creationId xmlns:a16="http://schemas.microsoft.com/office/drawing/2014/main" id="{8519FBEA-6B51-5B41-ADB8-B6A58EEE90F4}"/>
                      </a:ext>
                    </a:extLst>
                  </p:cNvPr>
                  <p:cNvSpPr txBox="1"/>
                  <p:nvPr/>
                </p:nvSpPr>
                <p:spPr>
                  <a:xfrm>
                    <a:off x="2378798" y="6209623"/>
                    <a:ext cx="1151692" cy="67508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VN" sz="1600">
                        <a:solidFill>
                          <a:srgbClr val="17459E"/>
                        </a:solidFill>
                      </a:rPr>
                      <a:t>Xuất</a:t>
                    </a:r>
                    <a:br>
                      <a:rPr lang="en-VN" sz="1600">
                        <a:solidFill>
                          <a:srgbClr val="17459E"/>
                        </a:solidFill>
                      </a:rPr>
                    </a:br>
                    <a:r>
                      <a:rPr lang="en-VN" sz="1600">
                        <a:solidFill>
                          <a:srgbClr val="17459E"/>
                        </a:solidFill>
                      </a:rPr>
                      <a:t>“Nợ môn”</a:t>
                    </a:r>
                  </a:p>
                </p:txBody>
              </p:sp>
              <p:grpSp>
                <p:nvGrpSpPr>
                  <p:cNvPr id="288" name="Group 287">
                    <a:extLst>
                      <a:ext uri="{FF2B5EF4-FFF2-40B4-BE49-F238E27FC236}">
                        <a16:creationId xmlns:a16="http://schemas.microsoft.com/office/drawing/2014/main" id="{8FD42856-F3E0-2441-A434-D0DE68ACA4EE}"/>
                      </a:ext>
                    </a:extLst>
                  </p:cNvPr>
                  <p:cNvGrpSpPr/>
                  <p:nvPr/>
                </p:nvGrpSpPr>
                <p:grpSpPr>
                  <a:xfrm>
                    <a:off x="1979653" y="3940466"/>
                    <a:ext cx="3305963" cy="4249071"/>
                    <a:chOff x="1979653" y="3940466"/>
                    <a:chExt cx="3305963" cy="4249071"/>
                  </a:xfrm>
                </p:grpSpPr>
                <p:grpSp>
                  <p:nvGrpSpPr>
                    <p:cNvPr id="289" name="Group 288">
                      <a:extLst>
                        <a:ext uri="{FF2B5EF4-FFF2-40B4-BE49-F238E27FC236}">
                          <a16:creationId xmlns:a16="http://schemas.microsoft.com/office/drawing/2014/main" id="{DBF94588-C792-6A4E-9C17-2396064DEBB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79653" y="3940466"/>
                      <a:ext cx="3305963" cy="4249071"/>
                      <a:chOff x="1979653" y="3940466"/>
                      <a:chExt cx="3305963" cy="4249071"/>
                    </a:xfrm>
                  </p:grpSpPr>
                  <p:grpSp>
                    <p:nvGrpSpPr>
                      <p:cNvPr id="291" name="Group 290">
                        <a:extLst>
                          <a:ext uri="{FF2B5EF4-FFF2-40B4-BE49-F238E27FC236}">
                            <a16:creationId xmlns:a16="http://schemas.microsoft.com/office/drawing/2014/main" id="{C4216D4B-59BE-B642-BFBC-5C239172DE87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79653" y="3940466"/>
                        <a:ext cx="2901705" cy="4249071"/>
                        <a:chOff x="2453814" y="3592944"/>
                        <a:chExt cx="2901705" cy="4249071"/>
                      </a:xfrm>
                    </p:grpSpPr>
                    <p:pic>
                      <p:nvPicPr>
                        <p:cNvPr id="293" name="Picture 2">
                          <a:extLst>
                            <a:ext uri="{FF2B5EF4-FFF2-40B4-BE49-F238E27FC236}">
                              <a16:creationId xmlns:a16="http://schemas.microsoft.com/office/drawing/2014/main" id="{FA02E69E-574E-8F4F-BB83-6E05C0F3B80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 rot="10800000" flipV="1">
                          <a:off x="2470100" y="3592944"/>
                          <a:ext cx="1224867" cy="57606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  <p:cxnSp>
                      <p:nvCxnSpPr>
                        <p:cNvPr id="294" name="Straight Arrow Connector 293">
                          <a:extLst>
                            <a:ext uri="{FF2B5EF4-FFF2-40B4-BE49-F238E27FC236}">
                              <a16:creationId xmlns:a16="http://schemas.microsoft.com/office/drawing/2014/main" id="{F73DB47C-26C9-C94B-9919-EBC3D1BF5237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3681852" y="3886410"/>
                          <a:ext cx="406976" cy="18992"/>
                        </a:xfrm>
                        <a:prstGeom prst="straightConnector1">
                          <a:avLst/>
                        </a:prstGeom>
                        <a:ln w="28575"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295" name="TextBox 294">
                          <a:extLst>
                            <a:ext uri="{FF2B5EF4-FFF2-40B4-BE49-F238E27FC236}">
                              <a16:creationId xmlns:a16="http://schemas.microsoft.com/office/drawing/2014/main" id="{A429E02B-483F-6F4A-9A78-E0F24433334B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453814" y="3679856"/>
                          <a:ext cx="1224868" cy="33855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VN" sz="1600">
                              <a:solidFill>
                                <a:srgbClr val="FF0000"/>
                              </a:solidFill>
                            </a:rPr>
                            <a:t>Bắt đầu</a:t>
                          </a:r>
                        </a:p>
                      </p:txBody>
                    </p:sp>
                    <p:pic>
                      <p:nvPicPr>
                        <p:cNvPr id="296" name="Picture 2">
                          <a:extLst>
                            <a:ext uri="{FF2B5EF4-FFF2-40B4-BE49-F238E27FC236}">
                              <a16:creationId xmlns:a16="http://schemas.microsoft.com/office/drawing/2014/main" id="{BD7AF321-CCB8-E54D-9D68-858922EB192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 rot="10800000" flipV="1">
                          <a:off x="4099054" y="7265950"/>
                          <a:ext cx="1256465" cy="57606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  <p:sp>
                      <p:nvSpPr>
                        <p:cNvPr id="297" name="TextBox 296">
                          <a:extLst>
                            <a:ext uri="{FF2B5EF4-FFF2-40B4-BE49-F238E27FC236}">
                              <a16:creationId xmlns:a16="http://schemas.microsoft.com/office/drawing/2014/main" id="{0D852643-D7F9-4444-8E58-BBAE9D945351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128790" y="7352765"/>
                          <a:ext cx="1196990" cy="390836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 anchor="ctr">
                          <a:spAutoFit/>
                        </a:bodyPr>
                        <a:lstStyle/>
                        <a:p>
                          <a:pPr algn="ctr"/>
                          <a:r>
                            <a:rPr lang="en-VN" sz="1600">
                              <a:solidFill>
                                <a:srgbClr val="FF0000"/>
                              </a:solidFill>
                            </a:rPr>
                            <a:t>Kết thúc</a:t>
                          </a:r>
                        </a:p>
                      </p:txBody>
                    </p:sp>
                  </p:grpSp>
                  <p:pic>
                    <p:nvPicPr>
                      <p:cNvPr id="292" name="Picture 4">
                        <a:extLst>
                          <a:ext uri="{FF2B5EF4-FFF2-40B4-BE49-F238E27FC236}">
                            <a16:creationId xmlns:a16="http://schemas.microsoft.com/office/drawing/2014/main" id="{DEE0248C-E53E-3B47-B662-C8E972B924E3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3" y="3945900"/>
                        <a:ext cx="1866143" cy="57606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sp>
                  <p:nvSpPr>
                    <p:cNvPr id="290" name="TextBox 289">
                      <a:extLst>
                        <a:ext uri="{FF2B5EF4-FFF2-40B4-BE49-F238E27FC236}">
                          <a16:creationId xmlns:a16="http://schemas.microsoft.com/office/drawing/2014/main" id="{4B914365-6900-B14B-89FD-61D58254F38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45011" y="4057210"/>
                      <a:ext cx="1565669" cy="39083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VN" sz="1600">
                          <a:solidFill>
                            <a:srgbClr val="17459E"/>
                          </a:solidFill>
                        </a:rPr>
                        <a:t>Nhập avgMark</a:t>
                      </a:r>
                    </a:p>
                  </p:txBody>
                </p:sp>
              </p:grpSp>
            </p:grpSp>
          </p:grpSp>
        </p:grpSp>
        <p:cxnSp>
          <p:nvCxnSpPr>
            <p:cNvPr id="278" name="Straight Connector 277">
              <a:extLst>
                <a:ext uri="{FF2B5EF4-FFF2-40B4-BE49-F238E27FC236}">
                  <a16:creationId xmlns:a16="http://schemas.microsoft.com/office/drawing/2014/main" id="{305F70DB-131D-8F43-9A0A-BF950A786F48}"/>
                </a:ext>
              </a:extLst>
            </p:cNvPr>
            <p:cNvCxnSpPr>
              <a:cxnSpLocks/>
            </p:cNvCxnSpPr>
            <p:nvPr/>
          </p:nvCxnSpPr>
          <p:spPr>
            <a:xfrm>
              <a:off x="1525709" y="5159144"/>
              <a:ext cx="0" cy="50210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9" name="Straight Connector 278">
              <a:extLst>
                <a:ext uri="{FF2B5EF4-FFF2-40B4-BE49-F238E27FC236}">
                  <a16:creationId xmlns:a16="http://schemas.microsoft.com/office/drawing/2014/main" id="{A5D4A973-5594-7A4F-85DA-66C1CC77E574}"/>
                </a:ext>
              </a:extLst>
            </p:cNvPr>
            <p:cNvCxnSpPr>
              <a:cxnSpLocks/>
            </p:cNvCxnSpPr>
            <p:nvPr/>
          </p:nvCxnSpPr>
          <p:spPr>
            <a:xfrm>
              <a:off x="4227107" y="5157192"/>
              <a:ext cx="0" cy="50210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0" name="Straight Connector 279">
              <a:extLst>
                <a:ext uri="{FF2B5EF4-FFF2-40B4-BE49-F238E27FC236}">
                  <a16:creationId xmlns:a16="http://schemas.microsoft.com/office/drawing/2014/main" id="{EDBFC859-8AEB-1242-89FC-BC30EE3108C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23026" y="5659296"/>
              <a:ext cx="2703600" cy="831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1" name="Straight Arrow Connector 280">
              <a:extLst>
                <a:ext uri="{FF2B5EF4-FFF2-40B4-BE49-F238E27FC236}">
                  <a16:creationId xmlns:a16="http://schemas.microsoft.com/office/drawing/2014/main" id="{5366AC0F-70DA-9341-B069-DB09BF4E5E63}"/>
                </a:ext>
              </a:extLst>
            </p:cNvPr>
            <p:cNvCxnSpPr>
              <a:cxnSpLocks/>
              <a:endCxn id="296" idx="0"/>
            </p:cNvCxnSpPr>
            <p:nvPr/>
          </p:nvCxnSpPr>
          <p:spPr>
            <a:xfrm>
              <a:off x="2782827" y="5643953"/>
              <a:ext cx="0" cy="31543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C5DDAD14-A9B9-994D-0600-AE9DA3D15E1F}"/>
              </a:ext>
            </a:extLst>
          </p:cNvPr>
          <p:cNvSpPr/>
          <p:nvPr/>
        </p:nvSpPr>
        <p:spPr>
          <a:xfrm>
            <a:off x="2784956" y="5661763"/>
            <a:ext cx="3221329" cy="583080"/>
          </a:xfrm>
          <a:prstGeom prst="rect">
            <a:avLst/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i="1" dirty="0">
                <a:latin typeface="Consolas" pitchFamily="49" charset="0"/>
                <a:cs typeface="Consolas" pitchFamily="49" charset="0"/>
              </a:rPr>
              <a:t>Cấu trúc lựa chọn đầy đủ</a:t>
            </a:r>
            <a:endParaRPr lang="en-GB" dirty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1088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11DD4-D6F5-0741-8C18-D64693B5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/>
              <a:t>CẤU TRÚC LỰA CHỌN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DFE1E-8A2D-6145-BBE1-74889E55A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VN"/>
              <a:t>BT 3: Vẽ sơ đồ khối mô tả thuật toán cho bài toán sau:</a:t>
            </a:r>
          </a:p>
          <a:p>
            <a:pPr lvl="1" algn="just"/>
            <a:r>
              <a:rPr lang="en-VN"/>
              <a:t>Nhập một số nguyên dương x. Hãy cho biết </a:t>
            </a:r>
            <a:r>
              <a:rPr lang="en-VN">
                <a:solidFill>
                  <a:srgbClr val="17459E"/>
                </a:solidFill>
              </a:rPr>
              <a:t>x là số chẵn hay số lẻ</a:t>
            </a:r>
            <a:r>
              <a:rPr lang="en-VN"/>
              <a:t>.</a:t>
            </a:r>
          </a:p>
          <a:p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F2F3A0-B11D-C945-844B-13BB2613F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3: Cấu trúc Lựa chọn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BD6334-3AC2-5B46-97CE-C371AE126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36916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11DD4-D6F5-0741-8C18-D64693B57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VN"/>
              <a:t>CẤU TRÚC LỰA CHỌN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7DFE1E-8A2D-6145-BBE1-74889E55A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VN"/>
              <a:t>Ví dụ: Vẽ sơ đồ khối mô tả thuật toán </a:t>
            </a:r>
            <a:r>
              <a:rPr lang="en-VN">
                <a:solidFill>
                  <a:srgbClr val="17459E"/>
                </a:solidFill>
              </a:rPr>
              <a:t>Giải phương trình bậc 2</a:t>
            </a:r>
            <a:r>
              <a:rPr lang="en-VN"/>
              <a:t>: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F2F3A0-B11D-C945-844B-13BB2613F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3: Cấu trúc Lựa chọn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BD6334-3AC2-5B46-97CE-C371AE126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17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2EA1E63E-A922-F346-9C40-C37F1C00AC02}"/>
                  </a:ext>
                </a:extLst>
              </p:cNvPr>
              <p:cNvSpPr/>
              <p:nvPr/>
            </p:nvSpPr>
            <p:spPr>
              <a:xfrm>
                <a:off x="2897418" y="1253461"/>
                <a:ext cx="3703712" cy="64807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500" i="1" smtClean="0">
                              <a:solidFill>
                                <a:srgbClr val="EF68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i="1">
                              <a:solidFill>
                                <a:srgbClr val="EF6822"/>
                              </a:solidFill>
                              <a:latin typeface="Cambria Math"/>
                            </a:rPr>
                            <m:t>𝑎𝑥</m:t>
                          </m:r>
                        </m:e>
                        <m:sup>
                          <m:r>
                            <a:rPr lang="en-US" sz="2500" i="1">
                              <a:solidFill>
                                <a:srgbClr val="EF6822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500" i="1">
                          <a:solidFill>
                            <a:srgbClr val="EF6822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500" i="1">
                          <a:solidFill>
                            <a:srgbClr val="EF6822"/>
                          </a:solidFill>
                          <a:latin typeface="Cambria Math"/>
                        </a:rPr>
                        <m:t>𝑏𝑥</m:t>
                      </m:r>
                      <m:r>
                        <a:rPr lang="en-US" sz="2500" i="1">
                          <a:solidFill>
                            <a:srgbClr val="EF6822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500" i="1">
                          <a:solidFill>
                            <a:srgbClr val="EF6822"/>
                          </a:solidFill>
                          <a:latin typeface="Cambria Math"/>
                        </a:rPr>
                        <m:t>𝑐</m:t>
                      </m:r>
                      <m:r>
                        <a:rPr lang="en-US" sz="2500" i="1">
                          <a:solidFill>
                            <a:srgbClr val="EF6822"/>
                          </a:solidFill>
                          <a:latin typeface="Cambria Math"/>
                        </a:rPr>
                        <m:t>=0 (</m:t>
                      </m:r>
                      <m:r>
                        <a:rPr lang="vi-VN" sz="2500" b="0" i="1">
                          <a:solidFill>
                            <a:srgbClr val="EF6822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vi-VN" sz="2500" b="0" i="1">
                          <a:solidFill>
                            <a:srgbClr val="EF682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≠0</m:t>
                      </m:r>
                      <m:r>
                        <a:rPr lang="vi-VN" sz="2500" b="0" i="1">
                          <a:solidFill>
                            <a:srgbClr val="EF682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500" dirty="0">
                  <a:solidFill>
                    <a:srgbClr val="EF6822"/>
                  </a:solidFill>
                </a:endParaRPr>
              </a:p>
            </p:txBody>
          </p:sp>
        </mc:Choice>
        <mc:Fallback xmlns=""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2EA1E63E-A922-F346-9C40-C37F1C00AC0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418" y="1253461"/>
                <a:ext cx="3703712" cy="648072"/>
              </a:xfrm>
              <a:prstGeom prst="rect">
                <a:avLst/>
              </a:prstGeom>
              <a:blipFill>
                <a:blip r:embed="rId3"/>
                <a:stretch>
                  <a:fillRect b="-38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Group 5">
            <a:extLst>
              <a:ext uri="{FF2B5EF4-FFF2-40B4-BE49-F238E27FC236}">
                <a16:creationId xmlns:a16="http://schemas.microsoft.com/office/drawing/2014/main" id="{6FD14B71-BCD2-C9E1-0028-70047806B251}"/>
              </a:ext>
            </a:extLst>
          </p:cNvPr>
          <p:cNvGrpSpPr/>
          <p:nvPr/>
        </p:nvGrpSpPr>
        <p:grpSpPr>
          <a:xfrm>
            <a:off x="416581" y="1836360"/>
            <a:ext cx="8622781" cy="4543298"/>
            <a:chOff x="345165" y="2257684"/>
            <a:chExt cx="8622781" cy="4543298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E930267-B3B7-B34F-B9EC-AEC7245F38D1}"/>
                </a:ext>
              </a:extLst>
            </p:cNvPr>
            <p:cNvGrpSpPr/>
            <p:nvPr/>
          </p:nvGrpSpPr>
          <p:grpSpPr>
            <a:xfrm>
              <a:off x="345165" y="2526910"/>
              <a:ext cx="8259282" cy="4274072"/>
              <a:chOff x="2032932" y="2608368"/>
              <a:chExt cx="8259282" cy="4274072"/>
            </a:xfrm>
          </p:grpSpPr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9EB13634-0A81-3D41-988E-12FAA8C81D7A}"/>
                  </a:ext>
                </a:extLst>
              </p:cNvPr>
              <p:cNvCxnSpPr>
                <a:cxnSpLocks/>
                <a:endCxn id="59" idx="1"/>
              </p:cNvCxnSpPr>
              <p:nvPr/>
            </p:nvCxnSpPr>
            <p:spPr>
              <a:xfrm flipV="1">
                <a:off x="5312677" y="6630180"/>
                <a:ext cx="3845452" cy="39180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814E20C7-EAA7-7446-888B-D7EC7279F425}"/>
                  </a:ext>
                </a:extLst>
              </p:cNvPr>
              <p:cNvGrpSpPr/>
              <p:nvPr/>
            </p:nvGrpSpPr>
            <p:grpSpPr>
              <a:xfrm>
                <a:off x="2032932" y="2608368"/>
                <a:ext cx="8259282" cy="4274072"/>
                <a:chOff x="1019697" y="2565473"/>
                <a:chExt cx="9268907" cy="4934107"/>
              </a:xfrm>
            </p:grpSpPr>
            <p:grpSp>
              <p:nvGrpSpPr>
                <p:cNvPr id="39" name="Group 38">
                  <a:extLst>
                    <a:ext uri="{FF2B5EF4-FFF2-40B4-BE49-F238E27FC236}">
                      <a16:creationId xmlns:a16="http://schemas.microsoft.com/office/drawing/2014/main" id="{FD2F1995-C3D9-F64B-8AD6-7A744BB627F0}"/>
                    </a:ext>
                  </a:extLst>
                </p:cNvPr>
                <p:cNvGrpSpPr/>
                <p:nvPr/>
              </p:nvGrpSpPr>
              <p:grpSpPr>
                <a:xfrm>
                  <a:off x="4331938" y="2873589"/>
                  <a:ext cx="3299910" cy="1630756"/>
                  <a:chOff x="7666416" y="3708427"/>
                  <a:chExt cx="3299910" cy="1630756"/>
                </a:xfrm>
              </p:grpSpPr>
              <p:cxnSp>
                <p:nvCxnSpPr>
                  <p:cNvPr id="69" name="Elbow Connector 68">
                    <a:extLst>
                      <a:ext uri="{FF2B5EF4-FFF2-40B4-BE49-F238E27FC236}">
                        <a16:creationId xmlns:a16="http://schemas.microsoft.com/office/drawing/2014/main" id="{93631A10-0543-DD45-9262-783D421726E6}"/>
                      </a:ext>
                    </a:extLst>
                  </p:cNvPr>
                  <p:cNvCxnSpPr>
                    <a:cxnSpLocks/>
                    <a:stCxn id="70" idx="1"/>
                  </p:cNvCxnSpPr>
                  <p:nvPr/>
                </p:nvCxnSpPr>
                <p:spPr>
                  <a:xfrm rot="10800000" flipV="1">
                    <a:off x="8055885" y="4866119"/>
                    <a:ext cx="405302" cy="441238"/>
                  </a:xfrm>
                  <a:prstGeom prst="bentConnector2">
                    <a:avLst/>
                  </a:prstGeom>
                  <a:ln w="28575">
                    <a:solidFill>
                      <a:srgbClr val="0432FF"/>
                    </a:solidFill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pic>
                <p:nvPicPr>
                  <p:cNvPr id="70" name="Picture 69">
                    <a:extLst>
                      <a:ext uri="{FF2B5EF4-FFF2-40B4-BE49-F238E27FC236}">
                        <a16:creationId xmlns:a16="http://schemas.microsoft.com/office/drawing/2014/main" id="{F56A6049-A1BC-634D-B96F-059FC38BB74E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8461187" y="4393054"/>
                    <a:ext cx="1894038" cy="94612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cxnSp>
                <p:nvCxnSpPr>
                  <p:cNvPr id="71" name="Straight Arrow Connector 70">
                    <a:extLst>
                      <a:ext uri="{FF2B5EF4-FFF2-40B4-BE49-F238E27FC236}">
                        <a16:creationId xmlns:a16="http://schemas.microsoft.com/office/drawing/2014/main" id="{C402EE36-12F7-C54E-9E5A-C6CFE1CFFB8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7666416" y="3708427"/>
                    <a:ext cx="794770" cy="7856"/>
                  </a:xfrm>
                  <a:prstGeom prst="straightConnector1">
                    <a:avLst/>
                  </a:prstGeom>
                  <a:ln w="28575">
                    <a:tailEnd type="triangle"/>
                  </a:ln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2" name="TextBox 71">
                    <a:extLst>
                      <a:ext uri="{FF2B5EF4-FFF2-40B4-BE49-F238E27FC236}">
                        <a16:creationId xmlns:a16="http://schemas.microsoft.com/office/drawing/2014/main" id="{8989EF33-5527-A441-88D5-FB78655AC0F1}"/>
                      </a:ext>
                    </a:extLst>
                  </p:cNvPr>
                  <p:cNvSpPr txBox="1"/>
                  <p:nvPr/>
                </p:nvSpPr>
                <p:spPr>
                  <a:xfrm>
                    <a:off x="7946329" y="4484640"/>
                    <a:ext cx="737586" cy="39083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VN" sz="1600" b="1">
                        <a:solidFill>
                          <a:srgbClr val="0432FF"/>
                        </a:solidFill>
                      </a:rPr>
                      <a:t>True</a:t>
                    </a:r>
                  </a:p>
                </p:txBody>
              </p:sp>
              <p:sp>
                <p:nvSpPr>
                  <p:cNvPr id="73" name="TextBox 72">
                    <a:extLst>
                      <a:ext uri="{FF2B5EF4-FFF2-40B4-BE49-F238E27FC236}">
                        <a16:creationId xmlns:a16="http://schemas.microsoft.com/office/drawing/2014/main" id="{C770BCFF-0830-B44B-8099-453F4748B3A2}"/>
                      </a:ext>
                    </a:extLst>
                  </p:cNvPr>
                  <p:cNvSpPr txBox="1"/>
                  <p:nvPr/>
                </p:nvSpPr>
                <p:spPr>
                  <a:xfrm>
                    <a:off x="10236674" y="4452274"/>
                    <a:ext cx="729652" cy="38671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VN" sz="1600" b="1">
                        <a:solidFill>
                          <a:srgbClr val="FF0000"/>
                        </a:solidFill>
                      </a:rPr>
                      <a:t>False</a:t>
                    </a:r>
                  </a:p>
                </p:txBody>
              </p:sp>
              <p:sp>
                <p:nvSpPr>
                  <p:cNvPr id="74" name="TextBox 73">
                    <a:extLst>
                      <a:ext uri="{FF2B5EF4-FFF2-40B4-BE49-F238E27FC236}">
                        <a16:creationId xmlns:a16="http://schemas.microsoft.com/office/drawing/2014/main" id="{6BBDAC58-F6B8-7C49-BD21-28820C193A57}"/>
                      </a:ext>
                    </a:extLst>
                  </p:cNvPr>
                  <p:cNvSpPr txBox="1"/>
                  <p:nvPr/>
                </p:nvSpPr>
                <p:spPr>
                  <a:xfrm>
                    <a:off x="8492012" y="4670132"/>
                    <a:ext cx="1832382" cy="39083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r>
                      <a:rPr lang="en-VN" sz="1600" b="1">
                        <a:solidFill>
                          <a:srgbClr val="EF6822"/>
                        </a:solidFill>
                      </a:rPr>
                      <a:t>delta &gt; 0</a:t>
                    </a:r>
                  </a:p>
                </p:txBody>
              </p:sp>
            </p:grpSp>
            <p:grpSp>
              <p:nvGrpSpPr>
                <p:cNvPr id="40" name="Group 39">
                  <a:extLst>
                    <a:ext uri="{FF2B5EF4-FFF2-40B4-BE49-F238E27FC236}">
                      <a16:creationId xmlns:a16="http://schemas.microsoft.com/office/drawing/2014/main" id="{EDEC995F-385C-FE42-B262-0821F6563911}"/>
                    </a:ext>
                  </a:extLst>
                </p:cNvPr>
                <p:cNvGrpSpPr/>
                <p:nvPr/>
              </p:nvGrpSpPr>
              <p:grpSpPr>
                <a:xfrm>
                  <a:off x="1019697" y="2565473"/>
                  <a:ext cx="9268907" cy="4934107"/>
                  <a:chOff x="1078144" y="3855064"/>
                  <a:chExt cx="9268907" cy="4934107"/>
                </a:xfrm>
              </p:grpSpPr>
              <p:grpSp>
                <p:nvGrpSpPr>
                  <p:cNvPr id="41" name="Group 40">
                    <a:extLst>
                      <a:ext uri="{FF2B5EF4-FFF2-40B4-BE49-F238E27FC236}">
                        <a16:creationId xmlns:a16="http://schemas.microsoft.com/office/drawing/2014/main" id="{9A47FD88-E834-204E-BB7C-B993BDD4785E}"/>
                      </a:ext>
                    </a:extLst>
                  </p:cNvPr>
                  <p:cNvGrpSpPr/>
                  <p:nvPr/>
                </p:nvGrpSpPr>
                <p:grpSpPr>
                  <a:xfrm>
                    <a:off x="3598038" y="7668727"/>
                    <a:ext cx="2194676" cy="675080"/>
                    <a:chOff x="3598038" y="7668727"/>
                    <a:chExt cx="2194676" cy="675080"/>
                  </a:xfrm>
                </p:grpSpPr>
                <p:pic>
                  <p:nvPicPr>
                    <p:cNvPr id="61" name="Picture 4">
                      <a:extLst>
                        <a:ext uri="{FF2B5EF4-FFF2-40B4-BE49-F238E27FC236}">
                          <a16:creationId xmlns:a16="http://schemas.microsoft.com/office/drawing/2014/main" id="{ADEE127F-39B2-1541-AA82-A861EC044E79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5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3598038" y="7719373"/>
                      <a:ext cx="2194676" cy="576064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sp>
                  <p:nvSpPr>
                    <p:cNvPr id="62" name="TextBox 61">
                      <a:extLst>
                        <a:ext uri="{FF2B5EF4-FFF2-40B4-BE49-F238E27FC236}">
                          <a16:creationId xmlns:a16="http://schemas.microsoft.com/office/drawing/2014/main" id="{DD445614-1FA1-6B49-9201-10C2229D1924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919092" y="7668727"/>
                      <a:ext cx="1679434" cy="675080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VN" sz="1600">
                          <a:solidFill>
                            <a:srgbClr val="17459E"/>
                          </a:solidFill>
                        </a:rPr>
                        <a:t>PT có 2 nghiệm </a:t>
                      </a:r>
                      <a:br>
                        <a:rPr lang="en-VN" sz="1600">
                          <a:solidFill>
                            <a:srgbClr val="17459E"/>
                          </a:solidFill>
                        </a:rPr>
                      </a:br>
                      <a:r>
                        <a:rPr lang="en-VN" sz="1600">
                          <a:solidFill>
                            <a:srgbClr val="17459E"/>
                          </a:solidFill>
                        </a:rPr>
                        <a:t>PB  x1, x2</a:t>
                      </a:r>
                    </a:p>
                  </p:txBody>
                </p:sp>
              </p:grpSp>
              <p:grpSp>
                <p:nvGrpSpPr>
                  <p:cNvPr id="47" name="Group 46">
                    <a:extLst>
                      <a:ext uri="{FF2B5EF4-FFF2-40B4-BE49-F238E27FC236}">
                        <a16:creationId xmlns:a16="http://schemas.microsoft.com/office/drawing/2014/main" id="{7FEDD779-E2C9-5A4C-A487-C79FD9C9B2BF}"/>
                      </a:ext>
                    </a:extLst>
                  </p:cNvPr>
                  <p:cNvGrpSpPr/>
                  <p:nvPr/>
                </p:nvGrpSpPr>
                <p:grpSpPr>
                  <a:xfrm>
                    <a:off x="1078144" y="3855064"/>
                    <a:ext cx="9268907" cy="4934107"/>
                    <a:chOff x="1769915" y="3940466"/>
                    <a:chExt cx="9268907" cy="4934107"/>
                  </a:xfrm>
                </p:grpSpPr>
                <p:grpSp>
                  <p:nvGrpSpPr>
                    <p:cNvPr id="48" name="Group 47">
                      <a:extLst>
                        <a:ext uri="{FF2B5EF4-FFF2-40B4-BE49-F238E27FC236}">
                          <a16:creationId xmlns:a16="http://schemas.microsoft.com/office/drawing/2014/main" id="{5454892B-A326-FA47-A872-427C8BCD6EFA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769915" y="3940466"/>
                      <a:ext cx="9268907" cy="4934107"/>
                      <a:chOff x="1769915" y="3940466"/>
                      <a:chExt cx="9268907" cy="4934107"/>
                    </a:xfrm>
                  </p:grpSpPr>
                  <p:grpSp>
                    <p:nvGrpSpPr>
                      <p:cNvPr id="50" name="Group 49">
                        <a:extLst>
                          <a:ext uri="{FF2B5EF4-FFF2-40B4-BE49-F238E27FC236}">
                            <a16:creationId xmlns:a16="http://schemas.microsoft.com/office/drawing/2014/main" id="{A65D75BD-4FE4-E44A-B360-DF3B506DD15D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69915" y="3940466"/>
                        <a:ext cx="9268907" cy="4934107"/>
                        <a:chOff x="2244076" y="3592944"/>
                        <a:chExt cx="9268907" cy="4934107"/>
                      </a:xfrm>
                    </p:grpSpPr>
                    <p:pic>
                      <p:nvPicPr>
                        <p:cNvPr id="52" name="Picture 2">
                          <a:extLst>
                            <a:ext uri="{FF2B5EF4-FFF2-40B4-BE49-F238E27FC236}">
                              <a16:creationId xmlns:a16="http://schemas.microsoft.com/office/drawing/2014/main" id="{E5456431-4B01-E146-9074-FDBD22DF646D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 rot="10800000" flipV="1">
                          <a:off x="2260362" y="3592944"/>
                          <a:ext cx="1224867" cy="57606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  <p:cxnSp>
                      <p:nvCxnSpPr>
                        <p:cNvPr id="56" name="Straight Arrow Connector 55">
                          <a:extLst>
                            <a:ext uri="{FF2B5EF4-FFF2-40B4-BE49-F238E27FC236}">
                              <a16:creationId xmlns:a16="http://schemas.microsoft.com/office/drawing/2014/main" id="{41758B78-2E0B-E94A-BD8D-380A4DB05E58}"/>
                            </a:ext>
                          </a:extLst>
                        </p:cNvPr>
                        <p:cNvCxnSpPr>
                          <a:cxnSpLocks/>
                          <a:stCxn id="52" idx="1"/>
                        </p:cNvCxnSpPr>
                        <p:nvPr/>
                      </p:nvCxnSpPr>
                      <p:spPr>
                        <a:xfrm>
                          <a:off x="3485229" y="3880977"/>
                          <a:ext cx="603600" cy="5434"/>
                        </a:xfrm>
                        <a:prstGeom prst="straightConnector1">
                          <a:avLst/>
                        </a:prstGeom>
                        <a:ln w="28575"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57" name="TextBox 56">
                          <a:extLst>
                            <a:ext uri="{FF2B5EF4-FFF2-40B4-BE49-F238E27FC236}">
                              <a16:creationId xmlns:a16="http://schemas.microsoft.com/office/drawing/2014/main" id="{6E3192B3-D948-B74D-98FA-2561A2C6C8CE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244076" y="3679856"/>
                          <a:ext cx="1224868" cy="33855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VN" sz="1600">
                              <a:solidFill>
                                <a:srgbClr val="FF0000"/>
                              </a:solidFill>
                            </a:rPr>
                            <a:t>Bắt đầu</a:t>
                          </a:r>
                        </a:p>
                      </p:txBody>
                    </p:sp>
                    <p:pic>
                      <p:nvPicPr>
                        <p:cNvPr id="58" name="Picture 2">
                          <a:extLst>
                            <a:ext uri="{FF2B5EF4-FFF2-40B4-BE49-F238E27FC236}">
                              <a16:creationId xmlns:a16="http://schemas.microsoft.com/office/drawing/2014/main" id="{31A69A8E-DC08-F042-BC13-DEA5A4267EF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 rot="10800000" flipV="1">
                          <a:off x="10256520" y="7950986"/>
                          <a:ext cx="1256463" cy="57606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  <p:sp>
                      <p:nvSpPr>
                        <p:cNvPr id="59" name="TextBox 58">
                          <a:extLst>
                            <a:ext uri="{FF2B5EF4-FFF2-40B4-BE49-F238E27FC236}">
                              <a16:creationId xmlns:a16="http://schemas.microsoft.com/office/drawing/2014/main" id="{41D24058-A91F-114B-B3CE-C1FD2FAE45A7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10240266" y="8040417"/>
                          <a:ext cx="1196990" cy="390836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 anchor="ctr">
                          <a:spAutoFit/>
                        </a:bodyPr>
                        <a:lstStyle/>
                        <a:p>
                          <a:pPr algn="ctr"/>
                          <a:r>
                            <a:rPr lang="en-VN" sz="1600">
                              <a:solidFill>
                                <a:srgbClr val="FF0000"/>
                              </a:solidFill>
                            </a:rPr>
                            <a:t>Kết thúc</a:t>
                          </a:r>
                        </a:p>
                      </p:txBody>
                    </p:sp>
                  </p:grpSp>
                  <p:pic>
                    <p:nvPicPr>
                      <p:cNvPr id="51" name="Picture 4">
                        <a:extLst>
                          <a:ext uri="{FF2B5EF4-FFF2-40B4-BE49-F238E27FC236}">
                            <a16:creationId xmlns:a16="http://schemas.microsoft.com/office/drawing/2014/main" id="{40E1049D-7B19-E84D-BD08-9354C05F375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3" y="3945900"/>
                        <a:ext cx="1866143" cy="57606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sp>
                  <p:nvSpPr>
                    <p:cNvPr id="49" name="TextBox 48">
                      <a:extLst>
                        <a:ext uri="{FF2B5EF4-FFF2-40B4-BE49-F238E27FC236}">
                          <a16:creationId xmlns:a16="http://schemas.microsoft.com/office/drawing/2014/main" id="{87A12B07-92DB-5A46-9EB7-67EFD20080F0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672937" y="4027285"/>
                      <a:ext cx="1306402" cy="390836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VN" sz="1600">
                          <a:solidFill>
                            <a:srgbClr val="17459E"/>
                          </a:solidFill>
                        </a:rPr>
                        <a:t>Nhập a, b, c</a:t>
                      </a:r>
                    </a:p>
                  </p:txBody>
                </p:sp>
              </p:grpSp>
            </p:grpSp>
          </p:grp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ACD15BD6-744D-364F-9488-C63FEFB4084F}"/>
                  </a:ext>
                </a:extLst>
              </p:cNvPr>
              <p:cNvCxnSpPr>
                <a:cxnSpLocks/>
                <a:endCxn id="65" idx="0"/>
              </p:cNvCxnSpPr>
              <p:nvPr/>
            </p:nvCxnSpPr>
            <p:spPr>
              <a:xfrm>
                <a:off x="5321980" y="4803810"/>
                <a:ext cx="16503" cy="245789"/>
              </a:xfrm>
              <a:prstGeom prst="line">
                <a:avLst/>
              </a:prstGeom>
              <a:ln w="28575">
                <a:solidFill>
                  <a:srgbClr val="0432FF"/>
                </a:solidFill>
                <a:headEnd type="none" w="med" len="med"/>
                <a:tailEnd type="arrow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AD64AC9F-E8F5-9C43-AB74-DD2319F03559}"/>
                </a:ext>
              </a:extLst>
            </p:cNvPr>
            <p:cNvCxnSpPr/>
            <p:nvPr/>
          </p:nvCxnSpPr>
          <p:spPr>
            <a:xfrm>
              <a:off x="4863503" y="3104302"/>
              <a:ext cx="0" cy="289731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9" name="Line Callout 1 78">
              <a:extLst>
                <a:ext uri="{FF2B5EF4-FFF2-40B4-BE49-F238E27FC236}">
                  <a16:creationId xmlns:a16="http://schemas.microsoft.com/office/drawing/2014/main" id="{9F08162D-7103-DB47-9A65-4C0EA6337BE6}"/>
                </a:ext>
              </a:extLst>
            </p:cNvPr>
            <p:cNvSpPr/>
            <p:nvPr/>
          </p:nvSpPr>
          <p:spPr>
            <a:xfrm>
              <a:off x="6030611" y="2257684"/>
              <a:ext cx="2874873" cy="939916"/>
            </a:xfrm>
            <a:prstGeom prst="borderCallout1">
              <a:avLst>
                <a:gd name="adj1" fmla="val 104321"/>
                <a:gd name="adj2" fmla="val 57860"/>
                <a:gd name="adj3" fmla="val 196958"/>
                <a:gd name="adj4" fmla="val 33195"/>
              </a:avLst>
            </a:prstGeom>
            <a:ln/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GB" i="1" dirty="0">
                  <a:latin typeface="Consolas" pitchFamily="49" charset="0"/>
                  <a:cs typeface="Consolas" pitchFamily="49" charset="0"/>
                </a:rPr>
                <a:t>Các cấu trúc lựa chọn lồng vào nhau</a:t>
              </a:r>
              <a:endParaRPr lang="en-GB" dirty="0">
                <a:latin typeface="Consolas" pitchFamily="49" charset="0"/>
                <a:cs typeface="Consolas" pitchFamily="49" charset="0"/>
              </a:endParaRP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C0DE1E9F-DE74-2F43-BACF-A73FF3715CFF}"/>
                </a:ext>
              </a:extLst>
            </p:cNvPr>
            <p:cNvSpPr txBox="1"/>
            <p:nvPr/>
          </p:nvSpPr>
          <p:spPr>
            <a:xfrm>
              <a:off x="4020466" y="2492896"/>
              <a:ext cx="1644606" cy="5847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VN" sz="1600">
                  <a:solidFill>
                    <a:srgbClr val="17459E"/>
                  </a:solidFill>
                </a:rPr>
                <a:t>delta = </a:t>
              </a:r>
              <a:br>
                <a:rPr lang="en-VN" sz="1600">
                  <a:solidFill>
                    <a:srgbClr val="17459E"/>
                  </a:solidFill>
                </a:rPr>
              </a:br>
              <a:r>
                <a:rPr lang="en-VN" sz="1600">
                  <a:solidFill>
                    <a:srgbClr val="17459E"/>
                  </a:solidFill>
                </a:rPr>
                <a:t>b</a:t>
              </a:r>
              <a:r>
                <a:rPr lang="en-VN" sz="1600" baseline="30000">
                  <a:solidFill>
                    <a:srgbClr val="17459E"/>
                  </a:solidFill>
                </a:rPr>
                <a:t>2 </a:t>
              </a:r>
              <a:r>
                <a:rPr lang="en-VN" sz="1600">
                  <a:solidFill>
                    <a:srgbClr val="17459E"/>
                  </a:solidFill>
                </a:rPr>
                <a:t>–  4ac</a:t>
              </a:r>
            </a:p>
          </p:txBody>
        </p:sp>
        <p:cxnSp>
          <p:nvCxnSpPr>
            <p:cNvPr id="60" name="Elbow Connector 59">
              <a:extLst>
                <a:ext uri="{FF2B5EF4-FFF2-40B4-BE49-F238E27FC236}">
                  <a16:creationId xmlns:a16="http://schemas.microsoft.com/office/drawing/2014/main" id="{041C8438-E42C-DA49-87F7-DF52B9E55A6C}"/>
                </a:ext>
              </a:extLst>
            </p:cNvPr>
            <p:cNvCxnSpPr>
              <a:cxnSpLocks/>
              <a:stCxn id="74" idx="3"/>
              <a:endCxn id="81" idx="0"/>
            </p:cNvCxnSpPr>
            <p:nvPr/>
          </p:nvCxnSpPr>
          <p:spPr>
            <a:xfrm>
              <a:off x="5665072" y="3796144"/>
              <a:ext cx="1134296" cy="309675"/>
            </a:xfrm>
            <a:prstGeom prst="bentConnector2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3EAD3B7B-6579-E540-8B51-8153A04A7D4B}"/>
                    </a:ext>
                  </a:extLst>
                </p:cNvPr>
                <p:cNvSpPr txBox="1"/>
                <p:nvPr/>
              </p:nvSpPr>
              <p:spPr>
                <a:xfrm>
                  <a:off x="2755235" y="4196684"/>
                  <a:ext cx="1790961" cy="608436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VN" sz="1600">
                      <a:solidFill>
                        <a:srgbClr val="17459E"/>
                      </a:solidFill>
                    </a:rPr>
                    <a:t>x1 = </a:t>
                  </a:r>
                  <a:br>
                    <a:rPr lang="en-VN" sz="1600">
                      <a:solidFill>
                        <a:srgbClr val="17459E"/>
                      </a:solidFill>
                    </a:rPr>
                  </a:br>
                  <a:r>
                    <a:rPr lang="en-VN" sz="1600">
                      <a:solidFill>
                        <a:srgbClr val="17459E"/>
                      </a:solidFill>
                    </a:rPr>
                    <a:t>(-b</a:t>
                  </a:r>
                  <a:r>
                    <a:rPr lang="en-VN" sz="1600" baseline="30000">
                      <a:solidFill>
                        <a:srgbClr val="17459E"/>
                      </a:solidFill>
                    </a:rPr>
                    <a:t> </a:t>
                  </a:r>
                  <a:r>
                    <a:rPr lang="en-VN" sz="1600">
                      <a:solidFill>
                        <a:srgbClr val="17459E"/>
                      </a:solidFill>
                    </a:rPr>
                    <a:t> +  </a:t>
                  </a:r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VN" sz="1600" i="1">
                              <a:solidFill>
                                <a:srgbClr val="17459E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m:rPr>
                              <m:nor/>
                            </m:rPr>
                            <a:rPr lang="en-VN" sz="1600">
                              <a:solidFill>
                                <a:srgbClr val="17459E"/>
                              </a:solidFill>
                            </a:rPr>
                            <m:t>delta</m:t>
                          </m:r>
                        </m:e>
                      </m:rad>
                    </m:oMath>
                  </a14:m>
                  <a:r>
                    <a:rPr lang="en-VN" sz="1600">
                      <a:solidFill>
                        <a:srgbClr val="17459E"/>
                      </a:solidFill>
                    </a:rPr>
                    <a:t>)/ 2a</a:t>
                  </a:r>
                </a:p>
              </p:txBody>
            </p:sp>
          </mc:Choice>
          <mc:Fallback xmlns="">
            <p:sp>
              <p:nvSpPr>
                <p:cNvPr id="64" name="TextBox 63">
                  <a:extLst>
                    <a:ext uri="{FF2B5EF4-FFF2-40B4-BE49-F238E27FC236}">
                      <a16:creationId xmlns:a16="http://schemas.microsoft.com/office/drawing/2014/main" id="{3EAD3B7B-6579-E540-8B51-8153A04A7D4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5235" y="4196684"/>
                  <a:ext cx="1790961" cy="608436"/>
                </a:xfrm>
                <a:prstGeom prst="rect">
                  <a:avLst/>
                </a:prstGeom>
                <a:blipFill>
                  <a:blip r:embed="rId7"/>
                  <a:stretch>
                    <a:fillRect t="-2000" b="-10000"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63BE4BE4-1458-1742-A1FD-3AF9AECFC413}"/>
                    </a:ext>
                  </a:extLst>
                </p:cNvPr>
                <p:cNvSpPr txBox="1"/>
                <p:nvPr/>
              </p:nvSpPr>
              <p:spPr>
                <a:xfrm>
                  <a:off x="2755235" y="5049599"/>
                  <a:ext cx="1790961" cy="608436"/>
                </a:xfrm>
                <a:prstGeom prst="rect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VN" sz="1600">
                      <a:solidFill>
                        <a:srgbClr val="17459E"/>
                      </a:solidFill>
                    </a:rPr>
                    <a:t>x2 = </a:t>
                  </a:r>
                  <a:br>
                    <a:rPr lang="en-VN" sz="1600">
                      <a:solidFill>
                        <a:srgbClr val="17459E"/>
                      </a:solidFill>
                    </a:rPr>
                  </a:br>
                  <a:r>
                    <a:rPr lang="en-VN" sz="1600">
                      <a:solidFill>
                        <a:srgbClr val="17459E"/>
                      </a:solidFill>
                    </a:rPr>
                    <a:t>(-b</a:t>
                  </a:r>
                  <a:r>
                    <a:rPr lang="en-VN" sz="1600" baseline="30000">
                      <a:solidFill>
                        <a:srgbClr val="17459E"/>
                      </a:solidFill>
                    </a:rPr>
                    <a:t> </a:t>
                  </a:r>
                  <a:r>
                    <a:rPr lang="en-VN" sz="1600">
                      <a:solidFill>
                        <a:srgbClr val="17459E"/>
                      </a:solidFill>
                    </a:rPr>
                    <a:t> -  </a:t>
                  </a:r>
                  <a14:m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VN" sz="1600" i="1">
                              <a:solidFill>
                                <a:srgbClr val="17459E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m:rPr>
                              <m:nor/>
                            </m:rPr>
                            <a:rPr lang="en-VN" sz="1600">
                              <a:solidFill>
                                <a:srgbClr val="17459E"/>
                              </a:solidFill>
                            </a:rPr>
                            <m:t>delta</m:t>
                          </m:r>
                        </m:e>
                      </m:rad>
                    </m:oMath>
                  </a14:m>
                  <a:r>
                    <a:rPr lang="en-VN" sz="1600">
                      <a:solidFill>
                        <a:srgbClr val="17459E"/>
                      </a:solidFill>
                    </a:rPr>
                    <a:t>)/ 2a</a:t>
                  </a:r>
                </a:p>
              </p:txBody>
            </p:sp>
          </mc:Choice>
          <mc:Fallback xmlns=""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63BE4BE4-1458-1742-A1FD-3AF9AECFC41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755235" y="5049599"/>
                  <a:ext cx="1790961" cy="608436"/>
                </a:xfrm>
                <a:prstGeom prst="rect">
                  <a:avLst/>
                </a:prstGeom>
                <a:blipFill>
                  <a:blip r:embed="rId8"/>
                  <a:stretch>
                    <a:fillRect t="-2000" b="-10000"/>
                  </a:stretch>
                </a:blipFill>
              </p:spPr>
              <p:txBody>
                <a:bodyPr/>
                <a:lstStyle/>
                <a:p>
                  <a:r>
                    <a:rPr lang="en-V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8" name="Straight Connector 77">
              <a:extLst>
                <a:ext uri="{FF2B5EF4-FFF2-40B4-BE49-F238E27FC236}">
                  <a16:creationId xmlns:a16="http://schemas.microsoft.com/office/drawing/2014/main" id="{B2F75767-118A-2440-9A87-156628B6E253}"/>
                </a:ext>
              </a:extLst>
            </p:cNvPr>
            <p:cNvCxnSpPr>
              <a:cxnSpLocks/>
            </p:cNvCxnSpPr>
            <p:nvPr/>
          </p:nvCxnSpPr>
          <p:spPr>
            <a:xfrm>
              <a:off x="3635896" y="5651798"/>
              <a:ext cx="11307" cy="242067"/>
            </a:xfrm>
            <a:prstGeom prst="line">
              <a:avLst/>
            </a:prstGeom>
            <a:ln w="28575">
              <a:solidFill>
                <a:srgbClr val="0432FF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80" name="Elbow Connector 79">
              <a:extLst>
                <a:ext uri="{FF2B5EF4-FFF2-40B4-BE49-F238E27FC236}">
                  <a16:creationId xmlns:a16="http://schemas.microsoft.com/office/drawing/2014/main" id="{4057A28D-0348-E541-B559-9F7821B4D44B}"/>
                </a:ext>
              </a:extLst>
            </p:cNvPr>
            <p:cNvCxnSpPr>
              <a:cxnSpLocks/>
              <a:stCxn id="81" idx="1"/>
              <a:endCxn id="94" idx="0"/>
            </p:cNvCxnSpPr>
            <p:nvPr/>
          </p:nvCxnSpPr>
          <p:spPr>
            <a:xfrm rot="10800000" flipV="1">
              <a:off x="5644756" y="4515601"/>
              <a:ext cx="310749" cy="533997"/>
            </a:xfrm>
            <a:prstGeom prst="bentConnector2">
              <a:avLst/>
            </a:prstGeom>
            <a:ln w="28575">
              <a:solidFill>
                <a:srgbClr val="0432FF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81" name="Picture 80">
              <a:extLst>
                <a:ext uri="{FF2B5EF4-FFF2-40B4-BE49-F238E27FC236}">
                  <a16:creationId xmlns:a16="http://schemas.microsoft.com/office/drawing/2014/main" id="{4F41E1F3-E4D1-854B-A6AE-402E27E5ED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55504" y="4105819"/>
              <a:ext cx="1687728" cy="81956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81BF5FED-1701-454F-9809-79DD8735223E}"/>
                </a:ext>
              </a:extLst>
            </p:cNvPr>
            <p:cNvSpPr txBox="1"/>
            <p:nvPr/>
          </p:nvSpPr>
          <p:spPr>
            <a:xfrm>
              <a:off x="5496727" y="4185153"/>
              <a:ext cx="65724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1600" b="1">
                  <a:solidFill>
                    <a:srgbClr val="0432FF"/>
                  </a:solidFill>
                </a:rPr>
                <a:t>True</a:t>
              </a:r>
            </a:p>
          </p:txBody>
        </p:sp>
        <p:sp>
          <p:nvSpPr>
            <p:cNvPr id="83" name="TextBox 82">
              <a:extLst>
                <a:ext uri="{FF2B5EF4-FFF2-40B4-BE49-F238E27FC236}">
                  <a16:creationId xmlns:a16="http://schemas.microsoft.com/office/drawing/2014/main" id="{C943A46A-99BD-C947-8C1C-A728194F6796}"/>
                </a:ext>
              </a:extLst>
            </p:cNvPr>
            <p:cNvSpPr txBox="1"/>
            <p:nvPr/>
          </p:nvSpPr>
          <p:spPr>
            <a:xfrm>
              <a:off x="5932315" y="4346774"/>
              <a:ext cx="163278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1600" b="1">
                  <a:solidFill>
                    <a:srgbClr val="EF6822"/>
                  </a:solidFill>
                </a:rPr>
                <a:t>delta == 0</a:t>
              </a:r>
            </a:p>
          </p:txBody>
        </p:sp>
        <p:sp>
          <p:nvSpPr>
            <p:cNvPr id="88" name="TextBox 87">
              <a:extLst>
                <a:ext uri="{FF2B5EF4-FFF2-40B4-BE49-F238E27FC236}">
                  <a16:creationId xmlns:a16="http://schemas.microsoft.com/office/drawing/2014/main" id="{F3C4E38D-3DCB-C347-9910-DFE0C98A03D9}"/>
                </a:ext>
              </a:extLst>
            </p:cNvPr>
            <p:cNvSpPr txBox="1"/>
            <p:nvPr/>
          </p:nvSpPr>
          <p:spPr>
            <a:xfrm>
              <a:off x="7522226" y="4196737"/>
              <a:ext cx="650174" cy="33498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VN" sz="1600" b="1">
                  <a:solidFill>
                    <a:srgbClr val="FF0000"/>
                  </a:solidFill>
                </a:rPr>
                <a:t>False</a:t>
              </a:r>
            </a:p>
          </p:txBody>
        </p:sp>
        <p:cxnSp>
          <p:nvCxnSpPr>
            <p:cNvPr id="89" name="Elbow Connector 88">
              <a:extLst>
                <a:ext uri="{FF2B5EF4-FFF2-40B4-BE49-F238E27FC236}">
                  <a16:creationId xmlns:a16="http://schemas.microsoft.com/office/drawing/2014/main" id="{E91FA1A9-A7AF-B646-B7BF-0105A5D3C5B3}"/>
                </a:ext>
              </a:extLst>
            </p:cNvPr>
            <p:cNvCxnSpPr>
              <a:cxnSpLocks/>
              <a:endCxn id="101" idx="0"/>
            </p:cNvCxnSpPr>
            <p:nvPr/>
          </p:nvCxnSpPr>
          <p:spPr>
            <a:xfrm rot="16200000" flipH="1">
              <a:off x="7525871" y="4604378"/>
              <a:ext cx="596272" cy="434928"/>
            </a:xfrm>
            <a:prstGeom prst="bentConnector3">
              <a:avLst>
                <a:gd name="adj1" fmla="val -2794"/>
              </a:avLst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94" name="TextBox 93">
              <a:extLst>
                <a:ext uri="{FF2B5EF4-FFF2-40B4-BE49-F238E27FC236}">
                  <a16:creationId xmlns:a16="http://schemas.microsoft.com/office/drawing/2014/main" id="{EFFDCBE8-6F92-3049-B644-36C42A3D395B}"/>
                </a:ext>
              </a:extLst>
            </p:cNvPr>
            <p:cNvSpPr txBox="1"/>
            <p:nvPr/>
          </p:nvSpPr>
          <p:spPr>
            <a:xfrm>
              <a:off x="4749274" y="5049599"/>
              <a:ext cx="1790961" cy="58477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r>
                <a:rPr lang="en-VN" sz="1600">
                  <a:solidFill>
                    <a:srgbClr val="17459E"/>
                  </a:solidFill>
                </a:rPr>
                <a:t>x = </a:t>
              </a:r>
              <a:br>
                <a:rPr lang="en-VN" sz="1600">
                  <a:solidFill>
                    <a:srgbClr val="17459E"/>
                  </a:solidFill>
                </a:rPr>
              </a:br>
              <a:r>
                <a:rPr lang="en-VN" sz="1600">
                  <a:solidFill>
                    <a:srgbClr val="17459E"/>
                  </a:solidFill>
                </a:rPr>
                <a:t> -b / 2a</a:t>
              </a:r>
            </a:p>
          </p:txBody>
        </p:sp>
        <p:pic>
          <p:nvPicPr>
            <p:cNvPr id="97" name="Picture 4">
              <a:extLst>
                <a:ext uri="{FF2B5EF4-FFF2-40B4-BE49-F238E27FC236}">
                  <a16:creationId xmlns:a16="http://schemas.microsoft.com/office/drawing/2014/main" id="{527F3F1F-6A43-DB46-AE50-274EFFE8DAD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573185" y="5875563"/>
              <a:ext cx="1955619" cy="4990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6A64837D-A99D-1840-9E10-E668BDEE9235}"/>
                </a:ext>
              </a:extLst>
            </p:cNvPr>
            <p:cNvSpPr txBox="1"/>
            <p:nvPr/>
          </p:nvSpPr>
          <p:spPr>
            <a:xfrm>
              <a:off x="4928728" y="5837781"/>
              <a:ext cx="1345817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VN" sz="1600">
                  <a:solidFill>
                    <a:srgbClr val="17459E"/>
                  </a:solidFill>
                </a:rPr>
                <a:t>PT có nghiệm </a:t>
              </a:r>
              <a:br>
                <a:rPr lang="en-VN" sz="1600">
                  <a:solidFill>
                    <a:srgbClr val="17459E"/>
                  </a:solidFill>
                </a:rPr>
              </a:br>
              <a:r>
                <a:rPr lang="en-VN" sz="1600">
                  <a:solidFill>
                    <a:srgbClr val="17459E"/>
                  </a:solidFill>
                </a:rPr>
                <a:t>kép  x</a:t>
              </a:r>
            </a:p>
          </p:txBody>
        </p:sp>
        <p:cxnSp>
          <p:nvCxnSpPr>
            <p:cNvPr id="99" name="Straight Connector 98">
              <a:extLst>
                <a:ext uri="{FF2B5EF4-FFF2-40B4-BE49-F238E27FC236}">
                  <a16:creationId xmlns:a16="http://schemas.microsoft.com/office/drawing/2014/main" id="{B30B0C27-EE07-2C48-9681-E36C74DD7311}"/>
                </a:ext>
              </a:extLst>
            </p:cNvPr>
            <p:cNvCxnSpPr>
              <a:cxnSpLocks/>
            </p:cNvCxnSpPr>
            <p:nvPr/>
          </p:nvCxnSpPr>
          <p:spPr>
            <a:xfrm>
              <a:off x="5640813" y="5651798"/>
              <a:ext cx="11307" cy="242067"/>
            </a:xfrm>
            <a:prstGeom prst="line">
              <a:avLst/>
            </a:prstGeom>
            <a:ln w="28575">
              <a:solidFill>
                <a:srgbClr val="0432FF"/>
              </a:solidFill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pic>
          <p:nvPicPr>
            <p:cNvPr id="100" name="Picture 4">
              <a:extLst>
                <a:ext uri="{FF2B5EF4-FFF2-40B4-BE49-F238E27FC236}">
                  <a16:creationId xmlns:a16="http://schemas.microsoft.com/office/drawing/2014/main" id="{1D7F44BA-D4E0-774A-A0CA-4FC3626B835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12327" y="5052072"/>
              <a:ext cx="1955619" cy="49900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DDF91A2F-C47C-5D47-9CAA-BBF32AA481A4}"/>
                </a:ext>
              </a:extLst>
            </p:cNvPr>
            <p:cNvSpPr txBox="1"/>
            <p:nvPr/>
          </p:nvSpPr>
          <p:spPr>
            <a:xfrm>
              <a:off x="7388696" y="5119978"/>
              <a:ext cx="1305550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VN" sz="1600">
                  <a:solidFill>
                    <a:srgbClr val="17459E"/>
                  </a:solidFill>
                </a:rPr>
                <a:t>PT vô nghiệm</a:t>
              </a:r>
            </a:p>
          </p:txBody>
        </p:sp>
        <p:cxnSp>
          <p:nvCxnSpPr>
            <p:cNvPr id="117" name="Straight Connector 116">
              <a:extLst>
                <a:ext uri="{FF2B5EF4-FFF2-40B4-BE49-F238E27FC236}">
                  <a16:creationId xmlns:a16="http://schemas.microsoft.com/office/drawing/2014/main" id="{CA03A42E-7C56-4A40-B163-5096304545E6}"/>
                </a:ext>
              </a:extLst>
            </p:cNvPr>
            <p:cNvCxnSpPr>
              <a:cxnSpLocks/>
            </p:cNvCxnSpPr>
            <p:nvPr/>
          </p:nvCxnSpPr>
          <p:spPr>
            <a:xfrm>
              <a:off x="3624589" y="6345835"/>
              <a:ext cx="11307" cy="242067"/>
            </a:xfrm>
            <a:prstGeom prst="line">
              <a:avLst/>
            </a:prstGeom>
            <a:ln w="28575">
              <a:solidFill>
                <a:srgbClr val="0432FF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Straight Connector 117">
              <a:extLst>
                <a:ext uri="{FF2B5EF4-FFF2-40B4-BE49-F238E27FC236}">
                  <a16:creationId xmlns:a16="http://schemas.microsoft.com/office/drawing/2014/main" id="{6711DB52-93AD-3540-BC7A-4EBAB35CED6C}"/>
                </a:ext>
              </a:extLst>
            </p:cNvPr>
            <p:cNvCxnSpPr>
              <a:cxnSpLocks/>
            </p:cNvCxnSpPr>
            <p:nvPr/>
          </p:nvCxnSpPr>
          <p:spPr>
            <a:xfrm>
              <a:off x="5640813" y="6345835"/>
              <a:ext cx="11307" cy="242067"/>
            </a:xfrm>
            <a:prstGeom prst="line">
              <a:avLst/>
            </a:prstGeom>
            <a:ln w="28575">
              <a:solidFill>
                <a:srgbClr val="0432FF"/>
              </a:solidFill>
              <a:headEnd type="none" w="med" len="med"/>
              <a:tailEnd type="none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Straight Connector 119">
              <a:extLst>
                <a:ext uri="{FF2B5EF4-FFF2-40B4-BE49-F238E27FC236}">
                  <a16:creationId xmlns:a16="http://schemas.microsoft.com/office/drawing/2014/main" id="{02022B24-34C3-AE4C-8DB3-BC717FCE5C4A}"/>
                </a:ext>
              </a:extLst>
            </p:cNvPr>
            <p:cNvCxnSpPr>
              <a:cxnSpLocks/>
              <a:endCxn id="58" idx="0"/>
            </p:cNvCxnSpPr>
            <p:nvPr/>
          </p:nvCxnSpPr>
          <p:spPr>
            <a:xfrm>
              <a:off x="8044646" y="5551076"/>
              <a:ext cx="0" cy="750901"/>
            </a:xfrm>
            <a:prstGeom prst="line">
              <a:avLst/>
            </a:prstGeom>
            <a:ln w="28575">
              <a:headEnd type="none" w="med" len="med"/>
              <a:tailEnd type="arrow" w="med" len="med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507436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965CF-1D55-5443-919B-AC7750349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CÂU LỆNH </a:t>
            </a:r>
            <a:r>
              <a:rPr lang="en-VN" cap="none"/>
              <a:t>if / if - else</a:t>
            </a:r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B4835D-B712-474E-B6B8-6C1BBDD99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3: Cấu trúc Lựa chọn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526D72-773E-714F-A1AE-5B77BAF3A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9CF46A69-C370-BC4E-A1B6-0D08CD7E7D51}"/>
              </a:ext>
            </a:extLst>
          </p:cNvPr>
          <p:cNvSpPr txBox="1">
            <a:spLocks/>
          </p:cNvSpPr>
          <p:nvPr/>
        </p:nvSpPr>
        <p:spPr>
          <a:xfrm>
            <a:off x="3821583" y="2649553"/>
            <a:ext cx="5250245" cy="279534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>
              <a:buNone/>
            </a:pPr>
            <a:r>
              <a:rPr lang="en-US" sz="200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20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200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200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200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2000">
                <a:solidFill>
                  <a:srgbClr val="000000"/>
                </a:solidFill>
                <a:latin typeface="Cascadia Mono" panose="020B0609020000020004" pitchFamily="49" charset="0"/>
              </a:rPr>
              <a:t>[] args)</a:t>
            </a:r>
          </a:p>
          <a:p>
            <a:pPr marL="51435" indent="0">
              <a:buNone/>
            </a:pPr>
            <a:r>
              <a:rPr lang="en-US" sz="200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51435" indent="0">
              <a:buNone/>
            </a:pPr>
            <a:r>
              <a:rPr lang="en-US" sz="2000">
                <a:solidFill>
                  <a:srgbClr val="000000"/>
                </a:solidFill>
                <a:latin typeface="Cascadia Mono" panose="020B0609020000020004" pitchFamily="49" charset="0"/>
              </a:rPr>
              <a:t>	</a:t>
            </a:r>
            <a:r>
              <a:rPr lang="en-US" sz="200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000">
                <a:solidFill>
                  <a:srgbClr val="000000"/>
                </a:solidFill>
                <a:latin typeface="Cascadia Mono" panose="020B0609020000020004" pitchFamily="49" charset="0"/>
              </a:rPr>
              <a:t> x = </a:t>
            </a:r>
            <a:r>
              <a:rPr lang="en-US" sz="200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2000">
                <a:solidFill>
                  <a:srgbClr val="000000"/>
                </a:solidFill>
                <a:latin typeface="Cascadia Mono" panose="020B0609020000020004" pitchFamily="49" charset="0"/>
              </a:rPr>
              <a:t>.Parse(Console.ReadLine());</a:t>
            </a:r>
          </a:p>
          <a:p>
            <a:pPr marL="51435" indent="0">
              <a:buNone/>
            </a:pPr>
            <a:r>
              <a:rPr lang="en-US" sz="2000">
                <a:solidFill>
                  <a:srgbClr val="0000FF"/>
                </a:solidFill>
                <a:latin typeface="Cascadia Mono" panose="020B0609020000020004" pitchFamily="49" charset="0"/>
              </a:rPr>
              <a:t>	if</a:t>
            </a:r>
            <a:r>
              <a:rPr lang="en-US" sz="2000">
                <a:solidFill>
                  <a:srgbClr val="000000"/>
                </a:solidFill>
                <a:latin typeface="Cascadia Mono" panose="020B0609020000020004" pitchFamily="49" charset="0"/>
              </a:rPr>
              <a:t> (x &lt; 0)</a:t>
            </a:r>
          </a:p>
          <a:p>
            <a:pPr marL="51435" indent="0">
              <a:buNone/>
            </a:pPr>
            <a:r>
              <a:rPr lang="en-US" sz="2000">
                <a:solidFill>
                  <a:srgbClr val="000000"/>
                </a:solidFill>
                <a:latin typeface="Cascadia Mono" panose="020B0609020000020004" pitchFamily="49" charset="0"/>
              </a:rPr>
              <a:t>		x = -x;</a:t>
            </a:r>
          </a:p>
          <a:p>
            <a:pPr marL="51435" indent="0">
              <a:buNone/>
            </a:pPr>
            <a:r>
              <a:rPr lang="en-US" sz="2000">
                <a:solidFill>
                  <a:srgbClr val="000000"/>
                </a:solidFill>
                <a:latin typeface="Cascadia Mono" panose="020B0609020000020004" pitchFamily="49" charset="0"/>
              </a:rPr>
              <a:t>	Console.WriteLine(x);</a:t>
            </a:r>
          </a:p>
          <a:p>
            <a:pPr marL="51435" indent="0">
              <a:buNone/>
            </a:pPr>
            <a:r>
              <a:rPr lang="en-US" sz="200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20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7C8FDB5D-9AF4-224E-B7B6-BA96C824EC4F}"/>
              </a:ext>
            </a:extLst>
          </p:cNvPr>
          <p:cNvSpPr txBox="1">
            <a:spLocks/>
          </p:cNvSpPr>
          <p:nvPr/>
        </p:nvSpPr>
        <p:spPr>
          <a:xfrm>
            <a:off x="913722" y="1019735"/>
            <a:ext cx="7316556" cy="106566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>
              <a:buNone/>
            </a:pPr>
            <a:r>
              <a:rPr lang="en-US" sz="2500" dirty="0">
                <a:solidFill>
                  <a:srgbClr val="FF0000"/>
                </a:solidFill>
                <a:highlight>
                  <a:srgbClr val="FFFF00"/>
                </a:highlight>
                <a:latin typeface="Consolas" pitchFamily="49" charset="0"/>
                <a:cs typeface="Consolas" pitchFamily="49" charset="0"/>
              </a:rPr>
              <a:t>if</a:t>
            </a:r>
            <a:r>
              <a:rPr lang="en-GB" sz="2500" dirty="0">
                <a:solidFill>
                  <a:srgbClr val="0432FF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GB" sz="2500" dirty="0">
                <a:latin typeface="Consolas" pitchFamily="49" charset="0"/>
                <a:cs typeface="Consolas" pitchFamily="49" charset="0"/>
              </a:rPr>
              <a:t>(condition)</a:t>
            </a:r>
            <a:br>
              <a:rPr lang="en-GB" sz="2500" dirty="0">
                <a:latin typeface="Consolas" pitchFamily="49" charset="0"/>
                <a:cs typeface="Consolas" pitchFamily="49" charset="0"/>
              </a:rPr>
            </a:br>
            <a:r>
              <a:rPr lang="en-GB" sz="2500" dirty="0">
                <a:latin typeface="Consolas" pitchFamily="49" charset="0"/>
                <a:cs typeface="Consolas" pitchFamily="49" charset="0"/>
              </a:rPr>
              <a:t>   statement we do if condition is true;</a:t>
            </a:r>
          </a:p>
        </p:txBody>
      </p:sp>
      <p:sp>
        <p:nvSpPr>
          <p:cNvPr id="75" name="Line Callout 1 74">
            <a:extLst>
              <a:ext uri="{FF2B5EF4-FFF2-40B4-BE49-F238E27FC236}">
                <a16:creationId xmlns:a16="http://schemas.microsoft.com/office/drawing/2014/main" id="{54F5DAA9-1DBD-314C-9F95-F7990C0448CA}"/>
              </a:ext>
            </a:extLst>
          </p:cNvPr>
          <p:cNvSpPr/>
          <p:nvPr/>
        </p:nvSpPr>
        <p:spPr>
          <a:xfrm>
            <a:off x="4487597" y="5689401"/>
            <a:ext cx="3943709" cy="639281"/>
          </a:xfrm>
          <a:prstGeom prst="borderCallout1">
            <a:avLst>
              <a:gd name="adj1" fmla="val -3447"/>
              <a:gd name="adj2" fmla="val 53741"/>
              <a:gd name="adj3" fmla="val -212974"/>
              <a:gd name="adj4" fmla="val 24173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i="1" dirty="0">
                <a:latin typeface="Consolas" pitchFamily="49" charset="0"/>
                <a:cs typeface="Consolas" pitchFamily="49" charset="0"/>
              </a:rPr>
              <a:t>Khi có từ 2 câu lệnh trở lên cần đặt trong cặp dấu {…}</a:t>
            </a:r>
            <a:endParaRPr lang="en-GB" dirty="0">
              <a:latin typeface="Consolas" pitchFamily="49" charset="0"/>
              <a:cs typeface="Consolas" pitchFamily="49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39F8ECC-414E-5F7E-CCF1-0EDBF5AEFA1D}"/>
              </a:ext>
            </a:extLst>
          </p:cNvPr>
          <p:cNvGrpSpPr/>
          <p:nvPr/>
        </p:nvGrpSpPr>
        <p:grpSpPr>
          <a:xfrm>
            <a:off x="7977" y="2535015"/>
            <a:ext cx="4046671" cy="3448320"/>
            <a:chOff x="3138515" y="2545555"/>
            <a:chExt cx="4320480" cy="3702845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55908445-8A9B-5432-6F62-5AF134D23991}"/>
                </a:ext>
              </a:extLst>
            </p:cNvPr>
            <p:cNvGrpSpPr/>
            <p:nvPr/>
          </p:nvGrpSpPr>
          <p:grpSpPr>
            <a:xfrm>
              <a:off x="3138515" y="2545555"/>
              <a:ext cx="4320480" cy="3702845"/>
              <a:chOff x="2123728" y="2736006"/>
              <a:chExt cx="4320480" cy="3702845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C6D7C670-D973-FA2F-4CDD-545649FF181E}"/>
                  </a:ext>
                </a:extLst>
              </p:cNvPr>
              <p:cNvGrpSpPr/>
              <p:nvPr/>
            </p:nvGrpSpPr>
            <p:grpSpPr>
              <a:xfrm>
                <a:off x="2123728" y="2736006"/>
                <a:ext cx="4320480" cy="3702845"/>
                <a:chOff x="299617" y="2286384"/>
                <a:chExt cx="4848620" cy="4274667"/>
              </a:xfrm>
            </p:grpSpPr>
            <p:cxnSp>
              <p:nvCxnSpPr>
                <p:cNvPr id="15" name="Straight Arrow Connector 14">
                  <a:extLst>
                    <a:ext uri="{FF2B5EF4-FFF2-40B4-BE49-F238E27FC236}">
                      <a16:creationId xmlns:a16="http://schemas.microsoft.com/office/drawing/2014/main" id="{7AA85CC7-74BA-859A-D6DF-018142ADD9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3462478" y="6267219"/>
                  <a:ext cx="473604" cy="0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grpSp>
              <p:nvGrpSpPr>
                <p:cNvPr id="17" name="Group 16">
                  <a:extLst>
                    <a:ext uri="{FF2B5EF4-FFF2-40B4-BE49-F238E27FC236}">
                      <a16:creationId xmlns:a16="http://schemas.microsoft.com/office/drawing/2014/main" id="{DEE3D981-6399-D817-133A-76D4090D72C8}"/>
                    </a:ext>
                  </a:extLst>
                </p:cNvPr>
                <p:cNvGrpSpPr/>
                <p:nvPr/>
              </p:nvGrpSpPr>
              <p:grpSpPr>
                <a:xfrm>
                  <a:off x="299617" y="2286384"/>
                  <a:ext cx="4848620" cy="4274667"/>
                  <a:chOff x="1019697" y="2565473"/>
                  <a:chExt cx="4848620" cy="4274667"/>
                </a:xfrm>
              </p:grpSpPr>
              <p:grpSp>
                <p:nvGrpSpPr>
                  <p:cNvPr id="19" name="Group 18">
                    <a:extLst>
                      <a:ext uri="{FF2B5EF4-FFF2-40B4-BE49-F238E27FC236}">
                        <a16:creationId xmlns:a16="http://schemas.microsoft.com/office/drawing/2014/main" id="{39EAE24A-9C43-1840-801B-9866E919CC02}"/>
                      </a:ext>
                    </a:extLst>
                  </p:cNvPr>
                  <p:cNvGrpSpPr/>
                  <p:nvPr/>
                </p:nvGrpSpPr>
                <p:grpSpPr>
                  <a:xfrm>
                    <a:off x="1100507" y="3146972"/>
                    <a:ext cx="4488558" cy="2500979"/>
                    <a:chOff x="4434985" y="3981810"/>
                    <a:chExt cx="4488558" cy="2500979"/>
                  </a:xfrm>
                </p:grpSpPr>
                <p:sp>
                  <p:nvSpPr>
                    <p:cNvPr id="34" name="Rectangle 33">
                      <a:extLst>
                        <a:ext uri="{FF2B5EF4-FFF2-40B4-BE49-F238E27FC236}">
                          <a16:creationId xmlns:a16="http://schemas.microsoft.com/office/drawing/2014/main" id="{ABF4CE5B-8275-31EC-0F97-2593B4609B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434985" y="4146199"/>
                      <a:ext cx="4488558" cy="2336590"/>
                    </a:xfrm>
                    <a:prstGeom prst="rect">
                      <a:avLst/>
                    </a:prstGeom>
                    <a:solidFill>
                      <a:srgbClr val="FFFF00">
                        <a:alpha val="72941"/>
                      </a:srgbClr>
                    </a:solidFill>
                    <a:ln>
                      <a:solidFill>
                        <a:srgbClr val="FF0000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VN"/>
                    </a:p>
                  </p:txBody>
                </p:sp>
                <p:cxnSp>
                  <p:nvCxnSpPr>
                    <p:cNvPr id="35" name="Elbow Connector 34">
                      <a:extLst>
                        <a:ext uri="{FF2B5EF4-FFF2-40B4-BE49-F238E27FC236}">
                          <a16:creationId xmlns:a16="http://schemas.microsoft.com/office/drawing/2014/main" id="{5BA58D30-6DA1-DD7E-A863-BCC5C6D1E3F9}"/>
                        </a:ext>
                      </a:extLst>
                    </p:cNvPr>
                    <p:cNvCxnSpPr>
                      <a:cxnSpLocks/>
                      <a:stCxn id="36" idx="1"/>
                    </p:cNvCxnSpPr>
                    <p:nvPr/>
                  </p:nvCxnSpPr>
                  <p:spPr>
                    <a:xfrm rot="10800000" flipV="1">
                      <a:off x="5580267" y="4877195"/>
                      <a:ext cx="417027" cy="795412"/>
                    </a:xfrm>
                    <a:prstGeom prst="bentConnector2">
                      <a:avLst/>
                    </a:prstGeom>
                    <a:ln w="28575">
                      <a:solidFill>
                        <a:srgbClr val="0432FF"/>
                      </a:solidFill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pic>
                  <p:nvPicPr>
                    <p:cNvPr id="36" name="Picture 35">
                      <a:extLst>
                        <a:ext uri="{FF2B5EF4-FFF2-40B4-BE49-F238E27FC236}">
                          <a16:creationId xmlns:a16="http://schemas.microsoft.com/office/drawing/2014/main" id="{06A22A30-28EB-27A1-11DF-A1CD08939060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>
                    <a:blip r:embed="rId2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/>
                    <a:stretch>
                      <a:fillRect/>
                    </a:stretch>
                  </p:blipFill>
                  <p:spPr bwMode="auto">
                    <a:xfrm>
                      <a:off x="5997293" y="4404130"/>
                      <a:ext cx="1894038" cy="946129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cxnSp>
                  <p:nvCxnSpPr>
                    <p:cNvPr id="37" name="Straight Arrow Connector 36">
                      <a:extLst>
                        <a:ext uri="{FF2B5EF4-FFF2-40B4-BE49-F238E27FC236}">
                          <a16:creationId xmlns:a16="http://schemas.microsoft.com/office/drawing/2014/main" id="{06123F6E-66D2-FDB1-6D54-3B0C6BA45F04}"/>
                        </a:ext>
                      </a:extLst>
                    </p:cNvPr>
                    <p:cNvCxnSpPr>
                      <a:cxnSpLocks/>
                      <a:stCxn id="26" idx="2"/>
                      <a:endCxn id="36" idx="0"/>
                    </p:cNvCxnSpPr>
                    <p:nvPr/>
                  </p:nvCxnSpPr>
                  <p:spPr>
                    <a:xfrm>
                      <a:off x="6936805" y="3981810"/>
                      <a:ext cx="7507" cy="422320"/>
                    </a:xfrm>
                    <a:prstGeom prst="straightConnector1">
                      <a:avLst/>
                    </a:prstGeom>
                    <a:ln w="28575">
                      <a:tailEnd type="triangle"/>
                    </a:ln>
                  </p:spPr>
                  <p:style>
                    <a:lnRef idx="1">
                      <a:schemeClr val="dk1"/>
                    </a:lnRef>
                    <a:fillRef idx="0">
                      <a:schemeClr val="dk1"/>
                    </a:fillRef>
                    <a:effectRef idx="0">
                      <a:schemeClr val="dk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38" name="TextBox 37">
                      <a:extLst>
                        <a:ext uri="{FF2B5EF4-FFF2-40B4-BE49-F238E27FC236}">
                          <a16:creationId xmlns:a16="http://schemas.microsoft.com/office/drawing/2014/main" id="{630B6D47-0461-02AE-0BBB-D281D86642D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5434028" y="4549574"/>
                      <a:ext cx="737586" cy="39083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VN" sz="1600" b="1">
                          <a:solidFill>
                            <a:srgbClr val="0432FF"/>
                          </a:solidFill>
                        </a:rPr>
                        <a:t>True</a:t>
                      </a:r>
                    </a:p>
                  </p:txBody>
                </p:sp>
                <p:sp>
                  <p:nvSpPr>
                    <p:cNvPr id="43" name="TextBox 42">
                      <a:extLst>
                        <a:ext uri="{FF2B5EF4-FFF2-40B4-BE49-F238E27FC236}">
                          <a16:creationId xmlns:a16="http://schemas.microsoft.com/office/drawing/2014/main" id="{0641D8B1-E8A2-7C9E-00BC-D6FFF2589D1A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878584" y="5353695"/>
                      <a:ext cx="729652" cy="386715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VN" sz="1600" b="1">
                          <a:solidFill>
                            <a:srgbClr val="FF0000"/>
                          </a:solidFill>
                        </a:rPr>
                        <a:t>False</a:t>
                      </a:r>
                    </a:p>
                  </p:txBody>
                </p:sp>
                <p:sp>
                  <p:nvSpPr>
                    <p:cNvPr id="44" name="TextBox 43">
                      <a:extLst>
                        <a:ext uri="{FF2B5EF4-FFF2-40B4-BE49-F238E27FC236}">
                          <a16:creationId xmlns:a16="http://schemas.microsoft.com/office/drawing/2014/main" id="{337FB58C-A3E4-ED0C-0B4D-D4189BE87AF5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6028120" y="4681208"/>
                      <a:ext cx="1832382" cy="390836"/>
                    </a:xfrm>
                    <a:prstGeom prst="rect">
                      <a:avLst/>
                    </a:prstGeom>
                    <a:noFill/>
                  </p:spPr>
                  <p:txBody>
                    <a:bodyPr wrap="square" rtlCol="0">
                      <a:spAutoFit/>
                    </a:bodyPr>
                    <a:lstStyle/>
                    <a:p>
                      <a:pPr algn="ctr"/>
                      <a:r>
                        <a:rPr lang="en-VN" sz="1600" b="1">
                          <a:solidFill>
                            <a:srgbClr val="00B050"/>
                          </a:solidFill>
                        </a:rPr>
                        <a:t>x </a:t>
                      </a:r>
                      <a:r>
                        <a:rPr lang="en-VN" sz="1600" b="1">
                          <a:solidFill>
                            <a:srgbClr val="FF0000"/>
                          </a:solidFill>
                          <a:highlight>
                            <a:srgbClr val="FFFF00"/>
                          </a:highlight>
                        </a:rPr>
                        <a:t>&lt;</a:t>
                      </a:r>
                      <a:r>
                        <a:rPr lang="en-VN" sz="1600" b="1">
                          <a:solidFill>
                            <a:srgbClr val="00B050"/>
                          </a:solidFill>
                        </a:rPr>
                        <a:t> 0</a:t>
                      </a:r>
                    </a:p>
                  </p:txBody>
                </p:sp>
              </p:grpSp>
              <p:grpSp>
                <p:nvGrpSpPr>
                  <p:cNvPr id="20" name="Group 19">
                    <a:extLst>
                      <a:ext uri="{FF2B5EF4-FFF2-40B4-BE49-F238E27FC236}">
                        <a16:creationId xmlns:a16="http://schemas.microsoft.com/office/drawing/2014/main" id="{69AB1228-60E0-8610-98C1-8441C60AA1DA}"/>
                      </a:ext>
                    </a:extLst>
                  </p:cNvPr>
                  <p:cNvGrpSpPr/>
                  <p:nvPr/>
                </p:nvGrpSpPr>
                <p:grpSpPr>
                  <a:xfrm>
                    <a:off x="1019697" y="2565473"/>
                    <a:ext cx="4848620" cy="4274667"/>
                    <a:chOff x="1078144" y="3855064"/>
                    <a:chExt cx="4848620" cy="4274667"/>
                  </a:xfrm>
                </p:grpSpPr>
                <p:grpSp>
                  <p:nvGrpSpPr>
                    <p:cNvPr id="21" name="Group 20">
                      <a:extLst>
                        <a:ext uri="{FF2B5EF4-FFF2-40B4-BE49-F238E27FC236}">
                          <a16:creationId xmlns:a16="http://schemas.microsoft.com/office/drawing/2014/main" id="{DECC8401-0424-EB79-0082-7651C5EFB1E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2845113" y="7553666"/>
                      <a:ext cx="1597092" cy="576065"/>
                      <a:chOff x="2845113" y="7553666"/>
                      <a:chExt cx="1597092" cy="576065"/>
                    </a:xfrm>
                  </p:grpSpPr>
                  <p:pic>
                    <p:nvPicPr>
                      <p:cNvPr id="32" name="Picture 4">
                        <a:extLst>
                          <a:ext uri="{FF2B5EF4-FFF2-40B4-BE49-F238E27FC236}">
                            <a16:creationId xmlns:a16="http://schemas.microsoft.com/office/drawing/2014/main" id="{77E73E7E-6853-3469-CBEF-1BBB4648D61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5113" y="7553666"/>
                        <a:ext cx="1597092" cy="57606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  <p:sp>
                    <p:nvSpPr>
                      <p:cNvPr id="33" name="TextBox 32">
                        <a:extLst>
                          <a:ext uri="{FF2B5EF4-FFF2-40B4-BE49-F238E27FC236}">
                            <a16:creationId xmlns:a16="http://schemas.microsoft.com/office/drawing/2014/main" id="{159D4F7C-151A-0AC0-4B79-00E1DDAD2FCF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220036" y="7624485"/>
                        <a:ext cx="778300" cy="39083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en-VN" sz="1600">
                            <a:solidFill>
                              <a:srgbClr val="17459E"/>
                            </a:solidFill>
                          </a:rPr>
                          <a:t>Xuất x</a:t>
                        </a:r>
                      </a:p>
                    </p:txBody>
                  </p:sp>
                </p:grpSp>
                <p:grpSp>
                  <p:nvGrpSpPr>
                    <p:cNvPr id="22" name="Group 21">
                      <a:extLst>
                        <a:ext uri="{FF2B5EF4-FFF2-40B4-BE49-F238E27FC236}">
                          <a16:creationId xmlns:a16="http://schemas.microsoft.com/office/drawing/2014/main" id="{4628B9D9-DCC3-21AF-3418-367277FAD7F6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078144" y="3855064"/>
                      <a:ext cx="4848620" cy="4274667"/>
                      <a:chOff x="1769915" y="3940466"/>
                      <a:chExt cx="4848620" cy="4274667"/>
                    </a:xfrm>
                  </p:grpSpPr>
                  <p:grpSp>
                    <p:nvGrpSpPr>
                      <p:cNvPr id="23" name="Group 22">
                        <a:extLst>
                          <a:ext uri="{FF2B5EF4-FFF2-40B4-BE49-F238E27FC236}">
                            <a16:creationId xmlns:a16="http://schemas.microsoft.com/office/drawing/2014/main" id="{42616145-134C-CEAA-0914-C6BE12951935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769915" y="3940466"/>
                        <a:ext cx="4848620" cy="4274667"/>
                        <a:chOff x="1769915" y="3940466"/>
                        <a:chExt cx="4848620" cy="4274667"/>
                      </a:xfrm>
                    </p:grpSpPr>
                    <p:grpSp>
                      <p:nvGrpSpPr>
                        <p:cNvPr id="25" name="Group 24">
                          <a:extLst>
                            <a:ext uri="{FF2B5EF4-FFF2-40B4-BE49-F238E27FC236}">
                              <a16:creationId xmlns:a16="http://schemas.microsoft.com/office/drawing/2014/main" id="{5CA87D3A-1BCD-8A1D-5865-C86C3CBB4E96}"/>
                            </a:ext>
                          </a:extLst>
                        </p:cNvPr>
                        <p:cNvGrpSpPr/>
                        <p:nvPr/>
                      </p:nvGrpSpPr>
                      <p:grpSpPr>
                        <a:xfrm>
                          <a:off x="1769915" y="3940466"/>
                          <a:ext cx="4848620" cy="4274667"/>
                          <a:chOff x="2244076" y="3592944"/>
                          <a:chExt cx="4848620" cy="4274667"/>
                        </a:xfrm>
                      </p:grpSpPr>
                      <p:pic>
                        <p:nvPicPr>
                          <p:cNvPr id="27" name="Picture 2">
                            <a:extLst>
                              <a:ext uri="{FF2B5EF4-FFF2-40B4-BE49-F238E27FC236}">
                                <a16:creationId xmlns:a16="http://schemas.microsoft.com/office/drawing/2014/main" id="{8DD9ED74-41EC-DBD1-4A4C-B4754E964077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 rot="10800000" flipV="1">
                            <a:off x="2260362" y="3592944"/>
                            <a:ext cx="1224867" cy="57606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  <p:cxnSp>
                        <p:nvCxnSpPr>
                          <p:cNvPr id="28" name="Straight Arrow Connector 27">
                            <a:extLst>
                              <a:ext uri="{FF2B5EF4-FFF2-40B4-BE49-F238E27FC236}">
                                <a16:creationId xmlns:a16="http://schemas.microsoft.com/office/drawing/2014/main" id="{B96C686C-AB60-89EE-4E6F-83710BE64F12}"/>
                              </a:ext>
                            </a:extLst>
                          </p:cNvPr>
                          <p:cNvCxnSpPr>
                            <a:cxnSpLocks/>
                            <a:stCxn id="27" idx="1"/>
                          </p:cNvCxnSpPr>
                          <p:nvPr/>
                        </p:nvCxnSpPr>
                        <p:spPr>
                          <a:xfrm>
                            <a:off x="3485229" y="3880977"/>
                            <a:ext cx="603600" cy="5434"/>
                          </a:xfrm>
                          <a:prstGeom prst="straightConnector1">
                            <a:avLst/>
                          </a:prstGeom>
                          <a:ln w="28575">
                            <a:tailEnd type="triangle"/>
                          </a:ln>
                        </p:spPr>
                        <p:style>
                          <a:lnRef idx="1">
                            <a:schemeClr val="dk1"/>
                          </a:lnRef>
                          <a:fillRef idx="0">
                            <a:schemeClr val="dk1"/>
                          </a:fillRef>
                          <a:effectRef idx="0">
                            <a:schemeClr val="dk1"/>
                          </a:effectRef>
                          <a:fontRef idx="minor">
                            <a:schemeClr val="tx1"/>
                          </a:fontRef>
                        </p:style>
                      </p:cxnSp>
                      <p:sp>
                        <p:nvSpPr>
                          <p:cNvPr id="29" name="TextBox 28">
                            <a:extLst>
                              <a:ext uri="{FF2B5EF4-FFF2-40B4-BE49-F238E27FC236}">
                                <a16:creationId xmlns:a16="http://schemas.microsoft.com/office/drawing/2014/main" id="{B1863B2D-FB45-1802-BBFF-C40E2A51FCC5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2244076" y="3679856"/>
                            <a:ext cx="1224868" cy="338554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en-VN" sz="1600">
                                <a:solidFill>
                                  <a:srgbClr val="FF0000"/>
                                </a:solidFill>
                              </a:rPr>
                              <a:t>Bắt đầu</a:t>
                            </a:r>
                          </a:p>
                        </p:txBody>
                      </p:sp>
                      <p:pic>
                        <p:nvPicPr>
                          <p:cNvPr id="30" name="Picture 2">
                            <a:extLst>
                              <a:ext uri="{FF2B5EF4-FFF2-40B4-BE49-F238E27FC236}">
                                <a16:creationId xmlns:a16="http://schemas.microsoft.com/office/drawing/2014/main" id="{20A30D1C-6047-3ECC-04A4-581FC9502C1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 rot="10800000" flipV="1">
                            <a:off x="5836231" y="7291546"/>
                            <a:ext cx="1256465" cy="576065"/>
                          </a:xfrm>
                          <a:prstGeom prst="rect">
                            <a:avLst/>
                          </a:prstGeom>
                          <a:noFill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  <p:sp>
                        <p:nvSpPr>
                          <p:cNvPr id="31" name="TextBox 30">
                            <a:extLst>
                              <a:ext uri="{FF2B5EF4-FFF2-40B4-BE49-F238E27FC236}">
                                <a16:creationId xmlns:a16="http://schemas.microsoft.com/office/drawing/2014/main" id="{AF212A66-DAC0-2A27-1E15-ECEF0CA36879}"/>
                              </a:ext>
                            </a:extLst>
                          </p:cNvPr>
                          <p:cNvSpPr txBox="1"/>
                          <p:nvPr/>
                        </p:nvSpPr>
                        <p:spPr>
                          <a:xfrm>
                            <a:off x="5865965" y="7378361"/>
                            <a:ext cx="1196990" cy="390836"/>
                          </a:xfrm>
                          <a:prstGeom prst="rect">
                            <a:avLst/>
                          </a:prstGeom>
                          <a:noFill/>
                        </p:spPr>
                        <p:txBody>
                          <a:bodyPr wrap="square" rtlCol="0" anchor="ctr">
                            <a:spAutoFit/>
                          </a:bodyPr>
                          <a:lstStyle/>
                          <a:p>
                            <a:pPr algn="ctr"/>
                            <a:r>
                              <a:rPr lang="en-VN" sz="1600">
                                <a:solidFill>
                                  <a:srgbClr val="FF0000"/>
                                </a:solidFill>
                              </a:rPr>
                              <a:t>Kết thúc</a:t>
                            </a:r>
                          </a:p>
                        </p:txBody>
                      </p:sp>
                    </p:grpSp>
                    <p:pic>
                      <p:nvPicPr>
                        <p:cNvPr id="26" name="Picture 4">
                          <a:extLst>
                            <a:ext uri="{FF2B5EF4-FFF2-40B4-BE49-F238E27FC236}">
                              <a16:creationId xmlns:a16="http://schemas.microsoft.com/office/drawing/2014/main" id="{4D58A209-37D5-6D4A-4D62-70748EF03DA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19473" y="3945900"/>
                          <a:ext cx="1866143" cy="57606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grpSp>
                  <p:sp>
                    <p:nvSpPr>
                      <p:cNvPr id="24" name="TextBox 23">
                        <a:extLst>
                          <a:ext uri="{FF2B5EF4-FFF2-40B4-BE49-F238E27FC236}">
                            <a16:creationId xmlns:a16="http://schemas.microsoft.com/office/drawing/2014/main" id="{AE89153D-ED86-6D90-DF1D-45B1DE2007F8}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3896905" y="4027285"/>
                        <a:ext cx="858462" cy="390836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none" rtlCol="0">
                        <a:spAutoFit/>
                      </a:bodyPr>
                      <a:lstStyle/>
                      <a:p>
                        <a:pPr algn="ctr"/>
                        <a:r>
                          <a:rPr lang="en-VN" sz="1600">
                            <a:solidFill>
                              <a:srgbClr val="17459E"/>
                            </a:solidFill>
                          </a:rPr>
                          <a:t>Nhập x</a:t>
                        </a:r>
                      </a:p>
                    </p:txBody>
                  </p:sp>
                </p:grpSp>
              </p:grpSp>
            </p:grpSp>
            <p:cxnSp>
              <p:nvCxnSpPr>
                <p:cNvPr id="18" name="Straight Connector 17">
                  <a:extLst>
                    <a:ext uri="{FF2B5EF4-FFF2-40B4-BE49-F238E27FC236}">
                      <a16:creationId xmlns:a16="http://schemas.microsoft.com/office/drawing/2014/main" id="{2B166F59-DEE3-46B9-26B0-30E49DB224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524485" y="5052880"/>
                  <a:ext cx="1223" cy="600570"/>
                </a:xfrm>
                <a:prstGeom prst="line">
                  <a:avLst/>
                </a:prstGeom>
                <a:ln w="28575">
                  <a:solidFill>
                    <a:srgbClr val="0432FF"/>
                  </a:solidFill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" name="Straight Connector 11">
                <a:extLst>
                  <a:ext uri="{FF2B5EF4-FFF2-40B4-BE49-F238E27FC236}">
                    <a16:creationId xmlns:a16="http://schemas.microsoft.com/office/drawing/2014/main" id="{8EAC334F-AD13-046F-2C80-8DFF4EF4F718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3196956" y="5653426"/>
                <a:ext cx="1234775" cy="6465"/>
              </a:xfrm>
              <a:prstGeom prst="line">
                <a:avLst/>
              </a:prstGeom>
              <a:ln w="28575">
                <a:solidFill>
                  <a:srgbClr val="0432FF"/>
                </a:solidFill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3" name="Straight Arrow Connector 12">
                <a:extLst>
                  <a:ext uri="{FF2B5EF4-FFF2-40B4-BE49-F238E27FC236}">
                    <a16:creationId xmlns:a16="http://schemas.microsoft.com/office/drawing/2014/main" id="{85D1DE46-BE5E-43F0-AFEF-541163B54329}"/>
                  </a:ext>
                </a:extLst>
              </p:cNvPr>
              <p:cNvCxnSpPr/>
              <p:nvPr/>
            </p:nvCxnSpPr>
            <p:spPr>
              <a:xfrm>
                <a:off x="4431731" y="4423357"/>
                <a:ext cx="0" cy="1226758"/>
              </a:xfrm>
              <a:prstGeom prst="straightConnector1">
                <a:avLst/>
              </a:prstGeom>
              <a:ln w="28575">
                <a:solidFill>
                  <a:srgbClr val="FF0000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Arrow Connector 13">
                <a:extLst>
                  <a:ext uri="{FF2B5EF4-FFF2-40B4-BE49-F238E27FC236}">
                    <a16:creationId xmlns:a16="http://schemas.microsoft.com/office/drawing/2014/main" id="{C7D64C15-E77E-C7B6-8CA6-5AD3B7D8082A}"/>
                  </a:ext>
                </a:extLst>
              </p:cNvPr>
              <p:cNvCxnSpPr/>
              <p:nvPr/>
            </p:nvCxnSpPr>
            <p:spPr>
              <a:xfrm>
                <a:off x="4431731" y="5650115"/>
                <a:ext cx="0" cy="289731"/>
              </a:xfrm>
              <a:prstGeom prst="straightConnector1">
                <a:avLst/>
              </a:prstGeom>
              <a:ln w="28575">
                <a:tailEnd type="triangle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DBD2633-F9F7-50BE-2B7C-43FCA352AA7A}"/>
                </a:ext>
              </a:extLst>
            </p:cNvPr>
            <p:cNvSpPr txBox="1"/>
            <p:nvPr/>
          </p:nvSpPr>
          <p:spPr>
            <a:xfrm>
              <a:off x="3603532" y="4507039"/>
              <a:ext cx="1230603" cy="434938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algn="ctr"/>
              <a:endParaRPr lang="en-VN" sz="1600">
                <a:solidFill>
                  <a:srgbClr val="00B050"/>
                </a:solidFill>
              </a:endParaRP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AEE126E-9848-765F-65E4-212604EB5975}"/>
                </a:ext>
              </a:extLst>
            </p:cNvPr>
            <p:cNvSpPr txBox="1"/>
            <p:nvPr/>
          </p:nvSpPr>
          <p:spPr>
            <a:xfrm>
              <a:off x="3761372" y="4556386"/>
              <a:ext cx="85632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>
                  <a:solidFill>
                    <a:srgbClr val="0432FF"/>
                  </a:solidFill>
                </a:rPr>
                <a:t>x</a:t>
              </a:r>
              <a:r>
                <a:rPr lang="en-VN" sz="1600">
                  <a:solidFill>
                    <a:srgbClr val="0432FF"/>
                  </a:solidFill>
                </a:rPr>
                <a:t> = - x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59166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965CF-1D55-5443-919B-AC7750349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CÂU LỆNH </a:t>
            </a:r>
            <a:r>
              <a:rPr lang="en-VN" cap="none"/>
              <a:t>if / if - else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1D9321-FF39-B846-D955-EBEE6C4CA6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/>
              <a:t>BT 4: Viết chương trình theo thuật toán ở BT2</a:t>
            </a:r>
          </a:p>
          <a:p>
            <a:pPr lvl="1" algn="just"/>
            <a:r>
              <a:rPr lang="en-VN"/>
              <a:t>Nhập điểm số của một môn học. Kiểm tra nếu giá trị </a:t>
            </a:r>
            <a:r>
              <a:rPr lang="en-VN">
                <a:solidFill>
                  <a:srgbClr val="17459E"/>
                </a:solidFill>
              </a:rPr>
              <a:t>điểm không hợp lệ </a:t>
            </a:r>
            <a:r>
              <a:rPr lang="en-VN"/>
              <a:t>thì </a:t>
            </a:r>
            <a:r>
              <a:rPr lang="en-VN">
                <a:solidFill>
                  <a:srgbClr val="17459E"/>
                </a:solidFill>
              </a:rPr>
              <a:t>gán điểm bằng 0</a:t>
            </a:r>
            <a:r>
              <a:rPr lang="en-VN"/>
              <a:t> và </a:t>
            </a:r>
            <a:r>
              <a:rPr lang="en-VN">
                <a:solidFill>
                  <a:srgbClr val="17459E"/>
                </a:solidFill>
              </a:rPr>
              <a:t>thông báo </a:t>
            </a:r>
            <a:r>
              <a:rPr lang="en-VN" i="1">
                <a:solidFill>
                  <a:srgbClr val="C00000"/>
                </a:solidFill>
              </a:rPr>
              <a:t>“Giá trị điểm số không hợp lệ”</a:t>
            </a:r>
            <a:r>
              <a:rPr lang="en-VN"/>
              <a:t>. In điểm số của môn học sau khi đã được kiểm tra ra màn hình.</a:t>
            </a:r>
          </a:p>
          <a:p>
            <a:pPr lvl="1"/>
            <a:r>
              <a:rPr lang="en-VN" i="1"/>
              <a:t>Biết rằng điểm hợp lệ có giá trị từ 0 – 10.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B4835D-B712-474E-B6B8-6C1BBDD99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3: Cấu trúc Lựa chọn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526D72-773E-714F-A1AE-5B77BAF3A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490379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965CF-1D55-5443-919B-AC7750349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CÂU LỆNH </a:t>
            </a:r>
            <a:r>
              <a:rPr lang="en-VN" cap="none"/>
              <a:t>if / if - else</a:t>
            </a:r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B4835D-B712-474E-B6B8-6C1BBDD99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3: Cấu trúc Lựa chọn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526D72-773E-714F-A1AE-5B77BAF3A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9CF46A69-C370-BC4E-A1B6-0D08CD7E7D51}"/>
              </a:ext>
            </a:extLst>
          </p:cNvPr>
          <p:cNvSpPr txBox="1">
            <a:spLocks/>
          </p:cNvSpPr>
          <p:nvPr/>
        </p:nvSpPr>
        <p:spPr>
          <a:xfrm>
            <a:off x="4561118" y="3054675"/>
            <a:ext cx="4556850" cy="313061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>
              <a:buNone/>
            </a:pPr>
            <a:r>
              <a:rPr lang="en-US" sz="160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6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60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60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60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600">
                <a:solidFill>
                  <a:srgbClr val="000000"/>
                </a:solidFill>
                <a:latin typeface="Cascadia Mono" panose="020B0609020000020004" pitchFamily="49" charset="0"/>
              </a:rPr>
              <a:t>[] args)</a:t>
            </a:r>
          </a:p>
          <a:p>
            <a:pPr marL="51435" indent="0">
              <a:buNone/>
            </a:pPr>
            <a:r>
              <a:rPr lang="en-US" sz="1600">
                <a:solidFill>
                  <a:srgbClr val="000000"/>
                </a:solidFill>
                <a:latin typeface="Cascadia Mono" panose="020B0609020000020004" pitchFamily="49" charset="0"/>
              </a:rPr>
              <a:t>{</a:t>
            </a:r>
          </a:p>
          <a:p>
            <a:pPr marL="51435" indent="0">
              <a:buNone/>
            </a:pPr>
            <a:r>
              <a:rPr lang="en-US" sz="1600">
                <a:solidFill>
                  <a:srgbClr val="0000FF"/>
                </a:solidFill>
                <a:latin typeface="Cascadia Mono" panose="020B0609020000020004" pitchFamily="49" charset="0"/>
              </a:rPr>
              <a:t>	int</a:t>
            </a:r>
            <a:r>
              <a:rPr lang="en-US" sz="1600">
                <a:solidFill>
                  <a:srgbClr val="000000"/>
                </a:solidFill>
                <a:latin typeface="Cascadia Mono" panose="020B0609020000020004" pitchFamily="49" charset="0"/>
              </a:rPr>
              <a:t> avgMark = </a:t>
            </a:r>
            <a:r>
              <a:rPr lang="en-US" sz="160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600">
                <a:solidFill>
                  <a:srgbClr val="000000"/>
                </a:solidFill>
                <a:latin typeface="Cascadia Mono" panose="020B0609020000020004" pitchFamily="49" charset="0"/>
              </a:rPr>
              <a:t>.Parse(Console.ReadLine());</a:t>
            </a:r>
          </a:p>
          <a:p>
            <a:pPr marL="51435" indent="0">
              <a:buNone/>
            </a:pPr>
            <a:endParaRPr lang="en-US" sz="1600">
              <a:solidFill>
                <a:srgbClr val="000000"/>
              </a:solidFill>
              <a:latin typeface="Cascadia Mono" panose="020B0609020000020004" pitchFamily="49" charset="0"/>
            </a:endParaRPr>
          </a:p>
          <a:p>
            <a:pPr marL="51435" indent="0">
              <a:buNone/>
            </a:pPr>
            <a:r>
              <a:rPr lang="en-US" sz="1600">
                <a:solidFill>
                  <a:srgbClr val="0000FF"/>
                </a:solidFill>
                <a:latin typeface="Cascadia Mono" panose="020B0609020000020004" pitchFamily="49" charset="0"/>
              </a:rPr>
              <a:t>	if</a:t>
            </a:r>
            <a:r>
              <a:rPr lang="en-US" sz="1600">
                <a:solidFill>
                  <a:srgbClr val="000000"/>
                </a:solidFill>
                <a:latin typeface="Cascadia Mono" panose="020B0609020000020004" pitchFamily="49" charset="0"/>
              </a:rPr>
              <a:t> (avgMark &gt;= 4)</a:t>
            </a:r>
          </a:p>
          <a:p>
            <a:pPr marL="51435" indent="0">
              <a:buNone/>
            </a:pPr>
            <a:r>
              <a:rPr lang="en-US" sz="1600">
                <a:solidFill>
                  <a:srgbClr val="000000"/>
                </a:solidFill>
                <a:latin typeface="Cascadia Mono" panose="020B0609020000020004" pitchFamily="49" charset="0"/>
              </a:rPr>
              <a:t>		Console.WriteLine(</a:t>
            </a:r>
            <a:r>
              <a:rPr lang="en-US" sz="1600">
                <a:solidFill>
                  <a:srgbClr val="A31515"/>
                </a:solidFill>
                <a:latin typeface="Cascadia Mono" panose="020B0609020000020004" pitchFamily="49" charset="0"/>
              </a:rPr>
              <a:t>"Qua môn"</a:t>
            </a:r>
            <a:r>
              <a:rPr lang="en-US" sz="160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51435" indent="0">
              <a:buNone/>
            </a:pPr>
            <a:r>
              <a:rPr lang="en-US" sz="1600">
                <a:solidFill>
                  <a:srgbClr val="0000FF"/>
                </a:solidFill>
                <a:latin typeface="Cascadia Mono" panose="020B0609020000020004" pitchFamily="49" charset="0"/>
              </a:rPr>
              <a:t>	else</a:t>
            </a:r>
          </a:p>
          <a:p>
            <a:pPr marL="51435" indent="0">
              <a:buNone/>
            </a:pPr>
            <a:r>
              <a:rPr lang="en-US" sz="1600">
                <a:solidFill>
                  <a:srgbClr val="000000"/>
                </a:solidFill>
                <a:latin typeface="Cascadia Mono" panose="020B0609020000020004" pitchFamily="49" charset="0"/>
              </a:rPr>
              <a:t>		Console.WriteLine(</a:t>
            </a:r>
            <a:r>
              <a:rPr lang="en-US" sz="1600">
                <a:solidFill>
                  <a:srgbClr val="A31515"/>
                </a:solidFill>
                <a:latin typeface="Cascadia Mono" panose="020B0609020000020004" pitchFamily="49" charset="0"/>
              </a:rPr>
              <a:t>"Nợ môn"</a:t>
            </a:r>
            <a:r>
              <a:rPr lang="en-US" sz="1600">
                <a:solidFill>
                  <a:srgbClr val="000000"/>
                </a:solidFill>
                <a:latin typeface="Cascadia Mono" panose="020B0609020000020004" pitchFamily="49" charset="0"/>
              </a:rPr>
              <a:t>);</a:t>
            </a:r>
          </a:p>
          <a:p>
            <a:pPr marL="51435" indent="0">
              <a:buNone/>
            </a:pPr>
            <a:r>
              <a:rPr lang="en-US" sz="160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6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16" name="Content Placeholder 8">
            <a:extLst>
              <a:ext uri="{FF2B5EF4-FFF2-40B4-BE49-F238E27FC236}">
                <a16:creationId xmlns:a16="http://schemas.microsoft.com/office/drawing/2014/main" id="{7C8FDB5D-9AF4-224E-B7B6-BA96C824EC4F}"/>
              </a:ext>
            </a:extLst>
          </p:cNvPr>
          <p:cNvSpPr txBox="1">
            <a:spLocks/>
          </p:cNvSpPr>
          <p:nvPr/>
        </p:nvSpPr>
        <p:spPr>
          <a:xfrm>
            <a:off x="807154" y="1037260"/>
            <a:ext cx="7529692" cy="167445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>
              <a:buNone/>
            </a:pPr>
            <a:r>
              <a:rPr lang="en-US" sz="2500" dirty="0">
                <a:solidFill>
                  <a:srgbClr val="FF0000"/>
                </a:solidFill>
                <a:highlight>
                  <a:srgbClr val="FFFF00"/>
                </a:highlight>
                <a:latin typeface="Consolas" pitchFamily="49" charset="0"/>
                <a:cs typeface="Consolas" pitchFamily="49" charset="0"/>
              </a:rPr>
              <a:t>if</a:t>
            </a:r>
            <a:r>
              <a:rPr lang="en-GB" sz="2500" dirty="0">
                <a:solidFill>
                  <a:srgbClr val="0432FF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GB" sz="2500" dirty="0">
                <a:latin typeface="Consolas" pitchFamily="49" charset="0"/>
                <a:cs typeface="Consolas" pitchFamily="49" charset="0"/>
              </a:rPr>
              <a:t>(condition)</a:t>
            </a:r>
            <a:br>
              <a:rPr lang="en-GB" sz="2500" dirty="0">
                <a:latin typeface="Consolas" pitchFamily="49" charset="0"/>
                <a:cs typeface="Consolas" pitchFamily="49" charset="0"/>
              </a:rPr>
            </a:br>
            <a:r>
              <a:rPr lang="en-GB" sz="2500" dirty="0">
                <a:latin typeface="Consolas" pitchFamily="49" charset="0"/>
                <a:cs typeface="Consolas" pitchFamily="49" charset="0"/>
              </a:rPr>
              <a:t>   statement we do if condition is true;</a:t>
            </a:r>
          </a:p>
          <a:p>
            <a:pPr marL="51435" indent="0">
              <a:buNone/>
            </a:pPr>
            <a:r>
              <a:rPr lang="en-US" sz="2500" dirty="0">
                <a:solidFill>
                  <a:srgbClr val="FF0000"/>
                </a:solidFill>
                <a:highlight>
                  <a:srgbClr val="FFFF00"/>
                </a:highlight>
                <a:latin typeface="Consolas" pitchFamily="49" charset="0"/>
                <a:cs typeface="Consolas" pitchFamily="49" charset="0"/>
              </a:rPr>
              <a:t>else</a:t>
            </a:r>
            <a:r>
              <a:rPr lang="en-US" sz="25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US" sz="2500" i="1" dirty="0">
                <a:solidFill>
                  <a:srgbClr val="17459E"/>
                </a:solidFill>
                <a:latin typeface="Consolas" pitchFamily="49" charset="0"/>
                <a:cs typeface="Consolas" pitchFamily="49" charset="0"/>
              </a:rPr>
              <a:t>//[optional]</a:t>
            </a:r>
            <a:br>
              <a:rPr lang="en-GB" sz="2500" i="1" dirty="0">
                <a:solidFill>
                  <a:srgbClr val="17459E"/>
                </a:solidFill>
                <a:highlight>
                  <a:srgbClr val="FFFF00"/>
                </a:highlight>
                <a:latin typeface="Consolas" pitchFamily="49" charset="0"/>
                <a:cs typeface="Consolas" pitchFamily="49" charset="0"/>
              </a:rPr>
            </a:br>
            <a:r>
              <a:rPr lang="en-GB" sz="2500" dirty="0">
                <a:latin typeface="Consolas" pitchFamily="49" charset="0"/>
                <a:cs typeface="Consolas" pitchFamily="49" charset="0"/>
              </a:rPr>
              <a:t>   statement we do if condition is false;</a:t>
            </a:r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8095472-AE5E-D040-9B3E-B5D4EA198180}"/>
              </a:ext>
            </a:extLst>
          </p:cNvPr>
          <p:cNvGrpSpPr/>
          <p:nvPr/>
        </p:nvGrpSpPr>
        <p:grpSpPr>
          <a:xfrm>
            <a:off x="628650" y="2914194"/>
            <a:ext cx="3907160" cy="3717032"/>
            <a:chOff x="509355" y="2286384"/>
            <a:chExt cx="4590763" cy="4249071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4641CFDC-FDB9-EC4B-89EE-2B6984EB7017}"/>
                </a:ext>
              </a:extLst>
            </p:cNvPr>
            <p:cNvGrpSpPr/>
            <p:nvPr/>
          </p:nvGrpSpPr>
          <p:grpSpPr>
            <a:xfrm>
              <a:off x="509355" y="2286384"/>
              <a:ext cx="4590763" cy="4249071"/>
              <a:chOff x="1229435" y="2565473"/>
              <a:chExt cx="4590763" cy="4249071"/>
            </a:xfrm>
          </p:grpSpPr>
          <p:grpSp>
            <p:nvGrpSpPr>
              <p:cNvPr id="77" name="Group 76">
                <a:extLst>
                  <a:ext uri="{FF2B5EF4-FFF2-40B4-BE49-F238E27FC236}">
                    <a16:creationId xmlns:a16="http://schemas.microsoft.com/office/drawing/2014/main" id="{240FF826-F0CA-F144-94D6-77B046FC9635}"/>
                  </a:ext>
                </a:extLst>
              </p:cNvPr>
              <p:cNvGrpSpPr/>
              <p:nvPr/>
            </p:nvGrpSpPr>
            <p:grpSpPr>
              <a:xfrm>
                <a:off x="1331640" y="3146972"/>
                <a:ext cx="4488558" cy="2415354"/>
                <a:chOff x="4666118" y="3981810"/>
                <a:chExt cx="4488558" cy="2415354"/>
              </a:xfrm>
            </p:grpSpPr>
            <p:sp>
              <p:nvSpPr>
                <p:cNvPr id="95" name="Rectangle 94">
                  <a:extLst>
                    <a:ext uri="{FF2B5EF4-FFF2-40B4-BE49-F238E27FC236}">
                      <a16:creationId xmlns:a16="http://schemas.microsoft.com/office/drawing/2014/main" id="{30B15CCD-6E3D-6740-9486-613FFBB9A2A6}"/>
                    </a:ext>
                  </a:extLst>
                </p:cNvPr>
                <p:cNvSpPr/>
                <p:nvPr/>
              </p:nvSpPr>
              <p:spPr>
                <a:xfrm>
                  <a:off x="4666118" y="4353334"/>
                  <a:ext cx="4488558" cy="2043830"/>
                </a:xfrm>
                <a:prstGeom prst="rect">
                  <a:avLst/>
                </a:prstGeom>
                <a:solidFill>
                  <a:srgbClr val="FFFF00">
                    <a:alpha val="72941"/>
                  </a:srgbClr>
                </a:solidFill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VN"/>
                </a:p>
              </p:txBody>
            </p:sp>
            <p:cxnSp>
              <p:nvCxnSpPr>
                <p:cNvPr id="96" name="Elbow Connector 95">
                  <a:extLst>
                    <a:ext uri="{FF2B5EF4-FFF2-40B4-BE49-F238E27FC236}">
                      <a16:creationId xmlns:a16="http://schemas.microsoft.com/office/drawing/2014/main" id="{0599B602-F261-404B-BC5D-FAFDCA6E0A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65880" y="4868198"/>
                  <a:ext cx="480797" cy="821481"/>
                </a:xfrm>
                <a:prstGeom prst="bentConnector2">
                  <a:avLst/>
                </a:prstGeom>
                <a:ln w="28575">
                  <a:solidFill>
                    <a:srgbClr val="FF0000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Elbow Connector 96">
                  <a:extLst>
                    <a:ext uri="{FF2B5EF4-FFF2-40B4-BE49-F238E27FC236}">
                      <a16:creationId xmlns:a16="http://schemas.microsoft.com/office/drawing/2014/main" id="{B3741FD8-E9BF-6B4C-8A88-48FEE43F21C3}"/>
                    </a:ext>
                  </a:extLst>
                </p:cNvPr>
                <p:cNvCxnSpPr>
                  <a:cxnSpLocks/>
                  <a:stCxn id="98" idx="1"/>
                </p:cNvCxnSpPr>
                <p:nvPr/>
              </p:nvCxnSpPr>
              <p:spPr>
                <a:xfrm rot="10800000" flipV="1">
                  <a:off x="5580267" y="4877195"/>
                  <a:ext cx="417027" cy="795412"/>
                </a:xfrm>
                <a:prstGeom prst="bentConnector2">
                  <a:avLst/>
                </a:prstGeom>
                <a:ln w="28575">
                  <a:solidFill>
                    <a:srgbClr val="0432FF"/>
                  </a:solidFill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pic>
              <p:nvPicPr>
                <p:cNvPr id="98" name="Picture 97">
                  <a:extLst>
                    <a:ext uri="{FF2B5EF4-FFF2-40B4-BE49-F238E27FC236}">
                      <a16:creationId xmlns:a16="http://schemas.microsoft.com/office/drawing/2014/main" id="{DDC65079-16C6-7448-8081-423FFAA3D1B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997293" y="4404130"/>
                  <a:ext cx="1894038" cy="94612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99" name="Straight Arrow Connector 98">
                  <a:extLst>
                    <a:ext uri="{FF2B5EF4-FFF2-40B4-BE49-F238E27FC236}">
                      <a16:creationId xmlns:a16="http://schemas.microsoft.com/office/drawing/2014/main" id="{9158CD91-B723-4242-91F7-E50651374243}"/>
                    </a:ext>
                  </a:extLst>
                </p:cNvPr>
                <p:cNvCxnSpPr>
                  <a:cxnSpLocks/>
                  <a:stCxn id="87" idx="2"/>
                  <a:endCxn id="98" idx="0"/>
                </p:cNvCxnSpPr>
                <p:nvPr/>
              </p:nvCxnSpPr>
              <p:spPr>
                <a:xfrm>
                  <a:off x="6936805" y="3981810"/>
                  <a:ext cx="7507" cy="422320"/>
                </a:xfrm>
                <a:prstGeom prst="straightConnector1">
                  <a:avLst/>
                </a:prstGeom>
                <a:ln w="28575">
                  <a:tailEnd type="triangle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sp>
              <p:nvSpPr>
                <p:cNvPr id="100" name="TextBox 99">
                  <a:extLst>
                    <a:ext uri="{FF2B5EF4-FFF2-40B4-BE49-F238E27FC236}">
                      <a16:creationId xmlns:a16="http://schemas.microsoft.com/office/drawing/2014/main" id="{F9C70EA1-A016-4346-911D-EB9DAE2EDF69}"/>
                    </a:ext>
                  </a:extLst>
                </p:cNvPr>
                <p:cNvSpPr txBox="1"/>
                <p:nvPr/>
              </p:nvSpPr>
              <p:spPr>
                <a:xfrm>
                  <a:off x="5434028" y="4549574"/>
                  <a:ext cx="737586" cy="3908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VN" sz="1600" b="1">
                      <a:solidFill>
                        <a:srgbClr val="0432FF"/>
                      </a:solidFill>
                    </a:rPr>
                    <a:t>True</a:t>
                  </a:r>
                </a:p>
              </p:txBody>
            </p:sp>
            <p:sp>
              <p:nvSpPr>
                <p:cNvPr id="101" name="TextBox 100">
                  <a:extLst>
                    <a:ext uri="{FF2B5EF4-FFF2-40B4-BE49-F238E27FC236}">
                      <a16:creationId xmlns:a16="http://schemas.microsoft.com/office/drawing/2014/main" id="{DA37094E-665D-8C4E-8F91-573BC1B4822E}"/>
                    </a:ext>
                  </a:extLst>
                </p:cNvPr>
                <p:cNvSpPr txBox="1"/>
                <p:nvPr/>
              </p:nvSpPr>
              <p:spPr>
                <a:xfrm>
                  <a:off x="7718236" y="4537145"/>
                  <a:ext cx="729652" cy="38671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VN" sz="1600" b="1">
                      <a:solidFill>
                        <a:srgbClr val="FF0000"/>
                      </a:solidFill>
                    </a:rPr>
                    <a:t>False</a:t>
                  </a:r>
                </a:p>
              </p:txBody>
            </p:sp>
            <p:sp>
              <p:nvSpPr>
                <p:cNvPr id="102" name="TextBox 101">
                  <a:extLst>
                    <a:ext uri="{FF2B5EF4-FFF2-40B4-BE49-F238E27FC236}">
                      <a16:creationId xmlns:a16="http://schemas.microsoft.com/office/drawing/2014/main" id="{232B16C7-2832-6E46-93F2-9FB1C8BBCA32}"/>
                    </a:ext>
                  </a:extLst>
                </p:cNvPr>
                <p:cNvSpPr txBox="1"/>
                <p:nvPr/>
              </p:nvSpPr>
              <p:spPr>
                <a:xfrm>
                  <a:off x="6028120" y="4681208"/>
                  <a:ext cx="1832382" cy="39083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VN" sz="1600" b="1">
                      <a:solidFill>
                        <a:srgbClr val="EF6822"/>
                      </a:solidFill>
                    </a:rPr>
                    <a:t>avgMark &gt;= 4.0</a:t>
                  </a:r>
                </a:p>
              </p:txBody>
            </p:sp>
          </p:grpSp>
          <p:grpSp>
            <p:nvGrpSpPr>
              <p:cNvPr id="78" name="Group 77">
                <a:extLst>
                  <a:ext uri="{FF2B5EF4-FFF2-40B4-BE49-F238E27FC236}">
                    <a16:creationId xmlns:a16="http://schemas.microsoft.com/office/drawing/2014/main" id="{94702F33-CB4A-874E-A112-1702549E2D25}"/>
                  </a:ext>
                </a:extLst>
              </p:cNvPr>
              <p:cNvGrpSpPr/>
              <p:nvPr/>
            </p:nvGrpSpPr>
            <p:grpSpPr>
              <a:xfrm>
                <a:off x="1229435" y="2565473"/>
                <a:ext cx="4518757" cy="4249071"/>
                <a:chOff x="1287882" y="3855064"/>
                <a:chExt cx="4518757" cy="4249071"/>
              </a:xfrm>
            </p:grpSpPr>
            <p:grpSp>
              <p:nvGrpSpPr>
                <p:cNvPr id="79" name="Group 78">
                  <a:extLst>
                    <a:ext uri="{FF2B5EF4-FFF2-40B4-BE49-F238E27FC236}">
                      <a16:creationId xmlns:a16="http://schemas.microsoft.com/office/drawing/2014/main" id="{933C11B9-19C5-8040-B6F6-CEC12824A970}"/>
                    </a:ext>
                  </a:extLst>
                </p:cNvPr>
                <p:cNvGrpSpPr/>
                <p:nvPr/>
              </p:nvGrpSpPr>
              <p:grpSpPr>
                <a:xfrm>
                  <a:off x="4209547" y="6118096"/>
                  <a:ext cx="1597092" cy="668477"/>
                  <a:chOff x="4209547" y="6118096"/>
                  <a:chExt cx="1597092" cy="668477"/>
                </a:xfrm>
              </p:grpSpPr>
              <p:pic>
                <p:nvPicPr>
                  <p:cNvPr id="93" name="Picture 4">
                    <a:extLst>
                      <a:ext uri="{FF2B5EF4-FFF2-40B4-BE49-F238E27FC236}">
                        <a16:creationId xmlns:a16="http://schemas.microsoft.com/office/drawing/2014/main" id="{3791A1D4-D8D3-3F4A-B7BB-FE5D4384A4E2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4209547" y="6151759"/>
                    <a:ext cx="1597092" cy="57606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94" name="TextBox 93">
                    <a:extLst>
                      <a:ext uri="{FF2B5EF4-FFF2-40B4-BE49-F238E27FC236}">
                        <a16:creationId xmlns:a16="http://schemas.microsoft.com/office/drawing/2014/main" id="{4034932B-D5CA-ED4B-9F3B-B35CB0033B0E}"/>
                      </a:ext>
                    </a:extLst>
                  </p:cNvPr>
                  <p:cNvSpPr txBox="1"/>
                  <p:nvPr/>
                </p:nvSpPr>
                <p:spPr>
                  <a:xfrm>
                    <a:off x="4352248" y="6118096"/>
                    <a:ext cx="1217097" cy="6684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VN" sz="1600">
                        <a:solidFill>
                          <a:srgbClr val="17459E"/>
                        </a:solidFill>
                      </a:rPr>
                      <a:t>Xuất</a:t>
                    </a:r>
                    <a:br>
                      <a:rPr lang="en-VN" sz="1600">
                        <a:solidFill>
                          <a:srgbClr val="17459E"/>
                        </a:solidFill>
                      </a:rPr>
                    </a:br>
                    <a:r>
                      <a:rPr lang="en-VN" sz="1600">
                        <a:solidFill>
                          <a:srgbClr val="17459E"/>
                        </a:solidFill>
                      </a:rPr>
                      <a:t>“Nợ môn”</a:t>
                    </a:r>
                  </a:p>
                </p:txBody>
              </p:sp>
            </p:grpSp>
            <p:grpSp>
              <p:nvGrpSpPr>
                <p:cNvPr id="80" name="Group 79">
                  <a:extLst>
                    <a:ext uri="{FF2B5EF4-FFF2-40B4-BE49-F238E27FC236}">
                      <a16:creationId xmlns:a16="http://schemas.microsoft.com/office/drawing/2014/main" id="{4B4369B9-CC22-6A42-A630-4DC06CFED449}"/>
                    </a:ext>
                  </a:extLst>
                </p:cNvPr>
                <p:cNvGrpSpPr/>
                <p:nvPr/>
              </p:nvGrpSpPr>
              <p:grpSpPr>
                <a:xfrm>
                  <a:off x="1287882" y="3855064"/>
                  <a:ext cx="3305963" cy="4249071"/>
                  <a:chOff x="1979653" y="3940466"/>
                  <a:chExt cx="3305963" cy="4249071"/>
                </a:xfrm>
              </p:grpSpPr>
              <p:pic>
                <p:nvPicPr>
                  <p:cNvPr id="81" name="Picture 4">
                    <a:extLst>
                      <a:ext uri="{FF2B5EF4-FFF2-40B4-BE49-F238E27FC236}">
                        <a16:creationId xmlns:a16="http://schemas.microsoft.com/office/drawing/2014/main" id="{58E14BB7-6FE2-F14F-8863-B87666253FB9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4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2156098" y="6239588"/>
                    <a:ext cx="1597092" cy="57606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82" name="TextBox 81">
                    <a:extLst>
                      <a:ext uri="{FF2B5EF4-FFF2-40B4-BE49-F238E27FC236}">
                        <a16:creationId xmlns:a16="http://schemas.microsoft.com/office/drawing/2014/main" id="{7B61DDC1-8F16-C048-9DD8-1E84EA805EFF}"/>
                      </a:ext>
                    </a:extLst>
                  </p:cNvPr>
                  <p:cNvSpPr txBox="1"/>
                  <p:nvPr/>
                </p:nvSpPr>
                <p:spPr>
                  <a:xfrm>
                    <a:off x="2293697" y="6209623"/>
                    <a:ext cx="1321894" cy="66847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en-VN" sz="1600">
                        <a:solidFill>
                          <a:srgbClr val="17459E"/>
                        </a:solidFill>
                      </a:rPr>
                      <a:t>Xuất</a:t>
                    </a:r>
                    <a:br>
                      <a:rPr lang="en-VN" sz="1600">
                        <a:solidFill>
                          <a:srgbClr val="17459E"/>
                        </a:solidFill>
                      </a:rPr>
                    </a:br>
                    <a:r>
                      <a:rPr lang="en-VN" sz="1600">
                        <a:solidFill>
                          <a:srgbClr val="17459E"/>
                        </a:solidFill>
                      </a:rPr>
                      <a:t>“Qua môn”</a:t>
                    </a:r>
                  </a:p>
                </p:txBody>
              </p:sp>
              <p:grpSp>
                <p:nvGrpSpPr>
                  <p:cNvPr id="83" name="Group 82">
                    <a:extLst>
                      <a:ext uri="{FF2B5EF4-FFF2-40B4-BE49-F238E27FC236}">
                        <a16:creationId xmlns:a16="http://schemas.microsoft.com/office/drawing/2014/main" id="{E9BFEF29-EA7E-104D-8BEC-623C4749595B}"/>
                      </a:ext>
                    </a:extLst>
                  </p:cNvPr>
                  <p:cNvGrpSpPr/>
                  <p:nvPr/>
                </p:nvGrpSpPr>
                <p:grpSpPr>
                  <a:xfrm>
                    <a:off x="1979653" y="3940466"/>
                    <a:ext cx="3305963" cy="4249071"/>
                    <a:chOff x="1979653" y="3940466"/>
                    <a:chExt cx="3305963" cy="4249071"/>
                  </a:xfrm>
                </p:grpSpPr>
                <p:grpSp>
                  <p:nvGrpSpPr>
                    <p:cNvPr id="84" name="Group 83">
                      <a:extLst>
                        <a:ext uri="{FF2B5EF4-FFF2-40B4-BE49-F238E27FC236}">
                          <a16:creationId xmlns:a16="http://schemas.microsoft.com/office/drawing/2014/main" id="{305D9378-D67E-2F4C-905A-4AB3338D3083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1979653" y="3940466"/>
                      <a:ext cx="3305963" cy="4249071"/>
                      <a:chOff x="1979653" y="3940466"/>
                      <a:chExt cx="3305963" cy="4249071"/>
                    </a:xfrm>
                  </p:grpSpPr>
                  <p:grpSp>
                    <p:nvGrpSpPr>
                      <p:cNvPr id="86" name="Group 85">
                        <a:extLst>
                          <a:ext uri="{FF2B5EF4-FFF2-40B4-BE49-F238E27FC236}">
                            <a16:creationId xmlns:a16="http://schemas.microsoft.com/office/drawing/2014/main" id="{B5F2297C-0EC3-7046-B618-0519159A8B5C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1979653" y="3940466"/>
                        <a:ext cx="2901705" cy="4249071"/>
                        <a:chOff x="2453814" y="3592944"/>
                        <a:chExt cx="2901705" cy="4249071"/>
                      </a:xfrm>
                    </p:grpSpPr>
                    <p:pic>
                      <p:nvPicPr>
                        <p:cNvPr id="88" name="Picture 2">
                          <a:extLst>
                            <a:ext uri="{FF2B5EF4-FFF2-40B4-BE49-F238E27FC236}">
                              <a16:creationId xmlns:a16="http://schemas.microsoft.com/office/drawing/2014/main" id="{E9CD2532-2DD4-CB4C-8D76-2353D9AB64A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 rot="10800000" flipV="1">
                          <a:off x="2470100" y="3592944"/>
                          <a:ext cx="1224867" cy="57606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  <p:cxnSp>
                      <p:nvCxnSpPr>
                        <p:cNvPr id="89" name="Straight Arrow Connector 88">
                          <a:extLst>
                            <a:ext uri="{FF2B5EF4-FFF2-40B4-BE49-F238E27FC236}">
                              <a16:creationId xmlns:a16="http://schemas.microsoft.com/office/drawing/2014/main" id="{AE1D2B91-7A8E-3341-8979-3C2EA88CD667}"/>
                            </a:ext>
                          </a:extLst>
                        </p:cNvPr>
                        <p:cNvCxnSpPr>
                          <a:cxnSpLocks/>
                        </p:cNvCxnSpPr>
                        <p:nvPr/>
                      </p:nvCxnSpPr>
                      <p:spPr>
                        <a:xfrm flipV="1">
                          <a:off x="3681852" y="3886410"/>
                          <a:ext cx="406976" cy="18992"/>
                        </a:xfrm>
                        <a:prstGeom prst="straightConnector1">
                          <a:avLst/>
                        </a:prstGeom>
                        <a:ln w="28575">
                          <a:tailEnd type="triangle"/>
                        </a:ln>
                      </p:spPr>
                      <p:style>
                        <a:lnRef idx="1">
                          <a:schemeClr val="dk1"/>
                        </a:lnRef>
                        <a:fillRef idx="0">
                          <a:schemeClr val="dk1"/>
                        </a:fillRef>
                        <a:effectRef idx="0">
                          <a:schemeClr val="dk1"/>
                        </a:effectRef>
                        <a:fontRef idx="minor">
                          <a:schemeClr val="tx1"/>
                        </a:fontRef>
                      </p:style>
                    </p:cxnSp>
                    <p:sp>
                      <p:nvSpPr>
                        <p:cNvPr id="90" name="TextBox 89">
                          <a:extLst>
                            <a:ext uri="{FF2B5EF4-FFF2-40B4-BE49-F238E27FC236}">
                              <a16:creationId xmlns:a16="http://schemas.microsoft.com/office/drawing/2014/main" id="{997E534F-BC79-0E43-AC9D-457C14295FB6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2453814" y="3679856"/>
                          <a:ext cx="1224868" cy="338554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>
                          <a:spAutoFit/>
                        </a:bodyPr>
                        <a:lstStyle/>
                        <a:p>
                          <a:pPr algn="ctr"/>
                          <a:r>
                            <a:rPr lang="en-VN" sz="1600">
                              <a:solidFill>
                                <a:srgbClr val="FF0000"/>
                              </a:solidFill>
                            </a:rPr>
                            <a:t>Bắt đầu</a:t>
                          </a:r>
                        </a:p>
                      </p:txBody>
                    </p:sp>
                    <p:pic>
                      <p:nvPicPr>
                        <p:cNvPr id="91" name="Picture 2">
                          <a:extLst>
                            <a:ext uri="{FF2B5EF4-FFF2-40B4-BE49-F238E27FC236}">
                              <a16:creationId xmlns:a16="http://schemas.microsoft.com/office/drawing/2014/main" id="{D6B30C25-960F-2749-9236-188C705FFA6C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 rot="10800000" flipV="1">
                          <a:off x="4099054" y="7265950"/>
                          <a:ext cx="1256465" cy="57606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  <p:sp>
                      <p:nvSpPr>
                        <p:cNvPr id="92" name="TextBox 91">
                          <a:extLst>
                            <a:ext uri="{FF2B5EF4-FFF2-40B4-BE49-F238E27FC236}">
                              <a16:creationId xmlns:a16="http://schemas.microsoft.com/office/drawing/2014/main" id="{7273AE01-9072-834F-BA16-0234394B7650}"/>
                            </a:ext>
                          </a:extLst>
                        </p:cNvPr>
                        <p:cNvSpPr txBox="1"/>
                        <p:nvPr/>
                      </p:nvSpPr>
                      <p:spPr>
                        <a:xfrm>
                          <a:off x="4128790" y="7352765"/>
                          <a:ext cx="1196990" cy="390836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square" rtlCol="0" anchor="ctr">
                          <a:spAutoFit/>
                        </a:bodyPr>
                        <a:lstStyle/>
                        <a:p>
                          <a:pPr algn="ctr"/>
                          <a:r>
                            <a:rPr lang="en-VN" sz="1600">
                              <a:solidFill>
                                <a:srgbClr val="FF0000"/>
                              </a:solidFill>
                            </a:rPr>
                            <a:t>Kết thúc</a:t>
                          </a:r>
                        </a:p>
                      </p:txBody>
                    </p:sp>
                  </p:grpSp>
                  <p:pic>
                    <p:nvPicPr>
                      <p:cNvPr id="87" name="Picture 4">
                        <a:extLst>
                          <a:ext uri="{FF2B5EF4-FFF2-40B4-BE49-F238E27FC236}">
                            <a16:creationId xmlns:a16="http://schemas.microsoft.com/office/drawing/2014/main" id="{5583E645-FFCB-4C41-BA71-85D83D884E7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9473" y="3945900"/>
                        <a:ext cx="1866143" cy="57606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grpSp>
                <p:sp>
                  <p:nvSpPr>
                    <p:cNvPr id="85" name="TextBox 84">
                      <a:extLst>
                        <a:ext uri="{FF2B5EF4-FFF2-40B4-BE49-F238E27FC236}">
                          <a16:creationId xmlns:a16="http://schemas.microsoft.com/office/drawing/2014/main" id="{367590B3-3149-1D4D-B5C1-85488F26F9E3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3508235" y="4057210"/>
                      <a:ext cx="1639221" cy="387013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pPr algn="ctr"/>
                      <a:r>
                        <a:rPr lang="en-VN" sz="1600">
                          <a:solidFill>
                            <a:srgbClr val="17459E"/>
                          </a:solidFill>
                        </a:rPr>
                        <a:t>Nhập avgMark</a:t>
                      </a:r>
                    </a:p>
                  </p:txBody>
                </p:sp>
              </p:grpSp>
            </p:grpSp>
          </p:grpSp>
        </p:grp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C5649678-957B-4947-9EDF-BFB6E34CAF30}"/>
                </a:ext>
              </a:extLst>
            </p:cNvPr>
            <p:cNvCxnSpPr>
              <a:cxnSpLocks/>
            </p:cNvCxnSpPr>
            <p:nvPr/>
          </p:nvCxnSpPr>
          <p:spPr>
            <a:xfrm>
              <a:off x="1525709" y="5159144"/>
              <a:ext cx="0" cy="50210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10212D1-861C-8E4A-92AB-DB65D17E898A}"/>
                </a:ext>
              </a:extLst>
            </p:cNvPr>
            <p:cNvCxnSpPr>
              <a:cxnSpLocks/>
            </p:cNvCxnSpPr>
            <p:nvPr/>
          </p:nvCxnSpPr>
          <p:spPr>
            <a:xfrm>
              <a:off x="4227107" y="5157192"/>
              <a:ext cx="0" cy="502104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4" name="Straight Connector 73">
              <a:extLst>
                <a:ext uri="{FF2B5EF4-FFF2-40B4-BE49-F238E27FC236}">
                  <a16:creationId xmlns:a16="http://schemas.microsoft.com/office/drawing/2014/main" id="{8C62451E-B747-754D-8965-46952178437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523026" y="5659296"/>
              <a:ext cx="2703600" cy="831"/>
            </a:xfrm>
            <a:prstGeom prst="line">
              <a:avLst/>
            </a:prstGeom>
            <a:ln w="28575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6" name="Straight Arrow Connector 75">
              <a:extLst>
                <a:ext uri="{FF2B5EF4-FFF2-40B4-BE49-F238E27FC236}">
                  <a16:creationId xmlns:a16="http://schemas.microsoft.com/office/drawing/2014/main" id="{10FB06B6-0E52-0A4B-A40B-91BBD91DE3B7}"/>
                </a:ext>
              </a:extLst>
            </p:cNvPr>
            <p:cNvCxnSpPr>
              <a:cxnSpLocks/>
              <a:endCxn id="91" idx="0"/>
            </p:cNvCxnSpPr>
            <p:nvPr/>
          </p:nvCxnSpPr>
          <p:spPr>
            <a:xfrm>
              <a:off x="2782827" y="5643953"/>
              <a:ext cx="0" cy="315437"/>
            </a:xfrm>
            <a:prstGeom prst="straightConnector1">
              <a:avLst/>
            </a:prstGeom>
            <a:ln w="28575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4935933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965CF-1D55-5443-919B-AC7750349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CÂU LỆNH </a:t>
            </a:r>
            <a:r>
              <a:rPr lang="en-VN" cap="none"/>
              <a:t>if / if - else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2C47B-B604-EA2C-0452-423331904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/>
              <a:t>BT 5: Viết chương trình theo thuật toán ở BT3</a:t>
            </a:r>
          </a:p>
          <a:p>
            <a:pPr lvl="1"/>
            <a:r>
              <a:rPr lang="en-VN"/>
              <a:t>Nhập một số nguyên dương x. Hãy cho biết </a:t>
            </a:r>
            <a:r>
              <a:rPr lang="en-VN">
                <a:solidFill>
                  <a:srgbClr val="17459E"/>
                </a:solidFill>
              </a:rPr>
              <a:t>x là số chẵn hay số lẻ</a:t>
            </a:r>
            <a:r>
              <a:rPr lang="en-VN"/>
              <a:t>.</a:t>
            </a:r>
          </a:p>
          <a:p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B4835D-B712-474E-B6B8-6C1BBDD99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3: Cấu trúc Lựa chọn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526D72-773E-714F-A1AE-5B77BAF3A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02076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965CF-1D55-5443-919B-AC77503498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CÂU LỆNH </a:t>
            </a:r>
            <a:r>
              <a:rPr lang="en-VN" cap="none"/>
              <a:t>if / if - else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22C47B-B604-EA2C-0452-423331904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VN"/>
              <a:t>BT 6: Viết chương trình </a:t>
            </a:r>
            <a:r>
              <a:rPr lang="en-VN">
                <a:solidFill>
                  <a:srgbClr val="17459E"/>
                </a:solidFill>
              </a:rPr>
              <a:t>Giải phương trình bậc 2</a:t>
            </a:r>
            <a:r>
              <a:rPr lang="en-VN"/>
              <a:t>:</a:t>
            </a:r>
          </a:p>
          <a:p>
            <a:pPr marL="0" indent="0">
              <a:buNone/>
            </a:pPr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0B4835D-B712-474E-B6B8-6C1BBDD99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3: Cấu trúc Lựa chọn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526D72-773E-714F-A1AE-5B77BAF3A9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22</a:t>
            </a:fld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8BD644B-B215-9BCD-BB0A-123ACF5CB071}"/>
                  </a:ext>
                </a:extLst>
              </p:cNvPr>
              <p:cNvSpPr/>
              <p:nvPr/>
            </p:nvSpPr>
            <p:spPr>
              <a:xfrm>
                <a:off x="2897418" y="1253461"/>
                <a:ext cx="3703712" cy="648072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500" i="1" smtClean="0">
                              <a:solidFill>
                                <a:srgbClr val="EF68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500" i="1">
                              <a:solidFill>
                                <a:srgbClr val="EF6822"/>
                              </a:solidFill>
                              <a:latin typeface="Cambria Math"/>
                            </a:rPr>
                            <m:t>𝑎𝑥</m:t>
                          </m:r>
                        </m:e>
                        <m:sup>
                          <m:r>
                            <a:rPr lang="en-US" sz="2500" i="1">
                              <a:solidFill>
                                <a:srgbClr val="EF6822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  <m:r>
                        <a:rPr lang="en-US" sz="2500" i="1">
                          <a:solidFill>
                            <a:srgbClr val="EF6822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500" i="1">
                          <a:solidFill>
                            <a:srgbClr val="EF6822"/>
                          </a:solidFill>
                          <a:latin typeface="Cambria Math"/>
                        </a:rPr>
                        <m:t>𝑏𝑥</m:t>
                      </m:r>
                      <m:r>
                        <a:rPr lang="en-US" sz="2500" i="1">
                          <a:solidFill>
                            <a:srgbClr val="EF6822"/>
                          </a:solidFill>
                          <a:latin typeface="Cambria Math"/>
                        </a:rPr>
                        <m:t>+</m:t>
                      </m:r>
                      <m:r>
                        <a:rPr lang="en-US" sz="2500" i="1">
                          <a:solidFill>
                            <a:srgbClr val="EF6822"/>
                          </a:solidFill>
                          <a:latin typeface="Cambria Math"/>
                        </a:rPr>
                        <m:t>𝑐</m:t>
                      </m:r>
                      <m:r>
                        <a:rPr lang="en-US" sz="2500" i="1">
                          <a:solidFill>
                            <a:srgbClr val="EF6822"/>
                          </a:solidFill>
                          <a:latin typeface="Cambria Math"/>
                        </a:rPr>
                        <m:t>=0 (</m:t>
                      </m:r>
                      <m:r>
                        <a:rPr lang="vi-VN" sz="2500" b="0" i="1">
                          <a:solidFill>
                            <a:srgbClr val="EF6822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vi-VN" sz="2500" b="0" i="1">
                          <a:solidFill>
                            <a:srgbClr val="EF6822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≠0</m:t>
                      </m:r>
                      <m:r>
                        <a:rPr lang="vi-VN" sz="2500" b="0" i="1">
                          <a:solidFill>
                            <a:srgbClr val="EF6822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500" dirty="0">
                  <a:solidFill>
                    <a:srgbClr val="EF6822"/>
                  </a:solidFill>
                </a:endParaRPr>
              </a:p>
            </p:txBody>
          </p:sp>
        </mc:Choice>
        <mc:Fallback xmlns=""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C8BD644B-B215-9BCD-BB0A-123ACF5CB0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97418" y="1253461"/>
                <a:ext cx="3703712" cy="648072"/>
              </a:xfrm>
              <a:prstGeom prst="rect">
                <a:avLst/>
              </a:prstGeom>
              <a:blipFill>
                <a:blip r:embed="rId3"/>
                <a:stretch>
                  <a:fillRect b="-384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V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711864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4A01E-A813-5647-A400-1D6EAD852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CÂU LỆNH </a:t>
            </a:r>
            <a:r>
              <a:rPr lang="en-VN" cap="none"/>
              <a:t>if / if - else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192BB-4C32-CE45-A13C-56689409F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err="1"/>
              <a:t>BT 7: </a:t>
            </a:r>
            <a:r>
              <a:rPr lang="en-US" dirty="0"/>
              <a:t>Cho 3 </a:t>
            </a:r>
            <a:r>
              <a:rPr lang="en-US" dirty="0" err="1"/>
              <a:t>số</a:t>
            </a:r>
            <a:r>
              <a:rPr lang="en-US" dirty="0"/>
              <a:t> a, b, c. </a:t>
            </a:r>
            <a:r>
              <a:rPr lang="en-US" dirty="0" err="1"/>
              <a:t>Hãy</a:t>
            </a:r>
            <a:r>
              <a:rPr lang="en-US" dirty="0"/>
              <a:t> </a:t>
            </a:r>
            <a:r>
              <a:rPr lang="en-US" dirty="0" err="1"/>
              <a:t>tìm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x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3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.</a:t>
            </a:r>
            <a:endParaRPr lang="en-VN"/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marL="51435" indent="0">
              <a:buNone/>
            </a:pPr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BFE301-8F5F-684A-B4CB-DD6AB90AB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3: Cấu trúc Lựa chọn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5C2D11-34DE-4244-9A1B-B29A0BA67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20763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4A01E-A813-5647-A400-1D6EAD852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CÂU LỆNH </a:t>
            </a:r>
            <a:r>
              <a:rPr lang="en-VN" cap="none"/>
              <a:t>if / if - else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192BB-4C32-CE45-A13C-56689409F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err="1"/>
              <a:t>BT 8: </a:t>
            </a:r>
            <a:r>
              <a:rPr lang="en-US" dirty="0"/>
              <a:t>Cho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thực</a:t>
            </a:r>
            <a:r>
              <a:rPr lang="en-US" dirty="0"/>
              <a:t> x. </a:t>
            </a:r>
            <a:r>
              <a:rPr lang="en-US" dirty="0" err="1"/>
              <a:t>Hãy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x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đây</a:t>
            </a:r>
            <a:r>
              <a:rPr lang="en-US" dirty="0"/>
              <a:t>: </a:t>
            </a:r>
          </a:p>
          <a:p>
            <a:pPr marL="51435" indent="0" algn="ctr">
              <a:buNone/>
            </a:pPr>
            <a:r>
              <a:rPr lang="en-US" dirty="0"/>
              <a:t>[0,25], (25,50], (50,75], (75,100]</a:t>
            </a:r>
            <a:endParaRPr lang="en-VN"/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marL="51435" indent="0">
              <a:buNone/>
            </a:pPr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BFE301-8F5F-684A-B4CB-DD6AB90AB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3: Cấu trúc Lựa chọn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5C2D11-34DE-4244-9A1B-B29A0BA67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68915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4A01E-A813-5647-A400-1D6EAD852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CÂU LỆNH </a:t>
            </a:r>
            <a:r>
              <a:rPr lang="en-VN" cap="none"/>
              <a:t>if / if - else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192BB-4C32-CE45-A13C-56689409F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err="1"/>
              <a:t>BT 9: Viết</a:t>
            </a:r>
            <a:r>
              <a:rPr lang="en-US" dirty="0"/>
              <a:t> </a:t>
            </a:r>
            <a:r>
              <a:rPr lang="en-US" dirty="0" err="1"/>
              <a:t>thuật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2 </a:t>
            </a:r>
            <a:r>
              <a:rPr lang="en-US" dirty="0" err="1"/>
              <a:t>số</a:t>
            </a:r>
            <a:r>
              <a:rPr lang="en-US" dirty="0"/>
              <a:t> x, y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tọa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mặt</a:t>
            </a:r>
            <a:r>
              <a:rPr lang="en-US" dirty="0"/>
              <a:t> </a:t>
            </a:r>
            <a:r>
              <a:rPr lang="en-US" dirty="0" err="1"/>
              <a:t>phẳng</a:t>
            </a:r>
            <a:r>
              <a:rPr lang="en-US" dirty="0"/>
              <a:t>. </a:t>
            </a:r>
            <a:r>
              <a:rPr lang="en-US" dirty="0" err="1"/>
              <a:t>Hãy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biết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góc</a:t>
            </a:r>
            <a:r>
              <a:rPr lang="en-US" dirty="0"/>
              <a:t> </a:t>
            </a:r>
            <a:r>
              <a:rPr lang="en-US" dirty="0" err="1"/>
              <a:t>phần</a:t>
            </a:r>
            <a:r>
              <a:rPr lang="en-US" dirty="0"/>
              <a:t> </a:t>
            </a:r>
            <a:r>
              <a:rPr lang="en-US" dirty="0" err="1"/>
              <a:t>tư</a:t>
            </a:r>
            <a:r>
              <a:rPr lang="en-US" dirty="0"/>
              <a:t> </a:t>
            </a:r>
            <a:r>
              <a:rPr lang="en-US" dirty="0" err="1"/>
              <a:t>nào</a:t>
            </a:r>
            <a:r>
              <a:rPr lang="en-US" dirty="0"/>
              <a:t>, hay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nằm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trục</a:t>
            </a:r>
            <a:r>
              <a:rPr lang="en-US" dirty="0"/>
              <a:t>, hay </a:t>
            </a:r>
            <a:r>
              <a:rPr lang="en-US" dirty="0" err="1"/>
              <a:t>nằm</a:t>
            </a:r>
            <a:r>
              <a:rPr lang="en-US" dirty="0"/>
              <a:t> ở </a:t>
            </a:r>
            <a:r>
              <a:rPr lang="en-US" dirty="0" err="1"/>
              <a:t>gốc</a:t>
            </a:r>
            <a:r>
              <a:rPr lang="en-US" dirty="0"/>
              <a:t> </a:t>
            </a:r>
            <a:r>
              <a:rPr lang="en-US" dirty="0" err="1"/>
              <a:t>tọa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(x=y=0)</a:t>
            </a:r>
          </a:p>
          <a:p>
            <a:pPr lvl="1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x=4.5, y=-2.2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thuộc</a:t>
            </a:r>
            <a:r>
              <a:rPr lang="en-US" dirty="0"/>
              <a:t> Q4</a:t>
            </a:r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marL="51435" indent="0">
              <a:buNone/>
            </a:pPr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BFE301-8F5F-684A-B4CB-DD6AB90AB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3: Cấu trúc Lựa chọn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5C2D11-34DE-4244-9A1B-B29A0BA67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25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6E7FD6A-4A3B-8A4B-AC68-7174DBD5044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2540" y="3234349"/>
            <a:ext cx="2778919" cy="2778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8967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4A01E-A813-5647-A400-1D6EAD852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CÂU LỆNH </a:t>
            </a:r>
            <a:r>
              <a:rPr lang="en-VN" cap="none"/>
              <a:t>if / if - else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192BB-4C32-CE45-A13C-56689409F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 err="1"/>
              <a:t>BT 10: Nhập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[1, 12]. </a:t>
            </a:r>
            <a:r>
              <a:rPr lang="en-US" dirty="0" err="1"/>
              <a:t>Hãy</a:t>
            </a:r>
            <a:r>
              <a:rPr lang="en-US" dirty="0"/>
              <a:t> in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b="1" dirty="0" err="1">
                <a:solidFill>
                  <a:srgbClr val="17459E"/>
                </a:solidFill>
              </a:rPr>
              <a:t>tên</a:t>
            </a:r>
            <a:r>
              <a:rPr lang="en-US" b="1" dirty="0">
                <a:solidFill>
                  <a:srgbClr val="17459E"/>
                </a:solidFill>
              </a:rPr>
              <a:t> </a:t>
            </a:r>
            <a:r>
              <a:rPr lang="en-US" b="1" dirty="0" err="1">
                <a:solidFill>
                  <a:srgbClr val="17459E"/>
                </a:solidFill>
              </a:rPr>
              <a:t>tháng</a:t>
            </a:r>
            <a:r>
              <a:rPr lang="en-US" b="1" dirty="0">
                <a:solidFill>
                  <a:srgbClr val="17459E"/>
                </a:solidFill>
              </a:rPr>
              <a:t> </a:t>
            </a:r>
            <a:r>
              <a:rPr lang="en-US" dirty="0"/>
              <a:t>(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tiếng</a:t>
            </a:r>
            <a:r>
              <a:rPr lang="en-US" dirty="0"/>
              <a:t> </a:t>
            </a:r>
            <a:r>
              <a:rPr lang="en-US" dirty="0" err="1"/>
              <a:t>Anh</a:t>
            </a:r>
            <a:r>
              <a:rPr lang="en-US" dirty="0"/>
              <a:t>)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đó</a:t>
            </a:r>
            <a:endParaRPr lang="en-US" dirty="0"/>
          </a:p>
          <a:p>
            <a:pPr lvl="1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4, </a:t>
            </a:r>
            <a:r>
              <a:rPr lang="en-US" dirty="0" err="1"/>
              <a:t>tháng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April</a:t>
            </a:r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marL="51435" indent="0">
              <a:buNone/>
            </a:pPr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BFE301-8F5F-684A-B4CB-DD6AB90AB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3: Cấu trúc Lựa chọn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5C2D11-34DE-4244-9A1B-B29A0BA67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3342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4A01E-A813-5647-A400-1D6EAD852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cap="none"/>
              <a:t>CÂU LỆNH </a:t>
            </a:r>
            <a:r>
              <a:rPr lang="en-VN" cap="none"/>
              <a:t>switch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192BB-4C32-CE45-A13C-56689409F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1185" lvl="1" indent="0" algn="just">
              <a:buNone/>
            </a:pPr>
            <a:endParaRPr lang="en-US" dirty="0"/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marL="51435" indent="0">
              <a:buNone/>
            </a:pPr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BFE301-8F5F-684A-B4CB-DD6AB90AB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3: Cấu trúc Lựa chọn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5C2D11-34DE-4244-9A1B-B29A0BA67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1E3FADEF-3FAC-6D48-BD63-D441D12BC0CE}"/>
              </a:ext>
            </a:extLst>
          </p:cNvPr>
          <p:cNvSpPr txBox="1">
            <a:spLocks/>
          </p:cNvSpPr>
          <p:nvPr/>
        </p:nvSpPr>
        <p:spPr>
          <a:xfrm>
            <a:off x="7977" y="1003201"/>
            <a:ext cx="3491408" cy="474471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>
              <a:buNone/>
            </a:pPr>
            <a:r>
              <a:rPr lang="en-US" sz="2200" dirty="0">
                <a:solidFill>
                  <a:srgbClr val="FF0000"/>
                </a:solidFill>
                <a:highlight>
                  <a:srgbClr val="FFFF00"/>
                </a:highlight>
                <a:latin typeface="Consolas" pitchFamily="49" charset="0"/>
                <a:cs typeface="Consolas" pitchFamily="49" charset="0"/>
              </a:rPr>
              <a:t>switch</a:t>
            </a:r>
            <a:r>
              <a:rPr lang="en-GB" sz="2200" dirty="0">
                <a:solidFill>
                  <a:srgbClr val="0432FF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GB" sz="2200" dirty="0">
                <a:latin typeface="Consolas" pitchFamily="49" charset="0"/>
                <a:cs typeface="Consolas" pitchFamily="49" charset="0"/>
              </a:rPr>
              <a:t>(expression)</a:t>
            </a:r>
          </a:p>
          <a:p>
            <a:pPr marL="51435" indent="0">
              <a:buNone/>
            </a:pPr>
            <a:r>
              <a:rPr lang="en-GB" sz="2200" dirty="0">
                <a:latin typeface="Consolas" pitchFamily="49" charset="0"/>
                <a:cs typeface="Consolas" pitchFamily="49" charset="0"/>
              </a:rPr>
              <a:t>{</a:t>
            </a:r>
          </a:p>
          <a:p>
            <a:pPr marL="51435" indent="0">
              <a:buNone/>
            </a:pPr>
            <a:r>
              <a:rPr lang="en-GB" sz="22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US" sz="2200" dirty="0">
                <a:solidFill>
                  <a:srgbClr val="FF0000"/>
                </a:solidFill>
                <a:highlight>
                  <a:srgbClr val="FFFF00"/>
                </a:highlight>
                <a:latin typeface="Consolas" pitchFamily="49" charset="0"/>
                <a:cs typeface="Consolas" pitchFamily="49" charset="0"/>
              </a:rPr>
              <a:t>case </a:t>
            </a:r>
            <a:r>
              <a:rPr lang="en-US" sz="2200" dirty="0">
                <a:solidFill>
                  <a:srgbClr val="0432FF"/>
                </a:solidFill>
                <a:highlight>
                  <a:srgbClr val="FFFF00"/>
                </a:highlight>
                <a:latin typeface="Consolas" pitchFamily="49" charset="0"/>
                <a:cs typeface="Consolas" pitchFamily="49" charset="0"/>
              </a:rPr>
              <a:t>value1</a:t>
            </a:r>
            <a:r>
              <a:rPr lang="en-GB" sz="2200" dirty="0">
                <a:latin typeface="Consolas" pitchFamily="49" charset="0"/>
                <a:cs typeface="Consolas" pitchFamily="49" charset="0"/>
              </a:rPr>
              <a:t>:</a:t>
            </a:r>
          </a:p>
          <a:p>
            <a:pPr marL="51435" indent="0">
              <a:buNone/>
            </a:pPr>
            <a:r>
              <a:rPr lang="en-GB" sz="2200" dirty="0">
                <a:latin typeface="Consolas" pitchFamily="49" charset="0"/>
                <a:cs typeface="Consolas" pitchFamily="49" charset="0"/>
              </a:rPr>
              <a:t>		... </a:t>
            </a:r>
          </a:p>
          <a:p>
            <a:pPr marL="51435" indent="0">
              <a:buNone/>
            </a:pPr>
            <a:r>
              <a:rPr lang="en-GB" sz="2200" dirty="0">
                <a:latin typeface="Consolas" pitchFamily="49" charset="0"/>
                <a:cs typeface="Consolas" pitchFamily="49" charset="0"/>
              </a:rPr>
              <a:t>		</a:t>
            </a:r>
            <a:r>
              <a:rPr lang="en-GB" sz="2200" dirty="0">
                <a:solidFill>
                  <a:srgbClr val="FF0000"/>
                </a:solidFill>
                <a:highlight>
                  <a:srgbClr val="FFFF00"/>
                </a:highlight>
                <a:latin typeface="Consolas" pitchFamily="49" charset="0"/>
                <a:cs typeface="Consolas" pitchFamily="49" charset="0"/>
              </a:rPr>
              <a:t>break;</a:t>
            </a:r>
          </a:p>
          <a:p>
            <a:pPr marL="51435" indent="0">
              <a:buNone/>
            </a:pPr>
            <a:r>
              <a:rPr lang="en-US" sz="22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sz="2200" dirty="0">
                <a:solidFill>
                  <a:srgbClr val="FF0000"/>
                </a:solidFill>
                <a:highlight>
                  <a:srgbClr val="FFFF00"/>
                </a:highlight>
                <a:latin typeface="Consolas" pitchFamily="49" charset="0"/>
                <a:cs typeface="Consolas" pitchFamily="49" charset="0"/>
              </a:rPr>
              <a:t>case </a:t>
            </a:r>
            <a:r>
              <a:rPr lang="en-US" sz="2200" dirty="0">
                <a:solidFill>
                  <a:srgbClr val="0432FF"/>
                </a:solidFill>
                <a:highlight>
                  <a:srgbClr val="FFFF00"/>
                </a:highlight>
                <a:latin typeface="Consolas" pitchFamily="49" charset="0"/>
                <a:cs typeface="Consolas" pitchFamily="49" charset="0"/>
              </a:rPr>
              <a:t>value2</a:t>
            </a:r>
            <a:r>
              <a:rPr lang="en-GB" sz="2200" dirty="0">
                <a:latin typeface="Consolas" pitchFamily="49" charset="0"/>
                <a:cs typeface="Consolas" pitchFamily="49" charset="0"/>
              </a:rPr>
              <a:t>:</a:t>
            </a:r>
          </a:p>
          <a:p>
            <a:pPr marL="51435" indent="0">
              <a:buNone/>
            </a:pPr>
            <a:r>
              <a:rPr lang="en-GB" sz="2200" dirty="0">
                <a:latin typeface="Consolas" pitchFamily="49" charset="0"/>
                <a:cs typeface="Consolas" pitchFamily="49" charset="0"/>
              </a:rPr>
              <a:t>		... </a:t>
            </a:r>
          </a:p>
          <a:p>
            <a:pPr marL="51435" indent="0">
              <a:buNone/>
            </a:pPr>
            <a:r>
              <a:rPr lang="en-GB" sz="2200" dirty="0">
                <a:latin typeface="Consolas" pitchFamily="49" charset="0"/>
                <a:cs typeface="Consolas" pitchFamily="49" charset="0"/>
              </a:rPr>
              <a:t>		</a:t>
            </a:r>
            <a:r>
              <a:rPr lang="en-GB" sz="2200" dirty="0">
                <a:solidFill>
                  <a:srgbClr val="FF0000"/>
                </a:solidFill>
                <a:highlight>
                  <a:srgbClr val="FFFF00"/>
                </a:highlight>
                <a:latin typeface="Consolas" pitchFamily="49" charset="0"/>
                <a:cs typeface="Consolas" pitchFamily="49" charset="0"/>
              </a:rPr>
              <a:t>break;</a:t>
            </a:r>
          </a:p>
          <a:p>
            <a:pPr marL="51435" indent="0">
              <a:buNone/>
            </a:pPr>
            <a:r>
              <a:rPr lang="en-GB" sz="2200" dirty="0">
                <a:latin typeface="Consolas" pitchFamily="49" charset="0"/>
                <a:cs typeface="Consolas" pitchFamily="49" charset="0"/>
              </a:rPr>
              <a:t>}</a:t>
            </a:r>
            <a:br>
              <a:rPr lang="en-GB" sz="2200" dirty="0">
                <a:latin typeface="Consolas" pitchFamily="49" charset="0"/>
                <a:cs typeface="Consolas" pitchFamily="49" charset="0"/>
              </a:rPr>
            </a:br>
            <a:r>
              <a:rPr lang="en-GB" sz="2200" dirty="0">
                <a:latin typeface="Consolas" pitchFamily="49" charset="0"/>
                <a:cs typeface="Consolas" pitchFamily="49" charset="0"/>
              </a:rPr>
              <a:t>   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50E9B846-E819-A149-AFA7-F60DB45BA2C2}"/>
              </a:ext>
            </a:extLst>
          </p:cNvPr>
          <p:cNvSpPr txBox="1">
            <a:spLocks/>
          </p:cNvSpPr>
          <p:nvPr/>
        </p:nvSpPr>
        <p:spPr>
          <a:xfrm>
            <a:off x="3556535" y="1003200"/>
            <a:ext cx="5472608" cy="4744717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>
              <a:buNone/>
            </a:pP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[] args) {</a:t>
            </a:r>
          </a:p>
          <a:p>
            <a:pPr marL="51435" indent="0">
              <a:buNone/>
            </a:pP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month = Convert.ToInt32(Console.ReadLine());</a:t>
            </a:r>
          </a:p>
          <a:p>
            <a:pPr marL="51435" indent="0">
              <a:buNone/>
            </a:pP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switch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(month) {</a:t>
            </a:r>
          </a:p>
          <a:p>
            <a:pPr marL="51435" indent="0">
              <a:buNone/>
            </a:pP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       	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1: Console.WriteLine(</a:t>
            </a:r>
            <a:r>
              <a:rPr lang="en-US" sz="1400">
                <a:solidFill>
                  <a:srgbClr val="A31515"/>
                </a:solidFill>
                <a:latin typeface="Cascadia Mono" panose="020B0609020000020004" pitchFamily="49" charset="0"/>
              </a:rPr>
              <a:t>"January"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51435" indent="0">
              <a:buNone/>
            </a:pP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      	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2: Console.WriteLine(</a:t>
            </a:r>
            <a:r>
              <a:rPr lang="en-US" sz="1400">
                <a:solidFill>
                  <a:srgbClr val="A31515"/>
                </a:solidFill>
                <a:latin typeface="Cascadia Mono" panose="020B0609020000020004" pitchFamily="49" charset="0"/>
              </a:rPr>
              <a:t>"February"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51435" indent="0">
              <a:buNone/>
            </a:pP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       	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3: Console.WriteLine(</a:t>
            </a:r>
            <a:r>
              <a:rPr lang="en-US" sz="1400">
                <a:solidFill>
                  <a:srgbClr val="A31515"/>
                </a:solidFill>
                <a:latin typeface="Cascadia Mono" panose="020B0609020000020004" pitchFamily="49" charset="0"/>
              </a:rPr>
              <a:t>"March"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51435" indent="0">
              <a:buNone/>
            </a:pP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       	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4: Console.WriteLine(</a:t>
            </a:r>
            <a:r>
              <a:rPr lang="en-US" sz="1400">
                <a:solidFill>
                  <a:srgbClr val="A31515"/>
                </a:solidFill>
                <a:latin typeface="Cascadia Mono" panose="020B0609020000020004" pitchFamily="49" charset="0"/>
              </a:rPr>
              <a:t>"April"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51435" indent="0">
              <a:buNone/>
            </a:pP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       	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5: Console.WriteLine(</a:t>
            </a:r>
            <a:r>
              <a:rPr lang="en-US" sz="1400">
                <a:solidFill>
                  <a:srgbClr val="A31515"/>
                </a:solidFill>
                <a:latin typeface="Cascadia Mono" panose="020B0609020000020004" pitchFamily="49" charset="0"/>
              </a:rPr>
              <a:t>"May"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51435" indent="0">
              <a:buNone/>
            </a:pP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       	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6: Console.WriteLine(</a:t>
            </a:r>
            <a:r>
              <a:rPr lang="en-US" sz="1400">
                <a:solidFill>
                  <a:srgbClr val="A31515"/>
                </a:solidFill>
                <a:latin typeface="Cascadia Mono" panose="020B0609020000020004" pitchFamily="49" charset="0"/>
              </a:rPr>
              <a:t>"June"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51435" indent="0">
              <a:buNone/>
            </a:pP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       	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7: Console.WriteLine(</a:t>
            </a:r>
            <a:r>
              <a:rPr lang="en-US" sz="1400">
                <a:solidFill>
                  <a:srgbClr val="A31515"/>
                </a:solidFill>
                <a:latin typeface="Cascadia Mono" panose="020B0609020000020004" pitchFamily="49" charset="0"/>
              </a:rPr>
              <a:t>"July"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51435" indent="0">
              <a:buNone/>
            </a:pP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       	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8: Console.WriteLine(</a:t>
            </a:r>
            <a:r>
              <a:rPr lang="en-US" sz="1400">
                <a:solidFill>
                  <a:srgbClr val="A31515"/>
                </a:solidFill>
                <a:latin typeface="Cascadia Mono" panose="020B0609020000020004" pitchFamily="49" charset="0"/>
              </a:rPr>
              <a:t>"August"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51435" indent="0">
              <a:buNone/>
            </a:pP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       	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9: Console.WriteLine(</a:t>
            </a:r>
            <a:r>
              <a:rPr lang="en-US" sz="1400">
                <a:solidFill>
                  <a:srgbClr val="A31515"/>
                </a:solidFill>
                <a:latin typeface="Cascadia Mono" panose="020B0609020000020004" pitchFamily="49" charset="0"/>
              </a:rPr>
              <a:t>"September"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51435" indent="0">
              <a:buNone/>
            </a:pP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       	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10: Console.WriteLine(</a:t>
            </a:r>
            <a:r>
              <a:rPr lang="en-US" sz="1400">
                <a:solidFill>
                  <a:srgbClr val="A31515"/>
                </a:solidFill>
                <a:latin typeface="Cascadia Mono" panose="020B0609020000020004" pitchFamily="49" charset="0"/>
              </a:rPr>
              <a:t>"October"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51435" indent="0">
              <a:buNone/>
            </a:pP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       	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11: Console.WriteLine(</a:t>
            </a:r>
            <a:r>
              <a:rPr lang="en-US" sz="1400">
                <a:solidFill>
                  <a:srgbClr val="A31515"/>
                </a:solidFill>
                <a:latin typeface="Cascadia Mono" panose="020B0609020000020004" pitchFamily="49" charset="0"/>
              </a:rPr>
              <a:t>"November"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51435" indent="0">
              <a:buNone/>
            </a:pP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       	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12: Console.WriteLine(</a:t>
            </a:r>
            <a:r>
              <a:rPr lang="en-US" sz="1400">
                <a:solidFill>
                  <a:srgbClr val="A31515"/>
                </a:solidFill>
                <a:latin typeface="Cascadia Mono" panose="020B0609020000020004" pitchFamily="49" charset="0"/>
              </a:rPr>
              <a:t>"December"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US" sz="140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  <a:endParaRPr lang="en-US" sz="1400">
              <a:solidFill>
                <a:srgbClr val="000000"/>
              </a:solidFill>
              <a:highlight>
                <a:srgbClr val="FFFF00"/>
              </a:highlight>
              <a:latin typeface="Cascadia Mono" panose="020B0609020000020004" pitchFamily="49" charset="0"/>
            </a:endParaRPr>
          </a:p>
          <a:p>
            <a:pPr marL="51435" indent="0">
              <a:buNone/>
            </a:pP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pPr marL="51435" indent="0">
              <a:buNone/>
            </a:pPr>
            <a:r>
              <a:rPr lang="en-US" sz="140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4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Line Callout 1 7">
            <a:extLst>
              <a:ext uri="{FF2B5EF4-FFF2-40B4-BE49-F238E27FC236}">
                <a16:creationId xmlns:a16="http://schemas.microsoft.com/office/drawing/2014/main" id="{64578F98-12A9-B845-918A-CBCC45EC4C3D}"/>
              </a:ext>
            </a:extLst>
          </p:cNvPr>
          <p:cNvSpPr/>
          <p:nvPr/>
        </p:nvSpPr>
        <p:spPr>
          <a:xfrm>
            <a:off x="1907704" y="5770792"/>
            <a:ext cx="5328592" cy="639281"/>
          </a:xfrm>
          <a:prstGeom prst="borderCallout1">
            <a:avLst>
              <a:gd name="adj1" fmla="val 759"/>
              <a:gd name="adj2" fmla="val 42830"/>
              <a:gd name="adj3" fmla="val -266648"/>
              <a:gd name="adj4" fmla="val 859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i="1" dirty="0">
                <a:latin typeface="Consolas" pitchFamily="49" charset="0"/>
                <a:cs typeface="Consolas" pitchFamily="49" charset="0"/>
              </a:rPr>
              <a:t>Câu lệnh “break” giúp thoát khỏi câu lệnh switch sau khi có một “case” xảy ra</a:t>
            </a:r>
            <a:endParaRPr lang="en-GB" dirty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220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4A01E-A813-5647-A400-1D6EAD852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cap="none"/>
              <a:t>CÂU LỆNH </a:t>
            </a:r>
            <a:r>
              <a:rPr lang="en-VN" cap="none"/>
              <a:t>switch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192BB-4C32-CE45-A13C-56689409F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Ví dụ</a:t>
            </a:r>
            <a:r>
              <a:rPr lang="en-US" dirty="0"/>
              <a:t> :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đoạn</a:t>
            </a:r>
            <a:r>
              <a:rPr lang="en-US" dirty="0"/>
              <a:t> [1, 12]. </a:t>
            </a:r>
            <a:r>
              <a:rPr lang="en-US" dirty="0" err="1"/>
              <a:t>Hãy</a:t>
            </a:r>
            <a:r>
              <a:rPr lang="en-US" dirty="0"/>
              <a:t> in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b="1" dirty="0" err="1">
                <a:solidFill>
                  <a:srgbClr val="17459E"/>
                </a:solidFill>
              </a:rPr>
              <a:t>tên</a:t>
            </a:r>
            <a:r>
              <a:rPr lang="en-US" b="1" dirty="0">
                <a:solidFill>
                  <a:srgbClr val="17459E"/>
                </a:solidFill>
              </a:rPr>
              <a:t> </a:t>
            </a:r>
            <a:r>
              <a:rPr lang="en-US" b="1" dirty="0" err="1">
                <a:solidFill>
                  <a:srgbClr val="17459E"/>
                </a:solidFill>
              </a:rPr>
              <a:t>tháng</a:t>
            </a:r>
            <a:r>
              <a:rPr lang="en-US" b="1" dirty="0">
                <a:solidFill>
                  <a:srgbClr val="17459E"/>
                </a:solidFill>
              </a:rPr>
              <a:t> </a:t>
            </a:r>
            <a:r>
              <a:rPr lang="en-US" dirty="0"/>
              <a:t>(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tiếng</a:t>
            </a:r>
            <a:r>
              <a:rPr lang="en-US" dirty="0"/>
              <a:t> </a:t>
            </a:r>
            <a:r>
              <a:rPr lang="en-US" dirty="0" err="1"/>
              <a:t>Anh</a:t>
            </a:r>
            <a:r>
              <a:rPr lang="en-US" dirty="0"/>
              <a:t>)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đó. Nếu tháng không thuộc đoạn </a:t>
            </a:r>
            <a:r>
              <a:rPr lang="en-US" dirty="0"/>
              <a:t>[1, 12] in ra </a:t>
            </a:r>
            <a:r>
              <a:rPr lang="en-US" i="1" dirty="0">
                <a:solidFill>
                  <a:srgbClr val="C00000"/>
                </a:solidFill>
              </a:rPr>
              <a:t>“Invalid month”</a:t>
            </a:r>
          </a:p>
          <a:p>
            <a:pPr lvl="1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4, </a:t>
            </a:r>
            <a:r>
              <a:rPr lang="en-US" dirty="0" err="1"/>
              <a:t>tháng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April</a:t>
            </a:r>
          </a:p>
          <a:p>
            <a:pPr lvl="1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13, </a:t>
            </a:r>
            <a:r>
              <a:rPr lang="en-US" dirty="0" err="1"/>
              <a:t>“Invalid month”</a:t>
            </a:r>
            <a:endParaRPr lang="en-US" dirty="0"/>
          </a:p>
          <a:p>
            <a:pPr lvl="1"/>
            <a:endParaRPr lang="en-US" dirty="0"/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marL="51435" indent="0">
              <a:buNone/>
            </a:pPr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BFE301-8F5F-684A-B4CB-DD6AB90AB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3: Cấu trúc Lựa chọn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5C2D11-34DE-4244-9A1B-B29A0BA67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54654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4A01E-A813-5647-A400-1D6EAD852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cap="none"/>
              <a:t>CÂU LỆNH </a:t>
            </a:r>
            <a:r>
              <a:rPr lang="en-VN" cap="none"/>
              <a:t>switch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192BB-4C32-CE45-A13C-56689409F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1185" lvl="1" indent="0" algn="just">
              <a:buNone/>
            </a:pPr>
            <a:endParaRPr lang="en-US" dirty="0"/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marL="51435" indent="0">
              <a:buNone/>
            </a:pPr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BFE301-8F5F-684A-B4CB-DD6AB90AB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3: Cấu trúc Lựa chọn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5C2D11-34DE-4244-9A1B-B29A0BA67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6" name="Content Placeholder 8">
            <a:extLst>
              <a:ext uri="{FF2B5EF4-FFF2-40B4-BE49-F238E27FC236}">
                <a16:creationId xmlns:a16="http://schemas.microsoft.com/office/drawing/2014/main" id="{1E3FADEF-3FAC-6D48-BD63-D441D12BC0CE}"/>
              </a:ext>
            </a:extLst>
          </p:cNvPr>
          <p:cNvSpPr txBox="1">
            <a:spLocks/>
          </p:cNvSpPr>
          <p:nvPr/>
        </p:nvSpPr>
        <p:spPr>
          <a:xfrm>
            <a:off x="89992" y="1038622"/>
            <a:ext cx="3390395" cy="4780756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>
              <a:buNone/>
            </a:pPr>
            <a:r>
              <a:rPr lang="en-US" sz="2300" dirty="0">
                <a:solidFill>
                  <a:srgbClr val="FF0000"/>
                </a:solidFill>
                <a:highlight>
                  <a:srgbClr val="FFFF00"/>
                </a:highlight>
                <a:latin typeface="Consolas" pitchFamily="49" charset="0"/>
                <a:cs typeface="Consolas" pitchFamily="49" charset="0"/>
              </a:rPr>
              <a:t>switch</a:t>
            </a:r>
            <a:r>
              <a:rPr lang="en-GB" sz="2300" dirty="0">
                <a:solidFill>
                  <a:srgbClr val="0432FF"/>
                </a:solidFill>
                <a:latin typeface="Consolas" pitchFamily="49" charset="0"/>
                <a:cs typeface="Consolas" pitchFamily="49" charset="0"/>
              </a:rPr>
              <a:t> </a:t>
            </a:r>
            <a:r>
              <a:rPr lang="en-GB" sz="2300" dirty="0">
                <a:latin typeface="Consolas" pitchFamily="49" charset="0"/>
                <a:cs typeface="Consolas" pitchFamily="49" charset="0"/>
              </a:rPr>
              <a:t>(</a:t>
            </a:r>
            <a:r>
              <a:rPr lang="en-GB" sz="2400" dirty="0">
                <a:latin typeface="Consolas" pitchFamily="49" charset="0"/>
                <a:cs typeface="Consolas" pitchFamily="49" charset="0"/>
              </a:rPr>
              <a:t>expression</a:t>
            </a:r>
            <a:r>
              <a:rPr lang="en-GB" sz="2300" dirty="0">
                <a:latin typeface="Consolas" pitchFamily="49" charset="0"/>
                <a:cs typeface="Consolas" pitchFamily="49" charset="0"/>
              </a:rPr>
              <a:t>)</a:t>
            </a:r>
          </a:p>
          <a:p>
            <a:pPr marL="51435" indent="0">
              <a:buNone/>
            </a:pPr>
            <a:r>
              <a:rPr lang="en-GB" sz="2300" dirty="0">
                <a:latin typeface="Consolas" pitchFamily="49" charset="0"/>
                <a:cs typeface="Consolas" pitchFamily="49" charset="0"/>
              </a:rPr>
              <a:t>{</a:t>
            </a:r>
          </a:p>
          <a:p>
            <a:pPr marL="51435" indent="0">
              <a:buNone/>
            </a:pPr>
            <a:r>
              <a:rPr lang="en-GB" sz="2300" dirty="0">
                <a:latin typeface="Consolas" pitchFamily="49" charset="0"/>
                <a:cs typeface="Consolas" pitchFamily="49" charset="0"/>
              </a:rPr>
              <a:t>	</a:t>
            </a:r>
            <a:r>
              <a:rPr lang="en-US" sz="2300" dirty="0">
                <a:solidFill>
                  <a:srgbClr val="FF0000"/>
                </a:solidFill>
                <a:highlight>
                  <a:srgbClr val="FFFF00"/>
                </a:highlight>
                <a:latin typeface="Consolas" pitchFamily="49" charset="0"/>
                <a:cs typeface="Consolas" pitchFamily="49" charset="0"/>
              </a:rPr>
              <a:t>case </a:t>
            </a:r>
            <a:r>
              <a:rPr lang="en-US" sz="2400" dirty="0">
                <a:solidFill>
                  <a:srgbClr val="0432FF"/>
                </a:solidFill>
                <a:highlight>
                  <a:srgbClr val="FFFF00"/>
                </a:highlight>
                <a:latin typeface="Consolas" pitchFamily="49" charset="0"/>
                <a:cs typeface="Consolas" pitchFamily="49" charset="0"/>
              </a:rPr>
              <a:t>value1</a:t>
            </a:r>
            <a:r>
              <a:rPr lang="en-GB" sz="2300" dirty="0">
                <a:latin typeface="Consolas" pitchFamily="49" charset="0"/>
                <a:cs typeface="Consolas" pitchFamily="49" charset="0"/>
              </a:rPr>
              <a:t>:</a:t>
            </a:r>
          </a:p>
          <a:p>
            <a:pPr marL="51435" indent="0">
              <a:buNone/>
            </a:pPr>
            <a:r>
              <a:rPr lang="en-GB" sz="2300" dirty="0">
                <a:latin typeface="Consolas" pitchFamily="49" charset="0"/>
                <a:cs typeface="Consolas" pitchFamily="49" charset="0"/>
              </a:rPr>
              <a:t>		... </a:t>
            </a:r>
          </a:p>
          <a:p>
            <a:pPr marL="51435" indent="0">
              <a:buNone/>
            </a:pPr>
            <a:r>
              <a:rPr lang="en-GB" sz="2300" dirty="0">
                <a:latin typeface="Consolas" pitchFamily="49" charset="0"/>
                <a:cs typeface="Consolas" pitchFamily="49" charset="0"/>
              </a:rPr>
              <a:t>		</a:t>
            </a:r>
            <a:r>
              <a:rPr lang="en-GB" sz="2300" dirty="0">
                <a:solidFill>
                  <a:srgbClr val="FF0000"/>
                </a:solidFill>
                <a:highlight>
                  <a:srgbClr val="FFFF00"/>
                </a:highlight>
                <a:latin typeface="Consolas" pitchFamily="49" charset="0"/>
                <a:cs typeface="Consolas" pitchFamily="49" charset="0"/>
              </a:rPr>
              <a:t>break;</a:t>
            </a:r>
          </a:p>
          <a:p>
            <a:pPr marL="51435" indent="0">
              <a:buNone/>
            </a:pPr>
            <a:r>
              <a:rPr lang="en-US" sz="23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US" sz="2300" dirty="0">
                <a:solidFill>
                  <a:srgbClr val="FF0000"/>
                </a:solidFill>
                <a:highlight>
                  <a:srgbClr val="FFFF00"/>
                </a:highlight>
                <a:latin typeface="Consolas" pitchFamily="49" charset="0"/>
                <a:cs typeface="Consolas" pitchFamily="49" charset="0"/>
              </a:rPr>
              <a:t>case </a:t>
            </a:r>
            <a:r>
              <a:rPr lang="en-US" sz="2400" dirty="0">
                <a:solidFill>
                  <a:srgbClr val="0432FF"/>
                </a:solidFill>
                <a:highlight>
                  <a:srgbClr val="FFFF00"/>
                </a:highlight>
                <a:latin typeface="Consolas" pitchFamily="49" charset="0"/>
                <a:cs typeface="Consolas" pitchFamily="49" charset="0"/>
              </a:rPr>
              <a:t>value2</a:t>
            </a:r>
            <a:r>
              <a:rPr lang="en-GB" sz="2300" dirty="0">
                <a:latin typeface="Consolas" pitchFamily="49" charset="0"/>
                <a:cs typeface="Consolas" pitchFamily="49" charset="0"/>
              </a:rPr>
              <a:t>:</a:t>
            </a:r>
          </a:p>
          <a:p>
            <a:pPr marL="51435" indent="0">
              <a:buNone/>
            </a:pPr>
            <a:r>
              <a:rPr lang="en-GB" sz="2300" dirty="0">
                <a:latin typeface="Consolas" pitchFamily="49" charset="0"/>
                <a:cs typeface="Consolas" pitchFamily="49" charset="0"/>
              </a:rPr>
              <a:t>		... </a:t>
            </a:r>
          </a:p>
          <a:p>
            <a:pPr marL="51435" indent="0">
              <a:buNone/>
            </a:pPr>
            <a:r>
              <a:rPr lang="en-GB" sz="2300" dirty="0">
                <a:latin typeface="Consolas" pitchFamily="49" charset="0"/>
                <a:cs typeface="Consolas" pitchFamily="49" charset="0"/>
              </a:rPr>
              <a:t>		</a:t>
            </a:r>
            <a:r>
              <a:rPr lang="en-GB" sz="2300" dirty="0">
                <a:solidFill>
                  <a:srgbClr val="FF0000"/>
                </a:solidFill>
                <a:highlight>
                  <a:srgbClr val="FFFF00"/>
                </a:highlight>
                <a:latin typeface="Consolas" pitchFamily="49" charset="0"/>
                <a:cs typeface="Consolas" pitchFamily="49" charset="0"/>
              </a:rPr>
              <a:t>break;</a:t>
            </a:r>
          </a:p>
          <a:p>
            <a:pPr marL="51435" indent="0">
              <a:buNone/>
            </a:pPr>
            <a:r>
              <a:rPr lang="en-GB" sz="2300" dirty="0">
                <a:solidFill>
                  <a:srgbClr val="FF0000"/>
                </a:solidFill>
                <a:latin typeface="Consolas" pitchFamily="49" charset="0"/>
                <a:cs typeface="Consolas" pitchFamily="49" charset="0"/>
              </a:rPr>
              <a:t>	</a:t>
            </a:r>
            <a:r>
              <a:rPr lang="en-GB" sz="2300" dirty="0">
                <a:solidFill>
                  <a:srgbClr val="FF0000"/>
                </a:solidFill>
                <a:highlight>
                  <a:srgbClr val="FFFF00"/>
                </a:highlight>
                <a:latin typeface="Consolas" pitchFamily="49" charset="0"/>
                <a:cs typeface="Consolas" pitchFamily="49" charset="0"/>
              </a:rPr>
              <a:t>default:</a:t>
            </a:r>
          </a:p>
          <a:p>
            <a:pPr marL="51435" indent="0">
              <a:buNone/>
            </a:pPr>
            <a:r>
              <a:rPr lang="en-GB" sz="2300" dirty="0">
                <a:latin typeface="Consolas" pitchFamily="49" charset="0"/>
                <a:cs typeface="Consolas" pitchFamily="49" charset="0"/>
              </a:rPr>
              <a:t>		...</a:t>
            </a:r>
            <a:endParaRPr lang="en-GB" sz="2300" dirty="0">
              <a:solidFill>
                <a:srgbClr val="FF0000"/>
              </a:solidFill>
              <a:highlight>
                <a:srgbClr val="FFFF00"/>
              </a:highlight>
              <a:latin typeface="Consolas" pitchFamily="49" charset="0"/>
              <a:cs typeface="Consolas" pitchFamily="49" charset="0"/>
            </a:endParaRPr>
          </a:p>
          <a:p>
            <a:pPr marL="51435" indent="0">
              <a:buNone/>
            </a:pPr>
            <a:r>
              <a:rPr lang="en-GB" sz="2300" dirty="0">
                <a:latin typeface="Consolas" pitchFamily="49" charset="0"/>
                <a:cs typeface="Consolas" pitchFamily="49" charset="0"/>
              </a:rPr>
              <a:t>}</a:t>
            </a:r>
            <a:br>
              <a:rPr lang="en-GB" sz="2300" dirty="0">
                <a:latin typeface="Consolas" pitchFamily="49" charset="0"/>
                <a:cs typeface="Consolas" pitchFamily="49" charset="0"/>
              </a:rPr>
            </a:br>
            <a:r>
              <a:rPr lang="en-GB" sz="2300" dirty="0">
                <a:latin typeface="Consolas" pitchFamily="49" charset="0"/>
                <a:cs typeface="Consolas" pitchFamily="49" charset="0"/>
              </a:rPr>
              <a:t>   </a:t>
            </a:r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50E9B846-E819-A149-AFA7-F60DB45BA2C2}"/>
              </a:ext>
            </a:extLst>
          </p:cNvPr>
          <p:cNvSpPr txBox="1">
            <a:spLocks/>
          </p:cNvSpPr>
          <p:nvPr/>
        </p:nvSpPr>
        <p:spPr>
          <a:xfrm>
            <a:off x="3581400" y="1038623"/>
            <a:ext cx="5472608" cy="4780756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>
            <a:noAutofit/>
          </a:bodyPr>
          <a:lstStyle>
            <a:lvl1pPr marL="308610" indent="-257175" algn="l" rtl="0" eaLnBrk="1" latinLnBrk="0" hangingPunct="1">
              <a:spcBef>
                <a:spcPts val="525"/>
              </a:spcBef>
              <a:buSzPct val="95000"/>
              <a:buFont typeface="Wingdings"/>
              <a:buChar char=""/>
              <a:defRPr sz="15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1pPr>
            <a:lvl2pPr marL="555498" indent="-214313" algn="l" rtl="0" eaLnBrk="1" latinLnBrk="0" hangingPunct="1">
              <a:spcBef>
                <a:spcPct val="20000"/>
              </a:spcBef>
              <a:buClr>
                <a:schemeClr val="accent2"/>
              </a:buClr>
              <a:buSzPct val="90000"/>
              <a:buFont typeface="Wingdings"/>
              <a:buChar char=""/>
              <a:defRPr sz="13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 marL="747522" indent="-171450" algn="l" rtl="0" eaLnBrk="1" latinLnBrk="0" hangingPunct="1">
              <a:spcBef>
                <a:spcPct val="20000"/>
              </a:spcBef>
              <a:buClr>
                <a:schemeClr val="accent2"/>
              </a:buClr>
              <a:buFont typeface="Wingdings 2"/>
              <a:buChar char="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3pPr>
            <a:lvl4pPr marL="946404" indent="-171450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3"/>
              <a:buChar char=""/>
              <a:defRPr sz="120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4pPr>
            <a:lvl5pPr marL="111099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050" kern="1200" spc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5pPr>
            <a:lvl6pPr marL="1282446" indent="-157734" algn="l" rtl="0" eaLnBrk="1" latinLnBrk="0" hangingPunct="1">
              <a:spcBef>
                <a:spcPct val="20000"/>
              </a:spcBef>
              <a:buClr>
                <a:schemeClr val="accent3"/>
              </a:buClr>
              <a:buFont typeface="Wingdings 2"/>
              <a:buChar char="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26464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570482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714500" indent="-137160" algn="l" rtl="0" eaLnBrk="1" latinLnBrk="0" hangingPunct="1">
              <a:spcBef>
                <a:spcPct val="20000"/>
              </a:spcBef>
              <a:buClr>
                <a:schemeClr val="accent4"/>
              </a:buClr>
              <a:buFont typeface="Wingdings 2"/>
              <a:buChar char="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  <a:extLst/>
          </a:lstStyle>
          <a:p>
            <a:pPr marL="51435" indent="0">
              <a:buNone/>
            </a:pP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static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void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Main(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string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[] args) {</a:t>
            </a:r>
          </a:p>
          <a:p>
            <a:pPr marL="51435" indent="0">
              <a:buNone/>
            </a:pP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int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month = Convert.ToInt32(Console.ReadLine());</a:t>
            </a:r>
          </a:p>
          <a:p>
            <a:pPr marL="51435" indent="0">
              <a:buNone/>
            </a:pP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   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switch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(month) {</a:t>
            </a:r>
          </a:p>
          <a:p>
            <a:pPr marL="51435" indent="0">
              <a:buNone/>
            </a:pP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       	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1: Console.WriteLine(</a:t>
            </a:r>
            <a:r>
              <a:rPr lang="en-US" sz="1200">
                <a:solidFill>
                  <a:srgbClr val="A31515"/>
                </a:solidFill>
                <a:latin typeface="Cascadia Mono" panose="020B0609020000020004" pitchFamily="49" charset="0"/>
              </a:rPr>
              <a:t>"January"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51435" indent="0">
              <a:buNone/>
            </a:pP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       	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2: Console.WriteLine(</a:t>
            </a:r>
            <a:r>
              <a:rPr lang="en-US" sz="1200">
                <a:solidFill>
                  <a:srgbClr val="A31515"/>
                </a:solidFill>
                <a:latin typeface="Cascadia Mono" panose="020B0609020000020004" pitchFamily="49" charset="0"/>
              </a:rPr>
              <a:t>"February"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51435" indent="0">
              <a:buNone/>
            </a:pP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       	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3: Console.WriteLine(</a:t>
            </a:r>
            <a:r>
              <a:rPr lang="en-US" sz="1200">
                <a:solidFill>
                  <a:srgbClr val="A31515"/>
                </a:solidFill>
                <a:latin typeface="Cascadia Mono" panose="020B0609020000020004" pitchFamily="49" charset="0"/>
              </a:rPr>
              <a:t>"March"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51435" indent="0">
              <a:buNone/>
            </a:pP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       	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4: Console.WriteLine(</a:t>
            </a:r>
            <a:r>
              <a:rPr lang="en-US" sz="1200">
                <a:solidFill>
                  <a:srgbClr val="A31515"/>
                </a:solidFill>
                <a:latin typeface="Cascadia Mono" panose="020B0609020000020004" pitchFamily="49" charset="0"/>
              </a:rPr>
              <a:t>"April"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51435" indent="0">
              <a:buNone/>
            </a:pP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       	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5: Console.WriteLine(</a:t>
            </a:r>
            <a:r>
              <a:rPr lang="en-US" sz="1200">
                <a:solidFill>
                  <a:srgbClr val="A31515"/>
                </a:solidFill>
                <a:latin typeface="Cascadia Mono" panose="020B0609020000020004" pitchFamily="49" charset="0"/>
              </a:rPr>
              <a:t>"May"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51435" indent="0">
              <a:buNone/>
            </a:pP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       	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6: Console.WriteLine(</a:t>
            </a:r>
            <a:r>
              <a:rPr lang="en-US" sz="1200">
                <a:solidFill>
                  <a:srgbClr val="A31515"/>
                </a:solidFill>
                <a:latin typeface="Cascadia Mono" panose="020B0609020000020004" pitchFamily="49" charset="0"/>
              </a:rPr>
              <a:t>"June"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51435" indent="0">
              <a:buNone/>
            </a:pP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       	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7: Console.WriteLine(</a:t>
            </a:r>
            <a:r>
              <a:rPr lang="en-US" sz="1200">
                <a:solidFill>
                  <a:srgbClr val="A31515"/>
                </a:solidFill>
                <a:latin typeface="Cascadia Mono" panose="020B0609020000020004" pitchFamily="49" charset="0"/>
              </a:rPr>
              <a:t>"July"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51435" indent="0">
              <a:buNone/>
            </a:pP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       	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8: Console.WriteLine(</a:t>
            </a:r>
            <a:r>
              <a:rPr lang="en-US" sz="1200">
                <a:solidFill>
                  <a:srgbClr val="A31515"/>
                </a:solidFill>
                <a:latin typeface="Cascadia Mono" panose="020B0609020000020004" pitchFamily="49" charset="0"/>
              </a:rPr>
              <a:t>"August"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51435" indent="0">
              <a:buNone/>
            </a:pP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       	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9: Console.WriteLine(</a:t>
            </a:r>
            <a:r>
              <a:rPr lang="en-US" sz="1200">
                <a:solidFill>
                  <a:srgbClr val="A31515"/>
                </a:solidFill>
                <a:latin typeface="Cascadia Mono" panose="020B0609020000020004" pitchFamily="49" charset="0"/>
              </a:rPr>
              <a:t>"September"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51435" indent="0">
              <a:buNone/>
            </a:pP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       	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10: Console.WriteLine(</a:t>
            </a:r>
            <a:r>
              <a:rPr lang="en-US" sz="1200">
                <a:solidFill>
                  <a:srgbClr val="A31515"/>
                </a:solidFill>
                <a:latin typeface="Cascadia Mono" panose="020B0609020000020004" pitchFamily="49" charset="0"/>
              </a:rPr>
              <a:t>"October"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51435" indent="0">
              <a:buNone/>
            </a:pP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       	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11: Console.WriteLine(</a:t>
            </a:r>
            <a:r>
              <a:rPr lang="en-US" sz="1200">
                <a:solidFill>
                  <a:srgbClr val="A31515"/>
                </a:solidFill>
                <a:latin typeface="Cascadia Mono" panose="020B0609020000020004" pitchFamily="49" charset="0"/>
              </a:rPr>
              <a:t>"November"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51435" indent="0">
              <a:buNone/>
            </a:pP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       	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case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12: Console.WriteLine(</a:t>
            </a:r>
            <a:r>
              <a:rPr lang="en-US" sz="1200">
                <a:solidFill>
                  <a:srgbClr val="A31515"/>
                </a:solidFill>
                <a:latin typeface="Cascadia Mono" panose="020B0609020000020004" pitchFamily="49" charset="0"/>
              </a:rPr>
              <a:t>"December"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); </a:t>
            </a:r>
            <a:r>
              <a:rPr lang="en-US" sz="1200">
                <a:solidFill>
                  <a:srgbClr val="0000FF"/>
                </a:solidFill>
                <a:latin typeface="Cascadia Mono" panose="020B0609020000020004" pitchFamily="49" charset="0"/>
              </a:rPr>
              <a:t>break</a:t>
            </a: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;</a:t>
            </a:r>
          </a:p>
          <a:p>
            <a:pPr marL="51435" indent="0">
              <a:buNone/>
            </a:pP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       	</a:t>
            </a:r>
            <a:r>
              <a:rPr lang="en-US" sz="120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default</a:t>
            </a:r>
            <a:r>
              <a:rPr lang="en-US" sz="120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:</a:t>
            </a:r>
          </a:p>
          <a:p>
            <a:pPr marL="51435" indent="0">
              <a:buNone/>
            </a:pP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           	</a:t>
            </a:r>
            <a:r>
              <a:rPr lang="en-US" sz="120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Console.WriteLine(</a:t>
            </a:r>
            <a:r>
              <a:rPr lang="en-US" sz="1200">
                <a:solidFill>
                  <a:srgbClr val="A31515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"Invalid month"</a:t>
            </a:r>
            <a:r>
              <a:rPr lang="en-US" sz="120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); </a:t>
            </a:r>
            <a:r>
              <a:rPr lang="en-US" sz="1200">
                <a:solidFill>
                  <a:srgbClr val="0000FF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break</a:t>
            </a:r>
            <a:r>
              <a:rPr lang="en-US" sz="1200">
                <a:solidFill>
                  <a:srgbClr val="000000"/>
                </a:solidFill>
                <a:highlight>
                  <a:srgbClr val="FFFF00"/>
                </a:highlight>
                <a:latin typeface="Cascadia Mono" panose="020B0609020000020004" pitchFamily="49" charset="0"/>
              </a:rPr>
              <a:t>;</a:t>
            </a:r>
          </a:p>
          <a:p>
            <a:pPr marL="51435" indent="0">
              <a:buNone/>
            </a:pP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    }</a:t>
            </a:r>
          </a:p>
          <a:p>
            <a:pPr marL="51435" indent="0">
              <a:buNone/>
            </a:pPr>
            <a:r>
              <a:rPr lang="en-US" sz="1200">
                <a:solidFill>
                  <a:srgbClr val="000000"/>
                </a:solidFill>
                <a:latin typeface="Cascadia Mono" panose="020B0609020000020004" pitchFamily="49" charset="0"/>
              </a:rPr>
              <a:t>}</a:t>
            </a:r>
            <a:endParaRPr lang="en-US" sz="120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Line Callout 1 7">
            <a:extLst>
              <a:ext uri="{FF2B5EF4-FFF2-40B4-BE49-F238E27FC236}">
                <a16:creationId xmlns:a16="http://schemas.microsoft.com/office/drawing/2014/main" id="{64578F98-12A9-B845-918A-CBCC45EC4C3D}"/>
              </a:ext>
            </a:extLst>
          </p:cNvPr>
          <p:cNvSpPr/>
          <p:nvPr/>
        </p:nvSpPr>
        <p:spPr>
          <a:xfrm>
            <a:off x="1676400" y="5855580"/>
            <a:ext cx="5791200" cy="639281"/>
          </a:xfrm>
          <a:prstGeom prst="borderCallout1">
            <a:avLst>
              <a:gd name="adj1" fmla="val -55"/>
              <a:gd name="adj2" fmla="val 30096"/>
              <a:gd name="adj3" fmla="val -183841"/>
              <a:gd name="adj4" fmla="val 3931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GB" i="1" dirty="0">
                <a:latin typeface="Consolas" pitchFamily="49" charset="0"/>
                <a:cs typeface="Consolas" pitchFamily="49" charset="0"/>
              </a:rPr>
              <a:t>Các câu lệnh sau “default” được thực hiện khi không có “case” nào xảy ra (không break)</a:t>
            </a:r>
            <a:endParaRPr lang="en-GB" dirty="0">
              <a:latin typeface="Consolas" pitchFamily="49" charset="0"/>
              <a:cs typeface="Consolas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4030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4A01E-A813-5647-A400-1D6EAD852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cap="none"/>
              <a:t>CÂU LỆNH </a:t>
            </a:r>
            <a:r>
              <a:rPr lang="en-VN" cap="none"/>
              <a:t>switch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192BB-4C32-CE45-A13C-56689409F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b="1" dirty="0" err="1"/>
              <a:t>Hoạt động của câu lệnh </a:t>
            </a:r>
            <a:r>
              <a:rPr lang="en-US" b="1" dirty="0" err="1">
                <a:solidFill>
                  <a:srgbClr val="EF6822"/>
                </a:solidFill>
              </a:rPr>
              <a:t>switch</a:t>
            </a:r>
            <a:r>
              <a:rPr lang="en-US" dirty="0"/>
              <a:t>: </a:t>
            </a:r>
            <a:r>
              <a:rPr lang="en-US"/>
              <a:t>Giá trị của biểu thức  “</a:t>
            </a:r>
            <a:r>
              <a:rPr lang="en-US" b="1">
                <a:solidFill>
                  <a:srgbClr val="17459E"/>
                </a:solidFill>
              </a:rPr>
              <a:t>expression</a:t>
            </a:r>
            <a:r>
              <a:rPr lang="en-US"/>
              <a:t>” sẽ được lần lượt so sánh với từng giá trị </a:t>
            </a:r>
            <a:r>
              <a:rPr lang="en-US" dirty="0">
                <a:solidFill>
                  <a:srgbClr val="17459E"/>
                </a:solidFill>
                <a:latin typeface="Consolas" pitchFamily="49" charset="0"/>
                <a:cs typeface="Consolas" pitchFamily="49" charset="0"/>
              </a:rPr>
              <a:t>value1</a:t>
            </a:r>
            <a:r>
              <a:rPr lang="en-US"/>
              <a:t>, </a:t>
            </a:r>
            <a:r>
              <a:rPr lang="en-US" dirty="0">
                <a:solidFill>
                  <a:srgbClr val="17459E"/>
                </a:solidFill>
                <a:latin typeface="Consolas" pitchFamily="49" charset="0"/>
                <a:cs typeface="Consolas" pitchFamily="49" charset="0"/>
              </a:rPr>
              <a:t>value2</a:t>
            </a:r>
            <a:r>
              <a:rPr lang="en-US"/>
              <a:t>, … </a:t>
            </a:r>
          </a:p>
          <a:p>
            <a:pPr lvl="1" algn="just"/>
            <a:r>
              <a:rPr lang="en-US"/>
              <a:t>Nếu “</a:t>
            </a:r>
            <a:r>
              <a:rPr lang="en-US" b="1">
                <a:solidFill>
                  <a:srgbClr val="17459E"/>
                </a:solidFill>
              </a:rPr>
              <a:t>expression</a:t>
            </a:r>
            <a:r>
              <a:rPr lang="en-US"/>
              <a:t>” bằng </a:t>
            </a:r>
            <a:r>
              <a:rPr lang="en-US" dirty="0">
                <a:solidFill>
                  <a:srgbClr val="17459E"/>
                </a:solidFill>
                <a:latin typeface="Consolas" pitchFamily="49" charset="0"/>
                <a:cs typeface="Consolas" pitchFamily="49" charset="0"/>
              </a:rPr>
              <a:t>value1</a:t>
            </a:r>
            <a:r>
              <a:rPr lang="en-US"/>
              <a:t> thì các thao tác sau case này sẽ được thực hiện. Sau đó </a:t>
            </a:r>
            <a:r>
              <a:rPr lang="en-US">
                <a:solidFill>
                  <a:srgbClr val="17459E"/>
                </a:solidFill>
              </a:rPr>
              <a:t>break</a:t>
            </a:r>
            <a:r>
              <a:rPr lang="en-US"/>
              <a:t> sẽ kết thúc câu lệnh </a:t>
            </a:r>
            <a:r>
              <a:rPr lang="en-US">
                <a:solidFill>
                  <a:srgbClr val="EF6822"/>
                </a:solidFill>
              </a:rPr>
              <a:t>switch</a:t>
            </a:r>
          </a:p>
          <a:p>
            <a:pPr lvl="1" algn="just"/>
            <a:r>
              <a:rPr lang="en-US"/>
              <a:t>Nếu “</a:t>
            </a:r>
            <a:r>
              <a:rPr lang="en-US" b="1">
                <a:solidFill>
                  <a:srgbClr val="17459E"/>
                </a:solidFill>
              </a:rPr>
              <a:t>expression</a:t>
            </a:r>
            <a:r>
              <a:rPr lang="en-US"/>
              <a:t>” bằng </a:t>
            </a:r>
            <a:r>
              <a:rPr lang="en-US" dirty="0">
                <a:solidFill>
                  <a:srgbClr val="17459E"/>
                </a:solidFill>
                <a:latin typeface="Consolas" pitchFamily="49" charset="0"/>
                <a:cs typeface="Consolas" pitchFamily="49" charset="0"/>
              </a:rPr>
              <a:t>value2</a:t>
            </a:r>
            <a:r>
              <a:rPr lang="en-US"/>
              <a:t> thì các thao tác sau case này sẽ được thực hiện. Sau đó </a:t>
            </a:r>
            <a:r>
              <a:rPr lang="en-US">
                <a:solidFill>
                  <a:srgbClr val="17459E"/>
                </a:solidFill>
              </a:rPr>
              <a:t>break</a:t>
            </a:r>
            <a:r>
              <a:rPr lang="en-US"/>
              <a:t> sẽ kết thúc câu lệnh </a:t>
            </a:r>
            <a:r>
              <a:rPr lang="en-US">
                <a:solidFill>
                  <a:srgbClr val="EF6822"/>
                </a:solidFill>
              </a:rPr>
              <a:t>switch </a:t>
            </a:r>
            <a:r>
              <a:rPr lang="en-US"/>
              <a:t>…</a:t>
            </a:r>
          </a:p>
          <a:p>
            <a:pPr lvl="1" algn="just"/>
            <a:r>
              <a:rPr lang="en-US"/>
              <a:t>Khi không có case nào xảy ra (không có lệnh break nào được thực hiện) các thao tác sau </a:t>
            </a:r>
            <a:r>
              <a:rPr lang="en-US">
                <a:solidFill>
                  <a:srgbClr val="17459E"/>
                </a:solidFill>
              </a:rPr>
              <a:t>default</a:t>
            </a:r>
            <a:r>
              <a:rPr lang="en-US"/>
              <a:t> sẽ thực hiện.</a:t>
            </a:r>
          </a:p>
          <a:p>
            <a:pPr algn="just"/>
            <a:r>
              <a:rPr lang="en-US"/>
              <a:t>Từ C# 9.0, hỗ trợ thêm các mẫu so sánh &lt;, &gt;, &lt;=, &gt;= Tham khảo chi tiết: </a:t>
            </a:r>
          </a:p>
          <a:p>
            <a:pPr lvl="1" algn="just"/>
            <a:r>
              <a:rPr lang="en-US">
                <a:hlinkClick r:id="rId3"/>
              </a:rPr>
              <a:t>https://learn.microsoft.com/en-us/dotnet/csharp/language-reference/statements/selection-statements</a:t>
            </a:r>
            <a:r>
              <a:rPr lang="en-US"/>
              <a:t>)</a:t>
            </a:r>
            <a:endParaRPr lang="en-US" dirty="0"/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marL="51435" indent="0">
              <a:buFont typeface="Wingdings"/>
              <a:buNone/>
            </a:pPr>
            <a:endParaRPr lang="en-VN"/>
          </a:p>
          <a:p>
            <a:pPr marL="341185" lvl="1" indent="0" algn="just">
              <a:buNone/>
            </a:pPr>
            <a:endParaRPr lang="en-US" dirty="0"/>
          </a:p>
          <a:p>
            <a:pPr lvl="1" algn="just"/>
            <a:endParaRPr lang="en-US" dirty="0"/>
          </a:p>
          <a:p>
            <a:pPr lvl="1" algn="just"/>
            <a:endParaRPr lang="en-US" dirty="0"/>
          </a:p>
          <a:p>
            <a:pPr marL="51435" indent="0">
              <a:buNone/>
            </a:pPr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BFE301-8F5F-684A-B4CB-DD6AB90AB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3: Cấu trúc Lựa chọn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5C2D11-34DE-4244-9A1B-B29A0BA67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849506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4A01E-A813-5647-A400-1D6EAD852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cap="none"/>
              <a:t>CÂU LỆNH </a:t>
            </a:r>
            <a:r>
              <a:rPr lang="en-VN" cap="none"/>
              <a:t>switch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192BB-4C32-CE45-A13C-56689409F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BT 11: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code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</a:t>
            </a:r>
            <a:r>
              <a:rPr lang="en-US" dirty="0" err="1"/>
              <a:t>sản</a:t>
            </a:r>
            <a:r>
              <a:rPr lang="en-US" dirty="0"/>
              <a:t> </a:t>
            </a:r>
            <a:r>
              <a:rPr lang="en-US" dirty="0" err="1"/>
              <a:t>phẩm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mua</a:t>
            </a:r>
            <a:r>
              <a:rPr lang="en-US" dirty="0"/>
              <a:t>.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in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dựa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sau:</a:t>
            </a:r>
          </a:p>
          <a:p>
            <a:pPr lvl="1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code = 3,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lượng</a:t>
            </a:r>
            <a:r>
              <a:rPr lang="en-US" dirty="0"/>
              <a:t> = 2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tiền</a:t>
            </a:r>
            <a:r>
              <a:rPr lang="en-US" dirty="0"/>
              <a:t> </a:t>
            </a:r>
            <a:r>
              <a:rPr lang="en-US" dirty="0" err="1"/>
              <a:t>phải</a:t>
            </a:r>
            <a:r>
              <a:rPr lang="en-US" dirty="0"/>
              <a:t> </a:t>
            </a:r>
            <a:r>
              <a:rPr lang="en-US" dirty="0" err="1"/>
              <a:t>trả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: 10</a:t>
            </a:r>
          </a:p>
          <a:p>
            <a:pPr marL="341185" lvl="1" indent="0" algn="just">
              <a:buNone/>
            </a:pPr>
            <a:endParaRPr lang="en-US" dirty="0"/>
          </a:p>
          <a:p>
            <a:pPr lvl="1" algn="just"/>
            <a:endParaRPr lang="en-US" dirty="0"/>
          </a:p>
          <a:p>
            <a:pPr marL="226885" indent="-342900" algn="just"/>
            <a:endParaRPr lang="en-US" dirty="0" err="1"/>
          </a:p>
          <a:p>
            <a:pPr marL="226885" indent="-342900" algn="just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BFE301-8F5F-684A-B4CB-DD6AB90AB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3: Cấu trúc Lựa chọn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5C2D11-34DE-4244-9A1B-B29A0BA67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A170CDB-089C-8447-937A-3E956EDCF6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5766" y="2457529"/>
            <a:ext cx="4932468" cy="22883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82220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74A01E-A813-5647-A400-1D6EAD852A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cap="none"/>
              <a:t>CÂU LỆNH </a:t>
            </a:r>
            <a:r>
              <a:rPr lang="en-VN" cap="none"/>
              <a:t>switch</a:t>
            </a:r>
            <a:endParaRPr lang="en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192BB-4C32-CE45-A13C-56689409F2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US" dirty="0"/>
              <a:t>BT 12: </a:t>
            </a:r>
            <a:r>
              <a:rPr lang="en-US" dirty="0" err="1"/>
              <a:t>Công</a:t>
            </a:r>
            <a:r>
              <a:rPr lang="en-US" dirty="0"/>
              <a:t> ty ABC </a:t>
            </a:r>
            <a:r>
              <a:rPr lang="en-US" dirty="0" err="1"/>
              <a:t>quyết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lương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</a:t>
            </a:r>
            <a:r>
              <a:rPr lang="en-US" dirty="0" err="1"/>
              <a:t>bảng</a:t>
            </a:r>
            <a:r>
              <a:rPr lang="en-US" dirty="0"/>
              <a:t> </a:t>
            </a:r>
            <a:r>
              <a:rPr lang="en-US" dirty="0" err="1"/>
              <a:t>sau:</a:t>
            </a:r>
          </a:p>
          <a:p>
            <a:pPr algn="just"/>
            <a:endParaRPr lang="en-US" dirty="0" err="1"/>
          </a:p>
          <a:p>
            <a:pPr algn="just"/>
            <a:endParaRPr lang="en-US" dirty="0" err="1"/>
          </a:p>
          <a:p>
            <a:pPr algn="just"/>
            <a:endParaRPr lang="en-US" dirty="0" err="1"/>
          </a:p>
          <a:p>
            <a:pPr algn="just"/>
            <a:endParaRPr lang="en-US" dirty="0" err="1"/>
          </a:p>
          <a:p>
            <a:r>
              <a:rPr lang="en-US" dirty="0" err="1"/>
              <a:t>Hãy</a:t>
            </a:r>
            <a:r>
              <a:rPr lang="en-US" dirty="0"/>
              <a:t> </a:t>
            </a:r>
            <a:r>
              <a:rPr lang="en-US" dirty="0" err="1"/>
              <a:t>nhập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lương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b="1" dirty="0" err="1">
                <a:solidFill>
                  <a:srgbClr val="17459E"/>
                </a:solidFill>
              </a:rPr>
              <a:t>tính</a:t>
            </a:r>
            <a:r>
              <a:rPr lang="en-US" b="1" dirty="0">
                <a:solidFill>
                  <a:srgbClr val="17459E"/>
                </a:solidFill>
              </a:rPr>
              <a:t> </a:t>
            </a:r>
            <a:r>
              <a:rPr lang="en-US" b="1" dirty="0" err="1">
                <a:solidFill>
                  <a:srgbClr val="17459E"/>
                </a:solidFill>
              </a:rPr>
              <a:t>lương</a:t>
            </a:r>
            <a:r>
              <a:rPr lang="en-US" b="1" dirty="0">
                <a:solidFill>
                  <a:srgbClr val="17459E"/>
                </a:solidFill>
              </a:rPr>
              <a:t> </a:t>
            </a:r>
            <a:r>
              <a:rPr lang="en-US" b="1" dirty="0" err="1">
                <a:solidFill>
                  <a:srgbClr val="17459E"/>
                </a:solidFill>
              </a:rPr>
              <a:t>mới</a:t>
            </a:r>
            <a:r>
              <a:rPr lang="en-US" b="1" dirty="0">
                <a:solidFill>
                  <a:srgbClr val="FFC000"/>
                </a:solidFill>
              </a:rPr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</a:p>
          <a:p>
            <a:pPr lvl="1"/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lương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nhân</a:t>
            </a:r>
            <a:r>
              <a:rPr lang="en-US" dirty="0"/>
              <a:t> </a:t>
            </a:r>
            <a:r>
              <a:rPr lang="en-US" dirty="0" err="1"/>
              <a:t>viên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400 </a:t>
            </a:r>
            <a:r>
              <a:rPr lang="en-US" dirty="0" err="1"/>
              <a:t>thì</a:t>
            </a:r>
            <a:r>
              <a:rPr lang="en-US" dirty="0"/>
              <a:t> </a:t>
            </a:r>
            <a:r>
              <a:rPr lang="en-US" dirty="0" err="1"/>
              <a:t>lương</a:t>
            </a:r>
            <a:r>
              <a:rPr lang="en-US" dirty="0"/>
              <a:t> </a:t>
            </a:r>
            <a:r>
              <a:rPr lang="en-US" dirty="0" err="1"/>
              <a:t>mới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460.</a:t>
            </a:r>
          </a:p>
          <a:p>
            <a:pPr lvl="1" algn="just"/>
            <a:endParaRPr lang="en-US" dirty="0"/>
          </a:p>
          <a:p>
            <a:pPr marL="226885" indent="-342900" algn="just"/>
            <a:endParaRPr lang="en-US" dirty="0" err="1"/>
          </a:p>
          <a:p>
            <a:pPr marL="226885" indent="-342900" algn="just"/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BFE301-8F5F-684A-B4CB-DD6AB90AB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vi-VN" dirty="0"/>
              <a:t>Bài 3: Cấu trúc Lựa chọn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5C2D11-34DE-4244-9A1B-B29A0BA675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32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8B6757-DF9A-47E1-C067-AF5861EEF3F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4796" y="1992489"/>
            <a:ext cx="5466352" cy="14978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56833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FBB48-7296-B043-B166-77771F654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vi-VN"/>
              <a:t>TỔNG KẾT</a:t>
            </a:r>
            <a:endParaRPr lang="en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93ECB3-5B10-BA49-8F5D-1DA6F668C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Bài 3: Cấu trúc Lựa chọn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473E3F-2EED-C248-B738-5994C3656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D93096-5B34-4342-9326-69289CEAE4C2}" type="slidenum">
              <a:rPr lang="en-US" smtClean="0"/>
              <a:pPr/>
              <a:t>33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F176FD-7669-EF49-B2D4-CDB406817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023782"/>
            <a:ext cx="6054329" cy="2810435"/>
          </a:xfrm>
        </p:spPr>
        <p:txBody>
          <a:bodyPr>
            <a:normAutofit/>
          </a:bodyPr>
          <a:lstStyle/>
          <a:p>
            <a:pPr algn="just"/>
            <a:r>
              <a:rPr lang="en-VN"/>
              <a:t>Nắm vững </a:t>
            </a:r>
            <a:r>
              <a:rPr lang="en-VN">
                <a:solidFill>
                  <a:srgbClr val="EF6822"/>
                </a:solidFill>
              </a:rPr>
              <a:t>cấu trúc Lựa chọn </a:t>
            </a:r>
            <a:r>
              <a:rPr lang="en-VN"/>
              <a:t>trong thiết kế thuật toán</a:t>
            </a:r>
          </a:p>
          <a:p>
            <a:r>
              <a:rPr lang="en-VN" sz="2400"/>
              <a:t>Biết cách sử dụng các </a:t>
            </a:r>
            <a:r>
              <a:rPr lang="en-VN" sz="2400">
                <a:solidFill>
                  <a:srgbClr val="EF6822"/>
                </a:solidFill>
              </a:rPr>
              <a:t>toán tử so sánh </a:t>
            </a:r>
            <a:r>
              <a:rPr lang="en-VN" sz="2400"/>
              <a:t>và </a:t>
            </a:r>
            <a:r>
              <a:rPr lang="en-VN" sz="2400">
                <a:solidFill>
                  <a:srgbClr val="EF6822"/>
                </a:solidFill>
              </a:rPr>
              <a:t>toán tử logic</a:t>
            </a:r>
          </a:p>
          <a:p>
            <a:r>
              <a:rPr lang="en-VN" sz="2400"/>
              <a:t>Sử dụng được các dạng </a:t>
            </a:r>
            <a:r>
              <a:rPr lang="en-VN" sz="2400">
                <a:solidFill>
                  <a:srgbClr val="EF6822"/>
                </a:solidFill>
              </a:rPr>
              <a:t>câu lệnh Lựa chọn trong C#</a:t>
            </a:r>
            <a:r>
              <a:rPr lang="en-VN" sz="2400"/>
              <a:t>: </a:t>
            </a:r>
            <a:r>
              <a:rPr lang="en-VN" sz="2400">
                <a:solidFill>
                  <a:srgbClr val="17459E"/>
                </a:solidFill>
              </a:rPr>
              <a:t>if, if – else </a:t>
            </a:r>
            <a:r>
              <a:rPr lang="en-VN" sz="2400"/>
              <a:t>và </a:t>
            </a:r>
            <a:r>
              <a:rPr lang="en-VN" sz="2400">
                <a:solidFill>
                  <a:srgbClr val="17459E"/>
                </a:solidFill>
              </a:rPr>
              <a:t>switch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974B13-B1B8-E148-903B-85C71136A561}"/>
              </a:ext>
            </a:extLst>
          </p:cNvPr>
          <p:cNvSpPr/>
          <p:nvPr/>
        </p:nvSpPr>
        <p:spPr>
          <a:xfrm>
            <a:off x="7265838" y="2558623"/>
            <a:ext cx="933872" cy="109260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500" b="1">
                <a:ln w="19050" cmpd="sng">
                  <a:solidFill>
                    <a:srgbClr val="FF103D"/>
                  </a:solidFill>
                  <a:prstDash val="solid"/>
                </a:ln>
                <a:solidFill>
                  <a:srgbClr val="FFFF00"/>
                </a:solidFill>
                <a:effectLst>
                  <a:glow rad="101600">
                    <a:srgbClr val="FF0000">
                      <a:alpha val="40000"/>
                    </a:srgbClr>
                  </a:glow>
                </a:effectLst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5394409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9694</TotalTime>
  <Words>3069</Words>
  <Application>Microsoft Macintosh PowerPoint</Application>
  <PresentationFormat>On-screen Show (4:3)</PresentationFormat>
  <Paragraphs>509</Paragraphs>
  <Slides>33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45" baseType="lpstr">
      <vt:lpstr>Arial</vt:lpstr>
      <vt:lpstr>Arial (body)</vt:lpstr>
      <vt:lpstr>Calibri</vt:lpstr>
      <vt:lpstr>Cambria Math</vt:lpstr>
      <vt:lpstr>Cascadia Mono</vt:lpstr>
      <vt:lpstr>Consolas</vt:lpstr>
      <vt:lpstr>Courier New</vt:lpstr>
      <vt:lpstr>Helvetica</vt:lpstr>
      <vt:lpstr>Segoe UI</vt:lpstr>
      <vt:lpstr>SFMono-Regular</vt:lpstr>
      <vt:lpstr>Wingdings</vt:lpstr>
      <vt:lpstr>Office Theme</vt:lpstr>
      <vt:lpstr>Bài 3 Cấu trúc Lựa chọn</vt:lpstr>
      <vt:lpstr>NỘI DUNG</vt:lpstr>
      <vt:lpstr>GIỚI THIỆU CẤU TRÚC LỰA CHỌN</vt:lpstr>
      <vt:lpstr>GIỚI THIỆU CẤU TRÚC LỰA CHỌN</vt:lpstr>
      <vt:lpstr>GIỚI THIỆU CẤU TRÚC LỰA CHỌN</vt:lpstr>
      <vt:lpstr>TOÁN TỬ SO SÁNH</vt:lpstr>
      <vt:lpstr>TOÁN TỬ LOGIC</vt:lpstr>
      <vt:lpstr>TOÁN TỬ LOGIC</vt:lpstr>
      <vt:lpstr>TOÁN TỬ LOGIC</vt:lpstr>
      <vt:lpstr>TOÁN TỬ LOGIC</vt:lpstr>
      <vt:lpstr>TOÁN TỬ LOGIC</vt:lpstr>
      <vt:lpstr>TOÁN TỬ LOGIC</vt:lpstr>
      <vt:lpstr>CẤU TRÚC LỰA CHỌN</vt:lpstr>
      <vt:lpstr>CẤU TRÚC LỰA CHỌN</vt:lpstr>
      <vt:lpstr>CẤU TRÚC LỰA CHỌN</vt:lpstr>
      <vt:lpstr>CẤU TRÚC LỰA CHỌN</vt:lpstr>
      <vt:lpstr>CẤU TRÚC LỰA CHỌN</vt:lpstr>
      <vt:lpstr>CÂU LỆNH if / if - else</vt:lpstr>
      <vt:lpstr>CÂU LỆNH if / if - else</vt:lpstr>
      <vt:lpstr>CÂU LỆNH if / if - else</vt:lpstr>
      <vt:lpstr>CÂU LỆNH if / if - else</vt:lpstr>
      <vt:lpstr>CÂU LỆNH if / if - else</vt:lpstr>
      <vt:lpstr>CÂU LỆNH if / if - else</vt:lpstr>
      <vt:lpstr>CÂU LỆNH if / if - else</vt:lpstr>
      <vt:lpstr>CÂU LỆNH if / if - else</vt:lpstr>
      <vt:lpstr>CÂU LỆNH if / if - else</vt:lpstr>
      <vt:lpstr>CÂU LỆNH switch</vt:lpstr>
      <vt:lpstr>CÂU LỆNH switch</vt:lpstr>
      <vt:lpstr>CÂU LỆNH switch</vt:lpstr>
      <vt:lpstr>CÂU LỆNH switch</vt:lpstr>
      <vt:lpstr>CÂU LỆNH switch</vt:lpstr>
      <vt:lpstr>CÂU LỆNH switch</vt:lpstr>
      <vt:lpstr>TỔNG KẾT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Trương Nguyệt</dc:creator>
  <cp:lastModifiedBy>Loc Huynh</cp:lastModifiedBy>
  <cp:revision>345</cp:revision>
  <cp:lastPrinted>2023-09-18T08:47:41Z</cp:lastPrinted>
  <dcterms:created xsi:type="dcterms:W3CDTF">2021-11-12T01:36:46Z</dcterms:created>
  <dcterms:modified xsi:type="dcterms:W3CDTF">2023-09-20T02:40:38Z</dcterms:modified>
</cp:coreProperties>
</file>