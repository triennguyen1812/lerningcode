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ink/ink1.xml" ContentType="application/inkml+xml"/>
  <Override PartName="/ppt/ink/ink2.xml" ContentType="application/inkml+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50"/>
  </p:notesMasterIdLst>
  <p:handoutMasterIdLst>
    <p:handoutMasterId r:id="rId51"/>
  </p:handoutMasterIdLst>
  <p:sldIdLst>
    <p:sldId id="393" r:id="rId2"/>
    <p:sldId id="304" r:id="rId3"/>
    <p:sldId id="490" r:id="rId4"/>
    <p:sldId id="473" r:id="rId5"/>
    <p:sldId id="585" r:id="rId6"/>
    <p:sldId id="553" r:id="rId7"/>
    <p:sldId id="554" r:id="rId8"/>
    <p:sldId id="586" r:id="rId9"/>
    <p:sldId id="558" r:id="rId10"/>
    <p:sldId id="587" r:id="rId11"/>
    <p:sldId id="557" r:id="rId12"/>
    <p:sldId id="588" r:id="rId13"/>
    <p:sldId id="562" r:id="rId14"/>
    <p:sldId id="589" r:id="rId15"/>
    <p:sldId id="325" r:id="rId16"/>
    <p:sldId id="556" r:id="rId17"/>
    <p:sldId id="568" r:id="rId18"/>
    <p:sldId id="569" r:id="rId19"/>
    <p:sldId id="570" r:id="rId20"/>
    <p:sldId id="571" r:id="rId21"/>
    <p:sldId id="572" r:id="rId22"/>
    <p:sldId id="573" r:id="rId23"/>
    <p:sldId id="574" r:id="rId24"/>
    <p:sldId id="575" r:id="rId25"/>
    <p:sldId id="576" r:id="rId26"/>
    <p:sldId id="577" r:id="rId27"/>
    <p:sldId id="590" r:id="rId28"/>
    <p:sldId id="537" r:id="rId29"/>
    <p:sldId id="584" r:id="rId30"/>
    <p:sldId id="579" r:id="rId31"/>
    <p:sldId id="580" r:id="rId32"/>
    <p:sldId id="591" r:id="rId33"/>
    <p:sldId id="552" r:id="rId34"/>
    <p:sldId id="592" r:id="rId35"/>
    <p:sldId id="593" r:id="rId36"/>
    <p:sldId id="594" r:id="rId37"/>
    <p:sldId id="600" r:id="rId38"/>
    <p:sldId id="595" r:id="rId39"/>
    <p:sldId id="597" r:id="rId40"/>
    <p:sldId id="598" r:id="rId41"/>
    <p:sldId id="599" r:id="rId42"/>
    <p:sldId id="596" r:id="rId43"/>
    <p:sldId id="601" r:id="rId44"/>
    <p:sldId id="602" r:id="rId45"/>
    <p:sldId id="604" r:id="rId46"/>
    <p:sldId id="606" r:id="rId47"/>
    <p:sldId id="603" r:id="rId48"/>
    <p:sldId id="492" r:id="rId4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guide id="3" pos="176" userDrawn="1">
          <p15:clr>
            <a:srgbClr val="A4A3A4"/>
          </p15:clr>
        </p15:guide>
        <p15:guide id="4" pos="5585" userDrawn="1">
          <p15:clr>
            <a:srgbClr val="A4A3A4"/>
          </p15:clr>
        </p15:guide>
        <p15:guide id="5" orient="horz" pos="210" userDrawn="1">
          <p15:clr>
            <a:srgbClr val="A4A3A4"/>
          </p15:clr>
        </p15:guide>
        <p15:guide id="6" orient="horz" pos="4110" userDrawn="1">
          <p15:clr>
            <a:srgbClr val="A4A3A4"/>
          </p15:clr>
        </p15:guide>
        <p15:guide id="7" pos="125"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432FF"/>
    <a:srgbClr val="EF6822"/>
    <a:srgbClr val="17459E"/>
    <a:srgbClr val="E9E9E9"/>
    <a:srgbClr val="FFFF00"/>
    <a:srgbClr val="000000"/>
    <a:srgbClr val="FFFC00"/>
    <a:srgbClr val="FF93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DFA6660-570B-D04C-88B2-C932613AD3F9}" v="940" dt="2023-10-17T04:20:30.99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959"/>
    <p:restoredTop sz="79255"/>
  </p:normalViewPr>
  <p:slideViewPr>
    <p:cSldViewPr snapToGrid="0" snapToObjects="1" showGuides="1">
      <p:cViewPr varScale="1">
        <p:scale>
          <a:sx n="92" d="100"/>
          <a:sy n="92" d="100"/>
        </p:scale>
        <p:origin x="1976" y="176"/>
      </p:cViewPr>
      <p:guideLst>
        <p:guide orient="horz" pos="2160"/>
        <p:guide pos="2880"/>
        <p:guide pos="176"/>
        <p:guide pos="5585"/>
        <p:guide orient="horz" pos="210"/>
        <p:guide orient="horz" pos="4110"/>
        <p:guide pos="125"/>
      </p:guideLst>
    </p:cSldViewPr>
  </p:slideViewPr>
  <p:outlineViewPr>
    <p:cViewPr>
      <p:scale>
        <a:sx n="33" d="100"/>
        <a:sy n="33" d="100"/>
      </p:scale>
      <p:origin x="0" y="0"/>
    </p:cViewPr>
  </p:outlineViewPr>
  <p:notesTextViewPr>
    <p:cViewPr>
      <p:scale>
        <a:sx n="1" d="1"/>
        <a:sy n="1" d="1"/>
      </p:scale>
      <p:origin x="0" y="0"/>
    </p:cViewPr>
  </p:notesTextViewPr>
  <p:notesViewPr>
    <p:cSldViewPr snapToGrid="0" snapToObjects="1">
      <p:cViewPr varScale="1">
        <p:scale>
          <a:sx n="97" d="100"/>
          <a:sy n="97" d="100"/>
        </p:scale>
        <p:origin x="3832" y="20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handoutMaster" Target="handoutMasters/handout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microsoft.com/office/2015/10/relationships/revisionInfo" Target="revisionInfo.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oc Huynh" userId="80c0383e323bd6ea" providerId="LiveId" clId="{4DFA6660-570B-D04C-88B2-C932613AD3F9}"/>
    <pc:docChg chg="undo custSel addSld delSld modSld sldOrd">
      <pc:chgData name="Loc Huynh" userId="80c0383e323bd6ea" providerId="LiveId" clId="{4DFA6660-570B-D04C-88B2-C932613AD3F9}" dt="2023-10-23T06:35:47.842" v="11418" actId="20577"/>
      <pc:docMkLst>
        <pc:docMk/>
      </pc:docMkLst>
      <pc:sldChg chg="modSp add del mod">
        <pc:chgData name="Loc Huynh" userId="80c0383e323bd6ea" providerId="LiveId" clId="{4DFA6660-570B-D04C-88B2-C932613AD3F9}" dt="2023-10-10T06:57:05.957" v="218" actId="2696"/>
        <pc:sldMkLst>
          <pc:docMk/>
          <pc:sldMk cId="1841662302" sldId="300"/>
        </pc:sldMkLst>
        <pc:spChg chg="mod">
          <ac:chgData name="Loc Huynh" userId="80c0383e323bd6ea" providerId="LiveId" clId="{4DFA6660-570B-D04C-88B2-C932613AD3F9}" dt="2023-10-10T06:20:55.883" v="51" actId="27636"/>
          <ac:spMkLst>
            <pc:docMk/>
            <pc:sldMk cId="1841662302" sldId="300"/>
            <ac:spMk id="2" creationId="{707B5CBE-3939-F54D-A22C-69B71CE11473}"/>
          </ac:spMkLst>
        </pc:spChg>
      </pc:sldChg>
      <pc:sldChg chg="modSp mod">
        <pc:chgData name="Loc Huynh" userId="80c0383e323bd6ea" providerId="LiveId" clId="{4DFA6660-570B-D04C-88B2-C932613AD3F9}" dt="2023-10-17T04:18:49.789" v="11360" actId="20577"/>
        <pc:sldMkLst>
          <pc:docMk/>
          <pc:sldMk cId="1614817535" sldId="304"/>
        </pc:sldMkLst>
        <pc:spChg chg="mod">
          <ac:chgData name="Loc Huynh" userId="80c0383e323bd6ea" providerId="LiveId" clId="{4DFA6660-570B-D04C-88B2-C932613AD3F9}" dt="2023-10-17T04:18:49.789" v="11360" actId="20577"/>
          <ac:spMkLst>
            <pc:docMk/>
            <pc:sldMk cId="1614817535" sldId="304"/>
            <ac:spMk id="3" creationId="{F68C27CE-6A1E-0840-BC2F-D1738F041307}"/>
          </ac:spMkLst>
        </pc:spChg>
      </pc:sldChg>
      <pc:sldChg chg="modSp add mod">
        <pc:chgData name="Loc Huynh" userId="80c0383e323bd6ea" providerId="LiveId" clId="{4DFA6660-570B-D04C-88B2-C932613AD3F9}" dt="2023-10-11T07:45:42.658" v="3359" actId="207"/>
        <pc:sldMkLst>
          <pc:docMk/>
          <pc:sldMk cId="3545551581" sldId="325"/>
        </pc:sldMkLst>
        <pc:spChg chg="mod">
          <ac:chgData name="Loc Huynh" userId="80c0383e323bd6ea" providerId="LiveId" clId="{4DFA6660-570B-D04C-88B2-C932613AD3F9}" dt="2023-10-11T07:45:42.658" v="3359" actId="207"/>
          <ac:spMkLst>
            <pc:docMk/>
            <pc:sldMk cId="3545551581" sldId="325"/>
            <ac:spMk id="2" creationId="{00000000-0000-0000-0000-000000000000}"/>
          </ac:spMkLst>
        </pc:spChg>
        <pc:spChg chg="mod">
          <ac:chgData name="Loc Huynh" userId="80c0383e323bd6ea" providerId="LiveId" clId="{4DFA6660-570B-D04C-88B2-C932613AD3F9}" dt="2023-10-11T07:35:52.702" v="2719" actId="20577"/>
          <ac:spMkLst>
            <pc:docMk/>
            <pc:sldMk cId="3545551581" sldId="325"/>
            <ac:spMk id="3" creationId="{00000000-0000-0000-0000-000000000000}"/>
          </ac:spMkLst>
        </pc:spChg>
      </pc:sldChg>
      <pc:sldChg chg="modSp add del mod">
        <pc:chgData name="Loc Huynh" userId="80c0383e323bd6ea" providerId="LiveId" clId="{4DFA6660-570B-D04C-88B2-C932613AD3F9}" dt="2023-10-10T07:23:04.257" v="333" actId="2696"/>
        <pc:sldMkLst>
          <pc:docMk/>
          <pc:sldMk cId="2538837064" sldId="385"/>
        </pc:sldMkLst>
        <pc:spChg chg="mod">
          <ac:chgData name="Loc Huynh" userId="80c0383e323bd6ea" providerId="LiveId" clId="{4DFA6660-570B-D04C-88B2-C932613AD3F9}" dt="2023-10-10T06:20:55.781" v="50" actId="27636"/>
          <ac:spMkLst>
            <pc:docMk/>
            <pc:sldMk cId="2538837064" sldId="385"/>
            <ac:spMk id="2" creationId="{B47FBB48-7296-B043-B166-77771F65499C}"/>
          </ac:spMkLst>
        </pc:spChg>
      </pc:sldChg>
      <pc:sldChg chg="add del">
        <pc:chgData name="Loc Huynh" userId="80c0383e323bd6ea" providerId="LiveId" clId="{4DFA6660-570B-D04C-88B2-C932613AD3F9}" dt="2023-10-10T07:23:00.775" v="331" actId="2696"/>
        <pc:sldMkLst>
          <pc:docMk/>
          <pc:sldMk cId="2590096522" sldId="386"/>
        </pc:sldMkLst>
      </pc:sldChg>
      <pc:sldChg chg="modSp mod modNotesTx">
        <pc:chgData name="Loc Huynh" userId="80c0383e323bd6ea" providerId="LiveId" clId="{4DFA6660-570B-D04C-88B2-C932613AD3F9}" dt="2023-10-17T01:32:30.769" v="8308" actId="20577"/>
        <pc:sldMkLst>
          <pc:docMk/>
          <pc:sldMk cId="4095758079" sldId="393"/>
        </pc:sldMkLst>
        <pc:spChg chg="mod">
          <ac:chgData name="Loc Huynh" userId="80c0383e323bd6ea" providerId="LiveId" clId="{4DFA6660-570B-D04C-88B2-C932613AD3F9}" dt="2023-10-10T06:21:11.219" v="116" actId="20577"/>
          <ac:spMkLst>
            <pc:docMk/>
            <pc:sldMk cId="4095758079" sldId="393"/>
            <ac:spMk id="2" creationId="{00000000-0000-0000-0000-000000000000}"/>
          </ac:spMkLst>
        </pc:spChg>
      </pc:sldChg>
      <pc:sldChg chg="add del">
        <pc:chgData name="Loc Huynh" userId="80c0383e323bd6ea" providerId="LiveId" clId="{4DFA6660-570B-D04C-88B2-C932613AD3F9}" dt="2023-10-10T06:21:00.678" v="81" actId="2696"/>
        <pc:sldMkLst>
          <pc:docMk/>
          <pc:sldMk cId="0" sldId="471"/>
        </pc:sldMkLst>
      </pc:sldChg>
      <pc:sldChg chg="addSp delSp modSp add mod delAnim modAnim chgLayout">
        <pc:chgData name="Loc Huynh" userId="80c0383e323bd6ea" providerId="LiveId" clId="{4DFA6660-570B-D04C-88B2-C932613AD3F9}" dt="2023-10-10T08:51:48.580" v="862"/>
        <pc:sldMkLst>
          <pc:docMk/>
          <pc:sldMk cId="989988788" sldId="473"/>
        </pc:sldMkLst>
        <pc:spChg chg="mod ord">
          <ac:chgData name="Loc Huynh" userId="80c0383e323bd6ea" providerId="LiveId" clId="{4DFA6660-570B-D04C-88B2-C932613AD3F9}" dt="2023-10-10T08:51:48.580" v="862"/>
          <ac:spMkLst>
            <pc:docMk/>
            <pc:sldMk cId="989988788" sldId="473"/>
            <ac:spMk id="2" creationId="{636479E2-C0D6-904F-B5C5-2271728A96C3}"/>
          </ac:spMkLst>
        </pc:spChg>
        <pc:spChg chg="mod ord">
          <ac:chgData name="Loc Huynh" userId="80c0383e323bd6ea" providerId="LiveId" clId="{4DFA6660-570B-D04C-88B2-C932613AD3F9}" dt="2023-10-10T08:10:03.269" v="681" actId="20577"/>
          <ac:spMkLst>
            <pc:docMk/>
            <pc:sldMk cId="989988788" sldId="473"/>
            <ac:spMk id="3" creationId="{C0C21A69-FB3A-5848-81E0-17A1514E605F}"/>
          </ac:spMkLst>
        </pc:spChg>
        <pc:spChg chg="mod ord">
          <ac:chgData name="Loc Huynh" userId="80c0383e323bd6ea" providerId="LiveId" clId="{4DFA6660-570B-D04C-88B2-C932613AD3F9}" dt="2023-10-10T06:58:57.498" v="245" actId="700"/>
          <ac:spMkLst>
            <pc:docMk/>
            <pc:sldMk cId="989988788" sldId="473"/>
            <ac:spMk id="4" creationId="{961813DB-F3F2-A844-9A22-9324D7622836}"/>
          </ac:spMkLst>
        </pc:spChg>
        <pc:spChg chg="mod ord">
          <ac:chgData name="Loc Huynh" userId="80c0383e323bd6ea" providerId="LiveId" clId="{4DFA6660-570B-D04C-88B2-C932613AD3F9}" dt="2023-10-10T06:58:57.498" v="245" actId="700"/>
          <ac:spMkLst>
            <pc:docMk/>
            <pc:sldMk cId="989988788" sldId="473"/>
            <ac:spMk id="5" creationId="{A3B7485D-852F-5C4E-BA89-EE06ECEAE594}"/>
          </ac:spMkLst>
        </pc:spChg>
        <pc:spChg chg="del">
          <ac:chgData name="Loc Huynh" userId="80c0383e323bd6ea" providerId="LiveId" clId="{4DFA6660-570B-D04C-88B2-C932613AD3F9}" dt="2023-10-10T07:46:55.418" v="492" actId="478"/>
          <ac:spMkLst>
            <pc:docMk/>
            <pc:sldMk cId="989988788" sldId="473"/>
            <ac:spMk id="12" creationId="{4FCF6A7F-70C8-7542-A94B-B4B46FF04462}"/>
          </ac:spMkLst>
        </pc:spChg>
        <pc:spChg chg="del">
          <ac:chgData name="Loc Huynh" userId="80c0383e323bd6ea" providerId="LiveId" clId="{4DFA6660-570B-D04C-88B2-C932613AD3F9}" dt="2023-10-10T07:46:53.607" v="491" actId="478"/>
          <ac:spMkLst>
            <pc:docMk/>
            <pc:sldMk cId="989988788" sldId="473"/>
            <ac:spMk id="41" creationId="{B1D62F15-C26F-5444-89D0-544192A4DD6C}"/>
          </ac:spMkLst>
        </pc:spChg>
        <pc:spChg chg="del">
          <ac:chgData name="Loc Huynh" userId="80c0383e323bd6ea" providerId="LiveId" clId="{4DFA6660-570B-D04C-88B2-C932613AD3F9}" dt="2023-10-10T07:46:53.607" v="491" actId="478"/>
          <ac:spMkLst>
            <pc:docMk/>
            <pc:sldMk cId="989988788" sldId="473"/>
            <ac:spMk id="42" creationId="{6C8107EE-D8B6-F843-AC4A-11F2C53C4AB6}"/>
          </ac:spMkLst>
        </pc:spChg>
        <pc:graphicFrameChg chg="add mod modGraphic">
          <ac:chgData name="Loc Huynh" userId="80c0383e323bd6ea" providerId="LiveId" clId="{4DFA6660-570B-D04C-88B2-C932613AD3F9}" dt="2023-10-10T08:08:11.545" v="655" actId="1076"/>
          <ac:graphicFrameMkLst>
            <pc:docMk/>
            <pc:sldMk cId="989988788" sldId="473"/>
            <ac:graphicFrameMk id="6" creationId="{0E61788E-35DD-7DA7-D5EC-0F51A1EF4564}"/>
          </ac:graphicFrameMkLst>
        </pc:graphicFrameChg>
        <pc:graphicFrameChg chg="add del mod modGraphic">
          <ac:chgData name="Loc Huynh" userId="80c0383e323bd6ea" providerId="LiveId" clId="{4DFA6660-570B-D04C-88B2-C932613AD3F9}" dt="2023-10-10T08:08:21.656" v="657" actId="1076"/>
          <ac:graphicFrameMkLst>
            <pc:docMk/>
            <pc:sldMk cId="989988788" sldId="473"/>
            <ac:graphicFrameMk id="7" creationId="{0B4DBA07-6430-5771-4725-4FD857E94EFA}"/>
          </ac:graphicFrameMkLst>
        </pc:graphicFrameChg>
        <pc:graphicFrameChg chg="add mod">
          <ac:chgData name="Loc Huynh" userId="80c0383e323bd6ea" providerId="LiveId" clId="{4DFA6660-570B-D04C-88B2-C932613AD3F9}" dt="2023-10-10T08:09:39.569" v="672" actId="1076"/>
          <ac:graphicFrameMkLst>
            <pc:docMk/>
            <pc:sldMk cId="989988788" sldId="473"/>
            <ac:graphicFrameMk id="8" creationId="{49810958-4731-6263-4082-A27EEA1820B3}"/>
          </ac:graphicFrameMkLst>
        </pc:graphicFrameChg>
        <pc:graphicFrameChg chg="add mod">
          <ac:chgData name="Loc Huynh" userId="80c0383e323bd6ea" providerId="LiveId" clId="{4DFA6660-570B-D04C-88B2-C932613AD3F9}" dt="2023-10-10T08:09:39.569" v="672" actId="1076"/>
          <ac:graphicFrameMkLst>
            <pc:docMk/>
            <pc:sldMk cId="989988788" sldId="473"/>
            <ac:graphicFrameMk id="9" creationId="{057132C7-4EDB-E14E-9FB9-445A45FD12B5}"/>
          </ac:graphicFrameMkLst>
        </pc:graphicFrameChg>
        <pc:graphicFrameChg chg="del">
          <ac:chgData name="Loc Huynh" userId="80c0383e323bd6ea" providerId="LiveId" clId="{4DFA6660-570B-D04C-88B2-C932613AD3F9}" dt="2023-10-10T07:46:53.607" v="491" actId="478"/>
          <ac:graphicFrameMkLst>
            <pc:docMk/>
            <pc:sldMk cId="989988788" sldId="473"/>
            <ac:graphicFrameMk id="10" creationId="{F2026D02-DB6C-0B48-9F8E-D8B7AA555219}"/>
          </ac:graphicFrameMkLst>
        </pc:graphicFrameChg>
        <pc:graphicFrameChg chg="add mod modGraphic">
          <ac:chgData name="Loc Huynh" userId="80c0383e323bd6ea" providerId="LiveId" clId="{4DFA6660-570B-D04C-88B2-C932613AD3F9}" dt="2023-10-10T08:09:58.298" v="679" actId="1036"/>
          <ac:graphicFrameMkLst>
            <pc:docMk/>
            <pc:sldMk cId="989988788" sldId="473"/>
            <ac:graphicFrameMk id="11" creationId="{0F4BC9C3-9884-B089-0078-94AE7ACE9E1E}"/>
          </ac:graphicFrameMkLst>
        </pc:graphicFrameChg>
        <pc:graphicFrameChg chg="add mod modGraphic">
          <ac:chgData name="Loc Huynh" userId="80c0383e323bd6ea" providerId="LiveId" clId="{4DFA6660-570B-D04C-88B2-C932613AD3F9}" dt="2023-10-10T08:26:49.288" v="714" actId="1076"/>
          <ac:graphicFrameMkLst>
            <pc:docMk/>
            <pc:sldMk cId="989988788" sldId="473"/>
            <ac:graphicFrameMk id="18" creationId="{D4418367-4D83-31BD-FBD1-96D0D6380206}"/>
          </ac:graphicFrameMkLst>
        </pc:graphicFrameChg>
        <pc:cxnChg chg="add mod">
          <ac:chgData name="Loc Huynh" userId="80c0383e323bd6ea" providerId="LiveId" clId="{4DFA6660-570B-D04C-88B2-C932613AD3F9}" dt="2023-10-10T08:09:39.569" v="672" actId="1076"/>
          <ac:cxnSpMkLst>
            <pc:docMk/>
            <pc:sldMk cId="989988788" sldId="473"/>
            <ac:cxnSpMk id="14" creationId="{E813F704-A108-280F-6BFD-5E6381465F4F}"/>
          </ac:cxnSpMkLst>
        </pc:cxnChg>
        <pc:cxnChg chg="add mod">
          <ac:chgData name="Loc Huynh" userId="80c0383e323bd6ea" providerId="LiveId" clId="{4DFA6660-570B-D04C-88B2-C932613AD3F9}" dt="2023-10-10T08:09:39.569" v="672" actId="1076"/>
          <ac:cxnSpMkLst>
            <pc:docMk/>
            <pc:sldMk cId="989988788" sldId="473"/>
            <ac:cxnSpMk id="15" creationId="{E122238E-C880-CAB3-AA10-8F0EDCDECA71}"/>
          </ac:cxnSpMkLst>
        </pc:cxnChg>
        <pc:cxnChg chg="add mod">
          <ac:chgData name="Loc Huynh" userId="80c0383e323bd6ea" providerId="LiveId" clId="{4DFA6660-570B-D04C-88B2-C932613AD3F9}" dt="2023-10-10T08:09:39.569" v="672" actId="1076"/>
          <ac:cxnSpMkLst>
            <pc:docMk/>
            <pc:sldMk cId="989988788" sldId="473"/>
            <ac:cxnSpMk id="16" creationId="{C0E61E3D-3309-867D-D5A3-B89CBD3040D6}"/>
          </ac:cxnSpMkLst>
        </pc:cxnChg>
        <pc:cxnChg chg="add del mod">
          <ac:chgData name="Loc Huynh" userId="80c0383e323bd6ea" providerId="LiveId" clId="{4DFA6660-570B-D04C-88B2-C932613AD3F9}" dt="2023-10-10T08:08:48.926" v="663" actId="478"/>
          <ac:cxnSpMkLst>
            <pc:docMk/>
            <pc:sldMk cId="989988788" sldId="473"/>
            <ac:cxnSpMk id="17" creationId="{A30CD3CD-D89D-C5BD-0BB5-2EFDB12B7F79}"/>
          </ac:cxnSpMkLst>
        </pc:cxnChg>
        <pc:cxnChg chg="del mod">
          <ac:chgData name="Loc Huynh" userId="80c0383e323bd6ea" providerId="LiveId" clId="{4DFA6660-570B-D04C-88B2-C932613AD3F9}" dt="2023-10-10T07:46:53.607" v="491" actId="478"/>
          <ac:cxnSpMkLst>
            <pc:docMk/>
            <pc:sldMk cId="989988788" sldId="473"/>
            <ac:cxnSpMk id="29" creationId="{B3AA4C92-B0FB-7A4D-881A-BF96CBEA46CA}"/>
          </ac:cxnSpMkLst>
        </pc:cxnChg>
      </pc:sldChg>
      <pc:sldChg chg="modSp add mod">
        <pc:chgData name="Loc Huynh" userId="80c0383e323bd6ea" providerId="LiveId" clId="{4DFA6660-570B-D04C-88B2-C932613AD3F9}" dt="2023-10-10T08:51:44.047" v="861" actId="20577"/>
        <pc:sldMkLst>
          <pc:docMk/>
          <pc:sldMk cId="603624601" sldId="490"/>
        </pc:sldMkLst>
        <pc:spChg chg="mod">
          <ac:chgData name="Loc Huynh" userId="80c0383e323bd6ea" providerId="LiveId" clId="{4DFA6660-570B-D04C-88B2-C932613AD3F9}" dt="2023-10-10T08:51:44.047" v="861" actId="20577"/>
          <ac:spMkLst>
            <pc:docMk/>
            <pc:sldMk cId="603624601" sldId="490"/>
            <ac:spMk id="2" creationId="{1C111DD4-D6F5-0741-8C18-D64693B57757}"/>
          </ac:spMkLst>
        </pc:spChg>
        <pc:spChg chg="mod">
          <ac:chgData name="Loc Huynh" userId="80c0383e323bd6ea" providerId="LiveId" clId="{4DFA6660-570B-D04C-88B2-C932613AD3F9}" dt="2023-10-10T07:26:12.738" v="360" actId="207"/>
          <ac:spMkLst>
            <pc:docMk/>
            <pc:sldMk cId="603624601" sldId="490"/>
            <ac:spMk id="3" creationId="{7F7DFE1E-8A2D-6145-BBE1-74889E55A8BD}"/>
          </ac:spMkLst>
        </pc:spChg>
        <pc:spChg chg="mod">
          <ac:chgData name="Loc Huynh" userId="80c0383e323bd6ea" providerId="LiveId" clId="{4DFA6660-570B-D04C-88B2-C932613AD3F9}" dt="2023-10-10T07:06:45.467" v="314" actId="108"/>
          <ac:spMkLst>
            <pc:docMk/>
            <pc:sldMk cId="603624601" sldId="490"/>
            <ac:spMk id="27" creationId="{1E2D6E77-77BF-3847-A05B-2C5AEF2B23B8}"/>
          </ac:spMkLst>
        </pc:spChg>
        <pc:spChg chg="mod">
          <ac:chgData name="Loc Huynh" userId="80c0383e323bd6ea" providerId="LiveId" clId="{4DFA6660-570B-D04C-88B2-C932613AD3F9}" dt="2023-10-10T07:07:22.679" v="322" actId="14100"/>
          <ac:spMkLst>
            <pc:docMk/>
            <pc:sldMk cId="603624601" sldId="490"/>
            <ac:spMk id="30" creationId="{049A18B4-E692-8046-A715-0C3D5AA5F6DE}"/>
          </ac:spMkLst>
        </pc:spChg>
        <pc:picChg chg="mod">
          <ac:chgData name="Loc Huynh" userId="80c0383e323bd6ea" providerId="LiveId" clId="{4DFA6660-570B-D04C-88B2-C932613AD3F9}" dt="2023-10-10T07:06:56.533" v="316" actId="1076"/>
          <ac:picMkLst>
            <pc:docMk/>
            <pc:sldMk cId="603624601" sldId="490"/>
            <ac:picMk id="38" creationId="{607A03C8-723C-644B-93E3-57A742D6B618}"/>
          </ac:picMkLst>
        </pc:picChg>
      </pc:sldChg>
      <pc:sldChg chg="modSp mod">
        <pc:chgData name="Loc Huynh" userId="80c0383e323bd6ea" providerId="LiveId" clId="{4DFA6660-570B-D04C-88B2-C932613AD3F9}" dt="2023-10-17T04:14:27.686" v="11328" actId="20577"/>
        <pc:sldMkLst>
          <pc:docMk/>
          <pc:sldMk cId="2539440922" sldId="492"/>
        </pc:sldMkLst>
        <pc:spChg chg="mod">
          <ac:chgData name="Loc Huynh" userId="80c0383e323bd6ea" providerId="LiveId" clId="{4DFA6660-570B-D04C-88B2-C932613AD3F9}" dt="2023-10-17T04:14:27.686" v="11328" actId="20577"/>
          <ac:spMkLst>
            <pc:docMk/>
            <pc:sldMk cId="2539440922" sldId="492"/>
            <ac:spMk id="3" creationId="{5AF176FD-7669-EF49-B2D4-CDB406817E64}"/>
          </ac:spMkLst>
        </pc:spChg>
        <pc:spChg chg="mod">
          <ac:chgData name="Loc Huynh" userId="80c0383e323bd6ea" providerId="LiveId" clId="{4DFA6660-570B-D04C-88B2-C932613AD3F9}" dt="2023-10-17T01:32:01.207" v="8275" actId="20577"/>
          <ac:spMkLst>
            <pc:docMk/>
            <pc:sldMk cId="2539440922" sldId="492"/>
            <ac:spMk id="7" creationId="{0C974B13-B1B8-E148-903B-85C71136A561}"/>
          </ac:spMkLst>
        </pc:spChg>
      </pc:sldChg>
      <pc:sldChg chg="del">
        <pc:chgData name="Loc Huynh" userId="80c0383e323bd6ea" providerId="LiveId" clId="{4DFA6660-570B-D04C-88B2-C932613AD3F9}" dt="2023-10-10T06:20:53.320" v="7" actId="2696"/>
        <pc:sldMkLst>
          <pc:docMk/>
          <pc:sldMk cId="2617154263" sldId="511"/>
        </pc:sldMkLst>
      </pc:sldChg>
      <pc:sldChg chg="del">
        <pc:chgData name="Loc Huynh" userId="80c0383e323bd6ea" providerId="LiveId" clId="{4DFA6660-570B-D04C-88B2-C932613AD3F9}" dt="2023-10-10T06:20:53.414" v="37" actId="2696"/>
        <pc:sldMkLst>
          <pc:docMk/>
          <pc:sldMk cId="2377125062" sldId="513"/>
        </pc:sldMkLst>
      </pc:sldChg>
      <pc:sldChg chg="del">
        <pc:chgData name="Loc Huynh" userId="80c0383e323bd6ea" providerId="LiveId" clId="{4DFA6660-570B-D04C-88B2-C932613AD3F9}" dt="2023-10-10T06:20:53.346" v="14" actId="2696"/>
        <pc:sldMkLst>
          <pc:docMk/>
          <pc:sldMk cId="3891302056" sldId="520"/>
        </pc:sldMkLst>
      </pc:sldChg>
      <pc:sldChg chg="del">
        <pc:chgData name="Loc Huynh" userId="80c0383e323bd6ea" providerId="LiveId" clId="{4DFA6660-570B-D04C-88B2-C932613AD3F9}" dt="2023-10-10T06:20:53.356" v="17" actId="2696"/>
        <pc:sldMkLst>
          <pc:docMk/>
          <pc:sldMk cId="999604520" sldId="523"/>
        </pc:sldMkLst>
      </pc:sldChg>
      <pc:sldChg chg="del">
        <pc:chgData name="Loc Huynh" userId="80c0383e323bd6ea" providerId="LiveId" clId="{4DFA6660-570B-D04C-88B2-C932613AD3F9}" dt="2023-10-10T06:20:53.370" v="21" actId="2696"/>
        <pc:sldMkLst>
          <pc:docMk/>
          <pc:sldMk cId="1372734431" sldId="524"/>
        </pc:sldMkLst>
      </pc:sldChg>
      <pc:sldChg chg="del">
        <pc:chgData name="Loc Huynh" userId="80c0383e323bd6ea" providerId="LiveId" clId="{4DFA6660-570B-D04C-88B2-C932613AD3F9}" dt="2023-10-10T06:20:53.422" v="40" actId="2696"/>
        <pc:sldMkLst>
          <pc:docMk/>
          <pc:sldMk cId="980320550" sldId="525"/>
        </pc:sldMkLst>
      </pc:sldChg>
      <pc:sldChg chg="del">
        <pc:chgData name="Loc Huynh" userId="80c0383e323bd6ea" providerId="LiveId" clId="{4DFA6660-570B-D04C-88B2-C932613AD3F9}" dt="2023-10-10T06:20:53.394" v="29" actId="2696"/>
        <pc:sldMkLst>
          <pc:docMk/>
          <pc:sldMk cId="2662131259" sldId="526"/>
        </pc:sldMkLst>
      </pc:sldChg>
      <pc:sldChg chg="del">
        <pc:chgData name="Loc Huynh" userId="80c0383e323bd6ea" providerId="LiveId" clId="{4DFA6660-570B-D04C-88B2-C932613AD3F9}" dt="2023-10-10T06:20:53.350" v="15" actId="2696"/>
        <pc:sldMkLst>
          <pc:docMk/>
          <pc:sldMk cId="2161480600" sldId="527"/>
        </pc:sldMkLst>
      </pc:sldChg>
      <pc:sldChg chg="del">
        <pc:chgData name="Loc Huynh" userId="80c0383e323bd6ea" providerId="LiveId" clId="{4DFA6660-570B-D04C-88B2-C932613AD3F9}" dt="2023-10-10T06:20:53.409" v="35" actId="2696"/>
        <pc:sldMkLst>
          <pc:docMk/>
          <pc:sldMk cId="2977025325" sldId="531"/>
        </pc:sldMkLst>
      </pc:sldChg>
      <pc:sldChg chg="del">
        <pc:chgData name="Loc Huynh" userId="80c0383e323bd6ea" providerId="LiveId" clId="{4DFA6660-570B-D04C-88B2-C932613AD3F9}" dt="2023-10-10T06:20:53.391" v="28" actId="2696"/>
        <pc:sldMkLst>
          <pc:docMk/>
          <pc:sldMk cId="735003156" sldId="532"/>
        </pc:sldMkLst>
      </pc:sldChg>
      <pc:sldChg chg="del">
        <pc:chgData name="Loc Huynh" userId="80c0383e323bd6ea" providerId="LiveId" clId="{4DFA6660-570B-D04C-88B2-C932613AD3F9}" dt="2023-10-10T06:20:53.331" v="10" actId="2696"/>
        <pc:sldMkLst>
          <pc:docMk/>
          <pc:sldMk cId="385163853" sldId="533"/>
        </pc:sldMkLst>
      </pc:sldChg>
      <pc:sldChg chg="modSp add del mod">
        <pc:chgData name="Loc Huynh" userId="80c0383e323bd6ea" providerId="LiveId" clId="{4DFA6660-570B-D04C-88B2-C932613AD3F9}" dt="2023-10-11T08:10:06.581" v="3850" actId="2696"/>
        <pc:sldMkLst>
          <pc:docMk/>
          <pc:sldMk cId="1351623164" sldId="535"/>
        </pc:sldMkLst>
        <pc:spChg chg="mod">
          <ac:chgData name="Loc Huynh" userId="80c0383e323bd6ea" providerId="LiveId" clId="{4DFA6660-570B-D04C-88B2-C932613AD3F9}" dt="2023-10-10T06:20:57.805" v="69" actId="27636"/>
          <ac:spMkLst>
            <pc:docMk/>
            <pc:sldMk cId="1351623164" sldId="535"/>
            <ac:spMk id="2" creationId="{2E09F558-D333-EE4F-BF8A-DD5A2AF8E8E5}"/>
          </ac:spMkLst>
        </pc:spChg>
      </pc:sldChg>
      <pc:sldChg chg="modSp add mod">
        <pc:chgData name="Loc Huynh" userId="80c0383e323bd6ea" providerId="LiveId" clId="{4DFA6660-570B-D04C-88B2-C932613AD3F9}" dt="2023-10-17T00:41:08.836" v="5139" actId="20577"/>
        <pc:sldMkLst>
          <pc:docMk/>
          <pc:sldMk cId="1409185922" sldId="537"/>
        </pc:sldMkLst>
        <pc:spChg chg="mod">
          <ac:chgData name="Loc Huynh" userId="80c0383e323bd6ea" providerId="LiveId" clId="{4DFA6660-570B-D04C-88B2-C932613AD3F9}" dt="2023-10-11T08:35:19.941" v="4765" actId="20577"/>
          <ac:spMkLst>
            <pc:docMk/>
            <pc:sldMk cId="1409185922" sldId="537"/>
            <ac:spMk id="2" creationId="{2E09F558-D333-EE4F-BF8A-DD5A2AF8E8E5}"/>
          </ac:spMkLst>
        </pc:spChg>
        <pc:spChg chg="mod">
          <ac:chgData name="Loc Huynh" userId="80c0383e323bd6ea" providerId="LiveId" clId="{4DFA6660-570B-D04C-88B2-C932613AD3F9}" dt="2023-10-17T00:41:08.836" v="5139" actId="20577"/>
          <ac:spMkLst>
            <pc:docMk/>
            <pc:sldMk cId="1409185922" sldId="537"/>
            <ac:spMk id="3" creationId="{46E931EB-84F8-664B-A670-FCDDEF319EBC}"/>
          </ac:spMkLst>
        </pc:spChg>
        <pc:spChg chg="mod">
          <ac:chgData name="Loc Huynh" userId="80c0383e323bd6ea" providerId="LiveId" clId="{4DFA6660-570B-D04C-88B2-C932613AD3F9}" dt="2023-10-11T08:37:49.256" v="4930" actId="20577"/>
          <ac:spMkLst>
            <pc:docMk/>
            <pc:sldMk cId="1409185922" sldId="537"/>
            <ac:spMk id="10" creationId="{998BF656-F9BA-5A46-8229-E5C9DECE0629}"/>
          </ac:spMkLst>
        </pc:spChg>
        <pc:spChg chg="mod">
          <ac:chgData name="Loc Huynh" userId="80c0383e323bd6ea" providerId="LiveId" clId="{4DFA6660-570B-D04C-88B2-C932613AD3F9}" dt="2023-10-11T08:37:19.528" v="4920" actId="1035"/>
          <ac:spMkLst>
            <pc:docMk/>
            <pc:sldMk cId="1409185922" sldId="537"/>
            <ac:spMk id="14" creationId="{DDEDA72D-3E86-BB4E-9897-1E0EE72DD814}"/>
          </ac:spMkLst>
        </pc:spChg>
        <pc:spChg chg="mod">
          <ac:chgData name="Loc Huynh" userId="80c0383e323bd6ea" providerId="LiveId" clId="{4DFA6660-570B-D04C-88B2-C932613AD3F9}" dt="2023-10-11T08:37:44.076" v="4921"/>
          <ac:spMkLst>
            <pc:docMk/>
            <pc:sldMk cId="1409185922" sldId="537"/>
            <ac:spMk id="20" creationId="{DA3970C6-0779-8F4D-A87D-A1B2BD421D75}"/>
          </ac:spMkLst>
        </pc:spChg>
        <pc:spChg chg="mod">
          <ac:chgData name="Loc Huynh" userId="80c0383e323bd6ea" providerId="LiveId" clId="{4DFA6660-570B-D04C-88B2-C932613AD3F9}" dt="2023-10-11T08:37:19.528" v="4920" actId="1035"/>
          <ac:spMkLst>
            <pc:docMk/>
            <pc:sldMk cId="1409185922" sldId="537"/>
            <ac:spMk id="31" creationId="{E831C06C-F1C9-A743-B0AB-4EC34C07E8EA}"/>
          </ac:spMkLst>
        </pc:spChg>
        <pc:spChg chg="mod">
          <ac:chgData name="Loc Huynh" userId="80c0383e323bd6ea" providerId="LiveId" clId="{4DFA6660-570B-D04C-88B2-C932613AD3F9}" dt="2023-10-11T08:37:19.528" v="4920" actId="1035"/>
          <ac:spMkLst>
            <pc:docMk/>
            <pc:sldMk cId="1409185922" sldId="537"/>
            <ac:spMk id="36" creationId="{6C22481E-A6D1-3142-AA91-A289F99B1B28}"/>
          </ac:spMkLst>
        </pc:spChg>
        <pc:grpChg chg="mod">
          <ac:chgData name="Loc Huynh" userId="80c0383e323bd6ea" providerId="LiveId" clId="{4DFA6660-570B-D04C-88B2-C932613AD3F9}" dt="2023-10-11T08:37:19.528" v="4920" actId="1035"/>
          <ac:grpSpMkLst>
            <pc:docMk/>
            <pc:sldMk cId="1409185922" sldId="537"/>
            <ac:grpSpMk id="6" creationId="{CAF859FE-A3C4-D345-B5F6-601D37EC629F}"/>
          </ac:grpSpMkLst>
        </pc:grpChg>
        <pc:grpChg chg="mod">
          <ac:chgData name="Loc Huynh" userId="80c0383e323bd6ea" providerId="LiveId" clId="{4DFA6660-570B-D04C-88B2-C932613AD3F9}" dt="2023-10-11T08:37:19.528" v="4920" actId="1035"/>
          <ac:grpSpMkLst>
            <pc:docMk/>
            <pc:sldMk cId="1409185922" sldId="537"/>
            <ac:grpSpMk id="15" creationId="{1E78C782-EDB1-B443-94BB-B86DD5454D64}"/>
          </ac:grpSpMkLst>
        </pc:grpChg>
        <pc:grpChg chg="mod">
          <ac:chgData name="Loc Huynh" userId="80c0383e323bd6ea" providerId="LiveId" clId="{4DFA6660-570B-D04C-88B2-C932613AD3F9}" dt="2023-10-11T08:37:19.528" v="4920" actId="1035"/>
          <ac:grpSpMkLst>
            <pc:docMk/>
            <pc:sldMk cId="1409185922" sldId="537"/>
            <ac:grpSpMk id="21" creationId="{A5DDE433-A334-624E-8280-F6133E7C3342}"/>
          </ac:grpSpMkLst>
        </pc:grpChg>
        <pc:cxnChg chg="mod">
          <ac:chgData name="Loc Huynh" userId="80c0383e323bd6ea" providerId="LiveId" clId="{4DFA6660-570B-D04C-88B2-C932613AD3F9}" dt="2023-10-11T08:37:19.528" v="4920" actId="1035"/>
          <ac:cxnSpMkLst>
            <pc:docMk/>
            <pc:sldMk cId="1409185922" sldId="537"/>
            <ac:cxnSpMk id="26" creationId="{0C543A11-ABC9-C94B-9843-CDDC9D87230A}"/>
          </ac:cxnSpMkLst>
        </pc:cxnChg>
      </pc:sldChg>
      <pc:sldChg chg="del">
        <pc:chgData name="Loc Huynh" userId="80c0383e323bd6ea" providerId="LiveId" clId="{4DFA6660-570B-D04C-88B2-C932613AD3F9}" dt="2023-10-10T06:20:53.406" v="33" actId="2696"/>
        <pc:sldMkLst>
          <pc:docMk/>
          <pc:sldMk cId="659122072" sldId="544"/>
        </pc:sldMkLst>
      </pc:sldChg>
      <pc:sldChg chg="modSp add mod">
        <pc:chgData name="Loc Huynh" userId="80c0383e323bd6ea" providerId="LiveId" clId="{4DFA6660-570B-D04C-88B2-C932613AD3F9}" dt="2023-10-17T04:21:48.083" v="11389" actId="20577"/>
        <pc:sldMkLst>
          <pc:docMk/>
          <pc:sldMk cId="1201420370" sldId="552"/>
        </pc:sldMkLst>
        <pc:spChg chg="mod">
          <ac:chgData name="Loc Huynh" userId="80c0383e323bd6ea" providerId="LiveId" clId="{4DFA6660-570B-D04C-88B2-C932613AD3F9}" dt="2023-10-10T06:20:55.692" v="46" actId="27636"/>
          <ac:spMkLst>
            <pc:docMk/>
            <pc:sldMk cId="1201420370" sldId="552"/>
            <ac:spMk id="9" creationId="{932152F9-2B95-EF47-948C-A169795CCD17}"/>
          </ac:spMkLst>
        </pc:spChg>
        <pc:spChg chg="mod">
          <ac:chgData name="Loc Huynh" userId="80c0383e323bd6ea" providerId="LiveId" clId="{4DFA6660-570B-D04C-88B2-C932613AD3F9}" dt="2023-10-17T04:21:48.083" v="11389" actId="20577"/>
          <ac:spMkLst>
            <pc:docMk/>
            <pc:sldMk cId="1201420370" sldId="552"/>
            <ac:spMk id="10" creationId="{7953ABD5-A8EB-D044-B4BB-434D970AAAF6}"/>
          </ac:spMkLst>
        </pc:spChg>
      </pc:sldChg>
      <pc:sldChg chg="del">
        <pc:chgData name="Loc Huynh" userId="80c0383e323bd6ea" providerId="LiveId" clId="{4DFA6660-570B-D04C-88B2-C932613AD3F9}" dt="2023-10-10T06:20:53.285" v="0" actId="2696"/>
        <pc:sldMkLst>
          <pc:docMk/>
          <pc:sldMk cId="3361564997" sldId="552"/>
        </pc:sldMkLst>
      </pc:sldChg>
      <pc:sldChg chg="del">
        <pc:chgData name="Loc Huynh" userId="80c0383e323bd6ea" providerId="LiveId" clId="{4DFA6660-570B-D04C-88B2-C932613AD3F9}" dt="2023-10-10T06:20:53.491" v="41" actId="2696"/>
        <pc:sldMkLst>
          <pc:docMk/>
          <pc:sldMk cId="989988788" sldId="553"/>
        </pc:sldMkLst>
      </pc:sldChg>
      <pc:sldChg chg="addSp modSp add mod modAnim">
        <pc:chgData name="Loc Huynh" userId="80c0383e323bd6ea" providerId="LiveId" clId="{4DFA6660-570B-D04C-88B2-C932613AD3F9}" dt="2023-10-17T04:20:04.171" v="11374" actId="20577"/>
        <pc:sldMkLst>
          <pc:docMk/>
          <pc:sldMk cId="1106801070" sldId="553"/>
        </pc:sldMkLst>
        <pc:spChg chg="mod">
          <ac:chgData name="Loc Huynh" userId="80c0383e323bd6ea" providerId="LiveId" clId="{4DFA6660-570B-D04C-88B2-C932613AD3F9}" dt="2023-10-10T08:51:35.767" v="836" actId="20577"/>
          <ac:spMkLst>
            <pc:docMk/>
            <pc:sldMk cId="1106801070" sldId="553"/>
            <ac:spMk id="2" creationId="{48E5B212-AD2D-944A-A67E-766ADB8CB93E}"/>
          </ac:spMkLst>
        </pc:spChg>
        <pc:spChg chg="mod">
          <ac:chgData name="Loc Huynh" userId="80c0383e323bd6ea" providerId="LiveId" clId="{4DFA6660-570B-D04C-88B2-C932613AD3F9}" dt="2023-10-17T04:20:04.171" v="11374" actId="20577"/>
          <ac:spMkLst>
            <pc:docMk/>
            <pc:sldMk cId="1106801070" sldId="553"/>
            <ac:spMk id="3" creationId="{2F79A472-2FBD-3246-8E1B-63302D150924}"/>
          </ac:spMkLst>
        </pc:spChg>
        <pc:spChg chg="mod">
          <ac:chgData name="Loc Huynh" userId="80c0383e323bd6ea" providerId="LiveId" clId="{4DFA6660-570B-D04C-88B2-C932613AD3F9}" dt="2023-10-11T06:19:29.379" v="977" actId="1076"/>
          <ac:spMkLst>
            <pc:docMk/>
            <pc:sldMk cId="1106801070" sldId="553"/>
            <ac:spMk id="6" creationId="{67B4B4E7-46DA-7546-8C47-70AF13CDAC1A}"/>
          </ac:spMkLst>
        </pc:spChg>
        <pc:spChg chg="add mod">
          <ac:chgData name="Loc Huynh" userId="80c0383e323bd6ea" providerId="LiveId" clId="{4DFA6660-570B-D04C-88B2-C932613AD3F9}" dt="2023-10-11T06:37:47.262" v="1375" actId="1076"/>
          <ac:spMkLst>
            <pc:docMk/>
            <pc:sldMk cId="1106801070" sldId="553"/>
            <ac:spMk id="7" creationId="{13CC31FF-BDDF-8B3A-C72D-D41DC41BFA51}"/>
          </ac:spMkLst>
        </pc:spChg>
        <pc:spChg chg="add mod">
          <ac:chgData name="Loc Huynh" userId="80c0383e323bd6ea" providerId="LiveId" clId="{4DFA6660-570B-D04C-88B2-C932613AD3F9}" dt="2023-10-11T06:26:07.546" v="1155" actId="1076"/>
          <ac:spMkLst>
            <pc:docMk/>
            <pc:sldMk cId="1106801070" sldId="553"/>
            <ac:spMk id="8" creationId="{4B5124AA-4F31-2B58-E1BC-2047A4BAFD7D}"/>
          </ac:spMkLst>
        </pc:spChg>
        <pc:spChg chg="add mod">
          <ac:chgData name="Loc Huynh" userId="80c0383e323bd6ea" providerId="LiveId" clId="{4DFA6660-570B-D04C-88B2-C932613AD3F9}" dt="2023-10-11T06:37:59.094" v="1378" actId="1076"/>
          <ac:spMkLst>
            <pc:docMk/>
            <pc:sldMk cId="1106801070" sldId="553"/>
            <ac:spMk id="9" creationId="{975CD6BF-D05A-0752-B8CB-7C828240CA22}"/>
          </ac:spMkLst>
        </pc:spChg>
        <pc:spChg chg="add mod">
          <ac:chgData name="Loc Huynh" userId="80c0383e323bd6ea" providerId="LiveId" clId="{4DFA6660-570B-D04C-88B2-C932613AD3F9}" dt="2023-10-11T06:37:53.543" v="1377" actId="1076"/>
          <ac:spMkLst>
            <pc:docMk/>
            <pc:sldMk cId="1106801070" sldId="553"/>
            <ac:spMk id="12" creationId="{55CE9BB1-D419-E6E0-63FB-0CD5DDA53611}"/>
          </ac:spMkLst>
        </pc:spChg>
        <pc:spChg chg="add mod">
          <ac:chgData name="Loc Huynh" userId="80c0383e323bd6ea" providerId="LiveId" clId="{4DFA6660-570B-D04C-88B2-C932613AD3F9}" dt="2023-10-11T06:26:44.656" v="1161" actId="1076"/>
          <ac:spMkLst>
            <pc:docMk/>
            <pc:sldMk cId="1106801070" sldId="553"/>
            <ac:spMk id="15" creationId="{60E74E8E-E9D6-4225-74D3-D3B0D06E4906}"/>
          </ac:spMkLst>
        </pc:spChg>
        <pc:spChg chg="add mod">
          <ac:chgData name="Loc Huynh" userId="80c0383e323bd6ea" providerId="LiveId" clId="{4DFA6660-570B-D04C-88B2-C932613AD3F9}" dt="2023-10-11T06:37:59.094" v="1378" actId="1076"/>
          <ac:spMkLst>
            <pc:docMk/>
            <pc:sldMk cId="1106801070" sldId="553"/>
            <ac:spMk id="16" creationId="{D77B478B-A088-35B2-52C2-B0165899816D}"/>
          </ac:spMkLst>
        </pc:spChg>
        <pc:spChg chg="add mod">
          <ac:chgData name="Loc Huynh" userId="80c0383e323bd6ea" providerId="LiveId" clId="{4DFA6660-570B-D04C-88B2-C932613AD3F9}" dt="2023-10-11T06:37:24.113" v="1351" actId="1076"/>
          <ac:spMkLst>
            <pc:docMk/>
            <pc:sldMk cId="1106801070" sldId="553"/>
            <ac:spMk id="20" creationId="{8DC19ECF-498D-50AD-90B6-3B5586A64E5C}"/>
          </ac:spMkLst>
        </pc:spChg>
        <pc:cxnChg chg="add mod">
          <ac:chgData name="Loc Huynh" userId="80c0383e323bd6ea" providerId="LiveId" clId="{4DFA6660-570B-D04C-88B2-C932613AD3F9}" dt="2023-10-11T06:37:50.035" v="1376" actId="14100"/>
          <ac:cxnSpMkLst>
            <pc:docMk/>
            <pc:sldMk cId="1106801070" sldId="553"/>
            <ac:cxnSpMk id="10" creationId="{01AB7F0B-B237-E12C-1804-87D95702617B}"/>
          </ac:cxnSpMkLst>
        </pc:cxnChg>
        <pc:cxnChg chg="add mod">
          <ac:chgData name="Loc Huynh" userId="80c0383e323bd6ea" providerId="LiveId" clId="{4DFA6660-570B-D04C-88B2-C932613AD3F9}" dt="2023-10-11T06:26:07.546" v="1155" actId="1076"/>
          <ac:cxnSpMkLst>
            <pc:docMk/>
            <pc:sldMk cId="1106801070" sldId="553"/>
            <ac:cxnSpMk id="13" creationId="{BEA8C71E-802A-37D9-60EC-34332EA4712F}"/>
          </ac:cxnSpMkLst>
        </pc:cxnChg>
        <pc:cxnChg chg="add mod">
          <ac:chgData name="Loc Huynh" userId="80c0383e323bd6ea" providerId="LiveId" clId="{4DFA6660-570B-D04C-88B2-C932613AD3F9}" dt="2023-10-11T06:37:59.094" v="1378" actId="1076"/>
          <ac:cxnSpMkLst>
            <pc:docMk/>
            <pc:sldMk cId="1106801070" sldId="553"/>
            <ac:cxnSpMk id="17" creationId="{1B24249C-BA9D-43F4-53A6-C3B361E9851E}"/>
          </ac:cxnSpMkLst>
        </pc:cxnChg>
      </pc:sldChg>
      <pc:sldChg chg="del">
        <pc:chgData name="Loc Huynh" userId="80c0383e323bd6ea" providerId="LiveId" clId="{4DFA6660-570B-D04C-88B2-C932613AD3F9}" dt="2023-10-10T06:20:53.407" v="34" actId="2696"/>
        <pc:sldMkLst>
          <pc:docMk/>
          <pc:sldMk cId="500954117" sldId="554"/>
        </pc:sldMkLst>
      </pc:sldChg>
      <pc:sldChg chg="addSp delSp modSp add mod delAnim modAnim">
        <pc:chgData name="Loc Huynh" userId="80c0383e323bd6ea" providerId="LiveId" clId="{4DFA6660-570B-D04C-88B2-C932613AD3F9}" dt="2023-10-17T04:20:20.999" v="11378"/>
        <pc:sldMkLst>
          <pc:docMk/>
          <pc:sldMk cId="2167484787" sldId="554"/>
        </pc:sldMkLst>
        <pc:spChg chg="mod">
          <ac:chgData name="Loc Huynh" userId="80c0383e323bd6ea" providerId="LiveId" clId="{4DFA6660-570B-D04C-88B2-C932613AD3F9}" dt="2023-10-10T08:52:07.878" v="877" actId="20577"/>
          <ac:spMkLst>
            <pc:docMk/>
            <pc:sldMk cId="2167484787" sldId="554"/>
            <ac:spMk id="2" creationId="{48E5B212-AD2D-944A-A67E-766ADB8CB93E}"/>
          </ac:spMkLst>
        </pc:spChg>
        <pc:spChg chg="mod">
          <ac:chgData name="Loc Huynh" userId="80c0383e323bd6ea" providerId="LiveId" clId="{4DFA6660-570B-D04C-88B2-C932613AD3F9}" dt="2023-10-11T06:31:54.242" v="1235" actId="20577"/>
          <ac:spMkLst>
            <pc:docMk/>
            <pc:sldMk cId="2167484787" sldId="554"/>
            <ac:spMk id="3" creationId="{2F79A472-2FBD-3246-8E1B-63302D150924}"/>
          </ac:spMkLst>
        </pc:spChg>
        <pc:spChg chg="mod">
          <ac:chgData name="Loc Huynh" userId="80c0383e323bd6ea" providerId="LiveId" clId="{4DFA6660-570B-D04C-88B2-C932613AD3F9}" dt="2023-10-11T06:45:44.821" v="1499"/>
          <ac:spMkLst>
            <pc:docMk/>
            <pc:sldMk cId="2167484787" sldId="554"/>
            <ac:spMk id="5" creationId="{A9223618-785F-954A-A58D-438CDAB0F964}"/>
          </ac:spMkLst>
        </pc:spChg>
        <pc:spChg chg="del">
          <ac:chgData name="Loc Huynh" userId="80c0383e323bd6ea" providerId="LiveId" clId="{4DFA6660-570B-D04C-88B2-C932613AD3F9}" dt="2023-10-11T06:32:11.941" v="1238" actId="478"/>
          <ac:spMkLst>
            <pc:docMk/>
            <pc:sldMk cId="2167484787" sldId="554"/>
            <ac:spMk id="6" creationId="{7F3B58E6-CDDB-DF47-B38E-B47A8526B658}"/>
          </ac:spMkLst>
        </pc:spChg>
        <pc:spChg chg="add mod">
          <ac:chgData name="Loc Huynh" userId="80c0383e323bd6ea" providerId="LiveId" clId="{4DFA6660-570B-D04C-88B2-C932613AD3F9}" dt="2023-10-11T06:30:13.458" v="1230" actId="207"/>
          <ac:spMkLst>
            <pc:docMk/>
            <pc:sldMk cId="2167484787" sldId="554"/>
            <ac:spMk id="7" creationId="{859189EB-DB73-C1C9-29AA-AC36EE338C29}"/>
          </ac:spMkLst>
        </pc:spChg>
        <pc:spChg chg="add del mod">
          <ac:chgData name="Loc Huynh" userId="80c0383e323bd6ea" providerId="LiveId" clId="{4DFA6660-570B-D04C-88B2-C932613AD3F9}" dt="2023-10-11T06:35:41.514" v="1322" actId="1076"/>
          <ac:spMkLst>
            <pc:docMk/>
            <pc:sldMk cId="2167484787" sldId="554"/>
            <ac:spMk id="15" creationId="{BF6EF824-F5F1-53C7-6F95-03861BD16923}"/>
          </ac:spMkLst>
        </pc:spChg>
        <pc:spChg chg="add mod">
          <ac:chgData name="Loc Huynh" userId="80c0383e323bd6ea" providerId="LiveId" clId="{4DFA6660-570B-D04C-88B2-C932613AD3F9}" dt="2023-10-11T06:35:48.896" v="1323" actId="1076"/>
          <ac:spMkLst>
            <pc:docMk/>
            <pc:sldMk cId="2167484787" sldId="554"/>
            <ac:spMk id="16" creationId="{57D18B7C-219C-29B3-5FB8-86B2589BFEDC}"/>
          </ac:spMkLst>
        </pc:spChg>
        <pc:spChg chg="add mod">
          <ac:chgData name="Loc Huynh" userId="80c0383e323bd6ea" providerId="LiveId" clId="{4DFA6660-570B-D04C-88B2-C932613AD3F9}" dt="2023-10-11T06:36:00.354" v="1324" actId="1076"/>
          <ac:spMkLst>
            <pc:docMk/>
            <pc:sldMk cId="2167484787" sldId="554"/>
            <ac:spMk id="17" creationId="{47682782-AEE9-7A24-4B73-CD22263F1A59}"/>
          </ac:spMkLst>
        </pc:spChg>
        <pc:spChg chg="add del mod">
          <ac:chgData name="Loc Huynh" userId="80c0383e323bd6ea" providerId="LiveId" clId="{4DFA6660-570B-D04C-88B2-C932613AD3F9}" dt="2023-10-11T06:39:29.509" v="1399" actId="478"/>
          <ac:spMkLst>
            <pc:docMk/>
            <pc:sldMk cId="2167484787" sldId="554"/>
            <ac:spMk id="21" creationId="{27E34C09-B8C2-5FC0-3A4D-C606DB4C3A15}"/>
          </ac:spMkLst>
        </pc:spChg>
        <pc:spChg chg="add del mod">
          <ac:chgData name="Loc Huynh" userId="80c0383e323bd6ea" providerId="LiveId" clId="{4DFA6660-570B-D04C-88B2-C932613AD3F9}" dt="2023-10-11T06:39:31.099" v="1400" actId="478"/>
          <ac:spMkLst>
            <pc:docMk/>
            <pc:sldMk cId="2167484787" sldId="554"/>
            <ac:spMk id="23" creationId="{64F7F72E-6773-1025-07A1-0BBD03566A68}"/>
          </ac:spMkLst>
        </pc:spChg>
        <pc:spChg chg="add del mod">
          <ac:chgData name="Loc Huynh" userId="80c0383e323bd6ea" providerId="LiveId" clId="{4DFA6660-570B-D04C-88B2-C932613AD3F9}" dt="2023-10-11T06:39:33.457" v="1401" actId="478"/>
          <ac:spMkLst>
            <pc:docMk/>
            <pc:sldMk cId="2167484787" sldId="554"/>
            <ac:spMk id="24" creationId="{F53025FF-49EF-5B23-8B56-E0C81071CB29}"/>
          </ac:spMkLst>
        </pc:spChg>
        <pc:spChg chg="add mod">
          <ac:chgData name="Loc Huynh" userId="80c0383e323bd6ea" providerId="LiveId" clId="{4DFA6660-570B-D04C-88B2-C932613AD3F9}" dt="2023-10-11T06:46:00.932" v="1503" actId="14100"/>
          <ac:spMkLst>
            <pc:docMk/>
            <pc:sldMk cId="2167484787" sldId="554"/>
            <ac:spMk id="40" creationId="{30581760-8EC2-D37D-8DB5-DD7DFFCC0CA4}"/>
          </ac:spMkLst>
        </pc:spChg>
        <pc:grpChg chg="del">
          <ac:chgData name="Loc Huynh" userId="80c0383e323bd6ea" providerId="LiveId" clId="{4DFA6660-570B-D04C-88B2-C932613AD3F9}" dt="2023-10-11T06:35:07.027" v="1311" actId="478"/>
          <ac:grpSpMkLst>
            <pc:docMk/>
            <pc:sldMk cId="2167484787" sldId="554"/>
            <ac:grpSpMk id="20" creationId="{C5412076-4943-F74D-8706-09BEB5A51878}"/>
          </ac:grpSpMkLst>
        </pc:grpChg>
        <pc:graphicFrameChg chg="add mod modGraphic">
          <ac:chgData name="Loc Huynh" userId="80c0383e323bd6ea" providerId="LiveId" clId="{4DFA6660-570B-D04C-88B2-C932613AD3F9}" dt="2023-10-11T06:43:50.626" v="1463" actId="403"/>
          <ac:graphicFrameMkLst>
            <pc:docMk/>
            <pc:sldMk cId="2167484787" sldId="554"/>
            <ac:graphicFrameMk id="31" creationId="{8B72AF57-7903-F5BB-1867-CEC2B224EFD9}"/>
          </ac:graphicFrameMkLst>
        </pc:graphicFrameChg>
        <pc:graphicFrameChg chg="add mod modGraphic">
          <ac:chgData name="Loc Huynh" userId="80c0383e323bd6ea" providerId="LiveId" clId="{4DFA6660-570B-D04C-88B2-C932613AD3F9}" dt="2023-10-11T06:46:47.897" v="1507" actId="113"/>
          <ac:graphicFrameMkLst>
            <pc:docMk/>
            <pc:sldMk cId="2167484787" sldId="554"/>
            <ac:graphicFrameMk id="34" creationId="{2DFEFC77-09CB-4FCB-0324-55B8398730AA}"/>
          </ac:graphicFrameMkLst>
        </pc:graphicFrameChg>
        <pc:graphicFrameChg chg="add mod modGraphic">
          <ac:chgData name="Loc Huynh" userId="80c0383e323bd6ea" providerId="LiveId" clId="{4DFA6660-570B-D04C-88B2-C932613AD3F9}" dt="2023-10-11T06:46:44.402" v="1506" actId="113"/>
          <ac:graphicFrameMkLst>
            <pc:docMk/>
            <pc:sldMk cId="2167484787" sldId="554"/>
            <ac:graphicFrameMk id="38" creationId="{94A25F02-A240-5699-78AD-2F54A2D64B84}"/>
          </ac:graphicFrameMkLst>
        </pc:graphicFrameChg>
        <pc:cxnChg chg="add mod">
          <ac:chgData name="Loc Huynh" userId="80c0383e323bd6ea" providerId="LiveId" clId="{4DFA6660-570B-D04C-88B2-C932613AD3F9}" dt="2023-10-11T06:43:18.525" v="1458" actId="1076"/>
          <ac:cxnSpMkLst>
            <pc:docMk/>
            <pc:sldMk cId="2167484787" sldId="554"/>
            <ac:cxnSpMk id="18" creationId="{0A5ED100-AD95-62DD-66E5-8FE4BF777147}"/>
          </ac:cxnSpMkLst>
        </pc:cxnChg>
        <pc:cxnChg chg="add mod">
          <ac:chgData name="Loc Huynh" userId="80c0383e323bd6ea" providerId="LiveId" clId="{4DFA6660-570B-D04C-88B2-C932613AD3F9}" dt="2023-10-11T06:43:27.554" v="1459" actId="1076"/>
          <ac:cxnSpMkLst>
            <pc:docMk/>
            <pc:sldMk cId="2167484787" sldId="554"/>
            <ac:cxnSpMk id="22" creationId="{4D928AA1-080F-B43E-1A71-205A4E401B06}"/>
          </ac:cxnSpMkLst>
        </pc:cxnChg>
        <pc:cxnChg chg="add mod">
          <ac:chgData name="Loc Huynh" userId="80c0383e323bd6ea" providerId="LiveId" clId="{4DFA6660-570B-D04C-88B2-C932613AD3F9}" dt="2023-10-11T06:46:33.318" v="1505" actId="1076"/>
          <ac:cxnSpMkLst>
            <pc:docMk/>
            <pc:sldMk cId="2167484787" sldId="554"/>
            <ac:cxnSpMk id="25" creationId="{66D85844-2B62-C912-2639-46D1CCEE8C42}"/>
          </ac:cxnSpMkLst>
        </pc:cxnChg>
      </pc:sldChg>
      <pc:sldChg chg="del">
        <pc:chgData name="Loc Huynh" userId="80c0383e323bd6ea" providerId="LiveId" clId="{4DFA6660-570B-D04C-88B2-C932613AD3F9}" dt="2023-10-10T06:20:53.379" v="24" actId="2696"/>
        <pc:sldMkLst>
          <pc:docMk/>
          <pc:sldMk cId="2099724931" sldId="555"/>
        </pc:sldMkLst>
      </pc:sldChg>
      <pc:sldChg chg="modSp add del mod">
        <pc:chgData name="Loc Huynh" userId="80c0383e323bd6ea" providerId="LiveId" clId="{4DFA6660-570B-D04C-88B2-C932613AD3F9}" dt="2023-10-11T06:46:03.274" v="1504" actId="2696"/>
        <pc:sldMkLst>
          <pc:docMk/>
          <pc:sldMk cId="3073477337" sldId="555"/>
        </pc:sldMkLst>
        <pc:spChg chg="mod">
          <ac:chgData name="Loc Huynh" userId="80c0383e323bd6ea" providerId="LiveId" clId="{4DFA6660-570B-D04C-88B2-C932613AD3F9}" dt="2023-10-10T06:20:56.378" v="56" actId="27636"/>
          <ac:spMkLst>
            <pc:docMk/>
            <pc:sldMk cId="3073477337" sldId="555"/>
            <ac:spMk id="2" creationId="{48E5B212-AD2D-944A-A67E-766ADB8CB93E}"/>
          </ac:spMkLst>
        </pc:spChg>
      </pc:sldChg>
      <pc:sldChg chg="modSp add del mod">
        <pc:chgData name="Loc Huynh" userId="80c0383e323bd6ea" providerId="LiveId" clId="{4DFA6660-570B-D04C-88B2-C932613AD3F9}" dt="2023-10-11T07:48:56.799" v="3537" actId="20577"/>
        <pc:sldMkLst>
          <pc:docMk/>
          <pc:sldMk cId="3621644574" sldId="556"/>
        </pc:sldMkLst>
        <pc:spChg chg="mod">
          <ac:chgData name="Loc Huynh" userId="80c0383e323bd6ea" providerId="LiveId" clId="{4DFA6660-570B-D04C-88B2-C932613AD3F9}" dt="2023-10-11T07:48:30.050" v="3502"/>
          <ac:spMkLst>
            <pc:docMk/>
            <pc:sldMk cId="3621644574" sldId="556"/>
            <ac:spMk id="2" creationId="{A141AF66-68E7-B54F-A0AE-E8D51FA0DFE6}"/>
          </ac:spMkLst>
        </pc:spChg>
        <pc:spChg chg="mod">
          <ac:chgData name="Loc Huynh" userId="80c0383e323bd6ea" providerId="LiveId" clId="{4DFA6660-570B-D04C-88B2-C932613AD3F9}" dt="2023-10-11T07:48:56.799" v="3537" actId="20577"/>
          <ac:spMkLst>
            <pc:docMk/>
            <pc:sldMk cId="3621644574" sldId="556"/>
            <ac:spMk id="3" creationId="{32B2AE70-993F-724C-BED2-B73A399FFD02}"/>
          </ac:spMkLst>
        </pc:spChg>
      </pc:sldChg>
      <pc:sldChg chg="modSp add del mod">
        <pc:chgData name="Loc Huynh" userId="80c0383e323bd6ea" providerId="LiveId" clId="{4DFA6660-570B-D04C-88B2-C932613AD3F9}" dt="2023-10-11T06:53:45.752" v="1707" actId="2696"/>
        <pc:sldMkLst>
          <pc:docMk/>
          <pc:sldMk cId="4064708885" sldId="556"/>
        </pc:sldMkLst>
        <pc:spChg chg="mod">
          <ac:chgData name="Loc Huynh" userId="80c0383e323bd6ea" providerId="LiveId" clId="{4DFA6660-570B-D04C-88B2-C932613AD3F9}" dt="2023-10-10T06:20:56.517" v="57" actId="27636"/>
          <ac:spMkLst>
            <pc:docMk/>
            <pc:sldMk cId="4064708885" sldId="556"/>
            <ac:spMk id="2" creationId="{48E5B212-AD2D-944A-A67E-766ADB8CB93E}"/>
          </ac:spMkLst>
        </pc:spChg>
      </pc:sldChg>
      <pc:sldChg chg="addSp delSp modSp add mod delAnim modAnim chgLayout">
        <pc:chgData name="Loc Huynh" userId="80c0383e323bd6ea" providerId="LiveId" clId="{4DFA6660-570B-D04C-88B2-C932613AD3F9}" dt="2023-10-17T00:39:11.039" v="5135" actId="20577"/>
        <pc:sldMkLst>
          <pc:docMk/>
          <pc:sldMk cId="1248894011" sldId="557"/>
        </pc:sldMkLst>
        <pc:spChg chg="mod ord modVis">
          <ac:chgData name="Loc Huynh" userId="80c0383e323bd6ea" providerId="LiveId" clId="{4DFA6660-570B-D04C-88B2-C932613AD3F9}" dt="2023-10-11T07:19:45.681" v="2305" actId="20577"/>
          <ac:spMkLst>
            <pc:docMk/>
            <pc:sldMk cId="1248894011" sldId="557"/>
            <ac:spMk id="2" creationId="{EC0F4F19-CDDB-1C4F-A9F1-22038DE3F96F}"/>
          </ac:spMkLst>
        </pc:spChg>
        <pc:spChg chg="mod ord modVis">
          <ac:chgData name="Loc Huynh" userId="80c0383e323bd6ea" providerId="LiveId" clId="{4DFA6660-570B-D04C-88B2-C932613AD3F9}" dt="2023-10-17T00:39:11.039" v="5135" actId="20577"/>
          <ac:spMkLst>
            <pc:docMk/>
            <pc:sldMk cId="1248894011" sldId="557"/>
            <ac:spMk id="3" creationId="{DEFFE193-C4BB-2849-89BA-0B1B39510D26}"/>
          </ac:spMkLst>
        </pc:spChg>
        <pc:spChg chg="mod ord modVis">
          <ac:chgData name="Loc Huynh" userId="80c0383e323bd6ea" providerId="LiveId" clId="{4DFA6660-570B-D04C-88B2-C932613AD3F9}" dt="2023-10-11T07:08:45.995" v="2070" actId="14429"/>
          <ac:spMkLst>
            <pc:docMk/>
            <pc:sldMk cId="1248894011" sldId="557"/>
            <ac:spMk id="4" creationId="{534F35F3-071C-EE42-BB61-41C4E2F2B2B3}"/>
          </ac:spMkLst>
        </pc:spChg>
        <pc:spChg chg="mod ord">
          <ac:chgData name="Loc Huynh" userId="80c0383e323bd6ea" providerId="LiveId" clId="{4DFA6660-570B-D04C-88B2-C932613AD3F9}" dt="2023-10-11T07:04:30.926" v="1981" actId="700"/>
          <ac:spMkLst>
            <pc:docMk/>
            <pc:sldMk cId="1248894011" sldId="557"/>
            <ac:spMk id="5" creationId="{145A04A2-69FE-8042-8ED0-0C21AA3910D2}"/>
          </ac:spMkLst>
        </pc:spChg>
        <pc:spChg chg="del">
          <ac:chgData name="Loc Huynh" userId="80c0383e323bd6ea" providerId="LiveId" clId="{4DFA6660-570B-D04C-88B2-C932613AD3F9}" dt="2023-10-11T07:06:20.523" v="2042" actId="478"/>
          <ac:spMkLst>
            <pc:docMk/>
            <pc:sldMk cId="1248894011" sldId="557"/>
            <ac:spMk id="6" creationId="{05BECB29-DCF3-5D4A-B546-9BA49FC890DE}"/>
          </ac:spMkLst>
        </pc:spChg>
        <pc:spChg chg="del mod">
          <ac:chgData name="Loc Huynh" userId="80c0383e323bd6ea" providerId="LiveId" clId="{4DFA6660-570B-D04C-88B2-C932613AD3F9}" dt="2023-10-11T07:07:09.394" v="2045" actId="478"/>
          <ac:spMkLst>
            <pc:docMk/>
            <pc:sldMk cId="1248894011" sldId="557"/>
            <ac:spMk id="8" creationId="{2D58C310-058D-5A43-A261-44A717FAE86A}"/>
          </ac:spMkLst>
        </pc:spChg>
        <pc:spChg chg="del mod">
          <ac:chgData name="Loc Huynh" userId="80c0383e323bd6ea" providerId="LiveId" clId="{4DFA6660-570B-D04C-88B2-C932613AD3F9}" dt="2023-10-11T07:07:09.394" v="2045" actId="478"/>
          <ac:spMkLst>
            <pc:docMk/>
            <pc:sldMk cId="1248894011" sldId="557"/>
            <ac:spMk id="9" creationId="{27C0BECA-BFF3-3748-84FF-A82C49184FFB}"/>
          </ac:spMkLst>
        </pc:spChg>
        <pc:spChg chg="del mod">
          <ac:chgData name="Loc Huynh" userId="80c0383e323bd6ea" providerId="LiveId" clId="{4DFA6660-570B-D04C-88B2-C932613AD3F9}" dt="2023-10-11T07:07:09.394" v="2045" actId="478"/>
          <ac:spMkLst>
            <pc:docMk/>
            <pc:sldMk cId="1248894011" sldId="557"/>
            <ac:spMk id="10" creationId="{11963FB4-A567-E047-88AF-1002F3A64E64}"/>
          </ac:spMkLst>
        </pc:spChg>
        <pc:spChg chg="del mod">
          <ac:chgData name="Loc Huynh" userId="80c0383e323bd6ea" providerId="LiveId" clId="{4DFA6660-570B-D04C-88B2-C932613AD3F9}" dt="2023-10-11T07:10:15.876" v="2094" actId="478"/>
          <ac:spMkLst>
            <pc:docMk/>
            <pc:sldMk cId="1248894011" sldId="557"/>
            <ac:spMk id="12" creationId="{97D6EE20-B148-1F4D-82A1-5B42FC718B67}"/>
          </ac:spMkLst>
        </pc:spChg>
        <pc:spChg chg="del mod">
          <ac:chgData name="Loc Huynh" userId="80c0383e323bd6ea" providerId="LiveId" clId="{4DFA6660-570B-D04C-88B2-C932613AD3F9}" dt="2023-10-11T07:10:15.876" v="2094" actId="478"/>
          <ac:spMkLst>
            <pc:docMk/>
            <pc:sldMk cId="1248894011" sldId="557"/>
            <ac:spMk id="13" creationId="{44C8ED72-C69C-974D-9FA0-47A4B953BD6B}"/>
          </ac:spMkLst>
        </pc:spChg>
        <pc:spChg chg="del mod">
          <ac:chgData name="Loc Huynh" userId="80c0383e323bd6ea" providerId="LiveId" clId="{4DFA6660-570B-D04C-88B2-C932613AD3F9}" dt="2023-10-11T07:10:15.876" v="2094" actId="478"/>
          <ac:spMkLst>
            <pc:docMk/>
            <pc:sldMk cId="1248894011" sldId="557"/>
            <ac:spMk id="14" creationId="{74D5D50A-4992-1C44-9AA5-49FAE11AF62E}"/>
          </ac:spMkLst>
        </pc:spChg>
        <pc:spChg chg="del mod">
          <ac:chgData name="Loc Huynh" userId="80c0383e323bd6ea" providerId="LiveId" clId="{4DFA6660-570B-D04C-88B2-C932613AD3F9}" dt="2023-10-11T07:10:15.876" v="2094" actId="478"/>
          <ac:spMkLst>
            <pc:docMk/>
            <pc:sldMk cId="1248894011" sldId="557"/>
            <ac:spMk id="15" creationId="{7C1C7ADE-3A52-2040-95CC-EA9B7E7C8615}"/>
          </ac:spMkLst>
        </pc:spChg>
        <pc:spChg chg="add mod">
          <ac:chgData name="Loc Huynh" userId="80c0383e323bd6ea" providerId="LiveId" clId="{4DFA6660-570B-D04C-88B2-C932613AD3F9}" dt="2023-10-11T07:19:36.768" v="2285" actId="20577"/>
          <ac:spMkLst>
            <pc:docMk/>
            <pc:sldMk cId="1248894011" sldId="557"/>
            <ac:spMk id="16" creationId="{130AB468-C11C-06E9-421A-61EE37998E76}"/>
          </ac:spMkLst>
        </pc:spChg>
        <pc:spChg chg="add del mod modVis">
          <ac:chgData name="Loc Huynh" userId="80c0383e323bd6ea" providerId="LiveId" clId="{4DFA6660-570B-D04C-88B2-C932613AD3F9}" dt="2023-10-11T07:19:58.495" v="2311" actId="478"/>
          <ac:spMkLst>
            <pc:docMk/>
            <pc:sldMk cId="1248894011" sldId="557"/>
            <ac:spMk id="18" creationId="{8CD84EEA-FAC0-41DE-ADB6-A1FBB9C39BA5}"/>
          </ac:spMkLst>
        </pc:spChg>
        <pc:spChg chg="add del mod modVis">
          <ac:chgData name="Loc Huynh" userId="80c0383e323bd6ea" providerId="LiveId" clId="{4DFA6660-570B-D04C-88B2-C932613AD3F9}" dt="2023-10-11T07:19:58.495" v="2311" actId="478"/>
          <ac:spMkLst>
            <pc:docMk/>
            <pc:sldMk cId="1248894011" sldId="557"/>
            <ac:spMk id="20" creationId="{81F4244E-95ED-EFF4-DCEA-7D89200BF64F}"/>
          </ac:spMkLst>
        </pc:spChg>
        <pc:spChg chg="add del mod modVis">
          <ac:chgData name="Loc Huynh" userId="80c0383e323bd6ea" providerId="LiveId" clId="{4DFA6660-570B-D04C-88B2-C932613AD3F9}" dt="2023-10-11T07:19:58.495" v="2311" actId="478"/>
          <ac:spMkLst>
            <pc:docMk/>
            <pc:sldMk cId="1248894011" sldId="557"/>
            <ac:spMk id="21" creationId="{927A91ED-7998-C29B-2175-C1CB5DE7A54E}"/>
          </ac:spMkLst>
        </pc:spChg>
        <pc:spChg chg="add mod">
          <ac:chgData name="Loc Huynh" userId="80c0383e323bd6ea" providerId="LiveId" clId="{4DFA6660-570B-D04C-88B2-C932613AD3F9}" dt="2023-10-11T07:20:48.224" v="2359" actId="114"/>
          <ac:spMkLst>
            <pc:docMk/>
            <pc:sldMk cId="1248894011" sldId="557"/>
            <ac:spMk id="22" creationId="{F32DDF1C-6173-7FC7-D9FF-6CABF852CBED}"/>
          </ac:spMkLst>
        </pc:spChg>
        <pc:graphicFrameChg chg="del mod">
          <ac:chgData name="Loc Huynh" userId="80c0383e323bd6ea" providerId="LiveId" clId="{4DFA6660-570B-D04C-88B2-C932613AD3F9}" dt="2023-10-11T07:07:09.394" v="2045" actId="478"/>
          <ac:graphicFrameMkLst>
            <pc:docMk/>
            <pc:sldMk cId="1248894011" sldId="557"/>
            <ac:graphicFrameMk id="7" creationId="{3406D780-F5C7-3C46-8BBC-9A6A233FF374}"/>
          </ac:graphicFrameMkLst>
        </pc:graphicFrameChg>
        <pc:graphicFrameChg chg="add del mod modVis modGraphic">
          <ac:chgData name="Loc Huynh" userId="80c0383e323bd6ea" providerId="LiveId" clId="{4DFA6660-570B-D04C-88B2-C932613AD3F9}" dt="2023-10-11T07:19:58.495" v="2311" actId="478"/>
          <ac:graphicFrameMkLst>
            <pc:docMk/>
            <pc:sldMk cId="1248894011" sldId="557"/>
            <ac:graphicFrameMk id="17" creationId="{72819840-B73A-ECA6-E665-02420476A10C}"/>
          </ac:graphicFrameMkLst>
        </pc:graphicFrameChg>
        <pc:cxnChg chg="del mod">
          <ac:chgData name="Loc Huynh" userId="80c0383e323bd6ea" providerId="LiveId" clId="{4DFA6660-570B-D04C-88B2-C932613AD3F9}" dt="2023-10-11T07:07:09.394" v="2045" actId="478"/>
          <ac:cxnSpMkLst>
            <pc:docMk/>
            <pc:sldMk cId="1248894011" sldId="557"/>
            <ac:cxnSpMk id="11" creationId="{94A40825-B185-7446-9B9D-AFBE98BABB9B}"/>
          </ac:cxnSpMkLst>
        </pc:cxnChg>
        <pc:cxnChg chg="add del mod modVis">
          <ac:chgData name="Loc Huynh" userId="80c0383e323bd6ea" providerId="LiveId" clId="{4DFA6660-570B-D04C-88B2-C932613AD3F9}" dt="2023-10-11T07:19:58.495" v="2311" actId="478"/>
          <ac:cxnSpMkLst>
            <pc:docMk/>
            <pc:sldMk cId="1248894011" sldId="557"/>
            <ac:cxnSpMk id="19" creationId="{6A308D72-3ACA-5E2C-35FF-BE3DAC0E0A3F}"/>
          </ac:cxnSpMkLst>
        </pc:cxnChg>
      </pc:sldChg>
      <pc:sldChg chg="del">
        <pc:chgData name="Loc Huynh" userId="80c0383e323bd6ea" providerId="LiveId" clId="{4DFA6660-570B-D04C-88B2-C932613AD3F9}" dt="2023-10-10T06:20:53.295" v="2" actId="2696"/>
        <pc:sldMkLst>
          <pc:docMk/>
          <pc:sldMk cId="1351623164" sldId="557"/>
        </pc:sldMkLst>
      </pc:sldChg>
      <pc:sldChg chg="del">
        <pc:chgData name="Loc Huynh" userId="80c0383e323bd6ea" providerId="LiveId" clId="{4DFA6660-570B-D04C-88B2-C932613AD3F9}" dt="2023-10-10T06:20:53.360" v="18" actId="2696"/>
        <pc:sldMkLst>
          <pc:docMk/>
          <pc:sldMk cId="1101247138" sldId="558"/>
        </pc:sldMkLst>
      </pc:sldChg>
      <pc:sldChg chg="addSp delSp modSp add mod delAnim modAnim">
        <pc:chgData name="Loc Huynh" userId="80c0383e323bd6ea" providerId="LiveId" clId="{4DFA6660-570B-D04C-88B2-C932613AD3F9}" dt="2023-10-11T07:01:16.234" v="1918"/>
        <pc:sldMkLst>
          <pc:docMk/>
          <pc:sldMk cId="2806205507" sldId="558"/>
        </pc:sldMkLst>
        <pc:spChg chg="mod">
          <ac:chgData name="Loc Huynh" userId="80c0383e323bd6ea" providerId="LiveId" clId="{4DFA6660-570B-D04C-88B2-C932613AD3F9}" dt="2023-10-11T06:54:08.313" v="1708"/>
          <ac:spMkLst>
            <pc:docMk/>
            <pc:sldMk cId="2806205507" sldId="558"/>
            <ac:spMk id="2" creationId="{87FD18AB-57E8-744D-ABE5-991F276940BF}"/>
          </ac:spMkLst>
        </pc:spChg>
        <pc:spChg chg="mod">
          <ac:chgData name="Loc Huynh" userId="80c0383e323bd6ea" providerId="LiveId" clId="{4DFA6660-570B-D04C-88B2-C932613AD3F9}" dt="2023-10-11T06:57:22.829" v="1814" actId="20577"/>
          <ac:spMkLst>
            <pc:docMk/>
            <pc:sldMk cId="2806205507" sldId="558"/>
            <ac:spMk id="3" creationId="{E342EE70-466D-8E46-90BF-D76B8F702441}"/>
          </ac:spMkLst>
        </pc:spChg>
        <pc:spChg chg="del mod">
          <ac:chgData name="Loc Huynh" userId="80c0383e323bd6ea" providerId="LiveId" clId="{4DFA6660-570B-D04C-88B2-C932613AD3F9}" dt="2023-10-11T06:59:04.551" v="1845" actId="478"/>
          <ac:spMkLst>
            <pc:docMk/>
            <pc:sldMk cId="2806205507" sldId="558"/>
            <ac:spMk id="6" creationId="{FD5938AA-9BCE-784D-A445-CA6DB7C78051}"/>
          </ac:spMkLst>
        </pc:spChg>
        <pc:spChg chg="add mod">
          <ac:chgData name="Loc Huynh" userId="80c0383e323bd6ea" providerId="LiveId" clId="{4DFA6660-570B-D04C-88B2-C932613AD3F9}" dt="2023-10-11T06:59:24.526" v="1852" actId="171"/>
          <ac:spMkLst>
            <pc:docMk/>
            <pc:sldMk cId="2806205507" sldId="558"/>
            <ac:spMk id="7" creationId="{FACBED22-08F7-D3A4-B79C-A1023DFC4971}"/>
          </ac:spMkLst>
        </pc:spChg>
        <pc:spChg chg="add mod">
          <ac:chgData name="Loc Huynh" userId="80c0383e323bd6ea" providerId="LiveId" clId="{4DFA6660-570B-D04C-88B2-C932613AD3F9}" dt="2023-10-11T06:59:56.427" v="1864" actId="1076"/>
          <ac:spMkLst>
            <pc:docMk/>
            <pc:sldMk cId="2806205507" sldId="558"/>
            <ac:spMk id="8" creationId="{EBFA24A7-F7D6-7163-40A1-F3DF5E22BCF7}"/>
          </ac:spMkLst>
        </pc:spChg>
        <pc:spChg chg="del">
          <ac:chgData name="Loc Huynh" userId="80c0383e323bd6ea" providerId="LiveId" clId="{4DFA6660-570B-D04C-88B2-C932613AD3F9}" dt="2023-10-11T06:59:19.633" v="1847" actId="478"/>
          <ac:spMkLst>
            <pc:docMk/>
            <pc:sldMk cId="2806205507" sldId="558"/>
            <ac:spMk id="9" creationId="{F9813C26-C6CA-294E-940C-2282E110B55D}"/>
          </ac:spMkLst>
        </pc:spChg>
        <pc:spChg chg="del">
          <ac:chgData name="Loc Huynh" userId="80c0383e323bd6ea" providerId="LiveId" clId="{4DFA6660-570B-D04C-88B2-C932613AD3F9}" dt="2023-10-11T06:59:19.633" v="1847" actId="478"/>
          <ac:spMkLst>
            <pc:docMk/>
            <pc:sldMk cId="2806205507" sldId="558"/>
            <ac:spMk id="10" creationId="{724DDC30-BDDF-9F48-BD91-438C74C19E80}"/>
          </ac:spMkLst>
        </pc:spChg>
        <pc:spChg chg="del">
          <ac:chgData name="Loc Huynh" userId="80c0383e323bd6ea" providerId="LiveId" clId="{4DFA6660-570B-D04C-88B2-C932613AD3F9}" dt="2023-10-11T06:59:19.633" v="1847" actId="478"/>
          <ac:spMkLst>
            <pc:docMk/>
            <pc:sldMk cId="2806205507" sldId="558"/>
            <ac:spMk id="11" creationId="{E01A457A-8EFB-6C48-84A1-53A75F847388}"/>
          </ac:spMkLst>
        </pc:spChg>
        <pc:spChg chg="mod">
          <ac:chgData name="Loc Huynh" userId="80c0383e323bd6ea" providerId="LiveId" clId="{4DFA6660-570B-D04C-88B2-C932613AD3F9}" dt="2023-10-11T06:59:36.990" v="1861" actId="1036"/>
          <ac:spMkLst>
            <pc:docMk/>
            <pc:sldMk cId="2806205507" sldId="558"/>
            <ac:spMk id="24" creationId="{7A910EEA-1181-7744-8035-C4191DA14F27}"/>
          </ac:spMkLst>
        </pc:spChg>
        <pc:grpChg chg="del">
          <ac:chgData name="Loc Huynh" userId="80c0383e323bd6ea" providerId="LiveId" clId="{4DFA6660-570B-D04C-88B2-C932613AD3F9}" dt="2023-10-11T06:59:19.633" v="1847" actId="478"/>
          <ac:grpSpMkLst>
            <pc:docMk/>
            <pc:sldMk cId="2806205507" sldId="558"/>
            <ac:grpSpMk id="12" creationId="{5A648800-BF64-6643-A475-15819E4A33BF}"/>
          </ac:grpSpMkLst>
        </pc:grpChg>
        <pc:graphicFrameChg chg="add mod">
          <ac:chgData name="Loc Huynh" userId="80c0383e323bd6ea" providerId="LiveId" clId="{4DFA6660-570B-D04C-88B2-C932613AD3F9}" dt="2023-10-11T06:59:56.427" v="1864" actId="1076"/>
          <ac:graphicFrameMkLst>
            <pc:docMk/>
            <pc:sldMk cId="2806205507" sldId="558"/>
            <ac:graphicFrameMk id="17" creationId="{724C2690-5379-F1CB-1BD7-E3C7EE953CD3}"/>
          </ac:graphicFrameMkLst>
        </pc:graphicFrameChg>
        <pc:cxnChg chg="add mod">
          <ac:chgData name="Loc Huynh" userId="80c0383e323bd6ea" providerId="LiveId" clId="{4DFA6660-570B-D04C-88B2-C932613AD3F9}" dt="2023-10-11T06:59:56.427" v="1864" actId="1076"/>
          <ac:cxnSpMkLst>
            <pc:docMk/>
            <pc:sldMk cId="2806205507" sldId="558"/>
            <ac:cxnSpMk id="16" creationId="{8B375681-0973-ECB4-2431-A9606E7DACEA}"/>
          </ac:cxnSpMkLst>
        </pc:cxnChg>
        <pc:cxnChg chg="del mod">
          <ac:chgData name="Loc Huynh" userId="80c0383e323bd6ea" providerId="LiveId" clId="{4DFA6660-570B-D04C-88B2-C932613AD3F9}" dt="2023-10-11T06:59:19.633" v="1847" actId="478"/>
          <ac:cxnSpMkLst>
            <pc:docMk/>
            <pc:sldMk cId="2806205507" sldId="558"/>
            <ac:cxnSpMk id="22" creationId="{8B54B05B-97BB-7149-BBD5-3DBDAF620D8B}"/>
          </ac:cxnSpMkLst>
        </pc:cxnChg>
      </pc:sldChg>
      <pc:sldChg chg="del">
        <pc:chgData name="Loc Huynh" userId="80c0383e323bd6ea" providerId="LiveId" clId="{4DFA6660-570B-D04C-88B2-C932613AD3F9}" dt="2023-10-10T06:20:53.378" v="23" actId="2696"/>
        <pc:sldMkLst>
          <pc:docMk/>
          <pc:sldMk cId="908335500" sldId="559"/>
        </pc:sldMkLst>
      </pc:sldChg>
      <pc:sldChg chg="del">
        <pc:chgData name="Loc Huynh" userId="80c0383e323bd6ea" providerId="LiveId" clId="{4DFA6660-570B-D04C-88B2-C932613AD3F9}" dt="2023-10-10T06:20:53.417" v="38" actId="2696"/>
        <pc:sldMkLst>
          <pc:docMk/>
          <pc:sldMk cId="170851043" sldId="560"/>
        </pc:sldMkLst>
      </pc:sldChg>
      <pc:sldChg chg="modSp add del mod">
        <pc:chgData name="Loc Huynh" userId="80c0383e323bd6ea" providerId="LiveId" clId="{4DFA6660-570B-D04C-88B2-C932613AD3F9}" dt="2023-10-11T07:16:18.808" v="2200" actId="2696"/>
        <pc:sldMkLst>
          <pc:docMk/>
          <pc:sldMk cId="4104570521" sldId="560"/>
        </pc:sldMkLst>
        <pc:spChg chg="mod">
          <ac:chgData name="Loc Huynh" userId="80c0383e323bd6ea" providerId="LiveId" clId="{4DFA6660-570B-D04C-88B2-C932613AD3F9}" dt="2023-10-10T06:20:57.251" v="62" actId="27636"/>
          <ac:spMkLst>
            <pc:docMk/>
            <pc:sldMk cId="4104570521" sldId="560"/>
            <ac:spMk id="2" creationId="{2F5E3867-79B3-3646-BB2D-B4D4792043B7}"/>
          </ac:spMkLst>
        </pc:spChg>
      </pc:sldChg>
      <pc:sldChg chg="del">
        <pc:chgData name="Loc Huynh" userId="80c0383e323bd6ea" providerId="LiveId" clId="{4DFA6660-570B-D04C-88B2-C932613AD3F9}" dt="2023-10-10T06:20:53.338" v="12" actId="2696"/>
        <pc:sldMkLst>
          <pc:docMk/>
          <pc:sldMk cId="1315952847" sldId="561"/>
        </pc:sldMkLst>
      </pc:sldChg>
      <pc:sldChg chg="modSp add del mod">
        <pc:chgData name="Loc Huynh" userId="80c0383e323bd6ea" providerId="LiveId" clId="{4DFA6660-570B-D04C-88B2-C932613AD3F9}" dt="2023-10-11T07:16:14.069" v="2199" actId="2696"/>
        <pc:sldMkLst>
          <pc:docMk/>
          <pc:sldMk cId="3050194897" sldId="561"/>
        </pc:sldMkLst>
        <pc:spChg chg="mod">
          <ac:chgData name="Loc Huynh" userId="80c0383e323bd6ea" providerId="LiveId" clId="{4DFA6660-570B-D04C-88B2-C932613AD3F9}" dt="2023-10-10T06:20:57.343" v="63" actId="27636"/>
          <ac:spMkLst>
            <pc:docMk/>
            <pc:sldMk cId="3050194897" sldId="561"/>
            <ac:spMk id="2" creationId="{2F5E3867-79B3-3646-BB2D-B4D4792043B7}"/>
          </ac:spMkLst>
        </pc:spChg>
      </pc:sldChg>
      <pc:sldChg chg="del">
        <pc:chgData name="Loc Huynh" userId="80c0383e323bd6ea" providerId="LiveId" clId="{4DFA6660-570B-D04C-88B2-C932613AD3F9}" dt="2023-10-10T06:20:53.387" v="27" actId="2696"/>
        <pc:sldMkLst>
          <pc:docMk/>
          <pc:sldMk cId="1431341833" sldId="562"/>
        </pc:sldMkLst>
      </pc:sldChg>
      <pc:sldChg chg="modSp add del mod modAnim chgLayout">
        <pc:chgData name="Loc Huynh" userId="80c0383e323bd6ea" providerId="LiveId" clId="{4DFA6660-570B-D04C-88B2-C932613AD3F9}" dt="2023-10-11T07:27:34.888" v="2627" actId="207"/>
        <pc:sldMkLst>
          <pc:docMk/>
          <pc:sldMk cId="1782799815" sldId="562"/>
        </pc:sldMkLst>
        <pc:spChg chg="mod ord">
          <ac:chgData name="Loc Huynh" userId="80c0383e323bd6ea" providerId="LiveId" clId="{4DFA6660-570B-D04C-88B2-C932613AD3F9}" dt="2023-10-11T07:26:10.084" v="2557" actId="20577"/>
          <ac:spMkLst>
            <pc:docMk/>
            <pc:sldMk cId="1782799815" sldId="562"/>
            <ac:spMk id="2" creationId="{2F5E3867-79B3-3646-BB2D-B4D4792043B7}"/>
          </ac:spMkLst>
        </pc:spChg>
        <pc:spChg chg="mod ord">
          <ac:chgData name="Loc Huynh" userId="80c0383e323bd6ea" providerId="LiveId" clId="{4DFA6660-570B-D04C-88B2-C932613AD3F9}" dt="2023-10-11T07:27:34.888" v="2627" actId="207"/>
          <ac:spMkLst>
            <pc:docMk/>
            <pc:sldMk cId="1782799815" sldId="562"/>
            <ac:spMk id="3" creationId="{0B21395E-C097-F340-93B8-885D3E14BBBC}"/>
          </ac:spMkLst>
        </pc:spChg>
        <pc:spChg chg="mod ord">
          <ac:chgData name="Loc Huynh" userId="80c0383e323bd6ea" providerId="LiveId" clId="{4DFA6660-570B-D04C-88B2-C932613AD3F9}" dt="2023-10-11T07:16:22.522" v="2201" actId="700"/>
          <ac:spMkLst>
            <pc:docMk/>
            <pc:sldMk cId="1782799815" sldId="562"/>
            <ac:spMk id="4" creationId="{53FE940E-5A76-664C-AC8A-FF25EE165814}"/>
          </ac:spMkLst>
        </pc:spChg>
        <pc:spChg chg="mod ord">
          <ac:chgData name="Loc Huynh" userId="80c0383e323bd6ea" providerId="LiveId" clId="{4DFA6660-570B-D04C-88B2-C932613AD3F9}" dt="2023-10-11T07:16:22.522" v="2201" actId="700"/>
          <ac:spMkLst>
            <pc:docMk/>
            <pc:sldMk cId="1782799815" sldId="562"/>
            <ac:spMk id="5" creationId="{237E41EB-88FD-ED41-8CF2-DDB7436BB0BA}"/>
          </ac:spMkLst>
        </pc:spChg>
        <pc:spChg chg="mod">
          <ac:chgData name="Loc Huynh" userId="80c0383e323bd6ea" providerId="LiveId" clId="{4DFA6660-570B-D04C-88B2-C932613AD3F9}" dt="2023-10-11T07:26:45.614" v="2594" actId="207"/>
          <ac:spMkLst>
            <pc:docMk/>
            <pc:sldMk cId="1782799815" sldId="562"/>
            <ac:spMk id="6" creationId="{9134F843-C597-674D-B341-10D0B3B1E19B}"/>
          </ac:spMkLst>
        </pc:spChg>
        <pc:spChg chg="mod">
          <ac:chgData name="Loc Huynh" userId="80c0383e323bd6ea" providerId="LiveId" clId="{4DFA6660-570B-D04C-88B2-C932613AD3F9}" dt="2023-10-11T07:26:49.742" v="2595" actId="1076"/>
          <ac:spMkLst>
            <pc:docMk/>
            <pc:sldMk cId="1782799815" sldId="562"/>
            <ac:spMk id="7" creationId="{F3C54AAB-AD34-7F45-9691-E44B7D8DC2BC}"/>
          </ac:spMkLst>
        </pc:spChg>
      </pc:sldChg>
      <pc:sldChg chg="modSp add del mod">
        <pc:chgData name="Loc Huynh" userId="80c0383e323bd6ea" providerId="LiveId" clId="{4DFA6660-570B-D04C-88B2-C932613AD3F9}" dt="2023-10-11T07:26:17.702" v="2558" actId="2696"/>
        <pc:sldMkLst>
          <pc:docMk/>
          <pc:sldMk cId="1588598013" sldId="563"/>
        </pc:sldMkLst>
        <pc:spChg chg="mod">
          <ac:chgData name="Loc Huynh" userId="80c0383e323bd6ea" providerId="LiveId" clId="{4DFA6660-570B-D04C-88B2-C932613AD3F9}" dt="2023-10-10T06:20:57.435" v="65" actId="27636"/>
          <ac:spMkLst>
            <pc:docMk/>
            <pc:sldMk cId="1588598013" sldId="563"/>
            <ac:spMk id="2" creationId="{2F5E3867-79B3-3646-BB2D-B4D4792043B7}"/>
          </ac:spMkLst>
        </pc:spChg>
      </pc:sldChg>
      <pc:sldChg chg="del">
        <pc:chgData name="Loc Huynh" userId="80c0383e323bd6ea" providerId="LiveId" clId="{4DFA6660-570B-D04C-88B2-C932613AD3F9}" dt="2023-10-10T06:20:53.374" v="22" actId="2696"/>
        <pc:sldMkLst>
          <pc:docMk/>
          <pc:sldMk cId="3207413004" sldId="563"/>
        </pc:sldMkLst>
      </pc:sldChg>
      <pc:sldChg chg="del">
        <pc:chgData name="Loc Huynh" userId="80c0383e323bd6ea" providerId="LiveId" clId="{4DFA6660-570B-D04C-88B2-C932613AD3F9}" dt="2023-10-10T06:20:53.381" v="25" actId="2696"/>
        <pc:sldMkLst>
          <pc:docMk/>
          <pc:sldMk cId="1409185922" sldId="564"/>
        </pc:sldMkLst>
      </pc:sldChg>
      <pc:sldChg chg="modSp add del mod">
        <pc:chgData name="Loc Huynh" userId="80c0383e323bd6ea" providerId="LiveId" clId="{4DFA6660-570B-D04C-88B2-C932613AD3F9}" dt="2023-10-11T07:30:32.063" v="2708" actId="2696"/>
        <pc:sldMkLst>
          <pc:docMk/>
          <pc:sldMk cId="1632816917" sldId="564"/>
        </pc:sldMkLst>
        <pc:spChg chg="mod">
          <ac:chgData name="Loc Huynh" userId="80c0383e323bd6ea" providerId="LiveId" clId="{4DFA6660-570B-D04C-88B2-C932613AD3F9}" dt="2023-10-10T06:20:57.508" v="66" actId="27636"/>
          <ac:spMkLst>
            <pc:docMk/>
            <pc:sldMk cId="1632816917" sldId="564"/>
            <ac:spMk id="2" creationId="{2F5E3867-79B3-3646-BB2D-B4D4792043B7}"/>
          </ac:spMkLst>
        </pc:spChg>
        <pc:spChg chg="mod">
          <ac:chgData name="Loc Huynh" userId="80c0383e323bd6ea" providerId="LiveId" clId="{4DFA6660-570B-D04C-88B2-C932613AD3F9}" dt="2023-10-11T07:27:43.728" v="2629" actId="1076"/>
          <ac:spMkLst>
            <pc:docMk/>
            <pc:sldMk cId="1632816917" sldId="564"/>
            <ac:spMk id="7" creationId="{F3C54AAB-AD34-7F45-9691-E44B7D8DC2BC}"/>
          </ac:spMkLst>
        </pc:spChg>
      </pc:sldChg>
      <pc:sldChg chg="modSp add del mod">
        <pc:chgData name="Loc Huynh" userId="80c0383e323bd6ea" providerId="LiveId" clId="{4DFA6660-570B-D04C-88B2-C932613AD3F9}" dt="2023-10-11T07:48:32.827" v="3503" actId="2696"/>
        <pc:sldMkLst>
          <pc:docMk/>
          <pc:sldMk cId="2079198746" sldId="565"/>
        </pc:sldMkLst>
        <pc:spChg chg="mod">
          <ac:chgData name="Loc Huynh" userId="80c0383e323bd6ea" providerId="LiveId" clId="{4DFA6660-570B-D04C-88B2-C932613AD3F9}" dt="2023-10-10T06:20:57.643" v="68" actId="27636"/>
          <ac:spMkLst>
            <pc:docMk/>
            <pc:sldMk cId="2079198746" sldId="565"/>
            <ac:spMk id="2" creationId="{EB1005C7-CCDF-0E4A-9CE5-8D87BDBC618C}"/>
          </ac:spMkLst>
        </pc:spChg>
        <pc:spChg chg="mod">
          <ac:chgData name="Loc Huynh" userId="80c0383e323bd6ea" providerId="LiveId" clId="{4DFA6660-570B-D04C-88B2-C932613AD3F9}" dt="2023-10-11T07:48:23.007" v="3501" actId="20577"/>
          <ac:spMkLst>
            <pc:docMk/>
            <pc:sldMk cId="2079198746" sldId="565"/>
            <ac:spMk id="3" creationId="{68D8628A-EEBA-7443-9257-702B7D36FB51}"/>
          </ac:spMkLst>
        </pc:spChg>
      </pc:sldChg>
      <pc:sldChg chg="del">
        <pc:chgData name="Loc Huynh" userId="80c0383e323bd6ea" providerId="LiveId" clId="{4DFA6660-570B-D04C-88B2-C932613AD3F9}" dt="2023-10-10T06:20:53.328" v="9" actId="2696"/>
        <pc:sldMkLst>
          <pc:docMk/>
          <pc:sldMk cId="3811112677" sldId="565"/>
        </pc:sldMkLst>
      </pc:sldChg>
      <pc:sldChg chg="modSp add del mod">
        <pc:chgData name="Loc Huynh" userId="80c0383e323bd6ea" providerId="LiveId" clId="{4DFA6660-570B-D04C-88B2-C932613AD3F9}" dt="2023-10-11T06:58:38.659" v="1842" actId="2696"/>
        <pc:sldMkLst>
          <pc:docMk/>
          <pc:sldMk cId="2773589230" sldId="566"/>
        </pc:sldMkLst>
        <pc:spChg chg="mod">
          <ac:chgData name="Loc Huynh" userId="80c0383e323bd6ea" providerId="LiveId" clId="{4DFA6660-570B-D04C-88B2-C932613AD3F9}" dt="2023-10-10T06:20:56.965" v="59" actId="27636"/>
          <ac:spMkLst>
            <pc:docMk/>
            <pc:sldMk cId="2773589230" sldId="566"/>
            <ac:spMk id="2" creationId="{87FD18AB-57E8-744D-ABE5-991F276940BF}"/>
          </ac:spMkLst>
        </pc:spChg>
      </pc:sldChg>
      <pc:sldChg chg="del">
        <pc:chgData name="Loc Huynh" userId="80c0383e323bd6ea" providerId="LiveId" clId="{4DFA6660-570B-D04C-88B2-C932613AD3F9}" dt="2023-10-10T06:20:53.365" v="19" actId="2696"/>
        <pc:sldMkLst>
          <pc:docMk/>
          <pc:sldMk cId="2906082604" sldId="566"/>
        </pc:sldMkLst>
      </pc:sldChg>
      <pc:sldChg chg="modSp add del mod">
        <pc:chgData name="Loc Huynh" userId="80c0383e323bd6ea" providerId="LiveId" clId="{4DFA6660-570B-D04C-88B2-C932613AD3F9}" dt="2023-10-11T06:58:55.727" v="1843" actId="2696"/>
        <pc:sldMkLst>
          <pc:docMk/>
          <pc:sldMk cId="831997695" sldId="567"/>
        </pc:sldMkLst>
        <pc:spChg chg="mod">
          <ac:chgData name="Loc Huynh" userId="80c0383e323bd6ea" providerId="LiveId" clId="{4DFA6660-570B-D04C-88B2-C932613AD3F9}" dt="2023-10-10T06:20:57.042" v="60" actId="27636"/>
          <ac:spMkLst>
            <pc:docMk/>
            <pc:sldMk cId="831997695" sldId="567"/>
            <ac:spMk id="2" creationId="{87FD18AB-57E8-744D-ABE5-991F276940BF}"/>
          </ac:spMkLst>
        </pc:spChg>
      </pc:sldChg>
      <pc:sldChg chg="del">
        <pc:chgData name="Loc Huynh" userId="80c0383e323bd6ea" providerId="LiveId" clId="{4DFA6660-570B-D04C-88B2-C932613AD3F9}" dt="2023-10-10T06:20:53.402" v="32" actId="2696"/>
        <pc:sldMkLst>
          <pc:docMk/>
          <pc:sldMk cId="1562903317" sldId="567"/>
        </pc:sldMkLst>
      </pc:sldChg>
      <pc:sldChg chg="modSp add mod">
        <pc:chgData name="Loc Huynh" userId="80c0383e323bd6ea" providerId="LiveId" clId="{4DFA6660-570B-D04C-88B2-C932613AD3F9}" dt="2023-10-11T08:18:09.724" v="4110" actId="13822"/>
        <pc:sldMkLst>
          <pc:docMk/>
          <pc:sldMk cId="706310240" sldId="568"/>
        </pc:sldMkLst>
        <pc:spChg chg="mod">
          <ac:chgData name="Loc Huynh" userId="80c0383e323bd6ea" providerId="LiveId" clId="{4DFA6660-570B-D04C-88B2-C932613AD3F9}" dt="2023-10-10T06:20:57.836" v="70" actId="27636"/>
          <ac:spMkLst>
            <pc:docMk/>
            <pc:sldMk cId="706310240" sldId="568"/>
            <ac:spMk id="2" creationId="{2E09F558-D333-EE4F-BF8A-DD5A2AF8E8E5}"/>
          </ac:spMkLst>
        </pc:spChg>
        <pc:spChg chg="mod">
          <ac:chgData name="Loc Huynh" userId="80c0383e323bd6ea" providerId="LiveId" clId="{4DFA6660-570B-D04C-88B2-C932613AD3F9}" dt="2023-10-11T08:07:04.720" v="3750"/>
          <ac:spMkLst>
            <pc:docMk/>
            <pc:sldMk cId="706310240" sldId="568"/>
            <ac:spMk id="6" creationId="{EB6B4FF6-F321-E749-BC5D-27C502659B21}"/>
          </ac:spMkLst>
        </pc:spChg>
        <pc:spChg chg="mod">
          <ac:chgData name="Loc Huynh" userId="80c0383e323bd6ea" providerId="LiveId" clId="{4DFA6660-570B-D04C-88B2-C932613AD3F9}" dt="2023-10-11T08:02:11.263" v="3622" actId="1035"/>
          <ac:spMkLst>
            <pc:docMk/>
            <pc:sldMk cId="706310240" sldId="568"/>
            <ac:spMk id="7" creationId="{581D02F7-FE17-3A45-9EF8-73518738E6AF}"/>
          </ac:spMkLst>
        </pc:spChg>
        <pc:spChg chg="mod">
          <ac:chgData name="Loc Huynh" userId="80c0383e323bd6ea" providerId="LiveId" clId="{4DFA6660-570B-D04C-88B2-C932613AD3F9}" dt="2023-10-11T08:02:11.263" v="3622" actId="1035"/>
          <ac:spMkLst>
            <pc:docMk/>
            <pc:sldMk cId="706310240" sldId="568"/>
            <ac:spMk id="22" creationId="{BDFE48D8-F0DE-AE46-BF12-3A5B96CDCD2F}"/>
          </ac:spMkLst>
        </pc:spChg>
        <pc:spChg chg="mod">
          <ac:chgData name="Loc Huynh" userId="80c0383e323bd6ea" providerId="LiveId" clId="{4DFA6660-570B-D04C-88B2-C932613AD3F9}" dt="2023-10-11T08:02:11.263" v="3622" actId="1035"/>
          <ac:spMkLst>
            <pc:docMk/>
            <pc:sldMk cId="706310240" sldId="568"/>
            <ac:spMk id="33" creationId="{97C650A7-5DBE-2F44-80F8-153C5251A0A6}"/>
          </ac:spMkLst>
        </pc:spChg>
        <pc:spChg chg="mod">
          <ac:chgData name="Loc Huynh" userId="80c0383e323bd6ea" providerId="LiveId" clId="{4DFA6660-570B-D04C-88B2-C932613AD3F9}" dt="2023-10-11T08:18:09.724" v="4110" actId="13822"/>
          <ac:spMkLst>
            <pc:docMk/>
            <pc:sldMk cId="706310240" sldId="568"/>
            <ac:spMk id="35" creationId="{64F288D1-C964-FA41-B9A6-13082D84A52A}"/>
          </ac:spMkLst>
        </pc:spChg>
        <pc:grpChg chg="mod">
          <ac:chgData name="Loc Huynh" userId="80c0383e323bd6ea" providerId="LiveId" clId="{4DFA6660-570B-D04C-88B2-C932613AD3F9}" dt="2023-10-11T08:02:11.263" v="3622" actId="1035"/>
          <ac:grpSpMkLst>
            <pc:docMk/>
            <pc:sldMk cId="706310240" sldId="568"/>
            <ac:grpSpMk id="8" creationId="{FC784220-65BA-E445-85A3-364C034F9DFF}"/>
          </ac:grpSpMkLst>
        </pc:grpChg>
        <pc:grpChg chg="mod">
          <ac:chgData name="Loc Huynh" userId="80c0383e323bd6ea" providerId="LiveId" clId="{4DFA6660-570B-D04C-88B2-C932613AD3F9}" dt="2023-10-11T08:02:11.263" v="3622" actId="1035"/>
          <ac:grpSpMkLst>
            <pc:docMk/>
            <pc:sldMk cId="706310240" sldId="568"/>
            <ac:grpSpMk id="28" creationId="{F3216D6D-9D17-BB45-A823-ABAD5A88832A}"/>
          </ac:grpSpMkLst>
        </pc:grpChg>
        <pc:cxnChg chg="mod">
          <ac:chgData name="Loc Huynh" userId="80c0383e323bd6ea" providerId="LiveId" clId="{4DFA6660-570B-D04C-88B2-C932613AD3F9}" dt="2023-10-11T08:02:11.263" v="3622" actId="1035"/>
          <ac:cxnSpMkLst>
            <pc:docMk/>
            <pc:sldMk cId="706310240" sldId="568"/>
            <ac:cxnSpMk id="34" creationId="{1F97BA49-0B89-EA41-A155-B2D4075614F1}"/>
          </ac:cxnSpMkLst>
        </pc:cxnChg>
      </pc:sldChg>
      <pc:sldChg chg="del">
        <pc:chgData name="Loc Huynh" userId="80c0383e323bd6ea" providerId="LiveId" clId="{4DFA6660-570B-D04C-88B2-C932613AD3F9}" dt="2023-10-10T06:20:53.343" v="13" actId="2696"/>
        <pc:sldMkLst>
          <pc:docMk/>
          <pc:sldMk cId="1443472809" sldId="568"/>
        </pc:sldMkLst>
      </pc:sldChg>
      <pc:sldChg chg="modSp add mod">
        <pc:chgData name="Loc Huynh" userId="80c0383e323bd6ea" providerId="LiveId" clId="{4DFA6660-570B-D04C-88B2-C932613AD3F9}" dt="2023-10-11T08:07:10.508" v="3751"/>
        <pc:sldMkLst>
          <pc:docMk/>
          <pc:sldMk cId="122519246" sldId="569"/>
        </pc:sldMkLst>
        <pc:spChg chg="mod">
          <ac:chgData name="Loc Huynh" userId="80c0383e323bd6ea" providerId="LiveId" clId="{4DFA6660-570B-D04C-88B2-C932613AD3F9}" dt="2023-10-10T06:20:57.925" v="71" actId="27636"/>
          <ac:spMkLst>
            <pc:docMk/>
            <pc:sldMk cId="122519246" sldId="569"/>
            <ac:spMk id="2" creationId="{2E09F558-D333-EE4F-BF8A-DD5A2AF8E8E5}"/>
          </ac:spMkLst>
        </pc:spChg>
        <pc:spChg chg="mod">
          <ac:chgData name="Loc Huynh" userId="80c0383e323bd6ea" providerId="LiveId" clId="{4DFA6660-570B-D04C-88B2-C932613AD3F9}" dt="2023-10-11T08:07:10.508" v="3751"/>
          <ac:spMkLst>
            <pc:docMk/>
            <pc:sldMk cId="122519246" sldId="569"/>
            <ac:spMk id="6" creationId="{EB6B4FF6-F321-E749-BC5D-27C502659B21}"/>
          </ac:spMkLst>
        </pc:spChg>
        <pc:spChg chg="mod">
          <ac:chgData name="Loc Huynh" userId="80c0383e323bd6ea" providerId="LiveId" clId="{4DFA6660-570B-D04C-88B2-C932613AD3F9}" dt="2023-10-11T08:02:32.305" v="3663" actId="1035"/>
          <ac:spMkLst>
            <pc:docMk/>
            <pc:sldMk cId="122519246" sldId="569"/>
            <ac:spMk id="7" creationId="{581D02F7-FE17-3A45-9EF8-73518738E6AF}"/>
          </ac:spMkLst>
        </pc:spChg>
        <pc:spChg chg="mod">
          <ac:chgData name="Loc Huynh" userId="80c0383e323bd6ea" providerId="LiveId" clId="{4DFA6660-570B-D04C-88B2-C932613AD3F9}" dt="2023-10-11T08:02:32.305" v="3663" actId="1035"/>
          <ac:spMkLst>
            <pc:docMk/>
            <pc:sldMk cId="122519246" sldId="569"/>
            <ac:spMk id="22" creationId="{BDFE48D8-F0DE-AE46-BF12-3A5B96CDCD2F}"/>
          </ac:spMkLst>
        </pc:spChg>
        <pc:spChg chg="mod">
          <ac:chgData name="Loc Huynh" userId="80c0383e323bd6ea" providerId="LiveId" clId="{4DFA6660-570B-D04C-88B2-C932613AD3F9}" dt="2023-10-11T08:02:32.305" v="3663" actId="1035"/>
          <ac:spMkLst>
            <pc:docMk/>
            <pc:sldMk cId="122519246" sldId="569"/>
            <ac:spMk id="33" creationId="{97C650A7-5DBE-2F44-80F8-153C5251A0A6}"/>
          </ac:spMkLst>
        </pc:spChg>
        <pc:spChg chg="mod">
          <ac:chgData name="Loc Huynh" userId="80c0383e323bd6ea" providerId="LiveId" clId="{4DFA6660-570B-D04C-88B2-C932613AD3F9}" dt="2023-10-11T08:02:32.305" v="3663" actId="1035"/>
          <ac:spMkLst>
            <pc:docMk/>
            <pc:sldMk cId="122519246" sldId="569"/>
            <ac:spMk id="34" creationId="{D09D8F14-83F0-5441-B978-9A81F9C4878B}"/>
          </ac:spMkLst>
        </pc:spChg>
        <pc:grpChg chg="mod">
          <ac:chgData name="Loc Huynh" userId="80c0383e323bd6ea" providerId="LiveId" clId="{4DFA6660-570B-D04C-88B2-C932613AD3F9}" dt="2023-10-11T08:02:32.305" v="3663" actId="1035"/>
          <ac:grpSpMkLst>
            <pc:docMk/>
            <pc:sldMk cId="122519246" sldId="569"/>
            <ac:grpSpMk id="3" creationId="{F53C91CD-BD0E-FA46-A444-F2AA93BD592F}"/>
          </ac:grpSpMkLst>
        </pc:grpChg>
        <pc:grpChg chg="mod">
          <ac:chgData name="Loc Huynh" userId="80c0383e323bd6ea" providerId="LiveId" clId="{4DFA6660-570B-D04C-88B2-C932613AD3F9}" dt="2023-10-11T08:02:32.305" v="3663" actId="1035"/>
          <ac:grpSpMkLst>
            <pc:docMk/>
            <pc:sldMk cId="122519246" sldId="569"/>
            <ac:grpSpMk id="8" creationId="{FC784220-65BA-E445-85A3-364C034F9DFF}"/>
          </ac:grpSpMkLst>
        </pc:grpChg>
        <pc:grpChg chg="mod">
          <ac:chgData name="Loc Huynh" userId="80c0383e323bd6ea" providerId="LiveId" clId="{4DFA6660-570B-D04C-88B2-C932613AD3F9}" dt="2023-10-11T08:02:32.305" v="3663" actId="1035"/>
          <ac:grpSpMkLst>
            <pc:docMk/>
            <pc:sldMk cId="122519246" sldId="569"/>
            <ac:grpSpMk id="28" creationId="{F3216D6D-9D17-BB45-A823-ABAD5A88832A}"/>
          </ac:grpSpMkLst>
        </pc:grpChg>
        <pc:cxnChg chg="mod">
          <ac:chgData name="Loc Huynh" userId="80c0383e323bd6ea" providerId="LiveId" clId="{4DFA6660-570B-D04C-88B2-C932613AD3F9}" dt="2023-10-11T08:02:32.305" v="3663" actId="1035"/>
          <ac:cxnSpMkLst>
            <pc:docMk/>
            <pc:sldMk cId="122519246" sldId="569"/>
            <ac:cxnSpMk id="35" creationId="{C215450C-610B-6D49-8D63-A9E9AE73DC58}"/>
          </ac:cxnSpMkLst>
        </pc:cxnChg>
        <pc:cxnChg chg="mod">
          <ac:chgData name="Loc Huynh" userId="80c0383e323bd6ea" providerId="LiveId" clId="{4DFA6660-570B-D04C-88B2-C932613AD3F9}" dt="2023-10-11T08:02:32.305" v="3663" actId="1035"/>
          <ac:cxnSpMkLst>
            <pc:docMk/>
            <pc:sldMk cId="122519246" sldId="569"/>
            <ac:cxnSpMk id="36" creationId="{CF811888-C45C-274D-83BC-8178E5F708B2}"/>
          </ac:cxnSpMkLst>
        </pc:cxnChg>
      </pc:sldChg>
      <pc:sldChg chg="del">
        <pc:chgData name="Loc Huynh" userId="80c0383e323bd6ea" providerId="LiveId" clId="{4DFA6660-570B-D04C-88B2-C932613AD3F9}" dt="2023-10-10T06:20:53.398" v="30" actId="2696"/>
        <pc:sldMkLst>
          <pc:docMk/>
          <pc:sldMk cId="1833287283" sldId="569"/>
        </pc:sldMkLst>
      </pc:sldChg>
      <pc:sldChg chg="del">
        <pc:chgData name="Loc Huynh" userId="80c0383e323bd6ea" providerId="LiveId" clId="{4DFA6660-570B-D04C-88B2-C932613AD3F9}" dt="2023-10-10T06:20:53.306" v="5" actId="2696"/>
        <pc:sldMkLst>
          <pc:docMk/>
          <pc:sldMk cId="2209039098" sldId="570"/>
        </pc:sldMkLst>
      </pc:sldChg>
      <pc:sldChg chg="modSp add mod">
        <pc:chgData name="Loc Huynh" userId="80c0383e323bd6ea" providerId="LiveId" clId="{4DFA6660-570B-D04C-88B2-C932613AD3F9}" dt="2023-10-11T08:18:42.485" v="4112" actId="20577"/>
        <pc:sldMkLst>
          <pc:docMk/>
          <pc:sldMk cId="2790640345" sldId="570"/>
        </pc:sldMkLst>
        <pc:spChg chg="mod">
          <ac:chgData name="Loc Huynh" userId="80c0383e323bd6ea" providerId="LiveId" clId="{4DFA6660-570B-D04C-88B2-C932613AD3F9}" dt="2023-10-10T06:20:57.934" v="72" actId="27636"/>
          <ac:spMkLst>
            <pc:docMk/>
            <pc:sldMk cId="2790640345" sldId="570"/>
            <ac:spMk id="2" creationId="{2E09F558-D333-EE4F-BF8A-DD5A2AF8E8E5}"/>
          </ac:spMkLst>
        </pc:spChg>
        <pc:spChg chg="mod">
          <ac:chgData name="Loc Huynh" userId="80c0383e323bd6ea" providerId="LiveId" clId="{4DFA6660-570B-D04C-88B2-C932613AD3F9}" dt="2023-10-11T08:07:22.882" v="3753"/>
          <ac:spMkLst>
            <pc:docMk/>
            <pc:sldMk cId="2790640345" sldId="570"/>
            <ac:spMk id="6" creationId="{EB6B4FF6-F321-E749-BC5D-27C502659B21}"/>
          </ac:spMkLst>
        </pc:spChg>
        <pc:spChg chg="mod">
          <ac:chgData name="Loc Huynh" userId="80c0383e323bd6ea" providerId="LiveId" clId="{4DFA6660-570B-D04C-88B2-C932613AD3F9}" dt="2023-10-11T08:02:55.037" v="3705" actId="1035"/>
          <ac:spMkLst>
            <pc:docMk/>
            <pc:sldMk cId="2790640345" sldId="570"/>
            <ac:spMk id="7" creationId="{581D02F7-FE17-3A45-9EF8-73518738E6AF}"/>
          </ac:spMkLst>
        </pc:spChg>
        <pc:spChg chg="mod">
          <ac:chgData name="Loc Huynh" userId="80c0383e323bd6ea" providerId="LiveId" clId="{4DFA6660-570B-D04C-88B2-C932613AD3F9}" dt="2023-10-11T08:02:55.037" v="3705" actId="1035"/>
          <ac:spMkLst>
            <pc:docMk/>
            <pc:sldMk cId="2790640345" sldId="570"/>
            <ac:spMk id="22" creationId="{BDFE48D8-F0DE-AE46-BF12-3A5B96CDCD2F}"/>
          </ac:spMkLst>
        </pc:spChg>
        <pc:spChg chg="mod">
          <ac:chgData name="Loc Huynh" userId="80c0383e323bd6ea" providerId="LiveId" clId="{4DFA6660-570B-D04C-88B2-C932613AD3F9}" dt="2023-10-11T08:02:55.037" v="3705" actId="1035"/>
          <ac:spMkLst>
            <pc:docMk/>
            <pc:sldMk cId="2790640345" sldId="570"/>
            <ac:spMk id="33" creationId="{97C650A7-5DBE-2F44-80F8-153C5251A0A6}"/>
          </ac:spMkLst>
        </pc:spChg>
        <pc:spChg chg="mod">
          <ac:chgData name="Loc Huynh" userId="80c0383e323bd6ea" providerId="LiveId" clId="{4DFA6660-570B-D04C-88B2-C932613AD3F9}" dt="2023-10-11T08:02:55.037" v="3705" actId="1035"/>
          <ac:spMkLst>
            <pc:docMk/>
            <pc:sldMk cId="2790640345" sldId="570"/>
            <ac:spMk id="34" creationId="{D09D8F14-83F0-5441-B978-9A81F9C4878B}"/>
          </ac:spMkLst>
        </pc:spChg>
        <pc:spChg chg="mod">
          <ac:chgData name="Loc Huynh" userId="80c0383e323bd6ea" providerId="LiveId" clId="{4DFA6660-570B-D04C-88B2-C932613AD3F9}" dt="2023-10-11T08:18:42.485" v="4112" actId="20577"/>
          <ac:spMkLst>
            <pc:docMk/>
            <pc:sldMk cId="2790640345" sldId="570"/>
            <ac:spMk id="37" creationId="{B67F8DCE-DD5E-0746-BA49-FB31CC5E530B}"/>
          </ac:spMkLst>
        </pc:spChg>
        <pc:grpChg chg="mod">
          <ac:chgData name="Loc Huynh" userId="80c0383e323bd6ea" providerId="LiveId" clId="{4DFA6660-570B-D04C-88B2-C932613AD3F9}" dt="2023-10-11T08:02:55.037" v="3705" actId="1035"/>
          <ac:grpSpMkLst>
            <pc:docMk/>
            <pc:sldMk cId="2790640345" sldId="570"/>
            <ac:grpSpMk id="3" creationId="{F53C91CD-BD0E-FA46-A444-F2AA93BD592F}"/>
          </ac:grpSpMkLst>
        </pc:grpChg>
        <pc:grpChg chg="mod">
          <ac:chgData name="Loc Huynh" userId="80c0383e323bd6ea" providerId="LiveId" clId="{4DFA6660-570B-D04C-88B2-C932613AD3F9}" dt="2023-10-11T08:02:55.037" v="3705" actId="1035"/>
          <ac:grpSpMkLst>
            <pc:docMk/>
            <pc:sldMk cId="2790640345" sldId="570"/>
            <ac:grpSpMk id="8" creationId="{FC784220-65BA-E445-85A3-364C034F9DFF}"/>
          </ac:grpSpMkLst>
        </pc:grpChg>
        <pc:grpChg chg="mod">
          <ac:chgData name="Loc Huynh" userId="80c0383e323bd6ea" providerId="LiveId" clId="{4DFA6660-570B-D04C-88B2-C932613AD3F9}" dt="2023-10-11T08:02:55.037" v="3705" actId="1035"/>
          <ac:grpSpMkLst>
            <pc:docMk/>
            <pc:sldMk cId="2790640345" sldId="570"/>
            <ac:grpSpMk id="28" creationId="{F3216D6D-9D17-BB45-A823-ABAD5A88832A}"/>
          </ac:grpSpMkLst>
        </pc:grpChg>
        <pc:cxnChg chg="mod">
          <ac:chgData name="Loc Huynh" userId="80c0383e323bd6ea" providerId="LiveId" clId="{4DFA6660-570B-D04C-88B2-C932613AD3F9}" dt="2023-10-11T08:02:55.037" v="3705" actId="1035"/>
          <ac:cxnSpMkLst>
            <pc:docMk/>
            <pc:sldMk cId="2790640345" sldId="570"/>
            <ac:cxnSpMk id="35" creationId="{C215450C-610B-6D49-8D63-A9E9AE73DC58}"/>
          </ac:cxnSpMkLst>
        </pc:cxnChg>
        <pc:cxnChg chg="mod">
          <ac:chgData name="Loc Huynh" userId="80c0383e323bd6ea" providerId="LiveId" clId="{4DFA6660-570B-D04C-88B2-C932613AD3F9}" dt="2023-10-11T08:02:55.037" v="3705" actId="1035"/>
          <ac:cxnSpMkLst>
            <pc:docMk/>
            <pc:sldMk cId="2790640345" sldId="570"/>
            <ac:cxnSpMk id="36" creationId="{CF811888-C45C-274D-83BC-8178E5F708B2}"/>
          </ac:cxnSpMkLst>
        </pc:cxnChg>
      </pc:sldChg>
      <pc:sldChg chg="del">
        <pc:chgData name="Loc Huynh" userId="80c0383e323bd6ea" providerId="LiveId" clId="{4DFA6660-570B-D04C-88B2-C932613AD3F9}" dt="2023-10-10T06:20:53.399" v="31" actId="2696"/>
        <pc:sldMkLst>
          <pc:docMk/>
          <pc:sldMk cId="1201420370" sldId="571"/>
        </pc:sldMkLst>
      </pc:sldChg>
      <pc:sldChg chg="modSp add mod">
        <pc:chgData name="Loc Huynh" userId="80c0383e323bd6ea" providerId="LiveId" clId="{4DFA6660-570B-D04C-88B2-C932613AD3F9}" dt="2023-10-11T08:18:52.945" v="4114" actId="20577"/>
        <pc:sldMkLst>
          <pc:docMk/>
          <pc:sldMk cId="3637825159" sldId="571"/>
        </pc:sldMkLst>
        <pc:spChg chg="mod">
          <ac:chgData name="Loc Huynh" userId="80c0383e323bd6ea" providerId="LiveId" clId="{4DFA6660-570B-D04C-88B2-C932613AD3F9}" dt="2023-10-10T06:20:57.975" v="73" actId="27636"/>
          <ac:spMkLst>
            <pc:docMk/>
            <pc:sldMk cId="3637825159" sldId="571"/>
            <ac:spMk id="2" creationId="{2E09F558-D333-EE4F-BF8A-DD5A2AF8E8E5}"/>
          </ac:spMkLst>
        </pc:spChg>
        <pc:spChg chg="mod">
          <ac:chgData name="Loc Huynh" userId="80c0383e323bd6ea" providerId="LiveId" clId="{4DFA6660-570B-D04C-88B2-C932613AD3F9}" dt="2023-10-11T08:07:14.174" v="3752"/>
          <ac:spMkLst>
            <pc:docMk/>
            <pc:sldMk cId="3637825159" sldId="571"/>
            <ac:spMk id="6" creationId="{EB6B4FF6-F321-E749-BC5D-27C502659B21}"/>
          </ac:spMkLst>
        </pc:spChg>
        <pc:spChg chg="mod">
          <ac:chgData name="Loc Huynh" userId="80c0383e323bd6ea" providerId="LiveId" clId="{4DFA6660-570B-D04C-88B2-C932613AD3F9}" dt="2023-10-11T08:03:15.239" v="3746" actId="1035"/>
          <ac:spMkLst>
            <pc:docMk/>
            <pc:sldMk cId="3637825159" sldId="571"/>
            <ac:spMk id="7" creationId="{581D02F7-FE17-3A45-9EF8-73518738E6AF}"/>
          </ac:spMkLst>
        </pc:spChg>
        <pc:spChg chg="mod">
          <ac:chgData name="Loc Huynh" userId="80c0383e323bd6ea" providerId="LiveId" clId="{4DFA6660-570B-D04C-88B2-C932613AD3F9}" dt="2023-10-11T08:03:15.239" v="3746" actId="1035"/>
          <ac:spMkLst>
            <pc:docMk/>
            <pc:sldMk cId="3637825159" sldId="571"/>
            <ac:spMk id="22" creationId="{BDFE48D8-F0DE-AE46-BF12-3A5B96CDCD2F}"/>
          </ac:spMkLst>
        </pc:spChg>
        <pc:spChg chg="mod">
          <ac:chgData name="Loc Huynh" userId="80c0383e323bd6ea" providerId="LiveId" clId="{4DFA6660-570B-D04C-88B2-C932613AD3F9}" dt="2023-10-11T08:03:15.239" v="3746" actId="1035"/>
          <ac:spMkLst>
            <pc:docMk/>
            <pc:sldMk cId="3637825159" sldId="571"/>
            <ac:spMk id="33" creationId="{97C650A7-5DBE-2F44-80F8-153C5251A0A6}"/>
          </ac:spMkLst>
        </pc:spChg>
        <pc:spChg chg="mod">
          <ac:chgData name="Loc Huynh" userId="80c0383e323bd6ea" providerId="LiveId" clId="{4DFA6660-570B-D04C-88B2-C932613AD3F9}" dt="2023-10-11T08:18:52.945" v="4114" actId="20577"/>
          <ac:spMkLst>
            <pc:docMk/>
            <pc:sldMk cId="3637825159" sldId="571"/>
            <ac:spMk id="37" creationId="{B67F8DCE-DD5E-0746-BA49-FB31CC5E530B}"/>
          </ac:spMkLst>
        </pc:spChg>
        <pc:grpChg chg="mod">
          <ac:chgData name="Loc Huynh" userId="80c0383e323bd6ea" providerId="LiveId" clId="{4DFA6660-570B-D04C-88B2-C932613AD3F9}" dt="2023-10-11T08:03:15.239" v="3746" actId="1035"/>
          <ac:grpSpMkLst>
            <pc:docMk/>
            <pc:sldMk cId="3637825159" sldId="571"/>
            <ac:grpSpMk id="8" creationId="{FC784220-65BA-E445-85A3-364C034F9DFF}"/>
          </ac:grpSpMkLst>
        </pc:grpChg>
        <pc:grpChg chg="mod">
          <ac:chgData name="Loc Huynh" userId="80c0383e323bd6ea" providerId="LiveId" clId="{4DFA6660-570B-D04C-88B2-C932613AD3F9}" dt="2023-10-11T08:03:15.239" v="3746" actId="1035"/>
          <ac:grpSpMkLst>
            <pc:docMk/>
            <pc:sldMk cId="3637825159" sldId="571"/>
            <ac:grpSpMk id="28" creationId="{F3216D6D-9D17-BB45-A823-ABAD5A88832A}"/>
          </ac:grpSpMkLst>
        </pc:grpChg>
        <pc:cxnChg chg="mod">
          <ac:chgData name="Loc Huynh" userId="80c0383e323bd6ea" providerId="LiveId" clId="{4DFA6660-570B-D04C-88B2-C932613AD3F9}" dt="2023-10-11T08:03:15.239" v="3746" actId="1035"/>
          <ac:cxnSpMkLst>
            <pc:docMk/>
            <pc:sldMk cId="3637825159" sldId="571"/>
            <ac:cxnSpMk id="35" creationId="{C215450C-610B-6D49-8D63-A9E9AE73DC58}"/>
          </ac:cxnSpMkLst>
        </pc:cxnChg>
      </pc:sldChg>
      <pc:sldChg chg="modSp add mod">
        <pc:chgData name="Loc Huynh" userId="80c0383e323bd6ea" providerId="LiveId" clId="{4DFA6660-570B-D04C-88B2-C932613AD3F9}" dt="2023-10-11T08:27:09.840" v="4485" actId="20577"/>
        <pc:sldMkLst>
          <pc:docMk/>
          <pc:sldMk cId="1496862192" sldId="572"/>
        </pc:sldMkLst>
        <pc:spChg chg="mod">
          <ac:chgData name="Loc Huynh" userId="80c0383e323bd6ea" providerId="LiveId" clId="{4DFA6660-570B-D04C-88B2-C932613AD3F9}" dt="2023-10-10T06:20:58.076" v="74" actId="27636"/>
          <ac:spMkLst>
            <pc:docMk/>
            <pc:sldMk cId="1496862192" sldId="572"/>
            <ac:spMk id="2" creationId="{2E09F558-D333-EE4F-BF8A-DD5A2AF8E8E5}"/>
          </ac:spMkLst>
        </pc:spChg>
        <pc:spChg chg="mod">
          <ac:chgData name="Loc Huynh" userId="80c0383e323bd6ea" providerId="LiveId" clId="{4DFA6660-570B-D04C-88B2-C932613AD3F9}" dt="2023-10-11T08:27:09.840" v="4485" actId="20577"/>
          <ac:spMkLst>
            <pc:docMk/>
            <pc:sldMk cId="1496862192" sldId="572"/>
            <ac:spMk id="3" creationId="{46E931EB-84F8-664B-A670-FCDDEF319EBC}"/>
          </ac:spMkLst>
        </pc:spChg>
      </pc:sldChg>
      <pc:sldChg chg="del">
        <pc:chgData name="Loc Huynh" userId="80c0383e323bd6ea" providerId="LiveId" clId="{4DFA6660-570B-D04C-88B2-C932613AD3F9}" dt="2023-10-10T06:20:53.368" v="20" actId="2696"/>
        <pc:sldMkLst>
          <pc:docMk/>
          <pc:sldMk cId="4191146056" sldId="572"/>
        </pc:sldMkLst>
      </pc:sldChg>
      <pc:sldChg chg="del">
        <pc:chgData name="Loc Huynh" userId="80c0383e323bd6ea" providerId="LiveId" clId="{4DFA6660-570B-D04C-88B2-C932613AD3F9}" dt="2023-10-10T06:20:53.412" v="36" actId="2696"/>
        <pc:sldMkLst>
          <pc:docMk/>
          <pc:sldMk cId="2347045855" sldId="573"/>
        </pc:sldMkLst>
      </pc:sldChg>
      <pc:sldChg chg="modSp add mod">
        <pc:chgData name="Loc Huynh" userId="80c0383e323bd6ea" providerId="LiveId" clId="{4DFA6660-570B-D04C-88B2-C932613AD3F9}" dt="2023-10-11T08:31:37.999" v="4604" actId="1036"/>
        <pc:sldMkLst>
          <pc:docMk/>
          <pc:sldMk cId="3974957116" sldId="573"/>
        </pc:sldMkLst>
        <pc:spChg chg="mod">
          <ac:chgData name="Loc Huynh" userId="80c0383e323bd6ea" providerId="LiveId" clId="{4DFA6660-570B-D04C-88B2-C932613AD3F9}" dt="2023-10-10T06:20:58.101" v="75" actId="27636"/>
          <ac:spMkLst>
            <pc:docMk/>
            <pc:sldMk cId="3974957116" sldId="573"/>
            <ac:spMk id="2" creationId="{2E09F558-D333-EE4F-BF8A-DD5A2AF8E8E5}"/>
          </ac:spMkLst>
        </pc:spChg>
        <pc:spChg chg="mod">
          <ac:chgData name="Loc Huynh" userId="80c0383e323bd6ea" providerId="LiveId" clId="{4DFA6660-570B-D04C-88B2-C932613AD3F9}" dt="2023-10-11T08:31:37.999" v="4604" actId="1036"/>
          <ac:spMkLst>
            <pc:docMk/>
            <pc:sldMk cId="3974957116" sldId="573"/>
            <ac:spMk id="6" creationId="{5A9C55D3-4492-0D46-8D07-29F3359D868A}"/>
          </ac:spMkLst>
        </pc:spChg>
        <pc:spChg chg="mod">
          <ac:chgData name="Loc Huynh" userId="80c0383e323bd6ea" providerId="LiveId" clId="{4DFA6660-570B-D04C-88B2-C932613AD3F9}" dt="2023-10-11T08:31:37.999" v="4604" actId="1036"/>
          <ac:spMkLst>
            <pc:docMk/>
            <pc:sldMk cId="3974957116" sldId="573"/>
            <ac:spMk id="7" creationId="{8EB2CF11-70DA-F347-A0FA-44DB110B806F}"/>
          </ac:spMkLst>
        </pc:spChg>
        <pc:spChg chg="mod">
          <ac:chgData name="Loc Huynh" userId="80c0383e323bd6ea" providerId="LiveId" clId="{4DFA6660-570B-D04C-88B2-C932613AD3F9}" dt="2023-10-11T08:31:37.999" v="4604" actId="1036"/>
          <ac:spMkLst>
            <pc:docMk/>
            <pc:sldMk cId="3974957116" sldId="573"/>
            <ac:spMk id="16" creationId="{88F49F68-8E36-7D4E-909A-10111004B720}"/>
          </ac:spMkLst>
        </pc:spChg>
        <pc:spChg chg="mod">
          <ac:chgData name="Loc Huynh" userId="80c0383e323bd6ea" providerId="LiveId" clId="{4DFA6660-570B-D04C-88B2-C932613AD3F9}" dt="2023-10-11T08:31:37.999" v="4604" actId="1036"/>
          <ac:spMkLst>
            <pc:docMk/>
            <pc:sldMk cId="3974957116" sldId="573"/>
            <ac:spMk id="30" creationId="{3BD1AB62-12B1-BB44-928A-667D8AEBF398}"/>
          </ac:spMkLst>
        </pc:spChg>
        <pc:spChg chg="mod">
          <ac:chgData name="Loc Huynh" userId="80c0383e323bd6ea" providerId="LiveId" clId="{4DFA6660-570B-D04C-88B2-C932613AD3F9}" dt="2023-10-11T08:30:27.798" v="4552" actId="13822"/>
          <ac:spMkLst>
            <pc:docMk/>
            <pc:sldMk cId="3974957116" sldId="573"/>
            <ac:spMk id="31" creationId="{C0DBE15A-59AE-D244-8CF1-2F5178CDF98A}"/>
          </ac:spMkLst>
        </pc:spChg>
        <pc:grpChg chg="mod">
          <ac:chgData name="Loc Huynh" userId="80c0383e323bd6ea" providerId="LiveId" clId="{4DFA6660-570B-D04C-88B2-C932613AD3F9}" dt="2023-10-11T08:31:37.999" v="4604" actId="1036"/>
          <ac:grpSpMkLst>
            <pc:docMk/>
            <pc:sldMk cId="3974957116" sldId="573"/>
            <ac:grpSpMk id="8" creationId="{9D183396-EF10-3742-96D7-B1C7319E6F98}"/>
          </ac:grpSpMkLst>
        </pc:grpChg>
        <pc:grpChg chg="mod">
          <ac:chgData name="Loc Huynh" userId="80c0383e323bd6ea" providerId="LiveId" clId="{4DFA6660-570B-D04C-88B2-C932613AD3F9}" dt="2023-10-11T08:31:37.999" v="4604" actId="1036"/>
          <ac:grpSpMkLst>
            <pc:docMk/>
            <pc:sldMk cId="3974957116" sldId="573"/>
            <ac:grpSpMk id="17" creationId="{352BFDC7-FA74-C349-9513-3AE128F57577}"/>
          </ac:grpSpMkLst>
        </pc:grpChg>
        <pc:grpChg chg="mod">
          <ac:chgData name="Loc Huynh" userId="80c0383e323bd6ea" providerId="LiveId" clId="{4DFA6660-570B-D04C-88B2-C932613AD3F9}" dt="2023-10-11T08:31:37.999" v="4604" actId="1036"/>
          <ac:grpSpMkLst>
            <pc:docMk/>
            <pc:sldMk cId="3974957116" sldId="573"/>
            <ac:grpSpMk id="23" creationId="{0571F232-0002-1643-87D4-9B9427918FF5}"/>
          </ac:grpSpMkLst>
        </pc:grpChg>
        <pc:cxnChg chg="mod">
          <ac:chgData name="Loc Huynh" userId="80c0383e323bd6ea" providerId="LiveId" clId="{4DFA6660-570B-D04C-88B2-C932613AD3F9}" dt="2023-10-11T08:31:37.999" v="4604" actId="1036"/>
          <ac:cxnSpMkLst>
            <pc:docMk/>
            <pc:sldMk cId="3974957116" sldId="573"/>
            <ac:cxnSpMk id="28" creationId="{632A907F-8F04-5C4E-9C38-55E1A84DC77F}"/>
          </ac:cxnSpMkLst>
        </pc:cxnChg>
        <pc:cxnChg chg="mod">
          <ac:chgData name="Loc Huynh" userId="80c0383e323bd6ea" providerId="LiveId" clId="{4DFA6660-570B-D04C-88B2-C932613AD3F9}" dt="2023-10-11T08:31:37.999" v="4604" actId="1036"/>
          <ac:cxnSpMkLst>
            <pc:docMk/>
            <pc:sldMk cId="3974957116" sldId="573"/>
            <ac:cxnSpMk id="29" creationId="{F4C073C7-D362-F847-A999-5E5D4C60AF0B}"/>
          </ac:cxnSpMkLst>
        </pc:cxnChg>
      </pc:sldChg>
      <pc:sldChg chg="modSp add mod">
        <pc:chgData name="Loc Huynh" userId="80c0383e323bd6ea" providerId="LiveId" clId="{4DFA6660-570B-D04C-88B2-C932613AD3F9}" dt="2023-10-11T08:33:32.203" v="4646" actId="1036"/>
        <pc:sldMkLst>
          <pc:docMk/>
          <pc:sldMk cId="308021531" sldId="574"/>
        </pc:sldMkLst>
        <pc:spChg chg="mod">
          <ac:chgData name="Loc Huynh" userId="80c0383e323bd6ea" providerId="LiveId" clId="{4DFA6660-570B-D04C-88B2-C932613AD3F9}" dt="2023-10-10T06:20:58.131" v="76" actId="27636"/>
          <ac:spMkLst>
            <pc:docMk/>
            <pc:sldMk cId="308021531" sldId="574"/>
            <ac:spMk id="2" creationId="{2E09F558-D333-EE4F-BF8A-DD5A2AF8E8E5}"/>
          </ac:spMkLst>
        </pc:spChg>
        <pc:spChg chg="mod">
          <ac:chgData name="Loc Huynh" userId="80c0383e323bd6ea" providerId="LiveId" clId="{4DFA6660-570B-D04C-88B2-C932613AD3F9}" dt="2023-10-11T08:33:32.203" v="4646" actId="1036"/>
          <ac:spMkLst>
            <pc:docMk/>
            <pc:sldMk cId="308021531" sldId="574"/>
            <ac:spMk id="6" creationId="{5A9C55D3-4492-0D46-8D07-29F3359D868A}"/>
          </ac:spMkLst>
        </pc:spChg>
        <pc:spChg chg="mod">
          <ac:chgData name="Loc Huynh" userId="80c0383e323bd6ea" providerId="LiveId" clId="{4DFA6660-570B-D04C-88B2-C932613AD3F9}" dt="2023-10-11T08:33:32.203" v="4646" actId="1036"/>
          <ac:spMkLst>
            <pc:docMk/>
            <pc:sldMk cId="308021531" sldId="574"/>
            <ac:spMk id="7" creationId="{8EB2CF11-70DA-F347-A0FA-44DB110B806F}"/>
          </ac:spMkLst>
        </pc:spChg>
        <pc:spChg chg="mod">
          <ac:chgData name="Loc Huynh" userId="80c0383e323bd6ea" providerId="LiveId" clId="{4DFA6660-570B-D04C-88B2-C932613AD3F9}" dt="2023-10-11T08:33:32.203" v="4646" actId="1036"/>
          <ac:spMkLst>
            <pc:docMk/>
            <pc:sldMk cId="308021531" sldId="574"/>
            <ac:spMk id="16" creationId="{88F49F68-8E36-7D4E-909A-10111004B720}"/>
          </ac:spMkLst>
        </pc:spChg>
        <pc:spChg chg="mod">
          <ac:chgData name="Loc Huynh" userId="80c0383e323bd6ea" providerId="LiveId" clId="{4DFA6660-570B-D04C-88B2-C932613AD3F9}" dt="2023-10-11T08:33:32.203" v="4646" actId="1036"/>
          <ac:spMkLst>
            <pc:docMk/>
            <pc:sldMk cId="308021531" sldId="574"/>
            <ac:spMk id="30" creationId="{3BD1AB62-12B1-BB44-928A-667D8AEBF398}"/>
          </ac:spMkLst>
        </pc:spChg>
        <pc:grpChg chg="mod">
          <ac:chgData name="Loc Huynh" userId="80c0383e323bd6ea" providerId="LiveId" clId="{4DFA6660-570B-D04C-88B2-C932613AD3F9}" dt="2023-10-11T08:33:32.203" v="4646" actId="1036"/>
          <ac:grpSpMkLst>
            <pc:docMk/>
            <pc:sldMk cId="308021531" sldId="574"/>
            <ac:grpSpMk id="8" creationId="{9D183396-EF10-3742-96D7-B1C7319E6F98}"/>
          </ac:grpSpMkLst>
        </pc:grpChg>
        <pc:grpChg chg="mod">
          <ac:chgData name="Loc Huynh" userId="80c0383e323bd6ea" providerId="LiveId" clId="{4DFA6660-570B-D04C-88B2-C932613AD3F9}" dt="2023-10-11T08:33:32.203" v="4646" actId="1036"/>
          <ac:grpSpMkLst>
            <pc:docMk/>
            <pc:sldMk cId="308021531" sldId="574"/>
            <ac:grpSpMk id="17" creationId="{352BFDC7-FA74-C349-9513-3AE128F57577}"/>
          </ac:grpSpMkLst>
        </pc:grpChg>
        <pc:grpChg chg="mod">
          <ac:chgData name="Loc Huynh" userId="80c0383e323bd6ea" providerId="LiveId" clId="{4DFA6660-570B-D04C-88B2-C932613AD3F9}" dt="2023-10-11T08:33:32.203" v="4646" actId="1036"/>
          <ac:grpSpMkLst>
            <pc:docMk/>
            <pc:sldMk cId="308021531" sldId="574"/>
            <ac:grpSpMk id="23" creationId="{0571F232-0002-1643-87D4-9B9427918FF5}"/>
          </ac:grpSpMkLst>
        </pc:grpChg>
        <pc:cxnChg chg="mod">
          <ac:chgData name="Loc Huynh" userId="80c0383e323bd6ea" providerId="LiveId" clId="{4DFA6660-570B-D04C-88B2-C932613AD3F9}" dt="2023-10-11T08:33:32.203" v="4646" actId="1036"/>
          <ac:cxnSpMkLst>
            <pc:docMk/>
            <pc:sldMk cId="308021531" sldId="574"/>
            <ac:cxnSpMk id="28" creationId="{632A907F-8F04-5C4E-9C38-55E1A84DC77F}"/>
          </ac:cxnSpMkLst>
        </pc:cxnChg>
        <pc:cxnChg chg="mod">
          <ac:chgData name="Loc Huynh" userId="80c0383e323bd6ea" providerId="LiveId" clId="{4DFA6660-570B-D04C-88B2-C932613AD3F9}" dt="2023-10-11T08:33:32.203" v="4646" actId="1036"/>
          <ac:cxnSpMkLst>
            <pc:docMk/>
            <pc:sldMk cId="308021531" sldId="574"/>
            <ac:cxnSpMk id="29" creationId="{F4C073C7-D362-F847-A999-5E5D4C60AF0B}"/>
          </ac:cxnSpMkLst>
        </pc:cxnChg>
      </pc:sldChg>
      <pc:sldChg chg="del">
        <pc:chgData name="Loc Huynh" userId="80c0383e323bd6ea" providerId="LiveId" clId="{4DFA6660-570B-D04C-88B2-C932613AD3F9}" dt="2023-10-10T06:20:53.383" v="26" actId="2696"/>
        <pc:sldMkLst>
          <pc:docMk/>
          <pc:sldMk cId="1959802321" sldId="574"/>
        </pc:sldMkLst>
      </pc:sldChg>
      <pc:sldChg chg="modSp add mod">
        <pc:chgData name="Loc Huynh" userId="80c0383e323bd6ea" providerId="LiveId" clId="{4DFA6660-570B-D04C-88B2-C932613AD3F9}" dt="2023-10-11T08:34:09.002" v="4683" actId="1035"/>
        <pc:sldMkLst>
          <pc:docMk/>
          <pc:sldMk cId="74462173" sldId="575"/>
        </pc:sldMkLst>
        <pc:spChg chg="mod">
          <ac:chgData name="Loc Huynh" userId="80c0383e323bd6ea" providerId="LiveId" clId="{4DFA6660-570B-D04C-88B2-C932613AD3F9}" dt="2023-10-10T06:20:58.217" v="77" actId="27636"/>
          <ac:spMkLst>
            <pc:docMk/>
            <pc:sldMk cId="74462173" sldId="575"/>
            <ac:spMk id="2" creationId="{2E09F558-D333-EE4F-BF8A-DD5A2AF8E8E5}"/>
          </ac:spMkLst>
        </pc:spChg>
        <pc:spChg chg="mod">
          <ac:chgData name="Loc Huynh" userId="80c0383e323bd6ea" providerId="LiveId" clId="{4DFA6660-570B-D04C-88B2-C932613AD3F9}" dt="2023-10-11T08:34:09.002" v="4683" actId="1035"/>
          <ac:spMkLst>
            <pc:docMk/>
            <pc:sldMk cId="74462173" sldId="575"/>
            <ac:spMk id="6" creationId="{5A9C55D3-4492-0D46-8D07-29F3359D868A}"/>
          </ac:spMkLst>
        </pc:spChg>
        <pc:spChg chg="mod">
          <ac:chgData name="Loc Huynh" userId="80c0383e323bd6ea" providerId="LiveId" clId="{4DFA6660-570B-D04C-88B2-C932613AD3F9}" dt="2023-10-11T08:34:09.002" v="4683" actId="1035"/>
          <ac:spMkLst>
            <pc:docMk/>
            <pc:sldMk cId="74462173" sldId="575"/>
            <ac:spMk id="7" creationId="{8EB2CF11-70DA-F347-A0FA-44DB110B806F}"/>
          </ac:spMkLst>
        </pc:spChg>
        <pc:spChg chg="mod">
          <ac:chgData name="Loc Huynh" userId="80c0383e323bd6ea" providerId="LiveId" clId="{4DFA6660-570B-D04C-88B2-C932613AD3F9}" dt="2023-10-11T08:34:09.002" v="4683" actId="1035"/>
          <ac:spMkLst>
            <pc:docMk/>
            <pc:sldMk cId="74462173" sldId="575"/>
            <ac:spMk id="16" creationId="{88F49F68-8E36-7D4E-909A-10111004B720}"/>
          </ac:spMkLst>
        </pc:spChg>
        <pc:spChg chg="mod">
          <ac:chgData name="Loc Huynh" userId="80c0383e323bd6ea" providerId="LiveId" clId="{4DFA6660-570B-D04C-88B2-C932613AD3F9}" dt="2023-10-11T08:34:09.002" v="4683" actId="1035"/>
          <ac:spMkLst>
            <pc:docMk/>
            <pc:sldMk cId="74462173" sldId="575"/>
            <ac:spMk id="30" creationId="{3BD1AB62-12B1-BB44-928A-667D8AEBF398}"/>
          </ac:spMkLst>
        </pc:spChg>
        <pc:grpChg chg="mod">
          <ac:chgData name="Loc Huynh" userId="80c0383e323bd6ea" providerId="LiveId" clId="{4DFA6660-570B-D04C-88B2-C932613AD3F9}" dt="2023-10-11T08:34:09.002" v="4683" actId="1035"/>
          <ac:grpSpMkLst>
            <pc:docMk/>
            <pc:sldMk cId="74462173" sldId="575"/>
            <ac:grpSpMk id="8" creationId="{9D183396-EF10-3742-96D7-B1C7319E6F98}"/>
          </ac:grpSpMkLst>
        </pc:grpChg>
        <pc:grpChg chg="mod">
          <ac:chgData name="Loc Huynh" userId="80c0383e323bd6ea" providerId="LiveId" clId="{4DFA6660-570B-D04C-88B2-C932613AD3F9}" dt="2023-10-11T08:34:09.002" v="4683" actId="1035"/>
          <ac:grpSpMkLst>
            <pc:docMk/>
            <pc:sldMk cId="74462173" sldId="575"/>
            <ac:grpSpMk id="17" creationId="{352BFDC7-FA74-C349-9513-3AE128F57577}"/>
          </ac:grpSpMkLst>
        </pc:grpChg>
        <pc:grpChg chg="mod">
          <ac:chgData name="Loc Huynh" userId="80c0383e323bd6ea" providerId="LiveId" clId="{4DFA6660-570B-D04C-88B2-C932613AD3F9}" dt="2023-10-11T08:34:09.002" v="4683" actId="1035"/>
          <ac:grpSpMkLst>
            <pc:docMk/>
            <pc:sldMk cId="74462173" sldId="575"/>
            <ac:grpSpMk id="23" creationId="{0571F232-0002-1643-87D4-9B9427918FF5}"/>
          </ac:grpSpMkLst>
        </pc:grpChg>
        <pc:grpChg chg="mod">
          <ac:chgData name="Loc Huynh" userId="80c0383e323bd6ea" providerId="LiveId" clId="{4DFA6660-570B-D04C-88B2-C932613AD3F9}" dt="2023-10-11T08:34:09.002" v="4683" actId="1035"/>
          <ac:grpSpMkLst>
            <pc:docMk/>
            <pc:sldMk cId="74462173" sldId="575"/>
            <ac:grpSpMk id="31" creationId="{8B812864-5510-0B4D-BF97-3EB038C0A55F}"/>
          </ac:grpSpMkLst>
        </pc:grpChg>
        <pc:cxnChg chg="mod">
          <ac:chgData name="Loc Huynh" userId="80c0383e323bd6ea" providerId="LiveId" clId="{4DFA6660-570B-D04C-88B2-C932613AD3F9}" dt="2023-10-11T08:34:09.002" v="4683" actId="1035"/>
          <ac:cxnSpMkLst>
            <pc:docMk/>
            <pc:sldMk cId="74462173" sldId="575"/>
            <ac:cxnSpMk id="28" creationId="{632A907F-8F04-5C4E-9C38-55E1A84DC77F}"/>
          </ac:cxnSpMkLst>
        </pc:cxnChg>
        <pc:cxnChg chg="mod">
          <ac:chgData name="Loc Huynh" userId="80c0383e323bd6ea" providerId="LiveId" clId="{4DFA6660-570B-D04C-88B2-C932613AD3F9}" dt="2023-10-11T08:34:09.002" v="4683" actId="1035"/>
          <ac:cxnSpMkLst>
            <pc:docMk/>
            <pc:sldMk cId="74462173" sldId="575"/>
            <ac:cxnSpMk id="29" creationId="{F4C073C7-D362-F847-A999-5E5D4C60AF0B}"/>
          </ac:cxnSpMkLst>
        </pc:cxnChg>
      </pc:sldChg>
      <pc:sldChg chg="del">
        <pc:chgData name="Loc Huynh" userId="80c0383e323bd6ea" providerId="LiveId" clId="{4DFA6660-570B-D04C-88B2-C932613AD3F9}" dt="2023-10-10T06:20:53.353" v="16" actId="2696"/>
        <pc:sldMkLst>
          <pc:docMk/>
          <pc:sldMk cId="3175611268" sldId="575"/>
        </pc:sldMkLst>
      </pc:sldChg>
      <pc:sldChg chg="modSp add mod">
        <pc:chgData name="Loc Huynh" userId="80c0383e323bd6ea" providerId="LiveId" clId="{4DFA6660-570B-D04C-88B2-C932613AD3F9}" dt="2023-10-11T08:34:29.281" v="4720" actId="1035"/>
        <pc:sldMkLst>
          <pc:docMk/>
          <pc:sldMk cId="3485809564" sldId="576"/>
        </pc:sldMkLst>
        <pc:spChg chg="mod">
          <ac:chgData name="Loc Huynh" userId="80c0383e323bd6ea" providerId="LiveId" clId="{4DFA6660-570B-D04C-88B2-C932613AD3F9}" dt="2023-10-10T06:20:58.251" v="78" actId="27636"/>
          <ac:spMkLst>
            <pc:docMk/>
            <pc:sldMk cId="3485809564" sldId="576"/>
            <ac:spMk id="2" creationId="{2E09F558-D333-EE4F-BF8A-DD5A2AF8E8E5}"/>
          </ac:spMkLst>
        </pc:spChg>
        <pc:spChg chg="mod">
          <ac:chgData name="Loc Huynh" userId="80c0383e323bd6ea" providerId="LiveId" clId="{4DFA6660-570B-D04C-88B2-C932613AD3F9}" dt="2023-10-11T08:34:29.281" v="4720" actId="1035"/>
          <ac:spMkLst>
            <pc:docMk/>
            <pc:sldMk cId="3485809564" sldId="576"/>
            <ac:spMk id="6" creationId="{5A9C55D3-4492-0D46-8D07-29F3359D868A}"/>
          </ac:spMkLst>
        </pc:spChg>
        <pc:spChg chg="mod">
          <ac:chgData name="Loc Huynh" userId="80c0383e323bd6ea" providerId="LiveId" clId="{4DFA6660-570B-D04C-88B2-C932613AD3F9}" dt="2023-10-11T08:34:29.281" v="4720" actId="1035"/>
          <ac:spMkLst>
            <pc:docMk/>
            <pc:sldMk cId="3485809564" sldId="576"/>
            <ac:spMk id="7" creationId="{8EB2CF11-70DA-F347-A0FA-44DB110B806F}"/>
          </ac:spMkLst>
        </pc:spChg>
        <pc:spChg chg="mod">
          <ac:chgData name="Loc Huynh" userId="80c0383e323bd6ea" providerId="LiveId" clId="{4DFA6660-570B-D04C-88B2-C932613AD3F9}" dt="2023-10-11T08:34:29.281" v="4720" actId="1035"/>
          <ac:spMkLst>
            <pc:docMk/>
            <pc:sldMk cId="3485809564" sldId="576"/>
            <ac:spMk id="16" creationId="{88F49F68-8E36-7D4E-909A-10111004B720}"/>
          </ac:spMkLst>
        </pc:spChg>
        <pc:spChg chg="mod">
          <ac:chgData name="Loc Huynh" userId="80c0383e323bd6ea" providerId="LiveId" clId="{4DFA6660-570B-D04C-88B2-C932613AD3F9}" dt="2023-10-11T08:34:29.281" v="4720" actId="1035"/>
          <ac:spMkLst>
            <pc:docMk/>
            <pc:sldMk cId="3485809564" sldId="576"/>
            <ac:spMk id="30" creationId="{3BD1AB62-12B1-BB44-928A-667D8AEBF398}"/>
          </ac:spMkLst>
        </pc:spChg>
        <pc:spChg chg="mod">
          <ac:chgData name="Loc Huynh" userId="80c0383e323bd6ea" providerId="LiveId" clId="{4DFA6660-570B-D04C-88B2-C932613AD3F9}" dt="2023-10-11T08:34:29.281" v="4720" actId="1035"/>
          <ac:spMkLst>
            <pc:docMk/>
            <pc:sldMk cId="3485809564" sldId="576"/>
            <ac:spMk id="34" creationId="{26EBB5D3-FFDE-CB4E-AB02-AE32032A04A2}"/>
          </ac:spMkLst>
        </pc:spChg>
        <pc:grpChg chg="mod">
          <ac:chgData name="Loc Huynh" userId="80c0383e323bd6ea" providerId="LiveId" clId="{4DFA6660-570B-D04C-88B2-C932613AD3F9}" dt="2023-10-11T08:34:29.281" v="4720" actId="1035"/>
          <ac:grpSpMkLst>
            <pc:docMk/>
            <pc:sldMk cId="3485809564" sldId="576"/>
            <ac:grpSpMk id="8" creationId="{9D183396-EF10-3742-96D7-B1C7319E6F98}"/>
          </ac:grpSpMkLst>
        </pc:grpChg>
        <pc:grpChg chg="mod">
          <ac:chgData name="Loc Huynh" userId="80c0383e323bd6ea" providerId="LiveId" clId="{4DFA6660-570B-D04C-88B2-C932613AD3F9}" dt="2023-10-11T08:34:29.281" v="4720" actId="1035"/>
          <ac:grpSpMkLst>
            <pc:docMk/>
            <pc:sldMk cId="3485809564" sldId="576"/>
            <ac:grpSpMk id="17" creationId="{352BFDC7-FA74-C349-9513-3AE128F57577}"/>
          </ac:grpSpMkLst>
        </pc:grpChg>
        <pc:grpChg chg="mod">
          <ac:chgData name="Loc Huynh" userId="80c0383e323bd6ea" providerId="LiveId" clId="{4DFA6660-570B-D04C-88B2-C932613AD3F9}" dt="2023-10-11T08:34:29.281" v="4720" actId="1035"/>
          <ac:grpSpMkLst>
            <pc:docMk/>
            <pc:sldMk cId="3485809564" sldId="576"/>
            <ac:grpSpMk id="23" creationId="{0571F232-0002-1643-87D4-9B9427918FF5}"/>
          </ac:grpSpMkLst>
        </pc:grpChg>
        <pc:grpChg chg="mod">
          <ac:chgData name="Loc Huynh" userId="80c0383e323bd6ea" providerId="LiveId" clId="{4DFA6660-570B-D04C-88B2-C932613AD3F9}" dt="2023-10-11T08:34:29.281" v="4720" actId="1035"/>
          <ac:grpSpMkLst>
            <pc:docMk/>
            <pc:sldMk cId="3485809564" sldId="576"/>
            <ac:grpSpMk id="31" creationId="{8B812864-5510-0B4D-BF97-3EB038C0A55F}"/>
          </ac:grpSpMkLst>
        </pc:grpChg>
        <pc:cxnChg chg="mod">
          <ac:chgData name="Loc Huynh" userId="80c0383e323bd6ea" providerId="LiveId" clId="{4DFA6660-570B-D04C-88B2-C932613AD3F9}" dt="2023-10-11T08:34:29.281" v="4720" actId="1035"/>
          <ac:cxnSpMkLst>
            <pc:docMk/>
            <pc:sldMk cId="3485809564" sldId="576"/>
            <ac:cxnSpMk id="28" creationId="{632A907F-8F04-5C4E-9C38-55E1A84DC77F}"/>
          </ac:cxnSpMkLst>
        </pc:cxnChg>
        <pc:cxnChg chg="mod">
          <ac:chgData name="Loc Huynh" userId="80c0383e323bd6ea" providerId="LiveId" clId="{4DFA6660-570B-D04C-88B2-C932613AD3F9}" dt="2023-10-11T08:34:29.281" v="4720" actId="1035"/>
          <ac:cxnSpMkLst>
            <pc:docMk/>
            <pc:sldMk cId="3485809564" sldId="576"/>
            <ac:cxnSpMk id="29" creationId="{F4C073C7-D362-F847-A999-5E5D4C60AF0B}"/>
          </ac:cxnSpMkLst>
        </pc:cxnChg>
      </pc:sldChg>
      <pc:sldChg chg="del">
        <pc:chgData name="Loc Huynh" userId="80c0383e323bd6ea" providerId="LiveId" clId="{4DFA6660-570B-D04C-88B2-C932613AD3F9}" dt="2023-10-10T06:20:53.334" v="11" actId="2696"/>
        <pc:sldMkLst>
          <pc:docMk/>
          <pc:sldMk cId="3527773720" sldId="576"/>
        </pc:sldMkLst>
      </pc:sldChg>
      <pc:sldChg chg="del">
        <pc:chgData name="Loc Huynh" userId="80c0383e323bd6ea" providerId="LiveId" clId="{4DFA6660-570B-D04C-88B2-C932613AD3F9}" dt="2023-10-10T06:20:53.419" v="39" actId="2696"/>
        <pc:sldMkLst>
          <pc:docMk/>
          <pc:sldMk cId="2464220072" sldId="577"/>
        </pc:sldMkLst>
      </pc:sldChg>
      <pc:sldChg chg="modSp add mod">
        <pc:chgData name="Loc Huynh" userId="80c0383e323bd6ea" providerId="LiveId" clId="{4DFA6660-570B-D04C-88B2-C932613AD3F9}" dt="2023-10-11T08:34:48.458" v="4757" actId="1035"/>
        <pc:sldMkLst>
          <pc:docMk/>
          <pc:sldMk cId="3170309313" sldId="577"/>
        </pc:sldMkLst>
        <pc:spChg chg="mod">
          <ac:chgData name="Loc Huynh" userId="80c0383e323bd6ea" providerId="LiveId" clId="{4DFA6660-570B-D04C-88B2-C932613AD3F9}" dt="2023-10-10T06:20:58.284" v="79" actId="27636"/>
          <ac:spMkLst>
            <pc:docMk/>
            <pc:sldMk cId="3170309313" sldId="577"/>
            <ac:spMk id="2" creationId="{2E09F558-D333-EE4F-BF8A-DD5A2AF8E8E5}"/>
          </ac:spMkLst>
        </pc:spChg>
        <pc:spChg chg="mod">
          <ac:chgData name="Loc Huynh" userId="80c0383e323bd6ea" providerId="LiveId" clId="{4DFA6660-570B-D04C-88B2-C932613AD3F9}" dt="2023-10-11T08:34:48.458" v="4757" actId="1035"/>
          <ac:spMkLst>
            <pc:docMk/>
            <pc:sldMk cId="3170309313" sldId="577"/>
            <ac:spMk id="6" creationId="{5A9C55D3-4492-0D46-8D07-29F3359D868A}"/>
          </ac:spMkLst>
        </pc:spChg>
        <pc:spChg chg="mod">
          <ac:chgData name="Loc Huynh" userId="80c0383e323bd6ea" providerId="LiveId" clId="{4DFA6660-570B-D04C-88B2-C932613AD3F9}" dt="2023-10-11T08:34:48.458" v="4757" actId="1035"/>
          <ac:spMkLst>
            <pc:docMk/>
            <pc:sldMk cId="3170309313" sldId="577"/>
            <ac:spMk id="7" creationId="{8EB2CF11-70DA-F347-A0FA-44DB110B806F}"/>
          </ac:spMkLst>
        </pc:spChg>
        <pc:spChg chg="mod">
          <ac:chgData name="Loc Huynh" userId="80c0383e323bd6ea" providerId="LiveId" clId="{4DFA6660-570B-D04C-88B2-C932613AD3F9}" dt="2023-10-11T08:34:48.458" v="4757" actId="1035"/>
          <ac:spMkLst>
            <pc:docMk/>
            <pc:sldMk cId="3170309313" sldId="577"/>
            <ac:spMk id="16" creationId="{88F49F68-8E36-7D4E-909A-10111004B720}"/>
          </ac:spMkLst>
        </pc:spChg>
        <pc:spChg chg="mod">
          <ac:chgData name="Loc Huynh" userId="80c0383e323bd6ea" providerId="LiveId" clId="{4DFA6660-570B-D04C-88B2-C932613AD3F9}" dt="2023-10-11T08:34:48.458" v="4757" actId="1035"/>
          <ac:spMkLst>
            <pc:docMk/>
            <pc:sldMk cId="3170309313" sldId="577"/>
            <ac:spMk id="30" creationId="{3BD1AB62-12B1-BB44-928A-667D8AEBF398}"/>
          </ac:spMkLst>
        </pc:spChg>
        <pc:spChg chg="mod">
          <ac:chgData name="Loc Huynh" userId="80c0383e323bd6ea" providerId="LiveId" clId="{4DFA6660-570B-D04C-88B2-C932613AD3F9}" dt="2023-10-11T08:34:48.458" v="4757" actId="1035"/>
          <ac:spMkLst>
            <pc:docMk/>
            <pc:sldMk cId="3170309313" sldId="577"/>
            <ac:spMk id="35" creationId="{C84EA0F6-7D11-8949-A0AB-E83173F7ACCA}"/>
          </ac:spMkLst>
        </pc:spChg>
        <pc:grpChg chg="mod">
          <ac:chgData name="Loc Huynh" userId="80c0383e323bd6ea" providerId="LiveId" clId="{4DFA6660-570B-D04C-88B2-C932613AD3F9}" dt="2023-10-11T08:34:48.458" v="4757" actId="1035"/>
          <ac:grpSpMkLst>
            <pc:docMk/>
            <pc:sldMk cId="3170309313" sldId="577"/>
            <ac:grpSpMk id="8" creationId="{9D183396-EF10-3742-96D7-B1C7319E6F98}"/>
          </ac:grpSpMkLst>
        </pc:grpChg>
        <pc:grpChg chg="mod">
          <ac:chgData name="Loc Huynh" userId="80c0383e323bd6ea" providerId="LiveId" clId="{4DFA6660-570B-D04C-88B2-C932613AD3F9}" dt="2023-10-11T08:34:48.458" v="4757" actId="1035"/>
          <ac:grpSpMkLst>
            <pc:docMk/>
            <pc:sldMk cId="3170309313" sldId="577"/>
            <ac:grpSpMk id="23" creationId="{0571F232-0002-1643-87D4-9B9427918FF5}"/>
          </ac:grpSpMkLst>
        </pc:grpChg>
        <pc:cxnChg chg="mod">
          <ac:chgData name="Loc Huynh" userId="80c0383e323bd6ea" providerId="LiveId" clId="{4DFA6660-570B-D04C-88B2-C932613AD3F9}" dt="2023-10-11T08:34:48.458" v="4757" actId="1035"/>
          <ac:cxnSpMkLst>
            <pc:docMk/>
            <pc:sldMk cId="3170309313" sldId="577"/>
            <ac:cxnSpMk id="28" creationId="{632A907F-8F04-5C4E-9C38-55E1A84DC77F}"/>
          </ac:cxnSpMkLst>
        </pc:cxnChg>
      </pc:sldChg>
      <pc:sldChg chg="del">
        <pc:chgData name="Loc Huynh" userId="80c0383e323bd6ea" providerId="LiveId" clId="{4DFA6660-570B-D04C-88B2-C932613AD3F9}" dt="2023-10-10T06:20:53.299" v="3" actId="2696"/>
        <pc:sldMkLst>
          <pc:docMk/>
          <pc:sldMk cId="3811943616" sldId="578"/>
        </pc:sldMkLst>
      </pc:sldChg>
      <pc:sldChg chg="modSp add mod">
        <pc:chgData name="Loc Huynh" userId="80c0383e323bd6ea" providerId="LiveId" clId="{4DFA6660-570B-D04C-88B2-C932613AD3F9}" dt="2023-10-11T08:44:00.665" v="5129" actId="13822"/>
        <pc:sldMkLst>
          <pc:docMk/>
          <pc:sldMk cId="1922774264" sldId="579"/>
        </pc:sldMkLst>
        <pc:spChg chg="mod">
          <ac:chgData name="Loc Huynh" userId="80c0383e323bd6ea" providerId="LiveId" clId="{4DFA6660-570B-D04C-88B2-C932613AD3F9}" dt="2023-10-11T08:35:27.432" v="4767"/>
          <ac:spMkLst>
            <pc:docMk/>
            <pc:sldMk cId="1922774264" sldId="579"/>
            <ac:spMk id="2" creationId="{2E09F558-D333-EE4F-BF8A-DD5A2AF8E8E5}"/>
          </ac:spMkLst>
        </pc:spChg>
        <pc:spChg chg="mod">
          <ac:chgData name="Loc Huynh" userId="80c0383e323bd6ea" providerId="LiveId" clId="{4DFA6660-570B-D04C-88B2-C932613AD3F9}" dt="2023-10-11T08:43:55.760" v="5128" actId="13822"/>
          <ac:spMkLst>
            <pc:docMk/>
            <pc:sldMk cId="1922774264" sldId="579"/>
            <ac:spMk id="6" creationId="{5A9C55D3-4492-0D46-8D07-29F3359D868A}"/>
          </ac:spMkLst>
        </pc:spChg>
        <pc:spChg chg="mod">
          <ac:chgData name="Loc Huynh" userId="80c0383e323bd6ea" providerId="LiveId" clId="{4DFA6660-570B-D04C-88B2-C932613AD3F9}" dt="2023-10-11T08:38:59.006" v="5047" actId="1035"/>
          <ac:spMkLst>
            <pc:docMk/>
            <pc:sldMk cId="1922774264" sldId="579"/>
            <ac:spMk id="7" creationId="{8EB2CF11-70DA-F347-A0FA-44DB110B806F}"/>
          </ac:spMkLst>
        </pc:spChg>
        <pc:spChg chg="mod">
          <ac:chgData name="Loc Huynh" userId="80c0383e323bd6ea" providerId="LiveId" clId="{4DFA6660-570B-D04C-88B2-C932613AD3F9}" dt="2023-10-11T08:38:59.006" v="5047" actId="1035"/>
          <ac:spMkLst>
            <pc:docMk/>
            <pc:sldMk cId="1922774264" sldId="579"/>
            <ac:spMk id="16" creationId="{88F49F68-8E36-7D4E-909A-10111004B720}"/>
          </ac:spMkLst>
        </pc:spChg>
        <pc:spChg chg="mod">
          <ac:chgData name="Loc Huynh" userId="80c0383e323bd6ea" providerId="LiveId" clId="{4DFA6660-570B-D04C-88B2-C932613AD3F9}" dt="2023-10-11T08:38:59.006" v="5047" actId="1035"/>
          <ac:spMkLst>
            <pc:docMk/>
            <pc:sldMk cId="1922774264" sldId="579"/>
            <ac:spMk id="30" creationId="{3BD1AB62-12B1-BB44-928A-667D8AEBF398}"/>
          </ac:spMkLst>
        </pc:spChg>
        <pc:spChg chg="mod">
          <ac:chgData name="Loc Huynh" userId="80c0383e323bd6ea" providerId="LiveId" clId="{4DFA6660-570B-D04C-88B2-C932613AD3F9}" dt="2023-10-11T08:44:00.665" v="5129" actId="13822"/>
          <ac:spMkLst>
            <pc:docMk/>
            <pc:sldMk cId="1922774264" sldId="579"/>
            <ac:spMk id="34" creationId="{26EBB5D3-FFDE-CB4E-AB02-AE32032A04A2}"/>
          </ac:spMkLst>
        </pc:spChg>
        <pc:spChg chg="mod">
          <ac:chgData name="Loc Huynh" userId="80c0383e323bd6ea" providerId="LiveId" clId="{4DFA6660-570B-D04C-88B2-C932613AD3F9}" dt="2023-10-11T08:38:59.006" v="5047" actId="1035"/>
          <ac:spMkLst>
            <pc:docMk/>
            <pc:sldMk cId="1922774264" sldId="579"/>
            <ac:spMk id="35" creationId="{31A5A204-160D-2542-9399-9B922D8B4F6E}"/>
          </ac:spMkLst>
        </pc:spChg>
        <pc:grpChg chg="mod">
          <ac:chgData name="Loc Huynh" userId="80c0383e323bd6ea" providerId="LiveId" clId="{4DFA6660-570B-D04C-88B2-C932613AD3F9}" dt="2023-10-11T08:38:59.006" v="5047" actId="1035"/>
          <ac:grpSpMkLst>
            <pc:docMk/>
            <pc:sldMk cId="1922774264" sldId="579"/>
            <ac:grpSpMk id="8" creationId="{9D183396-EF10-3742-96D7-B1C7319E6F98}"/>
          </ac:grpSpMkLst>
        </pc:grpChg>
        <pc:grpChg chg="mod">
          <ac:chgData name="Loc Huynh" userId="80c0383e323bd6ea" providerId="LiveId" clId="{4DFA6660-570B-D04C-88B2-C932613AD3F9}" dt="2023-10-11T08:38:59.006" v="5047" actId="1035"/>
          <ac:grpSpMkLst>
            <pc:docMk/>
            <pc:sldMk cId="1922774264" sldId="579"/>
            <ac:grpSpMk id="17" creationId="{352BFDC7-FA74-C349-9513-3AE128F57577}"/>
          </ac:grpSpMkLst>
        </pc:grpChg>
        <pc:grpChg chg="mod">
          <ac:chgData name="Loc Huynh" userId="80c0383e323bd6ea" providerId="LiveId" clId="{4DFA6660-570B-D04C-88B2-C932613AD3F9}" dt="2023-10-11T08:38:59.006" v="5047" actId="1035"/>
          <ac:grpSpMkLst>
            <pc:docMk/>
            <pc:sldMk cId="1922774264" sldId="579"/>
            <ac:grpSpMk id="23" creationId="{0571F232-0002-1643-87D4-9B9427918FF5}"/>
          </ac:grpSpMkLst>
        </pc:grpChg>
        <pc:grpChg chg="mod">
          <ac:chgData name="Loc Huynh" userId="80c0383e323bd6ea" providerId="LiveId" clId="{4DFA6660-570B-D04C-88B2-C932613AD3F9}" dt="2023-10-11T08:38:59.006" v="5047" actId="1035"/>
          <ac:grpSpMkLst>
            <pc:docMk/>
            <pc:sldMk cId="1922774264" sldId="579"/>
            <ac:grpSpMk id="31" creationId="{8B812864-5510-0B4D-BF97-3EB038C0A55F}"/>
          </ac:grpSpMkLst>
        </pc:grpChg>
        <pc:cxnChg chg="mod">
          <ac:chgData name="Loc Huynh" userId="80c0383e323bd6ea" providerId="LiveId" clId="{4DFA6660-570B-D04C-88B2-C932613AD3F9}" dt="2023-10-11T08:38:59.006" v="5047" actId="1035"/>
          <ac:cxnSpMkLst>
            <pc:docMk/>
            <pc:sldMk cId="1922774264" sldId="579"/>
            <ac:cxnSpMk id="28" creationId="{632A907F-8F04-5C4E-9C38-55E1A84DC77F}"/>
          </ac:cxnSpMkLst>
        </pc:cxnChg>
      </pc:sldChg>
      <pc:sldChg chg="del">
        <pc:chgData name="Loc Huynh" userId="80c0383e323bd6ea" providerId="LiveId" clId="{4DFA6660-570B-D04C-88B2-C932613AD3F9}" dt="2023-10-10T06:20:53.304" v="4" actId="2696"/>
        <pc:sldMkLst>
          <pc:docMk/>
          <pc:sldMk cId="2375137816" sldId="579"/>
        </pc:sldMkLst>
      </pc:sldChg>
      <pc:sldChg chg="del">
        <pc:chgData name="Loc Huynh" userId="80c0383e323bd6ea" providerId="LiveId" clId="{4DFA6660-570B-D04C-88B2-C932613AD3F9}" dt="2023-10-10T06:20:53.293" v="1" actId="2696"/>
        <pc:sldMkLst>
          <pc:docMk/>
          <pc:sldMk cId="2041922114" sldId="580"/>
        </pc:sldMkLst>
      </pc:sldChg>
      <pc:sldChg chg="modSp add mod">
        <pc:chgData name="Loc Huynh" userId="80c0383e323bd6ea" providerId="LiveId" clId="{4DFA6660-570B-D04C-88B2-C932613AD3F9}" dt="2023-10-11T08:44:13.565" v="5133" actId="13822"/>
        <pc:sldMkLst>
          <pc:docMk/>
          <pc:sldMk cId="3355053011" sldId="580"/>
        </pc:sldMkLst>
        <pc:spChg chg="mod">
          <ac:chgData name="Loc Huynh" userId="80c0383e323bd6ea" providerId="LiveId" clId="{4DFA6660-570B-D04C-88B2-C932613AD3F9}" dt="2023-10-11T08:35:30.359" v="4768"/>
          <ac:spMkLst>
            <pc:docMk/>
            <pc:sldMk cId="3355053011" sldId="580"/>
            <ac:spMk id="2" creationId="{2E09F558-D333-EE4F-BF8A-DD5A2AF8E8E5}"/>
          </ac:spMkLst>
        </pc:spChg>
        <pc:spChg chg="mod">
          <ac:chgData name="Loc Huynh" userId="80c0383e323bd6ea" providerId="LiveId" clId="{4DFA6660-570B-D04C-88B2-C932613AD3F9}" dt="2023-10-11T08:44:07.221" v="5131" actId="13822"/>
          <ac:spMkLst>
            <pc:docMk/>
            <pc:sldMk cId="3355053011" sldId="580"/>
            <ac:spMk id="6" creationId="{5A9C55D3-4492-0D46-8D07-29F3359D868A}"/>
          </ac:spMkLst>
        </pc:spChg>
        <pc:spChg chg="mod">
          <ac:chgData name="Loc Huynh" userId="80c0383e323bd6ea" providerId="LiveId" clId="{4DFA6660-570B-D04C-88B2-C932613AD3F9}" dt="2023-10-11T08:39:19.971" v="5087" actId="1035"/>
          <ac:spMkLst>
            <pc:docMk/>
            <pc:sldMk cId="3355053011" sldId="580"/>
            <ac:spMk id="7" creationId="{8EB2CF11-70DA-F347-A0FA-44DB110B806F}"/>
          </ac:spMkLst>
        </pc:spChg>
        <pc:spChg chg="mod">
          <ac:chgData name="Loc Huynh" userId="80c0383e323bd6ea" providerId="LiveId" clId="{4DFA6660-570B-D04C-88B2-C932613AD3F9}" dt="2023-10-11T08:39:19.971" v="5087" actId="1035"/>
          <ac:spMkLst>
            <pc:docMk/>
            <pc:sldMk cId="3355053011" sldId="580"/>
            <ac:spMk id="16" creationId="{88F49F68-8E36-7D4E-909A-10111004B720}"/>
          </ac:spMkLst>
        </pc:spChg>
        <pc:spChg chg="mod">
          <ac:chgData name="Loc Huynh" userId="80c0383e323bd6ea" providerId="LiveId" clId="{4DFA6660-570B-D04C-88B2-C932613AD3F9}" dt="2023-10-11T08:39:19.971" v="5087" actId="1035"/>
          <ac:spMkLst>
            <pc:docMk/>
            <pc:sldMk cId="3355053011" sldId="580"/>
            <ac:spMk id="30" creationId="{3BD1AB62-12B1-BB44-928A-667D8AEBF398}"/>
          </ac:spMkLst>
        </pc:spChg>
        <pc:spChg chg="mod">
          <ac:chgData name="Loc Huynh" userId="80c0383e323bd6ea" providerId="LiveId" clId="{4DFA6660-570B-D04C-88B2-C932613AD3F9}" dt="2023-10-11T08:39:19.971" v="5087" actId="1035"/>
          <ac:spMkLst>
            <pc:docMk/>
            <pc:sldMk cId="3355053011" sldId="580"/>
            <ac:spMk id="35" creationId="{31A5A204-160D-2542-9399-9B922D8B4F6E}"/>
          </ac:spMkLst>
        </pc:spChg>
        <pc:spChg chg="mod">
          <ac:chgData name="Loc Huynh" userId="80c0383e323bd6ea" providerId="LiveId" clId="{4DFA6660-570B-D04C-88B2-C932613AD3F9}" dt="2023-10-11T08:44:13.565" v="5133" actId="13822"/>
          <ac:spMkLst>
            <pc:docMk/>
            <pc:sldMk cId="3355053011" sldId="580"/>
            <ac:spMk id="36" creationId="{CD20AA9C-607C-1E44-92DC-32FF0997F210}"/>
          </ac:spMkLst>
        </pc:spChg>
        <pc:grpChg chg="mod">
          <ac:chgData name="Loc Huynh" userId="80c0383e323bd6ea" providerId="LiveId" clId="{4DFA6660-570B-D04C-88B2-C932613AD3F9}" dt="2023-10-11T08:39:19.971" v="5087" actId="1035"/>
          <ac:grpSpMkLst>
            <pc:docMk/>
            <pc:sldMk cId="3355053011" sldId="580"/>
            <ac:grpSpMk id="8" creationId="{9D183396-EF10-3742-96D7-B1C7319E6F98}"/>
          </ac:grpSpMkLst>
        </pc:grpChg>
        <pc:grpChg chg="mod">
          <ac:chgData name="Loc Huynh" userId="80c0383e323bd6ea" providerId="LiveId" clId="{4DFA6660-570B-D04C-88B2-C932613AD3F9}" dt="2023-10-11T08:39:19.971" v="5087" actId="1035"/>
          <ac:grpSpMkLst>
            <pc:docMk/>
            <pc:sldMk cId="3355053011" sldId="580"/>
            <ac:grpSpMk id="17" creationId="{352BFDC7-FA74-C349-9513-3AE128F57577}"/>
          </ac:grpSpMkLst>
        </pc:grpChg>
        <pc:grpChg chg="mod">
          <ac:chgData name="Loc Huynh" userId="80c0383e323bd6ea" providerId="LiveId" clId="{4DFA6660-570B-D04C-88B2-C932613AD3F9}" dt="2023-10-11T08:39:19.971" v="5087" actId="1035"/>
          <ac:grpSpMkLst>
            <pc:docMk/>
            <pc:sldMk cId="3355053011" sldId="580"/>
            <ac:grpSpMk id="31" creationId="{8B812864-5510-0B4D-BF97-3EB038C0A55F}"/>
          </ac:grpSpMkLst>
        </pc:grpChg>
        <pc:cxnChg chg="mod">
          <ac:chgData name="Loc Huynh" userId="80c0383e323bd6ea" providerId="LiveId" clId="{4DFA6660-570B-D04C-88B2-C932613AD3F9}" dt="2023-10-11T08:39:19.971" v="5087" actId="1035"/>
          <ac:cxnSpMkLst>
            <pc:docMk/>
            <pc:sldMk cId="3355053011" sldId="580"/>
            <ac:cxnSpMk id="28" creationId="{632A907F-8F04-5C4E-9C38-55E1A84DC77F}"/>
          </ac:cxnSpMkLst>
        </pc:cxnChg>
      </pc:sldChg>
      <pc:sldChg chg="del">
        <pc:chgData name="Loc Huynh" userId="80c0383e323bd6ea" providerId="LiveId" clId="{4DFA6660-570B-D04C-88B2-C932613AD3F9}" dt="2023-10-10T06:20:53.310" v="6" actId="2696"/>
        <pc:sldMkLst>
          <pc:docMk/>
          <pc:sldMk cId="1827970674" sldId="581"/>
        </pc:sldMkLst>
      </pc:sldChg>
      <pc:sldChg chg="modSp add del mod">
        <pc:chgData name="Loc Huynh" userId="80c0383e323bd6ea" providerId="LiveId" clId="{4DFA6660-570B-D04C-88B2-C932613AD3F9}" dt="2023-10-17T00:51:50.631" v="5683" actId="2696"/>
        <pc:sldMkLst>
          <pc:docMk/>
          <pc:sldMk cId="4016310145" sldId="581"/>
        </pc:sldMkLst>
        <pc:spChg chg="mod">
          <ac:chgData name="Loc Huynh" userId="80c0383e323bd6ea" providerId="LiveId" clId="{4DFA6660-570B-D04C-88B2-C932613AD3F9}" dt="2023-10-10T06:20:55.735" v="47" actId="27636"/>
          <ac:spMkLst>
            <pc:docMk/>
            <pc:sldMk cId="4016310145" sldId="581"/>
            <ac:spMk id="9" creationId="{932152F9-2B95-EF47-948C-A169795CCD17}"/>
          </ac:spMkLst>
        </pc:spChg>
      </pc:sldChg>
      <pc:sldChg chg="modSp add del mod">
        <pc:chgData name="Loc Huynh" userId="80c0383e323bd6ea" providerId="LiveId" clId="{4DFA6660-570B-D04C-88B2-C932613AD3F9}" dt="2023-10-17T00:51:57.076" v="5684" actId="2696"/>
        <pc:sldMkLst>
          <pc:docMk/>
          <pc:sldMk cId="928683988" sldId="582"/>
        </pc:sldMkLst>
        <pc:spChg chg="mod">
          <ac:chgData name="Loc Huynh" userId="80c0383e323bd6ea" providerId="LiveId" clId="{4DFA6660-570B-D04C-88B2-C932613AD3F9}" dt="2023-10-10T06:20:55.749" v="48" actId="27636"/>
          <ac:spMkLst>
            <pc:docMk/>
            <pc:sldMk cId="928683988" sldId="582"/>
            <ac:spMk id="9" creationId="{932152F9-2B95-EF47-948C-A169795CCD17}"/>
          </ac:spMkLst>
        </pc:spChg>
      </pc:sldChg>
      <pc:sldChg chg="modSp add del mod">
        <pc:chgData name="Loc Huynh" userId="80c0383e323bd6ea" providerId="LiveId" clId="{4DFA6660-570B-D04C-88B2-C932613AD3F9}" dt="2023-10-17T01:09:05.733" v="6527" actId="2696"/>
        <pc:sldMkLst>
          <pc:docMk/>
          <pc:sldMk cId="3761538468" sldId="583"/>
        </pc:sldMkLst>
        <pc:spChg chg="mod">
          <ac:chgData name="Loc Huynh" userId="80c0383e323bd6ea" providerId="LiveId" clId="{4DFA6660-570B-D04C-88B2-C932613AD3F9}" dt="2023-10-10T06:20:55.775" v="49" actId="27636"/>
          <ac:spMkLst>
            <pc:docMk/>
            <pc:sldMk cId="3761538468" sldId="583"/>
            <ac:spMk id="9" creationId="{932152F9-2B95-EF47-948C-A169795CCD17}"/>
          </ac:spMkLst>
        </pc:spChg>
      </pc:sldChg>
      <pc:sldChg chg="modSp add mod">
        <pc:chgData name="Loc Huynh" userId="80c0383e323bd6ea" providerId="LiveId" clId="{4DFA6660-570B-D04C-88B2-C932613AD3F9}" dt="2023-10-11T08:43:48.874" v="5126" actId="207"/>
        <pc:sldMkLst>
          <pc:docMk/>
          <pc:sldMk cId="1579250326" sldId="584"/>
        </pc:sldMkLst>
        <pc:spChg chg="mod">
          <ac:chgData name="Loc Huynh" userId="80c0383e323bd6ea" providerId="LiveId" clId="{4DFA6660-570B-D04C-88B2-C932613AD3F9}" dt="2023-10-11T08:35:24.950" v="4766"/>
          <ac:spMkLst>
            <pc:docMk/>
            <pc:sldMk cId="1579250326" sldId="584"/>
            <ac:spMk id="2" creationId="{2E09F558-D333-EE4F-BF8A-DD5A2AF8E8E5}"/>
          </ac:spMkLst>
        </pc:spChg>
        <pc:spChg chg="mod">
          <ac:chgData name="Loc Huynh" userId="80c0383e323bd6ea" providerId="LiveId" clId="{4DFA6660-570B-D04C-88B2-C932613AD3F9}" dt="2023-10-11T08:43:48.874" v="5126" actId="207"/>
          <ac:spMkLst>
            <pc:docMk/>
            <pc:sldMk cId="1579250326" sldId="584"/>
            <ac:spMk id="6" creationId="{5A9C55D3-4492-0D46-8D07-29F3359D868A}"/>
          </ac:spMkLst>
        </pc:spChg>
        <pc:spChg chg="mod">
          <ac:chgData name="Loc Huynh" userId="80c0383e323bd6ea" providerId="LiveId" clId="{4DFA6660-570B-D04C-88B2-C932613AD3F9}" dt="2023-10-11T08:38:29.117" v="5008" actId="1035"/>
          <ac:spMkLst>
            <pc:docMk/>
            <pc:sldMk cId="1579250326" sldId="584"/>
            <ac:spMk id="7" creationId="{8EB2CF11-70DA-F347-A0FA-44DB110B806F}"/>
          </ac:spMkLst>
        </pc:spChg>
        <pc:spChg chg="mod">
          <ac:chgData name="Loc Huynh" userId="80c0383e323bd6ea" providerId="LiveId" clId="{4DFA6660-570B-D04C-88B2-C932613AD3F9}" dt="2023-10-11T08:38:29.117" v="5008" actId="1035"/>
          <ac:spMkLst>
            <pc:docMk/>
            <pc:sldMk cId="1579250326" sldId="584"/>
            <ac:spMk id="16" creationId="{88F49F68-8E36-7D4E-909A-10111004B720}"/>
          </ac:spMkLst>
        </pc:spChg>
        <pc:spChg chg="mod">
          <ac:chgData name="Loc Huynh" userId="80c0383e323bd6ea" providerId="LiveId" clId="{4DFA6660-570B-D04C-88B2-C932613AD3F9}" dt="2023-10-11T08:38:13.574" v="4970" actId="1035"/>
          <ac:spMkLst>
            <pc:docMk/>
            <pc:sldMk cId="1579250326" sldId="584"/>
            <ac:spMk id="30" creationId="{3BD1AB62-12B1-BB44-928A-667D8AEBF398}"/>
          </ac:spMkLst>
        </pc:spChg>
        <pc:spChg chg="mod">
          <ac:chgData name="Loc Huynh" userId="80c0383e323bd6ea" providerId="LiveId" clId="{4DFA6660-570B-D04C-88B2-C932613AD3F9}" dt="2023-10-11T08:38:13.574" v="4970" actId="1035"/>
          <ac:spMkLst>
            <pc:docMk/>
            <pc:sldMk cId="1579250326" sldId="584"/>
            <ac:spMk id="35" creationId="{31A5A204-160D-2542-9399-9B922D8B4F6E}"/>
          </ac:spMkLst>
        </pc:spChg>
        <pc:grpChg chg="mod">
          <ac:chgData name="Loc Huynh" userId="80c0383e323bd6ea" providerId="LiveId" clId="{4DFA6660-570B-D04C-88B2-C932613AD3F9}" dt="2023-10-11T08:38:13.574" v="4970" actId="1035"/>
          <ac:grpSpMkLst>
            <pc:docMk/>
            <pc:sldMk cId="1579250326" sldId="584"/>
            <ac:grpSpMk id="8" creationId="{9D183396-EF10-3742-96D7-B1C7319E6F98}"/>
          </ac:grpSpMkLst>
        </pc:grpChg>
        <pc:grpChg chg="mod">
          <ac:chgData name="Loc Huynh" userId="80c0383e323bd6ea" providerId="LiveId" clId="{4DFA6660-570B-D04C-88B2-C932613AD3F9}" dt="2023-10-11T08:38:13.574" v="4970" actId="1035"/>
          <ac:grpSpMkLst>
            <pc:docMk/>
            <pc:sldMk cId="1579250326" sldId="584"/>
            <ac:grpSpMk id="17" creationId="{352BFDC7-FA74-C349-9513-3AE128F57577}"/>
          </ac:grpSpMkLst>
        </pc:grpChg>
        <pc:grpChg chg="mod">
          <ac:chgData name="Loc Huynh" userId="80c0383e323bd6ea" providerId="LiveId" clId="{4DFA6660-570B-D04C-88B2-C932613AD3F9}" dt="2023-10-11T08:38:13.574" v="4970" actId="1035"/>
          <ac:grpSpMkLst>
            <pc:docMk/>
            <pc:sldMk cId="1579250326" sldId="584"/>
            <ac:grpSpMk id="23" creationId="{0571F232-0002-1643-87D4-9B9427918FF5}"/>
          </ac:grpSpMkLst>
        </pc:grpChg>
        <pc:cxnChg chg="mod">
          <ac:chgData name="Loc Huynh" userId="80c0383e323bd6ea" providerId="LiveId" clId="{4DFA6660-570B-D04C-88B2-C932613AD3F9}" dt="2023-10-11T08:38:13.574" v="4970" actId="1035"/>
          <ac:cxnSpMkLst>
            <pc:docMk/>
            <pc:sldMk cId="1579250326" sldId="584"/>
            <ac:cxnSpMk id="28" creationId="{632A907F-8F04-5C4E-9C38-55E1A84DC77F}"/>
          </ac:cxnSpMkLst>
        </pc:cxnChg>
      </pc:sldChg>
      <pc:sldChg chg="addSp delSp modSp add mod addAnim delAnim modAnim">
        <pc:chgData name="Loc Huynh" userId="80c0383e323bd6ea" providerId="LiveId" clId="{4DFA6660-570B-D04C-88B2-C932613AD3F9}" dt="2023-10-11T06:30:57.567" v="1232" actId="20577"/>
        <pc:sldMkLst>
          <pc:docMk/>
          <pc:sldMk cId="2793984070" sldId="585"/>
        </pc:sldMkLst>
        <pc:spChg chg="mod">
          <ac:chgData name="Loc Huynh" userId="80c0383e323bd6ea" providerId="LiveId" clId="{4DFA6660-570B-D04C-88B2-C932613AD3F9}" dt="2023-10-10T08:51:51.076" v="863"/>
          <ac:spMkLst>
            <pc:docMk/>
            <pc:sldMk cId="2793984070" sldId="585"/>
            <ac:spMk id="2" creationId="{636479E2-C0D6-904F-B5C5-2271728A96C3}"/>
          </ac:spMkLst>
        </pc:spChg>
        <pc:spChg chg="mod">
          <ac:chgData name="Loc Huynh" userId="80c0383e323bd6ea" providerId="LiveId" clId="{4DFA6660-570B-D04C-88B2-C932613AD3F9}" dt="2023-10-11T06:30:57.567" v="1232" actId="20577"/>
          <ac:spMkLst>
            <pc:docMk/>
            <pc:sldMk cId="2793984070" sldId="585"/>
            <ac:spMk id="3" creationId="{C0C21A69-FB3A-5848-81E0-17A1514E605F}"/>
          </ac:spMkLst>
        </pc:spChg>
        <pc:spChg chg="add mod">
          <ac:chgData name="Loc Huynh" userId="80c0383e323bd6ea" providerId="LiveId" clId="{4DFA6660-570B-D04C-88B2-C932613AD3F9}" dt="2023-10-10T08:40:50.818" v="813" actId="767"/>
          <ac:spMkLst>
            <pc:docMk/>
            <pc:sldMk cId="2793984070" sldId="585"/>
            <ac:spMk id="7" creationId="{8F021581-1811-8FD6-2608-74DB70453AC7}"/>
          </ac:spMkLst>
        </pc:spChg>
        <pc:spChg chg="add del mod">
          <ac:chgData name="Loc Huynh" userId="80c0383e323bd6ea" providerId="LiveId" clId="{4DFA6660-570B-D04C-88B2-C932613AD3F9}" dt="2023-10-10T09:18:20.736" v="914" actId="14100"/>
          <ac:spMkLst>
            <pc:docMk/>
            <pc:sldMk cId="2793984070" sldId="585"/>
            <ac:spMk id="12" creationId="{4FCF6A7F-70C8-7542-A94B-B4B46FF04462}"/>
          </ac:spMkLst>
        </pc:spChg>
        <pc:spChg chg="mod">
          <ac:chgData name="Loc Huynh" userId="80c0383e323bd6ea" providerId="LiveId" clId="{4DFA6660-570B-D04C-88B2-C932613AD3F9}" dt="2023-10-10T08:41:25.352" v="826" actId="1038"/>
          <ac:spMkLst>
            <pc:docMk/>
            <pc:sldMk cId="2793984070" sldId="585"/>
            <ac:spMk id="41" creationId="{B1D62F15-C26F-5444-89D0-544192A4DD6C}"/>
          </ac:spMkLst>
        </pc:spChg>
        <pc:spChg chg="mod">
          <ac:chgData name="Loc Huynh" userId="80c0383e323bd6ea" providerId="LiveId" clId="{4DFA6660-570B-D04C-88B2-C932613AD3F9}" dt="2023-10-10T08:41:25.352" v="826" actId="1038"/>
          <ac:spMkLst>
            <pc:docMk/>
            <pc:sldMk cId="2793984070" sldId="585"/>
            <ac:spMk id="42" creationId="{6C8107EE-D8B6-F843-AC4A-11F2C53C4AB6}"/>
          </ac:spMkLst>
        </pc:spChg>
        <pc:graphicFrameChg chg="mod modGraphic">
          <ac:chgData name="Loc Huynh" userId="80c0383e323bd6ea" providerId="LiveId" clId="{4DFA6660-570B-D04C-88B2-C932613AD3F9}" dt="2023-10-10T08:41:25.352" v="826" actId="1038"/>
          <ac:graphicFrameMkLst>
            <pc:docMk/>
            <pc:sldMk cId="2793984070" sldId="585"/>
            <ac:graphicFrameMk id="10" creationId="{F2026D02-DB6C-0B48-9F8E-D8B7AA555219}"/>
          </ac:graphicFrameMkLst>
        </pc:graphicFrameChg>
        <pc:cxnChg chg="add del mod">
          <ac:chgData name="Loc Huynh" userId="80c0383e323bd6ea" providerId="LiveId" clId="{4DFA6660-570B-D04C-88B2-C932613AD3F9}" dt="2023-10-10T09:18:24.859" v="915" actId="14100"/>
          <ac:cxnSpMkLst>
            <pc:docMk/>
            <pc:sldMk cId="2793984070" sldId="585"/>
            <ac:cxnSpMk id="29" creationId="{B3AA4C92-B0FB-7A4D-881A-BF96CBEA46CA}"/>
          </ac:cxnSpMkLst>
        </pc:cxnChg>
      </pc:sldChg>
      <pc:sldChg chg="modSp add del">
        <pc:chgData name="Loc Huynh" userId="80c0383e323bd6ea" providerId="LiveId" clId="{4DFA6660-570B-D04C-88B2-C932613AD3F9}" dt="2023-10-11T06:38:11.735" v="1379" actId="2696"/>
        <pc:sldMkLst>
          <pc:docMk/>
          <pc:sldMk cId="2791042711" sldId="586"/>
        </pc:sldMkLst>
        <pc:spChg chg="mod">
          <ac:chgData name="Loc Huynh" userId="80c0383e323bd6ea" providerId="LiveId" clId="{4DFA6660-570B-D04C-88B2-C932613AD3F9}" dt="2023-10-11T06:36:28.015" v="1332" actId="20577"/>
          <ac:spMkLst>
            <pc:docMk/>
            <pc:sldMk cId="2791042711" sldId="586"/>
            <ac:spMk id="5" creationId="{A9223618-785F-954A-A58D-438CDAB0F964}"/>
          </ac:spMkLst>
        </pc:spChg>
      </pc:sldChg>
      <pc:sldChg chg="addSp delSp modSp add mod delAnim modAnim">
        <pc:chgData name="Loc Huynh" userId="80c0383e323bd6ea" providerId="LiveId" clId="{4DFA6660-570B-D04C-88B2-C932613AD3F9}" dt="2023-10-17T04:20:30.990" v="11383"/>
        <pc:sldMkLst>
          <pc:docMk/>
          <pc:sldMk cId="3875539921" sldId="586"/>
        </pc:sldMkLst>
        <pc:spChg chg="mod">
          <ac:chgData name="Loc Huynh" userId="80c0383e323bd6ea" providerId="LiveId" clId="{4DFA6660-570B-D04C-88B2-C932613AD3F9}" dt="2023-10-11T06:53:39.181" v="1706" actId="20577"/>
          <ac:spMkLst>
            <pc:docMk/>
            <pc:sldMk cId="3875539921" sldId="586"/>
            <ac:spMk id="3" creationId="{2F79A472-2FBD-3246-8E1B-63302D150924}"/>
          </ac:spMkLst>
        </pc:spChg>
        <pc:spChg chg="mod">
          <ac:chgData name="Loc Huynh" userId="80c0383e323bd6ea" providerId="LiveId" clId="{4DFA6660-570B-D04C-88B2-C932613AD3F9}" dt="2023-10-11T06:52:55.129" v="1687" actId="20577"/>
          <ac:spMkLst>
            <pc:docMk/>
            <pc:sldMk cId="3875539921" sldId="586"/>
            <ac:spMk id="5" creationId="{A9223618-785F-954A-A58D-438CDAB0F964}"/>
          </ac:spMkLst>
        </pc:spChg>
        <pc:spChg chg="add mod">
          <ac:chgData name="Loc Huynh" userId="80c0383e323bd6ea" providerId="LiveId" clId="{4DFA6660-570B-D04C-88B2-C932613AD3F9}" dt="2023-10-11T06:53:00.862" v="1688" actId="1076"/>
          <ac:spMkLst>
            <pc:docMk/>
            <pc:sldMk cId="3875539921" sldId="586"/>
            <ac:spMk id="6" creationId="{B6067ED6-96A3-2F98-037C-6B9354DAF81F}"/>
          </ac:spMkLst>
        </pc:spChg>
        <pc:spChg chg="del">
          <ac:chgData name="Loc Huynh" userId="80c0383e323bd6ea" providerId="LiveId" clId="{4DFA6660-570B-D04C-88B2-C932613AD3F9}" dt="2023-10-11T06:49:45.277" v="1509" actId="478"/>
          <ac:spMkLst>
            <pc:docMk/>
            <pc:sldMk cId="3875539921" sldId="586"/>
            <ac:spMk id="7" creationId="{859189EB-DB73-C1C9-29AA-AC36EE338C29}"/>
          </ac:spMkLst>
        </pc:spChg>
        <pc:spChg chg="add mod">
          <ac:chgData name="Loc Huynh" userId="80c0383e323bd6ea" providerId="LiveId" clId="{4DFA6660-570B-D04C-88B2-C932613AD3F9}" dt="2023-10-11T06:53:13.997" v="1692" actId="20577"/>
          <ac:spMkLst>
            <pc:docMk/>
            <pc:sldMk cId="3875539921" sldId="586"/>
            <ac:spMk id="10" creationId="{EE587D65-C091-2E8A-8A8A-5EFCEBD004F4}"/>
          </ac:spMkLst>
        </pc:spChg>
        <pc:spChg chg="mod">
          <ac:chgData name="Loc Huynh" userId="80c0383e323bd6ea" providerId="LiveId" clId="{4DFA6660-570B-D04C-88B2-C932613AD3F9}" dt="2023-10-11T06:51:49.959" v="1646" actId="1076"/>
          <ac:spMkLst>
            <pc:docMk/>
            <pc:sldMk cId="3875539921" sldId="586"/>
            <ac:spMk id="15" creationId="{BF6EF824-F5F1-53C7-6F95-03861BD16923}"/>
          </ac:spMkLst>
        </pc:spChg>
        <pc:spChg chg="del">
          <ac:chgData name="Loc Huynh" userId="80c0383e323bd6ea" providerId="LiveId" clId="{4DFA6660-570B-D04C-88B2-C932613AD3F9}" dt="2023-10-11T06:51:45.354" v="1645" actId="478"/>
          <ac:spMkLst>
            <pc:docMk/>
            <pc:sldMk cId="3875539921" sldId="586"/>
            <ac:spMk id="16" creationId="{57D18B7C-219C-29B3-5FB8-86B2589BFEDC}"/>
          </ac:spMkLst>
        </pc:spChg>
        <pc:spChg chg="del">
          <ac:chgData name="Loc Huynh" userId="80c0383e323bd6ea" providerId="LiveId" clId="{4DFA6660-570B-D04C-88B2-C932613AD3F9}" dt="2023-10-11T06:51:45.354" v="1645" actId="478"/>
          <ac:spMkLst>
            <pc:docMk/>
            <pc:sldMk cId="3875539921" sldId="586"/>
            <ac:spMk id="17" creationId="{47682782-AEE9-7A24-4B73-CD22263F1A59}"/>
          </ac:spMkLst>
        </pc:spChg>
        <pc:spChg chg="del">
          <ac:chgData name="Loc Huynh" userId="80c0383e323bd6ea" providerId="LiveId" clId="{4DFA6660-570B-D04C-88B2-C932613AD3F9}" dt="2023-10-11T06:50:37.869" v="1591" actId="478"/>
          <ac:spMkLst>
            <pc:docMk/>
            <pc:sldMk cId="3875539921" sldId="586"/>
            <ac:spMk id="40" creationId="{30581760-8EC2-D37D-8DB5-DD7DFFCC0CA4}"/>
          </ac:spMkLst>
        </pc:spChg>
        <pc:graphicFrameChg chg="add mod">
          <ac:chgData name="Loc Huynh" userId="80c0383e323bd6ea" providerId="LiveId" clId="{4DFA6660-570B-D04C-88B2-C932613AD3F9}" dt="2023-10-11T06:53:00.862" v="1688" actId="1076"/>
          <ac:graphicFrameMkLst>
            <pc:docMk/>
            <pc:sldMk cId="3875539921" sldId="586"/>
            <ac:graphicFrameMk id="9" creationId="{292198E5-A094-5F4C-F29A-BA5B620C64AC}"/>
          </ac:graphicFrameMkLst>
        </pc:graphicFrameChg>
        <pc:graphicFrameChg chg="add mod">
          <ac:chgData name="Loc Huynh" userId="80c0383e323bd6ea" providerId="LiveId" clId="{4DFA6660-570B-D04C-88B2-C932613AD3F9}" dt="2023-10-11T06:53:11.557" v="1690" actId="1076"/>
          <ac:graphicFrameMkLst>
            <pc:docMk/>
            <pc:sldMk cId="3875539921" sldId="586"/>
            <ac:graphicFrameMk id="12" creationId="{8BE4DAF7-4418-EEA7-2F4D-DAC1AD9E670D}"/>
          </ac:graphicFrameMkLst>
        </pc:graphicFrameChg>
        <pc:graphicFrameChg chg="mod modGraphic">
          <ac:chgData name="Loc Huynh" userId="80c0383e323bd6ea" providerId="LiveId" clId="{4DFA6660-570B-D04C-88B2-C932613AD3F9}" dt="2023-10-11T06:51:49.959" v="1646" actId="1076"/>
          <ac:graphicFrameMkLst>
            <pc:docMk/>
            <pc:sldMk cId="3875539921" sldId="586"/>
            <ac:graphicFrameMk id="31" creationId="{8B72AF57-7903-F5BB-1867-CEC2B224EFD9}"/>
          </ac:graphicFrameMkLst>
        </pc:graphicFrameChg>
        <pc:graphicFrameChg chg="del">
          <ac:chgData name="Loc Huynh" userId="80c0383e323bd6ea" providerId="LiveId" clId="{4DFA6660-570B-D04C-88B2-C932613AD3F9}" dt="2023-10-11T06:51:45.354" v="1645" actId="478"/>
          <ac:graphicFrameMkLst>
            <pc:docMk/>
            <pc:sldMk cId="3875539921" sldId="586"/>
            <ac:graphicFrameMk id="34" creationId="{2DFEFC77-09CB-4FCB-0324-55B8398730AA}"/>
          </ac:graphicFrameMkLst>
        </pc:graphicFrameChg>
        <pc:graphicFrameChg chg="del">
          <ac:chgData name="Loc Huynh" userId="80c0383e323bd6ea" providerId="LiveId" clId="{4DFA6660-570B-D04C-88B2-C932613AD3F9}" dt="2023-10-11T06:51:45.354" v="1645" actId="478"/>
          <ac:graphicFrameMkLst>
            <pc:docMk/>
            <pc:sldMk cId="3875539921" sldId="586"/>
            <ac:graphicFrameMk id="38" creationId="{94A25F02-A240-5699-78AD-2F54A2D64B84}"/>
          </ac:graphicFrameMkLst>
        </pc:graphicFrameChg>
        <pc:cxnChg chg="add mod">
          <ac:chgData name="Loc Huynh" userId="80c0383e323bd6ea" providerId="LiveId" clId="{4DFA6660-570B-D04C-88B2-C932613AD3F9}" dt="2023-10-11T06:53:00.862" v="1688" actId="1076"/>
          <ac:cxnSpMkLst>
            <pc:docMk/>
            <pc:sldMk cId="3875539921" sldId="586"/>
            <ac:cxnSpMk id="8" creationId="{FAFB09C0-93DC-C349-D5DB-792E68E1BEFB}"/>
          </ac:cxnSpMkLst>
        </pc:cxnChg>
        <pc:cxnChg chg="add mod">
          <ac:chgData name="Loc Huynh" userId="80c0383e323bd6ea" providerId="LiveId" clId="{4DFA6660-570B-D04C-88B2-C932613AD3F9}" dt="2023-10-11T06:53:11.557" v="1690" actId="1076"/>
          <ac:cxnSpMkLst>
            <pc:docMk/>
            <pc:sldMk cId="3875539921" sldId="586"/>
            <ac:cxnSpMk id="11" creationId="{E8311711-0393-31C7-182D-DF6D6306E5D2}"/>
          </ac:cxnSpMkLst>
        </pc:cxnChg>
        <pc:cxnChg chg="mod">
          <ac:chgData name="Loc Huynh" userId="80c0383e323bd6ea" providerId="LiveId" clId="{4DFA6660-570B-D04C-88B2-C932613AD3F9}" dt="2023-10-11T06:51:49.959" v="1646" actId="1076"/>
          <ac:cxnSpMkLst>
            <pc:docMk/>
            <pc:sldMk cId="3875539921" sldId="586"/>
            <ac:cxnSpMk id="18" creationId="{0A5ED100-AD95-62DD-66E5-8FE4BF777147}"/>
          </ac:cxnSpMkLst>
        </pc:cxnChg>
        <pc:cxnChg chg="del mod">
          <ac:chgData name="Loc Huynh" userId="80c0383e323bd6ea" providerId="LiveId" clId="{4DFA6660-570B-D04C-88B2-C932613AD3F9}" dt="2023-10-11T06:51:45.354" v="1645" actId="478"/>
          <ac:cxnSpMkLst>
            <pc:docMk/>
            <pc:sldMk cId="3875539921" sldId="586"/>
            <ac:cxnSpMk id="22" creationId="{4D928AA1-080F-B43E-1A71-205A4E401B06}"/>
          </ac:cxnSpMkLst>
        </pc:cxnChg>
        <pc:cxnChg chg="del mod">
          <ac:chgData name="Loc Huynh" userId="80c0383e323bd6ea" providerId="LiveId" clId="{4DFA6660-570B-D04C-88B2-C932613AD3F9}" dt="2023-10-11T06:51:45.354" v="1645" actId="478"/>
          <ac:cxnSpMkLst>
            <pc:docMk/>
            <pc:sldMk cId="3875539921" sldId="586"/>
            <ac:cxnSpMk id="25" creationId="{66D85844-2B62-C912-2639-46D1CCEE8C42}"/>
          </ac:cxnSpMkLst>
        </pc:cxnChg>
      </pc:sldChg>
      <pc:sldChg chg="addSp modSp add mod modAnim">
        <pc:chgData name="Loc Huynh" userId="80c0383e323bd6ea" providerId="LiveId" clId="{4DFA6660-570B-D04C-88B2-C932613AD3F9}" dt="2023-10-11T07:04:25.283" v="1980" actId="20577"/>
        <pc:sldMkLst>
          <pc:docMk/>
          <pc:sldMk cId="219179455" sldId="587"/>
        </pc:sldMkLst>
        <pc:spChg chg="mod">
          <ac:chgData name="Loc Huynh" userId="80c0383e323bd6ea" providerId="LiveId" clId="{4DFA6660-570B-D04C-88B2-C932613AD3F9}" dt="2023-10-11T07:04:25.283" v="1980" actId="20577"/>
          <ac:spMkLst>
            <pc:docMk/>
            <pc:sldMk cId="219179455" sldId="587"/>
            <ac:spMk id="3" creationId="{E342EE70-466D-8E46-90BF-D76B8F702441}"/>
          </ac:spMkLst>
        </pc:spChg>
        <pc:spChg chg="mod">
          <ac:chgData name="Loc Huynh" userId="80c0383e323bd6ea" providerId="LiveId" clId="{4DFA6660-570B-D04C-88B2-C932613AD3F9}" dt="2023-10-11T07:00:11.633" v="1899" actId="1036"/>
          <ac:spMkLst>
            <pc:docMk/>
            <pc:sldMk cId="219179455" sldId="587"/>
            <ac:spMk id="24" creationId="{7A910EEA-1181-7744-8035-C4191DA14F27}"/>
          </ac:spMkLst>
        </pc:spChg>
        <pc:graphicFrameChg chg="add mod modGraphic">
          <ac:chgData name="Loc Huynh" userId="80c0383e323bd6ea" providerId="LiveId" clId="{4DFA6660-570B-D04C-88B2-C932613AD3F9}" dt="2023-10-11T07:01:02.690" v="1916" actId="20577"/>
          <ac:graphicFrameMkLst>
            <pc:docMk/>
            <pc:sldMk cId="219179455" sldId="587"/>
            <ac:graphicFrameMk id="6" creationId="{48E2169B-32F0-6F38-8992-EBF48392C451}"/>
          </ac:graphicFrameMkLst>
        </pc:graphicFrameChg>
        <pc:cxnChg chg="mod">
          <ac:chgData name="Loc Huynh" userId="80c0383e323bd6ea" providerId="LiveId" clId="{4DFA6660-570B-D04C-88B2-C932613AD3F9}" dt="2023-10-11T07:00:53.202" v="1906" actId="14100"/>
          <ac:cxnSpMkLst>
            <pc:docMk/>
            <pc:sldMk cId="219179455" sldId="587"/>
            <ac:cxnSpMk id="16" creationId="{8B375681-0973-ECB4-2431-A9606E7DACEA}"/>
          </ac:cxnSpMkLst>
        </pc:cxnChg>
      </pc:sldChg>
      <pc:sldChg chg="modSp add del mod">
        <pc:chgData name="Loc Huynh" userId="80c0383e323bd6ea" providerId="LiveId" clId="{4DFA6660-570B-D04C-88B2-C932613AD3F9}" dt="2023-10-11T07:04:20.965" v="1977" actId="2696"/>
        <pc:sldMkLst>
          <pc:docMk/>
          <pc:sldMk cId="914150269" sldId="588"/>
        </pc:sldMkLst>
        <pc:spChg chg="mod">
          <ac:chgData name="Loc Huynh" userId="80c0383e323bd6ea" providerId="LiveId" clId="{4DFA6660-570B-D04C-88B2-C932613AD3F9}" dt="2023-10-11T07:03:11.116" v="1976" actId="14100"/>
          <ac:spMkLst>
            <pc:docMk/>
            <pc:sldMk cId="914150269" sldId="588"/>
            <ac:spMk id="7" creationId="{FACBED22-08F7-D3A4-B79C-A1023DFC4971}"/>
          </ac:spMkLst>
        </pc:spChg>
      </pc:sldChg>
      <pc:sldChg chg="add">
        <pc:chgData name="Loc Huynh" userId="80c0383e323bd6ea" providerId="LiveId" clId="{4DFA6660-570B-D04C-88B2-C932613AD3F9}" dt="2023-10-11T07:19:03.790" v="2272"/>
        <pc:sldMkLst>
          <pc:docMk/>
          <pc:sldMk cId="2550202154" sldId="588"/>
        </pc:sldMkLst>
      </pc:sldChg>
      <pc:sldChg chg="modSp add mod">
        <pc:chgData name="Loc Huynh" userId="80c0383e323bd6ea" providerId="LiveId" clId="{4DFA6660-570B-D04C-88B2-C932613AD3F9}" dt="2023-10-11T07:30:23.449" v="2707" actId="14100"/>
        <pc:sldMkLst>
          <pc:docMk/>
          <pc:sldMk cId="4170022700" sldId="589"/>
        </pc:sldMkLst>
        <pc:spChg chg="mod">
          <ac:chgData name="Loc Huynh" userId="80c0383e323bd6ea" providerId="LiveId" clId="{4DFA6660-570B-D04C-88B2-C932613AD3F9}" dt="2023-10-11T07:27:38.891" v="2628" actId="207"/>
          <ac:spMkLst>
            <pc:docMk/>
            <pc:sldMk cId="4170022700" sldId="589"/>
            <ac:spMk id="3" creationId="{0B21395E-C097-F340-93B8-885D3E14BBBC}"/>
          </ac:spMkLst>
        </pc:spChg>
        <pc:spChg chg="mod">
          <ac:chgData name="Loc Huynh" userId="80c0383e323bd6ea" providerId="LiveId" clId="{4DFA6660-570B-D04C-88B2-C932613AD3F9}" dt="2023-10-11T07:30:23.449" v="2707" actId="14100"/>
          <ac:spMkLst>
            <pc:docMk/>
            <pc:sldMk cId="4170022700" sldId="589"/>
            <ac:spMk id="6" creationId="{9134F843-C597-674D-B341-10D0B3B1E19B}"/>
          </ac:spMkLst>
        </pc:spChg>
        <pc:spChg chg="mod">
          <ac:chgData name="Loc Huynh" userId="80c0383e323bd6ea" providerId="LiveId" clId="{4DFA6660-570B-D04C-88B2-C932613AD3F9}" dt="2023-10-11T07:30:19.088" v="2706" actId="1035"/>
          <ac:spMkLst>
            <pc:docMk/>
            <pc:sldMk cId="4170022700" sldId="589"/>
            <ac:spMk id="7" creationId="{F3C54AAB-AD34-7F45-9691-E44B7D8DC2BC}"/>
          </ac:spMkLst>
        </pc:spChg>
      </pc:sldChg>
      <pc:sldChg chg="modSp add mod">
        <pc:chgData name="Loc Huynh" userId="80c0383e323bd6ea" providerId="LiveId" clId="{4DFA6660-570B-D04C-88B2-C932613AD3F9}" dt="2023-10-11T08:27:31.686" v="4488" actId="207"/>
        <pc:sldMkLst>
          <pc:docMk/>
          <pc:sldMk cId="4076934885" sldId="590"/>
        </pc:sldMkLst>
        <pc:spChg chg="mod">
          <ac:chgData name="Loc Huynh" userId="80c0383e323bd6ea" providerId="LiveId" clId="{4DFA6660-570B-D04C-88B2-C932613AD3F9}" dt="2023-10-11T08:27:31.686" v="4488" actId="207"/>
          <ac:spMkLst>
            <pc:docMk/>
            <pc:sldMk cId="4076934885" sldId="590"/>
            <ac:spMk id="3" creationId="{46E931EB-84F8-664B-A670-FCDDEF319EBC}"/>
          </ac:spMkLst>
        </pc:spChg>
      </pc:sldChg>
      <pc:sldChg chg="modSp add mod">
        <pc:chgData name="Loc Huynh" userId="80c0383e323bd6ea" providerId="LiveId" clId="{4DFA6660-570B-D04C-88B2-C932613AD3F9}" dt="2023-10-17T00:44:51.008" v="5225" actId="207"/>
        <pc:sldMkLst>
          <pc:docMk/>
          <pc:sldMk cId="4169391847" sldId="591"/>
        </pc:sldMkLst>
        <pc:spChg chg="mod">
          <ac:chgData name="Loc Huynh" userId="80c0383e323bd6ea" providerId="LiveId" clId="{4DFA6660-570B-D04C-88B2-C932613AD3F9}" dt="2023-10-17T00:40:52.159" v="5137"/>
          <ac:spMkLst>
            <pc:docMk/>
            <pc:sldMk cId="4169391847" sldId="591"/>
            <ac:spMk id="2" creationId="{2E09F558-D333-EE4F-BF8A-DD5A2AF8E8E5}"/>
          </ac:spMkLst>
        </pc:spChg>
        <pc:spChg chg="mod">
          <ac:chgData name="Loc Huynh" userId="80c0383e323bd6ea" providerId="LiveId" clId="{4DFA6660-570B-D04C-88B2-C932613AD3F9}" dt="2023-10-17T00:44:51.008" v="5225" actId="207"/>
          <ac:spMkLst>
            <pc:docMk/>
            <pc:sldMk cId="4169391847" sldId="591"/>
            <ac:spMk id="3" creationId="{46E931EB-84F8-664B-A670-FCDDEF319EBC}"/>
          </ac:spMkLst>
        </pc:spChg>
      </pc:sldChg>
      <pc:sldChg chg="modSp add mod">
        <pc:chgData name="Loc Huynh" userId="80c0383e323bd6ea" providerId="LiveId" clId="{4DFA6660-570B-D04C-88B2-C932613AD3F9}" dt="2023-10-17T01:05:47.978" v="6471" actId="20577"/>
        <pc:sldMkLst>
          <pc:docMk/>
          <pc:sldMk cId="4288739399" sldId="592"/>
        </pc:sldMkLst>
        <pc:spChg chg="mod">
          <ac:chgData name="Loc Huynh" userId="80c0383e323bd6ea" providerId="LiveId" clId="{4DFA6660-570B-D04C-88B2-C932613AD3F9}" dt="2023-10-17T01:05:47.978" v="6471" actId="20577"/>
          <ac:spMkLst>
            <pc:docMk/>
            <pc:sldMk cId="4288739399" sldId="592"/>
            <ac:spMk id="10" creationId="{7953ABD5-A8EB-D044-B4BB-434D970AAAF6}"/>
          </ac:spMkLst>
        </pc:spChg>
      </pc:sldChg>
      <pc:sldChg chg="modSp add mod">
        <pc:chgData name="Loc Huynh" userId="80c0383e323bd6ea" providerId="LiveId" clId="{4DFA6660-570B-D04C-88B2-C932613AD3F9}" dt="2023-10-17T04:21:43.396" v="11387" actId="20577"/>
        <pc:sldMkLst>
          <pc:docMk/>
          <pc:sldMk cId="1463572728" sldId="593"/>
        </pc:sldMkLst>
        <pc:spChg chg="mod">
          <ac:chgData name="Loc Huynh" userId="80c0383e323bd6ea" providerId="LiveId" clId="{4DFA6660-570B-D04C-88B2-C932613AD3F9}" dt="2023-10-17T04:21:43.396" v="11387" actId="20577"/>
          <ac:spMkLst>
            <pc:docMk/>
            <pc:sldMk cId="1463572728" sldId="593"/>
            <ac:spMk id="10" creationId="{7953ABD5-A8EB-D044-B4BB-434D970AAAF6}"/>
          </ac:spMkLst>
        </pc:spChg>
      </pc:sldChg>
      <pc:sldChg chg="modSp add mod">
        <pc:chgData name="Loc Huynh" userId="80c0383e323bd6ea" providerId="LiveId" clId="{4DFA6660-570B-D04C-88B2-C932613AD3F9}" dt="2023-10-23T06:35:47.842" v="11418" actId="20577"/>
        <pc:sldMkLst>
          <pc:docMk/>
          <pc:sldMk cId="2192918717" sldId="594"/>
        </pc:sldMkLst>
        <pc:spChg chg="mod">
          <ac:chgData name="Loc Huynh" userId="80c0383e323bd6ea" providerId="LiveId" clId="{4DFA6660-570B-D04C-88B2-C932613AD3F9}" dt="2023-10-23T06:35:47.842" v="11418" actId="20577"/>
          <ac:spMkLst>
            <pc:docMk/>
            <pc:sldMk cId="2192918717" sldId="594"/>
            <ac:spMk id="10" creationId="{7953ABD5-A8EB-D044-B4BB-434D970AAAF6}"/>
          </ac:spMkLst>
        </pc:spChg>
      </pc:sldChg>
      <pc:sldChg chg="modSp add mod ord modNotesTx">
        <pc:chgData name="Loc Huynh" userId="80c0383e323bd6ea" providerId="LiveId" clId="{4DFA6660-570B-D04C-88B2-C932613AD3F9}" dt="2023-10-17T03:00:18.980" v="9877" actId="20577"/>
        <pc:sldMkLst>
          <pc:docMk/>
          <pc:sldMk cId="2135514448" sldId="595"/>
        </pc:sldMkLst>
        <pc:spChg chg="mod">
          <ac:chgData name="Loc Huynh" userId="80c0383e323bd6ea" providerId="LiveId" clId="{4DFA6660-570B-D04C-88B2-C932613AD3F9}" dt="2023-10-17T03:00:18.980" v="9877" actId="20577"/>
          <ac:spMkLst>
            <pc:docMk/>
            <pc:sldMk cId="2135514448" sldId="595"/>
            <ac:spMk id="10" creationId="{7953ABD5-A8EB-D044-B4BB-434D970AAAF6}"/>
          </ac:spMkLst>
        </pc:spChg>
      </pc:sldChg>
      <pc:sldChg chg="modSp add mod">
        <pc:chgData name="Loc Huynh" userId="80c0383e323bd6ea" providerId="LiveId" clId="{4DFA6660-570B-D04C-88B2-C932613AD3F9}" dt="2023-10-17T03:00:32.508" v="9879" actId="20577"/>
        <pc:sldMkLst>
          <pc:docMk/>
          <pc:sldMk cId="184056935" sldId="596"/>
        </pc:sldMkLst>
        <pc:spChg chg="mod">
          <ac:chgData name="Loc Huynh" userId="80c0383e323bd6ea" providerId="LiveId" clId="{4DFA6660-570B-D04C-88B2-C932613AD3F9}" dt="2023-10-17T03:00:32.508" v="9879" actId="20577"/>
          <ac:spMkLst>
            <pc:docMk/>
            <pc:sldMk cId="184056935" sldId="596"/>
            <ac:spMk id="10" creationId="{7953ABD5-A8EB-D044-B4BB-434D970AAAF6}"/>
          </ac:spMkLst>
        </pc:spChg>
      </pc:sldChg>
      <pc:sldChg chg="add del">
        <pc:chgData name="Loc Huynh" userId="80c0383e323bd6ea" providerId="LiveId" clId="{4DFA6660-570B-D04C-88B2-C932613AD3F9}" dt="2023-10-17T01:30:47.609" v="8211" actId="2696"/>
        <pc:sldMkLst>
          <pc:docMk/>
          <pc:sldMk cId="414117684" sldId="596"/>
        </pc:sldMkLst>
      </pc:sldChg>
      <pc:sldChg chg="add del">
        <pc:chgData name="Loc Huynh" userId="80c0383e323bd6ea" providerId="LiveId" clId="{4DFA6660-570B-D04C-88B2-C932613AD3F9}" dt="2023-10-17T01:33:24.722" v="8328" actId="2696"/>
        <pc:sldMkLst>
          <pc:docMk/>
          <pc:sldMk cId="3311817419" sldId="596"/>
        </pc:sldMkLst>
      </pc:sldChg>
      <pc:sldChg chg="modSp add del mod">
        <pc:chgData name="Loc Huynh" userId="80c0383e323bd6ea" providerId="LiveId" clId="{4DFA6660-570B-D04C-88B2-C932613AD3F9}" dt="2023-10-17T01:31:57.738" v="8273" actId="2696"/>
        <pc:sldMkLst>
          <pc:docMk/>
          <pc:sldMk cId="3434590630" sldId="597"/>
        </pc:sldMkLst>
        <pc:spChg chg="mod">
          <ac:chgData name="Loc Huynh" userId="80c0383e323bd6ea" providerId="LiveId" clId="{4DFA6660-570B-D04C-88B2-C932613AD3F9}" dt="2023-10-17T01:31:53.534" v="8272" actId="20577"/>
          <ac:spMkLst>
            <pc:docMk/>
            <pc:sldMk cId="3434590630" sldId="597"/>
            <ac:spMk id="3" creationId="{5AF176FD-7669-EF49-B2D4-CDB406817E64}"/>
          </ac:spMkLst>
        </pc:spChg>
        <pc:spChg chg="mod">
          <ac:chgData name="Loc Huynh" userId="80c0383e323bd6ea" providerId="LiveId" clId="{4DFA6660-570B-D04C-88B2-C932613AD3F9}" dt="2023-10-17T01:30:44.864" v="8210" actId="20577"/>
          <ac:spMkLst>
            <pc:docMk/>
            <pc:sldMk cId="3434590630" sldId="597"/>
            <ac:spMk id="7" creationId="{0C974B13-B1B8-E148-903B-85C71136A561}"/>
          </ac:spMkLst>
        </pc:spChg>
      </pc:sldChg>
      <pc:sldChg chg="addSp modSp add mod ord">
        <pc:chgData name="Loc Huynh" userId="80c0383e323bd6ea" providerId="LiveId" clId="{4DFA6660-570B-D04C-88B2-C932613AD3F9}" dt="2023-10-17T02:13:01.809" v="8901" actId="20577"/>
        <pc:sldMkLst>
          <pc:docMk/>
          <pc:sldMk cId="4047486733" sldId="597"/>
        </pc:sldMkLst>
        <pc:spChg chg="mod">
          <ac:chgData name="Loc Huynh" userId="80c0383e323bd6ea" providerId="LiveId" clId="{4DFA6660-570B-D04C-88B2-C932613AD3F9}" dt="2023-10-17T01:53:21.117" v="8546" actId="20577"/>
          <ac:spMkLst>
            <pc:docMk/>
            <pc:sldMk cId="4047486733" sldId="597"/>
            <ac:spMk id="2" creationId="{2E09F558-D333-EE4F-BF8A-DD5A2AF8E8E5}"/>
          </ac:spMkLst>
        </pc:spChg>
        <pc:spChg chg="mod">
          <ac:chgData name="Loc Huynh" userId="80c0383e323bd6ea" providerId="LiveId" clId="{4DFA6660-570B-D04C-88B2-C932613AD3F9}" dt="2023-10-17T02:12:29.940" v="8887" actId="21"/>
          <ac:spMkLst>
            <pc:docMk/>
            <pc:sldMk cId="4047486733" sldId="597"/>
            <ac:spMk id="3" creationId="{46E931EB-84F8-664B-A670-FCDDEF319EBC}"/>
          </ac:spMkLst>
        </pc:spChg>
        <pc:spChg chg="add mod">
          <ac:chgData name="Loc Huynh" userId="80c0383e323bd6ea" providerId="LiveId" clId="{4DFA6660-570B-D04C-88B2-C932613AD3F9}" dt="2023-10-17T02:12:55.191" v="8897" actId="404"/>
          <ac:spMkLst>
            <pc:docMk/>
            <pc:sldMk cId="4047486733" sldId="597"/>
            <ac:spMk id="6" creationId="{8145213B-94D7-E490-1E9A-BAB63C140CD7}"/>
          </ac:spMkLst>
        </pc:spChg>
        <pc:spChg chg="add mod">
          <ac:chgData name="Loc Huynh" userId="80c0383e323bd6ea" providerId="LiveId" clId="{4DFA6660-570B-D04C-88B2-C932613AD3F9}" dt="2023-10-17T02:13:01.809" v="8901" actId="20577"/>
          <ac:spMkLst>
            <pc:docMk/>
            <pc:sldMk cId="4047486733" sldId="597"/>
            <ac:spMk id="7" creationId="{F542FB24-0C00-7567-BDE2-614DBACA23C1}"/>
          </ac:spMkLst>
        </pc:spChg>
      </pc:sldChg>
      <pc:sldChg chg="delSp modSp add mod">
        <pc:chgData name="Loc Huynh" userId="80c0383e323bd6ea" providerId="LiveId" clId="{4DFA6660-570B-D04C-88B2-C932613AD3F9}" dt="2023-10-17T02:19:12.526" v="9140" actId="20577"/>
        <pc:sldMkLst>
          <pc:docMk/>
          <pc:sldMk cId="2974203187" sldId="598"/>
        </pc:sldMkLst>
        <pc:spChg chg="mod">
          <ac:chgData name="Loc Huynh" userId="80c0383e323bd6ea" providerId="LiveId" clId="{4DFA6660-570B-D04C-88B2-C932613AD3F9}" dt="2023-10-17T02:16:57.029" v="9125" actId="20577"/>
          <ac:spMkLst>
            <pc:docMk/>
            <pc:sldMk cId="2974203187" sldId="598"/>
            <ac:spMk id="3" creationId="{46E931EB-84F8-664B-A670-FCDDEF319EBC}"/>
          </ac:spMkLst>
        </pc:spChg>
        <pc:spChg chg="mod">
          <ac:chgData name="Loc Huynh" userId="80c0383e323bd6ea" providerId="LiveId" clId="{4DFA6660-570B-D04C-88B2-C932613AD3F9}" dt="2023-10-17T02:19:12.526" v="9140" actId="20577"/>
          <ac:spMkLst>
            <pc:docMk/>
            <pc:sldMk cId="2974203187" sldId="598"/>
            <ac:spMk id="6" creationId="{8145213B-94D7-E490-1E9A-BAB63C140CD7}"/>
          </ac:spMkLst>
        </pc:spChg>
        <pc:spChg chg="del">
          <ac:chgData name="Loc Huynh" userId="80c0383e323bd6ea" providerId="LiveId" clId="{4DFA6660-570B-D04C-88B2-C932613AD3F9}" dt="2023-10-17T02:18:44.402" v="9127" actId="478"/>
          <ac:spMkLst>
            <pc:docMk/>
            <pc:sldMk cId="2974203187" sldId="598"/>
            <ac:spMk id="7" creationId="{F542FB24-0C00-7567-BDE2-614DBACA23C1}"/>
          </ac:spMkLst>
        </pc:spChg>
      </pc:sldChg>
      <pc:sldChg chg="addSp modSp add mod">
        <pc:chgData name="Loc Huynh" userId="80c0383e323bd6ea" providerId="LiveId" clId="{4DFA6660-570B-D04C-88B2-C932613AD3F9}" dt="2023-10-17T02:40:53.197" v="9526" actId="14100"/>
        <pc:sldMkLst>
          <pc:docMk/>
          <pc:sldMk cId="2123559694" sldId="599"/>
        </pc:sldMkLst>
        <pc:spChg chg="mod">
          <ac:chgData name="Loc Huynh" userId="80c0383e323bd6ea" providerId="LiveId" clId="{4DFA6660-570B-D04C-88B2-C932613AD3F9}" dt="2023-10-17T02:23:24.262" v="9440" actId="20577"/>
          <ac:spMkLst>
            <pc:docMk/>
            <pc:sldMk cId="2123559694" sldId="599"/>
            <ac:spMk id="3" creationId="{46E931EB-84F8-664B-A670-FCDDEF319EBC}"/>
          </ac:spMkLst>
        </pc:spChg>
        <pc:spChg chg="mod">
          <ac:chgData name="Loc Huynh" userId="80c0383e323bd6ea" providerId="LiveId" clId="{4DFA6660-570B-D04C-88B2-C932613AD3F9}" dt="2023-10-17T02:39:55.993" v="9515" actId="20577"/>
          <ac:spMkLst>
            <pc:docMk/>
            <pc:sldMk cId="2123559694" sldId="599"/>
            <ac:spMk id="6" creationId="{8145213B-94D7-E490-1E9A-BAB63C140CD7}"/>
          </ac:spMkLst>
        </pc:spChg>
        <pc:spChg chg="add mod">
          <ac:chgData name="Loc Huynh" userId="80c0383e323bd6ea" providerId="LiveId" clId="{4DFA6660-570B-D04C-88B2-C932613AD3F9}" dt="2023-10-17T02:40:53.197" v="9526" actId="14100"/>
          <ac:spMkLst>
            <pc:docMk/>
            <pc:sldMk cId="2123559694" sldId="599"/>
            <ac:spMk id="7" creationId="{F83AEB8C-40F8-3C96-2473-6CDC6520CE08}"/>
          </ac:spMkLst>
        </pc:spChg>
      </pc:sldChg>
      <pc:sldChg chg="modSp add mod modNotesTx">
        <pc:chgData name="Loc Huynh" userId="80c0383e323bd6ea" providerId="LiveId" clId="{4DFA6660-570B-D04C-88B2-C932613AD3F9}" dt="2023-10-17T02:46:39.797" v="9537"/>
        <pc:sldMkLst>
          <pc:docMk/>
          <pc:sldMk cId="1119936364" sldId="600"/>
        </pc:sldMkLst>
        <pc:spChg chg="mod">
          <ac:chgData name="Loc Huynh" userId="80c0383e323bd6ea" providerId="LiveId" clId="{4DFA6660-570B-D04C-88B2-C932613AD3F9}" dt="2023-10-17T02:46:22.929" v="9536" actId="20577"/>
          <ac:spMkLst>
            <pc:docMk/>
            <pc:sldMk cId="1119936364" sldId="600"/>
            <ac:spMk id="3" creationId="{F68C27CE-6A1E-0840-BC2F-D1738F041307}"/>
          </ac:spMkLst>
        </pc:spChg>
      </pc:sldChg>
      <pc:sldChg chg="modSp add mod">
        <pc:chgData name="Loc Huynh" userId="80c0383e323bd6ea" providerId="LiveId" clId="{4DFA6660-570B-D04C-88B2-C932613AD3F9}" dt="2023-10-17T02:59:50.190" v="9872" actId="115"/>
        <pc:sldMkLst>
          <pc:docMk/>
          <pc:sldMk cId="2016292491" sldId="601"/>
        </pc:sldMkLst>
        <pc:spChg chg="mod">
          <ac:chgData name="Loc Huynh" userId="80c0383e323bd6ea" providerId="LiveId" clId="{4DFA6660-570B-D04C-88B2-C932613AD3F9}" dt="2023-10-17T02:59:50.190" v="9872" actId="115"/>
          <ac:spMkLst>
            <pc:docMk/>
            <pc:sldMk cId="2016292491" sldId="601"/>
            <ac:spMk id="10" creationId="{7953ABD5-A8EB-D044-B4BB-434D970AAAF6}"/>
          </ac:spMkLst>
        </pc:spChg>
      </pc:sldChg>
      <pc:sldChg chg="modSp add mod">
        <pc:chgData name="Loc Huynh" userId="80c0383e323bd6ea" providerId="LiveId" clId="{4DFA6660-570B-D04C-88B2-C932613AD3F9}" dt="2023-10-17T03:02:14.860" v="10011" actId="20577"/>
        <pc:sldMkLst>
          <pc:docMk/>
          <pc:sldMk cId="2981694095" sldId="602"/>
        </pc:sldMkLst>
        <pc:spChg chg="mod">
          <ac:chgData name="Loc Huynh" userId="80c0383e323bd6ea" providerId="LiveId" clId="{4DFA6660-570B-D04C-88B2-C932613AD3F9}" dt="2023-10-17T03:02:14.860" v="10011" actId="20577"/>
          <ac:spMkLst>
            <pc:docMk/>
            <pc:sldMk cId="2981694095" sldId="602"/>
            <ac:spMk id="10" creationId="{7953ABD5-A8EB-D044-B4BB-434D970AAAF6}"/>
          </ac:spMkLst>
        </pc:spChg>
      </pc:sldChg>
      <pc:sldChg chg="addSp delSp modSp add mod">
        <pc:chgData name="Loc Huynh" userId="80c0383e323bd6ea" providerId="LiveId" clId="{4DFA6660-570B-D04C-88B2-C932613AD3F9}" dt="2023-10-17T04:13:43.296" v="11286"/>
        <pc:sldMkLst>
          <pc:docMk/>
          <pc:sldMk cId="174950175" sldId="603"/>
        </pc:sldMkLst>
        <pc:spChg chg="mod">
          <ac:chgData name="Loc Huynh" userId="80c0383e323bd6ea" providerId="LiveId" clId="{4DFA6660-570B-D04C-88B2-C932613AD3F9}" dt="2023-10-17T03:03:27.993" v="10077" actId="20577"/>
          <ac:spMkLst>
            <pc:docMk/>
            <pc:sldMk cId="174950175" sldId="603"/>
            <ac:spMk id="9" creationId="{932152F9-2B95-EF47-948C-A169795CCD17}"/>
          </ac:spMkLst>
        </pc:spChg>
        <pc:spChg chg="del mod">
          <ac:chgData name="Loc Huynh" userId="80c0383e323bd6ea" providerId="LiveId" clId="{4DFA6660-570B-D04C-88B2-C932613AD3F9}" dt="2023-10-17T03:04:04.737" v="10079" actId="3680"/>
          <ac:spMkLst>
            <pc:docMk/>
            <pc:sldMk cId="174950175" sldId="603"/>
            <ac:spMk id="10" creationId="{7953ABD5-A8EB-D044-B4BB-434D970AAAF6}"/>
          </ac:spMkLst>
        </pc:spChg>
        <pc:graphicFrameChg chg="add mod ord modGraphic">
          <ac:chgData name="Loc Huynh" userId="80c0383e323bd6ea" providerId="LiveId" clId="{4DFA6660-570B-D04C-88B2-C932613AD3F9}" dt="2023-10-17T04:13:43.296" v="11286"/>
          <ac:graphicFrameMkLst>
            <pc:docMk/>
            <pc:sldMk cId="174950175" sldId="603"/>
            <ac:graphicFrameMk id="3" creationId="{025DFF59-630B-2561-724F-D5AB1BFD39E2}"/>
          </ac:graphicFrameMkLst>
        </pc:graphicFrameChg>
      </pc:sldChg>
      <pc:sldChg chg="modSp add mod">
        <pc:chgData name="Loc Huynh" userId="80c0383e323bd6ea" providerId="LiveId" clId="{4DFA6660-570B-D04C-88B2-C932613AD3F9}" dt="2023-10-17T03:11:49.641" v="10281" actId="20577"/>
        <pc:sldMkLst>
          <pc:docMk/>
          <pc:sldMk cId="1743706069" sldId="604"/>
        </pc:sldMkLst>
        <pc:spChg chg="mod">
          <ac:chgData name="Loc Huynh" userId="80c0383e323bd6ea" providerId="LiveId" clId="{4DFA6660-570B-D04C-88B2-C932613AD3F9}" dt="2023-10-17T03:07:30.254" v="10113"/>
          <ac:spMkLst>
            <pc:docMk/>
            <pc:sldMk cId="1743706069" sldId="604"/>
            <ac:spMk id="9" creationId="{932152F9-2B95-EF47-948C-A169795CCD17}"/>
          </ac:spMkLst>
        </pc:spChg>
        <pc:spChg chg="mod">
          <ac:chgData name="Loc Huynh" userId="80c0383e323bd6ea" providerId="LiveId" clId="{4DFA6660-570B-D04C-88B2-C932613AD3F9}" dt="2023-10-17T03:11:49.641" v="10281" actId="20577"/>
          <ac:spMkLst>
            <pc:docMk/>
            <pc:sldMk cId="1743706069" sldId="604"/>
            <ac:spMk id="10" creationId="{7953ABD5-A8EB-D044-B4BB-434D970AAAF6}"/>
          </ac:spMkLst>
        </pc:spChg>
      </pc:sldChg>
      <pc:sldChg chg="addSp modSp add del mod">
        <pc:chgData name="Loc Huynh" userId="80c0383e323bd6ea" providerId="LiveId" clId="{4DFA6660-570B-D04C-88B2-C932613AD3F9}" dt="2023-10-17T04:23:15.403" v="11407" actId="2696"/>
        <pc:sldMkLst>
          <pc:docMk/>
          <pc:sldMk cId="3243158195" sldId="605"/>
        </pc:sldMkLst>
        <pc:spChg chg="add mod">
          <ac:chgData name="Loc Huynh" userId="80c0383e323bd6ea" providerId="LiveId" clId="{4DFA6660-570B-D04C-88B2-C932613AD3F9}" dt="2023-10-17T03:51:21.962" v="10782" actId="14100"/>
          <ac:spMkLst>
            <pc:docMk/>
            <pc:sldMk cId="3243158195" sldId="605"/>
            <ac:spMk id="3" creationId="{1F0DDF90-00EB-0048-01F5-7503905F70D3}"/>
          </ac:spMkLst>
        </pc:spChg>
        <pc:spChg chg="add mod">
          <ac:chgData name="Loc Huynh" userId="80c0383e323bd6ea" providerId="LiveId" clId="{4DFA6660-570B-D04C-88B2-C932613AD3F9}" dt="2023-10-17T03:51:45.513" v="10788" actId="14100"/>
          <ac:spMkLst>
            <pc:docMk/>
            <pc:sldMk cId="3243158195" sldId="605"/>
            <ac:spMk id="4" creationId="{DBFDC7A7-DF83-20C8-3D3F-A6D8DCBC7B67}"/>
          </ac:spMkLst>
        </pc:spChg>
        <pc:spChg chg="mod">
          <ac:chgData name="Loc Huynh" userId="80c0383e323bd6ea" providerId="LiveId" clId="{4DFA6660-570B-D04C-88B2-C932613AD3F9}" dt="2023-10-17T03:52:55.717" v="10802" actId="207"/>
          <ac:spMkLst>
            <pc:docMk/>
            <pc:sldMk cId="3243158195" sldId="605"/>
            <ac:spMk id="10" creationId="{7953ABD5-A8EB-D044-B4BB-434D970AAAF6}"/>
          </ac:spMkLst>
        </pc:spChg>
      </pc:sldChg>
      <pc:sldChg chg="modSp add mod">
        <pc:chgData name="Loc Huynh" userId="80c0383e323bd6ea" providerId="LiveId" clId="{4DFA6660-570B-D04C-88B2-C932613AD3F9}" dt="2023-10-17T04:23:55.519" v="11413" actId="14100"/>
        <pc:sldMkLst>
          <pc:docMk/>
          <pc:sldMk cId="374230544" sldId="606"/>
        </pc:sldMkLst>
        <pc:spChg chg="mod">
          <ac:chgData name="Loc Huynh" userId="80c0383e323bd6ea" providerId="LiveId" clId="{4DFA6660-570B-D04C-88B2-C932613AD3F9}" dt="2023-10-17T04:23:55.519" v="11413" actId="14100"/>
          <ac:spMkLst>
            <pc:docMk/>
            <pc:sldMk cId="374230544" sldId="606"/>
            <ac:spMk id="3" creationId="{1F0DDF90-00EB-0048-01F5-7503905F70D3}"/>
          </ac:spMkLst>
        </pc:spChg>
        <pc:spChg chg="mod">
          <ac:chgData name="Loc Huynh" userId="80c0383e323bd6ea" providerId="LiveId" clId="{4DFA6660-570B-D04C-88B2-C932613AD3F9}" dt="2023-10-17T04:23:41.217" v="11409" actId="14100"/>
          <ac:spMkLst>
            <pc:docMk/>
            <pc:sldMk cId="374230544" sldId="606"/>
            <ac:spMk id="4" creationId="{DBFDC7A7-DF83-20C8-3D3F-A6D8DCBC7B67}"/>
          </ac:spMkLst>
        </pc:spChg>
        <pc:spChg chg="mod">
          <ac:chgData name="Loc Huynh" userId="80c0383e323bd6ea" providerId="LiveId" clId="{4DFA6660-570B-D04C-88B2-C932613AD3F9}" dt="2023-10-17T04:23:48.579" v="11412" actId="14100"/>
          <ac:spMkLst>
            <pc:docMk/>
            <pc:sldMk cId="374230544" sldId="606"/>
            <ac:spMk id="10" creationId="{7953ABD5-A8EB-D044-B4BB-434D970AAAF6}"/>
          </ac:spMkLst>
        </pc:spChg>
      </pc:sldChg>
      <pc:sldMasterChg chg="delSldLayout">
        <pc:chgData name="Loc Huynh" userId="80c0383e323bd6ea" providerId="LiveId" clId="{4DFA6660-570B-D04C-88B2-C932613AD3F9}" dt="2023-10-10T07:23:00.778" v="332" actId="2696"/>
        <pc:sldMasterMkLst>
          <pc:docMk/>
          <pc:sldMasterMk cId="3606943067" sldId="2147483660"/>
        </pc:sldMasterMkLst>
        <pc:sldLayoutChg chg="del">
          <pc:chgData name="Loc Huynh" userId="80c0383e323bd6ea" providerId="LiveId" clId="{4DFA6660-570B-D04C-88B2-C932613AD3F9}" dt="2023-10-10T07:23:00.778" v="332" actId="2696"/>
          <pc:sldLayoutMkLst>
            <pc:docMk/>
            <pc:sldMasterMk cId="3606943067" sldId="2147483660"/>
            <pc:sldLayoutMk cId="3515636417" sldId="2147483668"/>
          </pc:sldLayoutMkLst>
        </pc:sldLayoutChg>
      </pc:sldMasterChg>
    </pc:docChg>
  </pc:docChgLst>
  <pc:docChgLst>
    <pc:chgData name="Loc Huynh" userId="80c0383e323bd6ea" providerId="LiveId" clId="{AC168C92-BC10-354B-9520-87CD58AC4BAC}"/>
    <pc:docChg chg="undo redo custSel addSld delSld modSld sldOrd modMainMaster">
      <pc:chgData name="Loc Huynh" userId="80c0383e323bd6ea" providerId="LiveId" clId="{AC168C92-BC10-354B-9520-87CD58AC4BAC}" dt="2023-09-13T11:15:59.082" v="1653" actId="20577"/>
      <pc:docMkLst>
        <pc:docMk/>
      </pc:docMkLst>
      <pc:sldChg chg="del">
        <pc:chgData name="Loc Huynh" userId="80c0383e323bd6ea" providerId="LiveId" clId="{AC168C92-BC10-354B-9520-87CD58AC4BAC}" dt="2023-09-13T08:56:35.840" v="1506" actId="2696"/>
        <pc:sldMkLst>
          <pc:docMk/>
          <pc:sldMk cId="3698868878" sldId="306"/>
        </pc:sldMkLst>
      </pc:sldChg>
      <pc:sldChg chg="del">
        <pc:chgData name="Loc Huynh" userId="80c0383e323bd6ea" providerId="LiveId" clId="{AC168C92-BC10-354B-9520-87CD58AC4BAC}" dt="2023-09-13T08:56:36.326" v="1532" actId="2696"/>
        <pc:sldMkLst>
          <pc:docMk/>
          <pc:sldMk cId="1649213010" sldId="307"/>
        </pc:sldMkLst>
      </pc:sldChg>
      <pc:sldChg chg="del">
        <pc:chgData name="Loc Huynh" userId="80c0383e323bd6ea" providerId="LiveId" clId="{AC168C92-BC10-354B-9520-87CD58AC4BAC}" dt="2023-09-13T08:56:36.579" v="1541" actId="2696"/>
        <pc:sldMkLst>
          <pc:docMk/>
          <pc:sldMk cId="1085273114" sldId="308"/>
        </pc:sldMkLst>
      </pc:sldChg>
      <pc:sldChg chg="del">
        <pc:chgData name="Loc Huynh" userId="80c0383e323bd6ea" providerId="LiveId" clId="{AC168C92-BC10-354B-9520-87CD58AC4BAC}" dt="2023-09-13T08:56:35.843" v="1507" actId="2696"/>
        <pc:sldMkLst>
          <pc:docMk/>
          <pc:sldMk cId="136576927" sldId="309"/>
        </pc:sldMkLst>
      </pc:sldChg>
      <pc:sldChg chg="del">
        <pc:chgData name="Loc Huynh" userId="80c0383e323bd6ea" providerId="LiveId" clId="{AC168C92-BC10-354B-9520-87CD58AC4BAC}" dt="2023-09-13T08:56:36.264" v="1526" actId="2696"/>
        <pc:sldMkLst>
          <pc:docMk/>
          <pc:sldMk cId="3163597442" sldId="310"/>
        </pc:sldMkLst>
      </pc:sldChg>
      <pc:sldChg chg="del">
        <pc:chgData name="Loc Huynh" userId="80c0383e323bd6ea" providerId="LiveId" clId="{AC168C92-BC10-354B-9520-87CD58AC4BAC}" dt="2023-09-13T08:56:36.541" v="1538" actId="2696"/>
        <pc:sldMkLst>
          <pc:docMk/>
          <pc:sldMk cId="1505658864" sldId="313"/>
        </pc:sldMkLst>
      </pc:sldChg>
      <pc:sldChg chg="del">
        <pc:chgData name="Loc Huynh" userId="80c0383e323bd6ea" providerId="LiveId" clId="{AC168C92-BC10-354B-9520-87CD58AC4BAC}" dt="2023-09-13T08:56:35.706" v="1497" actId="2696"/>
        <pc:sldMkLst>
          <pc:docMk/>
          <pc:sldMk cId="2386089045" sldId="316"/>
        </pc:sldMkLst>
      </pc:sldChg>
      <pc:sldChg chg="del">
        <pc:chgData name="Loc Huynh" userId="80c0383e323bd6ea" providerId="LiveId" clId="{AC168C92-BC10-354B-9520-87CD58AC4BAC}" dt="2023-09-13T08:56:36.538" v="1537" actId="2696"/>
        <pc:sldMkLst>
          <pc:docMk/>
          <pc:sldMk cId="1615855309" sldId="320"/>
        </pc:sldMkLst>
      </pc:sldChg>
      <pc:sldChg chg="del">
        <pc:chgData name="Loc Huynh" userId="80c0383e323bd6ea" providerId="LiveId" clId="{AC168C92-BC10-354B-9520-87CD58AC4BAC}" dt="2023-09-13T08:56:35.851" v="1510" actId="2696"/>
        <pc:sldMkLst>
          <pc:docMk/>
          <pc:sldMk cId="1889408896" sldId="321"/>
        </pc:sldMkLst>
      </pc:sldChg>
      <pc:sldChg chg="del">
        <pc:chgData name="Loc Huynh" userId="80c0383e323bd6ea" providerId="LiveId" clId="{AC168C92-BC10-354B-9520-87CD58AC4BAC}" dt="2023-09-13T08:56:35.836" v="1505" actId="2696"/>
        <pc:sldMkLst>
          <pc:docMk/>
          <pc:sldMk cId="1509791820" sldId="326"/>
        </pc:sldMkLst>
      </pc:sldChg>
      <pc:sldChg chg="del">
        <pc:chgData name="Loc Huynh" userId="80c0383e323bd6ea" providerId="LiveId" clId="{AC168C92-BC10-354B-9520-87CD58AC4BAC}" dt="2023-09-13T08:56:36.533" v="1535" actId="2696"/>
        <pc:sldMkLst>
          <pc:docMk/>
          <pc:sldMk cId="2093512164" sldId="327"/>
        </pc:sldMkLst>
      </pc:sldChg>
      <pc:sldChg chg="del">
        <pc:chgData name="Loc Huynh" userId="80c0383e323bd6ea" providerId="LiveId" clId="{AC168C92-BC10-354B-9520-87CD58AC4BAC}" dt="2023-09-13T08:56:35.886" v="1512" actId="2696"/>
        <pc:sldMkLst>
          <pc:docMk/>
          <pc:sldMk cId="3630190742" sldId="328"/>
        </pc:sldMkLst>
      </pc:sldChg>
      <pc:sldChg chg="del">
        <pc:chgData name="Loc Huynh" userId="80c0383e323bd6ea" providerId="LiveId" clId="{AC168C92-BC10-354B-9520-87CD58AC4BAC}" dt="2023-09-13T08:56:35.832" v="1503" actId="2696"/>
        <pc:sldMkLst>
          <pc:docMk/>
          <pc:sldMk cId="1982184621" sldId="329"/>
        </pc:sldMkLst>
      </pc:sldChg>
      <pc:sldChg chg="del">
        <pc:chgData name="Loc Huynh" userId="80c0383e323bd6ea" providerId="LiveId" clId="{AC168C92-BC10-354B-9520-87CD58AC4BAC}" dt="2023-09-13T08:56:36.536" v="1536" actId="2696"/>
        <pc:sldMkLst>
          <pc:docMk/>
          <pc:sldMk cId="1142298140" sldId="330"/>
        </pc:sldMkLst>
      </pc:sldChg>
      <pc:sldChg chg="del">
        <pc:chgData name="Loc Huynh" userId="80c0383e323bd6ea" providerId="LiveId" clId="{AC168C92-BC10-354B-9520-87CD58AC4BAC}" dt="2023-09-13T08:56:36.174" v="1517" actId="2696"/>
        <pc:sldMkLst>
          <pc:docMk/>
          <pc:sldMk cId="915704410" sldId="331"/>
        </pc:sldMkLst>
      </pc:sldChg>
      <pc:sldChg chg="del">
        <pc:chgData name="Loc Huynh" userId="80c0383e323bd6ea" providerId="LiveId" clId="{AC168C92-BC10-354B-9520-87CD58AC4BAC}" dt="2023-09-13T08:56:36.255" v="1524" actId="2696"/>
        <pc:sldMkLst>
          <pc:docMk/>
          <pc:sldMk cId="127802819" sldId="338"/>
        </pc:sldMkLst>
      </pc:sldChg>
      <pc:sldChg chg="del">
        <pc:chgData name="Loc Huynh" userId="80c0383e323bd6ea" providerId="LiveId" clId="{AC168C92-BC10-354B-9520-87CD58AC4BAC}" dt="2023-09-13T08:56:36.266" v="1527" actId="2696"/>
        <pc:sldMkLst>
          <pc:docMk/>
          <pc:sldMk cId="1317106903" sldId="339"/>
        </pc:sldMkLst>
      </pc:sldChg>
      <pc:sldChg chg="del">
        <pc:chgData name="Loc Huynh" userId="80c0383e323bd6ea" providerId="LiveId" clId="{AC168C92-BC10-354B-9520-87CD58AC4BAC}" dt="2023-09-13T08:56:36.619" v="1545" actId="2696"/>
        <pc:sldMkLst>
          <pc:docMk/>
          <pc:sldMk cId="961475434" sldId="344"/>
        </pc:sldMkLst>
      </pc:sldChg>
      <pc:sldChg chg="del">
        <pc:chgData name="Loc Huynh" userId="80c0383e323bd6ea" providerId="LiveId" clId="{AC168C92-BC10-354B-9520-87CD58AC4BAC}" dt="2023-09-13T08:56:35.834" v="1504" actId="2696"/>
        <pc:sldMkLst>
          <pc:docMk/>
          <pc:sldMk cId="1208499357" sldId="377"/>
        </pc:sldMkLst>
      </pc:sldChg>
      <pc:sldChg chg="del">
        <pc:chgData name="Loc Huynh" userId="80c0383e323bd6ea" providerId="LiveId" clId="{AC168C92-BC10-354B-9520-87CD58AC4BAC}" dt="2023-09-13T08:56:36.620" v="1546" actId="2696"/>
        <pc:sldMkLst>
          <pc:docMk/>
          <pc:sldMk cId="2078064597" sldId="378"/>
        </pc:sldMkLst>
      </pc:sldChg>
      <pc:sldChg chg="del">
        <pc:chgData name="Loc Huynh" userId="80c0383e323bd6ea" providerId="LiveId" clId="{AC168C92-BC10-354B-9520-87CD58AC4BAC}" dt="2023-09-13T08:56:36.328" v="1533" actId="2696"/>
        <pc:sldMkLst>
          <pc:docMk/>
          <pc:sldMk cId="2878301185" sldId="379"/>
        </pc:sldMkLst>
      </pc:sldChg>
      <pc:sldChg chg="del">
        <pc:chgData name="Loc Huynh" userId="80c0383e323bd6ea" providerId="LiveId" clId="{AC168C92-BC10-354B-9520-87CD58AC4BAC}" dt="2023-09-13T08:56:36.171" v="1516" actId="2696"/>
        <pc:sldMkLst>
          <pc:docMk/>
          <pc:sldMk cId="219472599" sldId="380"/>
        </pc:sldMkLst>
      </pc:sldChg>
      <pc:sldChg chg="del">
        <pc:chgData name="Loc Huynh" userId="80c0383e323bd6ea" providerId="LiveId" clId="{AC168C92-BC10-354B-9520-87CD58AC4BAC}" dt="2023-09-13T08:56:36.269" v="1528" actId="2696"/>
        <pc:sldMkLst>
          <pc:docMk/>
          <pc:sldMk cId="888047964" sldId="381"/>
        </pc:sldMkLst>
      </pc:sldChg>
      <pc:sldChg chg="del">
        <pc:chgData name="Loc Huynh" userId="80c0383e323bd6ea" providerId="LiveId" clId="{AC168C92-BC10-354B-9520-87CD58AC4BAC}" dt="2023-09-13T08:56:36.247" v="1522" actId="2696"/>
        <pc:sldMkLst>
          <pc:docMk/>
          <pc:sldMk cId="3264862103" sldId="382"/>
        </pc:sldMkLst>
      </pc:sldChg>
      <pc:sldChg chg="del">
        <pc:chgData name="Loc Huynh" userId="80c0383e323bd6ea" providerId="LiveId" clId="{AC168C92-BC10-354B-9520-87CD58AC4BAC}" dt="2023-09-13T08:56:36.615" v="1543" actId="2696"/>
        <pc:sldMkLst>
          <pc:docMk/>
          <pc:sldMk cId="1941501112" sldId="383"/>
        </pc:sldMkLst>
      </pc:sldChg>
      <pc:sldChg chg="del">
        <pc:chgData name="Loc Huynh" userId="80c0383e323bd6ea" providerId="LiveId" clId="{AC168C92-BC10-354B-9520-87CD58AC4BAC}" dt="2023-09-13T08:56:35.848" v="1509" actId="2696"/>
        <pc:sldMkLst>
          <pc:docMk/>
          <pc:sldMk cId="2538837064" sldId="385"/>
        </pc:sldMkLst>
      </pc:sldChg>
      <pc:sldChg chg="modSp mod">
        <pc:chgData name="Loc Huynh" userId="80c0383e323bd6ea" providerId="LiveId" clId="{AC168C92-BC10-354B-9520-87CD58AC4BAC}" dt="2023-09-13T07:08:59.480" v="85" actId="20577"/>
        <pc:sldMkLst>
          <pc:docMk/>
          <pc:sldMk cId="2103274842" sldId="389"/>
        </pc:sldMkLst>
        <pc:spChg chg="mod">
          <ac:chgData name="Loc Huynh" userId="80c0383e323bd6ea" providerId="LiveId" clId="{AC168C92-BC10-354B-9520-87CD58AC4BAC}" dt="2023-09-13T07:08:59.480" v="85" actId="20577"/>
          <ac:spMkLst>
            <pc:docMk/>
            <pc:sldMk cId="2103274842" sldId="389"/>
            <ac:spMk id="3" creationId="{57D3F746-5EAA-354B-933A-D7D4A545895B}"/>
          </ac:spMkLst>
        </pc:spChg>
      </pc:sldChg>
      <pc:sldChg chg="modSp mod modClrScheme chgLayout">
        <pc:chgData name="Loc Huynh" userId="80c0383e323bd6ea" providerId="LiveId" clId="{AC168C92-BC10-354B-9520-87CD58AC4BAC}" dt="2023-09-13T07:14:08.444" v="171" actId="123"/>
        <pc:sldMkLst>
          <pc:docMk/>
          <pc:sldMk cId="3109192718" sldId="390"/>
        </pc:sldMkLst>
        <pc:spChg chg="mod ord">
          <ac:chgData name="Loc Huynh" userId="80c0383e323bd6ea" providerId="LiveId" clId="{AC168C92-BC10-354B-9520-87CD58AC4BAC}" dt="2023-09-13T07:12:23.636" v="149" actId="242"/>
          <ac:spMkLst>
            <pc:docMk/>
            <pc:sldMk cId="3109192718" sldId="390"/>
            <ac:spMk id="2" creationId="{3A2A0463-8EE7-004E-BB37-EA7DDBBDCC79}"/>
          </ac:spMkLst>
        </pc:spChg>
        <pc:spChg chg="mod ord">
          <ac:chgData name="Loc Huynh" userId="80c0383e323bd6ea" providerId="LiveId" clId="{AC168C92-BC10-354B-9520-87CD58AC4BAC}" dt="2023-09-13T07:14:06.099" v="170" actId="123"/>
          <ac:spMkLst>
            <pc:docMk/>
            <pc:sldMk cId="3109192718" sldId="390"/>
            <ac:spMk id="3" creationId="{55B9A554-0581-9143-861C-EFAACEEEA828}"/>
          </ac:spMkLst>
        </pc:spChg>
        <pc:spChg chg="mod ord">
          <ac:chgData name="Loc Huynh" userId="80c0383e323bd6ea" providerId="LiveId" clId="{AC168C92-BC10-354B-9520-87CD58AC4BAC}" dt="2023-09-13T07:12:19.756" v="148" actId="242"/>
          <ac:spMkLst>
            <pc:docMk/>
            <pc:sldMk cId="3109192718" sldId="390"/>
            <ac:spMk id="4" creationId="{7595F988-04FD-5F4C-8C1B-5AB618A20DB2}"/>
          </ac:spMkLst>
        </pc:spChg>
        <pc:spChg chg="mod ord">
          <ac:chgData name="Loc Huynh" userId="80c0383e323bd6ea" providerId="LiveId" clId="{AC168C92-BC10-354B-9520-87CD58AC4BAC}" dt="2023-09-13T07:14:08.444" v="171" actId="123"/>
          <ac:spMkLst>
            <pc:docMk/>
            <pc:sldMk cId="3109192718" sldId="390"/>
            <ac:spMk id="5" creationId="{0E94133C-AB0F-914D-A116-1FDFD790E41F}"/>
          </ac:spMkLst>
        </pc:spChg>
        <pc:spChg chg="mod ord">
          <ac:chgData name="Loc Huynh" userId="80c0383e323bd6ea" providerId="LiveId" clId="{AC168C92-BC10-354B-9520-87CD58AC4BAC}" dt="2023-09-13T07:11:10.666" v="120" actId="700"/>
          <ac:spMkLst>
            <pc:docMk/>
            <pc:sldMk cId="3109192718" sldId="390"/>
            <ac:spMk id="6" creationId="{6FE7E040-EF2B-3B4C-ABDC-C569E2B0F8D4}"/>
          </ac:spMkLst>
        </pc:spChg>
        <pc:spChg chg="mod ord">
          <ac:chgData name="Loc Huynh" userId="80c0383e323bd6ea" providerId="LiveId" clId="{AC168C92-BC10-354B-9520-87CD58AC4BAC}" dt="2023-09-13T07:11:10.666" v="120" actId="700"/>
          <ac:spMkLst>
            <pc:docMk/>
            <pc:sldMk cId="3109192718" sldId="390"/>
            <ac:spMk id="7" creationId="{843E8A97-C3B7-0A4B-87A1-33019F58B08C}"/>
          </ac:spMkLst>
        </pc:spChg>
        <pc:spChg chg="mod ord">
          <ac:chgData name="Loc Huynh" userId="80c0383e323bd6ea" providerId="LiveId" clId="{AC168C92-BC10-354B-9520-87CD58AC4BAC}" dt="2023-09-13T07:11:10.666" v="120" actId="700"/>
          <ac:spMkLst>
            <pc:docMk/>
            <pc:sldMk cId="3109192718" sldId="390"/>
            <ac:spMk id="8" creationId="{08F2A54B-9133-D245-A36E-E96810974059}"/>
          </ac:spMkLst>
        </pc:spChg>
        <pc:spChg chg="mod">
          <ac:chgData name="Loc Huynh" userId="80c0383e323bd6ea" providerId="LiveId" clId="{AC168C92-BC10-354B-9520-87CD58AC4BAC}" dt="2023-09-13T07:12:37.840" v="152" actId="207"/>
          <ac:spMkLst>
            <pc:docMk/>
            <pc:sldMk cId="3109192718" sldId="390"/>
            <ac:spMk id="9" creationId="{3C7A3299-2A35-D548-A3C6-B874EAD72F17}"/>
          </ac:spMkLst>
        </pc:spChg>
      </pc:sldChg>
      <pc:sldChg chg="del">
        <pc:chgData name="Loc Huynh" userId="80c0383e323bd6ea" providerId="LiveId" clId="{AC168C92-BC10-354B-9520-87CD58AC4BAC}" dt="2023-09-13T08:56:36.177" v="1518" actId="2696"/>
        <pc:sldMkLst>
          <pc:docMk/>
          <pc:sldMk cId="461107909" sldId="391"/>
        </pc:sldMkLst>
      </pc:sldChg>
      <pc:sldChg chg="del">
        <pc:chgData name="Loc Huynh" userId="80c0383e323bd6ea" providerId="LiveId" clId="{AC168C92-BC10-354B-9520-87CD58AC4BAC}" dt="2023-09-13T08:56:36.259" v="1525" actId="2696"/>
        <pc:sldMkLst>
          <pc:docMk/>
          <pc:sldMk cId="685094552" sldId="392"/>
        </pc:sldMkLst>
      </pc:sldChg>
      <pc:sldChg chg="modSp mod">
        <pc:chgData name="Loc Huynh" userId="80c0383e323bd6ea" providerId="LiveId" clId="{AC168C92-BC10-354B-9520-87CD58AC4BAC}" dt="2023-09-13T11:15:59.082" v="1653" actId="20577"/>
        <pc:sldMkLst>
          <pc:docMk/>
          <pc:sldMk cId="4095758079" sldId="393"/>
        </pc:sldMkLst>
        <pc:spChg chg="mod">
          <ac:chgData name="Loc Huynh" userId="80c0383e323bd6ea" providerId="LiveId" clId="{AC168C92-BC10-354B-9520-87CD58AC4BAC}" dt="2023-09-13T11:15:59.082" v="1653" actId="20577"/>
          <ac:spMkLst>
            <pc:docMk/>
            <pc:sldMk cId="4095758079" sldId="393"/>
            <ac:spMk id="2" creationId="{00000000-0000-0000-0000-000000000000}"/>
          </ac:spMkLst>
        </pc:spChg>
      </pc:sldChg>
      <pc:sldChg chg="del">
        <pc:chgData name="Loc Huynh" userId="80c0383e323bd6ea" providerId="LiveId" clId="{AC168C92-BC10-354B-9520-87CD58AC4BAC}" dt="2023-09-13T08:56:35.895" v="1513" actId="2696"/>
        <pc:sldMkLst>
          <pc:docMk/>
          <pc:sldMk cId="827014128" sldId="394"/>
        </pc:sldMkLst>
      </pc:sldChg>
      <pc:sldChg chg="del">
        <pc:chgData name="Loc Huynh" userId="80c0383e323bd6ea" providerId="LiveId" clId="{AC168C92-BC10-354B-9520-87CD58AC4BAC}" dt="2023-09-13T08:56:35.829" v="1502" actId="2696"/>
        <pc:sldMkLst>
          <pc:docMk/>
          <pc:sldMk cId="3174288583" sldId="395"/>
        </pc:sldMkLst>
      </pc:sldChg>
      <pc:sldChg chg="del">
        <pc:chgData name="Loc Huynh" userId="80c0383e323bd6ea" providerId="LiveId" clId="{AC168C92-BC10-354B-9520-87CD58AC4BAC}" dt="2023-09-13T08:56:36.333" v="1534" actId="2696"/>
        <pc:sldMkLst>
          <pc:docMk/>
          <pc:sldMk cId="2324424646" sldId="396"/>
        </pc:sldMkLst>
      </pc:sldChg>
      <pc:sldChg chg="del">
        <pc:chgData name="Loc Huynh" userId="80c0383e323bd6ea" providerId="LiveId" clId="{AC168C92-BC10-354B-9520-87CD58AC4BAC}" dt="2023-09-13T08:56:36.673" v="1547" actId="2696"/>
        <pc:sldMkLst>
          <pc:docMk/>
          <pc:sldMk cId="224955889" sldId="397"/>
        </pc:sldMkLst>
      </pc:sldChg>
      <pc:sldChg chg="del">
        <pc:chgData name="Loc Huynh" userId="80c0383e323bd6ea" providerId="LiveId" clId="{AC168C92-BC10-354B-9520-87CD58AC4BAC}" dt="2023-09-13T08:56:35.825" v="1501" actId="2696"/>
        <pc:sldMkLst>
          <pc:docMk/>
          <pc:sldMk cId="4114821335" sldId="398"/>
        </pc:sldMkLst>
      </pc:sldChg>
      <pc:sldChg chg="del">
        <pc:chgData name="Loc Huynh" userId="80c0383e323bd6ea" providerId="LiveId" clId="{AC168C92-BC10-354B-9520-87CD58AC4BAC}" dt="2023-09-13T08:56:36.235" v="1519" actId="2696"/>
        <pc:sldMkLst>
          <pc:docMk/>
          <pc:sldMk cId="3033251506" sldId="399"/>
        </pc:sldMkLst>
      </pc:sldChg>
      <pc:sldChg chg="del">
        <pc:chgData name="Loc Huynh" userId="80c0383e323bd6ea" providerId="LiveId" clId="{AC168C92-BC10-354B-9520-87CD58AC4BAC}" dt="2023-09-13T08:56:35.846" v="1508" actId="2696"/>
        <pc:sldMkLst>
          <pc:docMk/>
          <pc:sldMk cId="400770477" sldId="400"/>
        </pc:sldMkLst>
      </pc:sldChg>
      <pc:sldChg chg="del">
        <pc:chgData name="Loc Huynh" userId="80c0383e323bd6ea" providerId="LiveId" clId="{AC168C92-BC10-354B-9520-87CD58AC4BAC}" dt="2023-09-13T08:56:36.119" v="1514" actId="2696"/>
        <pc:sldMkLst>
          <pc:docMk/>
          <pc:sldMk cId="1183980602" sldId="401"/>
        </pc:sldMkLst>
      </pc:sldChg>
      <pc:sldChg chg="del">
        <pc:chgData name="Loc Huynh" userId="80c0383e323bd6ea" providerId="LiveId" clId="{AC168C92-BC10-354B-9520-87CD58AC4BAC}" dt="2023-09-13T08:56:36.250" v="1523" actId="2696"/>
        <pc:sldMkLst>
          <pc:docMk/>
          <pc:sldMk cId="2768050575" sldId="402"/>
        </pc:sldMkLst>
      </pc:sldChg>
      <pc:sldChg chg="del">
        <pc:chgData name="Loc Huynh" userId="80c0383e323bd6ea" providerId="LiveId" clId="{AC168C92-BC10-354B-9520-87CD58AC4BAC}" dt="2023-09-13T08:56:35.822" v="1500" actId="2696"/>
        <pc:sldMkLst>
          <pc:docMk/>
          <pc:sldMk cId="1001971359" sldId="403"/>
        </pc:sldMkLst>
      </pc:sldChg>
      <pc:sldChg chg="del">
        <pc:chgData name="Loc Huynh" userId="80c0383e323bd6ea" providerId="LiveId" clId="{AC168C92-BC10-354B-9520-87CD58AC4BAC}" dt="2023-09-13T08:56:35.817" v="1498" actId="2696"/>
        <pc:sldMkLst>
          <pc:docMk/>
          <pc:sldMk cId="1675180054" sldId="404"/>
        </pc:sldMkLst>
      </pc:sldChg>
      <pc:sldChg chg="del">
        <pc:chgData name="Loc Huynh" userId="80c0383e323bd6ea" providerId="LiveId" clId="{AC168C92-BC10-354B-9520-87CD58AC4BAC}" dt="2023-09-13T08:56:36.544" v="1540" actId="2696"/>
        <pc:sldMkLst>
          <pc:docMk/>
          <pc:sldMk cId="323696544" sldId="405"/>
        </pc:sldMkLst>
      </pc:sldChg>
      <pc:sldChg chg="del">
        <pc:chgData name="Loc Huynh" userId="80c0383e323bd6ea" providerId="LiveId" clId="{AC168C92-BC10-354B-9520-87CD58AC4BAC}" dt="2023-09-13T08:56:36.275" v="1530" actId="2696"/>
        <pc:sldMkLst>
          <pc:docMk/>
          <pc:sldMk cId="4233947355" sldId="406"/>
        </pc:sldMkLst>
      </pc:sldChg>
      <pc:sldChg chg="del">
        <pc:chgData name="Loc Huynh" userId="80c0383e323bd6ea" providerId="LiveId" clId="{AC168C92-BC10-354B-9520-87CD58AC4BAC}" dt="2023-09-13T08:56:35.883" v="1511" actId="2696"/>
        <pc:sldMkLst>
          <pc:docMk/>
          <pc:sldMk cId="3737314179" sldId="407"/>
        </pc:sldMkLst>
      </pc:sldChg>
      <pc:sldChg chg="del">
        <pc:chgData name="Loc Huynh" userId="80c0383e323bd6ea" providerId="LiveId" clId="{AC168C92-BC10-354B-9520-87CD58AC4BAC}" dt="2023-09-13T08:56:36.244" v="1521" actId="2696"/>
        <pc:sldMkLst>
          <pc:docMk/>
          <pc:sldMk cId="3674598150" sldId="408"/>
        </pc:sldMkLst>
      </pc:sldChg>
      <pc:sldChg chg="del">
        <pc:chgData name="Loc Huynh" userId="80c0383e323bd6ea" providerId="LiveId" clId="{AC168C92-BC10-354B-9520-87CD58AC4BAC}" dt="2023-09-13T08:56:36.272" v="1529" actId="2696"/>
        <pc:sldMkLst>
          <pc:docMk/>
          <pc:sldMk cId="3296418743" sldId="409"/>
        </pc:sldMkLst>
      </pc:sldChg>
      <pc:sldChg chg="del">
        <pc:chgData name="Loc Huynh" userId="80c0383e323bd6ea" providerId="LiveId" clId="{AC168C92-BC10-354B-9520-87CD58AC4BAC}" dt="2023-09-13T08:56:36.240" v="1520" actId="2696"/>
        <pc:sldMkLst>
          <pc:docMk/>
          <pc:sldMk cId="1727122677" sldId="410"/>
        </pc:sldMkLst>
      </pc:sldChg>
      <pc:sldChg chg="del">
        <pc:chgData name="Loc Huynh" userId="80c0383e323bd6ea" providerId="LiveId" clId="{AC168C92-BC10-354B-9520-87CD58AC4BAC}" dt="2023-09-13T08:56:36.614" v="1542" actId="2696"/>
        <pc:sldMkLst>
          <pc:docMk/>
          <pc:sldMk cId="3515211321" sldId="411"/>
        </pc:sldMkLst>
      </pc:sldChg>
      <pc:sldChg chg="del">
        <pc:chgData name="Loc Huynh" userId="80c0383e323bd6ea" providerId="LiveId" clId="{AC168C92-BC10-354B-9520-87CD58AC4BAC}" dt="2023-09-13T08:56:35.819" v="1499" actId="2696"/>
        <pc:sldMkLst>
          <pc:docMk/>
          <pc:sldMk cId="4260985147" sldId="412"/>
        </pc:sldMkLst>
      </pc:sldChg>
      <pc:sldChg chg="del">
        <pc:chgData name="Loc Huynh" userId="80c0383e323bd6ea" providerId="LiveId" clId="{AC168C92-BC10-354B-9520-87CD58AC4BAC}" dt="2023-09-13T08:56:36.617" v="1544" actId="2696"/>
        <pc:sldMkLst>
          <pc:docMk/>
          <pc:sldMk cId="1680730362" sldId="413"/>
        </pc:sldMkLst>
      </pc:sldChg>
      <pc:sldChg chg="del">
        <pc:chgData name="Loc Huynh" userId="80c0383e323bd6ea" providerId="LiveId" clId="{AC168C92-BC10-354B-9520-87CD58AC4BAC}" dt="2023-09-13T08:56:36.323" v="1531" actId="2696"/>
        <pc:sldMkLst>
          <pc:docMk/>
          <pc:sldMk cId="527378509" sldId="414"/>
        </pc:sldMkLst>
      </pc:sldChg>
      <pc:sldChg chg="del">
        <pc:chgData name="Loc Huynh" userId="80c0383e323bd6ea" providerId="LiveId" clId="{AC168C92-BC10-354B-9520-87CD58AC4BAC}" dt="2023-09-13T08:56:36.168" v="1515" actId="2696"/>
        <pc:sldMkLst>
          <pc:docMk/>
          <pc:sldMk cId="1444418759" sldId="415"/>
        </pc:sldMkLst>
      </pc:sldChg>
      <pc:sldChg chg="del">
        <pc:chgData name="Loc Huynh" userId="80c0383e323bd6ea" providerId="LiveId" clId="{AC168C92-BC10-354B-9520-87CD58AC4BAC}" dt="2023-09-13T08:56:36.543" v="1539" actId="2696"/>
        <pc:sldMkLst>
          <pc:docMk/>
          <pc:sldMk cId="1915011341" sldId="416"/>
        </pc:sldMkLst>
      </pc:sldChg>
      <pc:sldChg chg="modSp mod">
        <pc:chgData name="Loc Huynh" userId="80c0383e323bd6ea" providerId="LiveId" clId="{AC168C92-BC10-354B-9520-87CD58AC4BAC}" dt="2023-09-13T11:04:56.403" v="1553" actId="207"/>
        <pc:sldMkLst>
          <pc:docMk/>
          <pc:sldMk cId="2252125456" sldId="417"/>
        </pc:sldMkLst>
        <pc:spChg chg="mod">
          <ac:chgData name="Loc Huynh" userId="80c0383e323bd6ea" providerId="LiveId" clId="{AC168C92-BC10-354B-9520-87CD58AC4BAC}" dt="2023-09-13T11:04:56.403" v="1553" actId="207"/>
          <ac:spMkLst>
            <pc:docMk/>
            <pc:sldMk cId="2252125456" sldId="417"/>
            <ac:spMk id="3" creationId="{1EDF00DA-5C4D-834E-87BB-88E5F6EA715A}"/>
          </ac:spMkLst>
        </pc:spChg>
      </pc:sldChg>
      <pc:sldChg chg="modSp mod">
        <pc:chgData name="Loc Huynh" userId="80c0383e323bd6ea" providerId="LiveId" clId="{AC168C92-BC10-354B-9520-87CD58AC4BAC}" dt="2023-09-13T11:14:12.299" v="1651" actId="13926"/>
        <pc:sldMkLst>
          <pc:docMk/>
          <pc:sldMk cId="4156242330" sldId="418"/>
        </pc:sldMkLst>
        <pc:spChg chg="mod">
          <ac:chgData name="Loc Huynh" userId="80c0383e323bd6ea" providerId="LiveId" clId="{AC168C92-BC10-354B-9520-87CD58AC4BAC}" dt="2023-09-13T11:14:12.299" v="1651" actId="13926"/>
          <ac:spMkLst>
            <pc:docMk/>
            <pc:sldMk cId="4156242330" sldId="418"/>
            <ac:spMk id="6" creationId="{24E3A728-EF22-934F-917A-56D048C67AB6}"/>
          </ac:spMkLst>
        </pc:spChg>
        <pc:spChg chg="mod">
          <ac:chgData name="Loc Huynh" userId="80c0383e323bd6ea" providerId="LiveId" clId="{AC168C92-BC10-354B-9520-87CD58AC4BAC}" dt="2023-09-13T11:05:41.094" v="1564" actId="14100"/>
          <ac:spMkLst>
            <pc:docMk/>
            <pc:sldMk cId="4156242330" sldId="418"/>
            <ac:spMk id="8" creationId="{9A2495CC-D633-184F-9E35-DBA6F8132AA1}"/>
          </ac:spMkLst>
        </pc:spChg>
      </pc:sldChg>
      <pc:sldChg chg="modSp mod">
        <pc:chgData name="Loc Huynh" userId="80c0383e323bd6ea" providerId="LiveId" clId="{AC168C92-BC10-354B-9520-87CD58AC4BAC}" dt="2023-09-13T11:07:01.308" v="1576" actId="14100"/>
        <pc:sldMkLst>
          <pc:docMk/>
          <pc:sldMk cId="1376264870" sldId="428"/>
        </pc:sldMkLst>
        <pc:spChg chg="mod">
          <ac:chgData name="Loc Huynh" userId="80c0383e323bd6ea" providerId="LiveId" clId="{AC168C92-BC10-354B-9520-87CD58AC4BAC}" dt="2023-09-13T11:06:55.285" v="1575" actId="20577"/>
          <ac:spMkLst>
            <pc:docMk/>
            <pc:sldMk cId="1376264870" sldId="428"/>
            <ac:spMk id="6" creationId="{D8C9A436-0DA9-774E-BBD9-1871AAFD4634}"/>
          </ac:spMkLst>
        </pc:spChg>
        <pc:spChg chg="mod">
          <ac:chgData name="Loc Huynh" userId="80c0383e323bd6ea" providerId="LiveId" clId="{AC168C92-BC10-354B-9520-87CD58AC4BAC}" dt="2023-09-13T11:06:38.170" v="1569" actId="14100"/>
          <ac:spMkLst>
            <pc:docMk/>
            <pc:sldMk cId="1376264870" sldId="428"/>
            <ac:spMk id="12" creationId="{21587237-5640-A648-8E8D-4506EE033316}"/>
          </ac:spMkLst>
        </pc:spChg>
        <pc:spChg chg="mod">
          <ac:chgData name="Loc Huynh" userId="80c0383e323bd6ea" providerId="LiveId" clId="{AC168C92-BC10-354B-9520-87CD58AC4BAC}" dt="2023-09-13T11:06:40.374" v="1570" actId="14100"/>
          <ac:spMkLst>
            <pc:docMk/>
            <pc:sldMk cId="1376264870" sldId="428"/>
            <ac:spMk id="13" creationId="{18720369-DFF3-0C4A-ACC8-ADF8E5B54C04}"/>
          </ac:spMkLst>
        </pc:spChg>
        <pc:spChg chg="mod">
          <ac:chgData name="Loc Huynh" userId="80c0383e323bd6ea" providerId="LiveId" clId="{AC168C92-BC10-354B-9520-87CD58AC4BAC}" dt="2023-09-13T11:07:01.308" v="1576" actId="14100"/>
          <ac:spMkLst>
            <pc:docMk/>
            <pc:sldMk cId="1376264870" sldId="428"/>
            <ac:spMk id="14" creationId="{98E5A6B1-8B7E-BC41-8F51-6C5A48F572A1}"/>
          </ac:spMkLst>
        </pc:spChg>
      </pc:sldChg>
      <pc:sldChg chg="modSp mod">
        <pc:chgData name="Loc Huynh" userId="80c0383e323bd6ea" providerId="LiveId" clId="{AC168C92-BC10-354B-9520-87CD58AC4BAC}" dt="2023-09-13T07:22:51.248" v="237" actId="1076"/>
        <pc:sldMkLst>
          <pc:docMk/>
          <pc:sldMk cId="4105547035" sldId="448"/>
        </pc:sldMkLst>
        <pc:spChg chg="mod">
          <ac:chgData name="Loc Huynh" userId="80c0383e323bd6ea" providerId="LiveId" clId="{AC168C92-BC10-354B-9520-87CD58AC4BAC}" dt="2023-09-13T07:22:51.248" v="237" actId="1076"/>
          <ac:spMkLst>
            <pc:docMk/>
            <pc:sldMk cId="4105547035" sldId="448"/>
            <ac:spMk id="8" creationId="{34CE765E-7B52-FD48-A33C-F65074A2FD0D}"/>
          </ac:spMkLst>
        </pc:spChg>
        <pc:spChg chg="mod">
          <ac:chgData name="Loc Huynh" userId="80c0383e323bd6ea" providerId="LiveId" clId="{AC168C92-BC10-354B-9520-87CD58AC4BAC}" dt="2023-09-13T07:09:33.970" v="88" actId="1076"/>
          <ac:spMkLst>
            <pc:docMk/>
            <pc:sldMk cId="4105547035" sldId="448"/>
            <ac:spMk id="9" creationId="{C26D0E4F-DBE5-B141-AD2C-8280C6F48D89}"/>
          </ac:spMkLst>
        </pc:spChg>
        <pc:spChg chg="mod">
          <ac:chgData name="Loc Huynh" userId="80c0383e323bd6ea" providerId="LiveId" clId="{AC168C92-BC10-354B-9520-87CD58AC4BAC}" dt="2023-09-13T07:09:33.970" v="88" actId="1076"/>
          <ac:spMkLst>
            <pc:docMk/>
            <pc:sldMk cId="4105547035" sldId="448"/>
            <ac:spMk id="10" creationId="{A3668B96-EEC7-3A4F-8EC1-2D09A053D2FB}"/>
          </ac:spMkLst>
        </pc:spChg>
        <pc:spChg chg="mod">
          <ac:chgData name="Loc Huynh" userId="80c0383e323bd6ea" providerId="LiveId" clId="{AC168C92-BC10-354B-9520-87CD58AC4BAC}" dt="2023-09-13T07:09:33.970" v="88" actId="1076"/>
          <ac:spMkLst>
            <pc:docMk/>
            <pc:sldMk cId="4105547035" sldId="448"/>
            <ac:spMk id="11" creationId="{DCDA8143-4DBA-2E4C-8F15-361823C13D71}"/>
          </ac:spMkLst>
        </pc:spChg>
        <pc:spChg chg="mod">
          <ac:chgData name="Loc Huynh" userId="80c0383e323bd6ea" providerId="LiveId" clId="{AC168C92-BC10-354B-9520-87CD58AC4BAC}" dt="2023-09-13T07:09:33.970" v="88" actId="1076"/>
          <ac:spMkLst>
            <pc:docMk/>
            <pc:sldMk cId="4105547035" sldId="448"/>
            <ac:spMk id="12" creationId="{E0E5C27D-77F0-B645-B83F-BBF23AAFB050}"/>
          </ac:spMkLst>
        </pc:spChg>
        <pc:picChg chg="mod">
          <ac:chgData name="Loc Huynh" userId="80c0383e323bd6ea" providerId="LiveId" clId="{AC168C92-BC10-354B-9520-87CD58AC4BAC}" dt="2023-09-13T07:09:33.970" v="88" actId="1076"/>
          <ac:picMkLst>
            <pc:docMk/>
            <pc:sldMk cId="4105547035" sldId="448"/>
            <ac:picMk id="7" creationId="{BD81F4F2-7E06-EF48-BA4B-35196F62014E}"/>
          </ac:picMkLst>
        </pc:picChg>
      </pc:sldChg>
      <pc:sldChg chg="modSp del">
        <pc:chgData name="Loc Huynh" userId="80c0383e323bd6ea" providerId="LiveId" clId="{AC168C92-BC10-354B-9520-87CD58AC4BAC}" dt="2023-09-13T07:15:42.702" v="206" actId="2696"/>
        <pc:sldMkLst>
          <pc:docMk/>
          <pc:sldMk cId="358272439" sldId="449"/>
        </pc:sldMkLst>
        <pc:spChg chg="mod">
          <ac:chgData name="Loc Huynh" userId="80c0383e323bd6ea" providerId="LiveId" clId="{AC168C92-BC10-354B-9520-87CD58AC4BAC}" dt="2023-09-13T07:13:56.384" v="168" actId="1076"/>
          <ac:spMkLst>
            <pc:docMk/>
            <pc:sldMk cId="358272439" sldId="449"/>
            <ac:spMk id="6" creationId="{64858A9E-7C91-254E-8A60-7E9C2A534D34}"/>
          </ac:spMkLst>
        </pc:spChg>
        <pc:spChg chg="mod">
          <ac:chgData name="Loc Huynh" userId="80c0383e323bd6ea" providerId="LiveId" clId="{AC168C92-BC10-354B-9520-87CD58AC4BAC}" dt="2023-09-13T07:13:56.384" v="168" actId="1076"/>
          <ac:spMkLst>
            <pc:docMk/>
            <pc:sldMk cId="358272439" sldId="449"/>
            <ac:spMk id="7" creationId="{CA4F2671-E679-5544-8147-E8C696D068FA}"/>
          </ac:spMkLst>
        </pc:spChg>
        <pc:spChg chg="mod">
          <ac:chgData name="Loc Huynh" userId="80c0383e323bd6ea" providerId="LiveId" clId="{AC168C92-BC10-354B-9520-87CD58AC4BAC}" dt="2023-09-13T07:13:56.384" v="168" actId="1076"/>
          <ac:spMkLst>
            <pc:docMk/>
            <pc:sldMk cId="358272439" sldId="449"/>
            <ac:spMk id="9" creationId="{7840AF84-772F-7341-98D4-A495815AEF37}"/>
          </ac:spMkLst>
        </pc:spChg>
        <pc:spChg chg="mod">
          <ac:chgData name="Loc Huynh" userId="80c0383e323bd6ea" providerId="LiveId" clId="{AC168C92-BC10-354B-9520-87CD58AC4BAC}" dt="2023-09-13T07:13:56.384" v="168" actId="1076"/>
          <ac:spMkLst>
            <pc:docMk/>
            <pc:sldMk cId="358272439" sldId="449"/>
            <ac:spMk id="11" creationId="{52F97703-9FB9-FE4E-977E-D0EE05B9C226}"/>
          </ac:spMkLst>
        </pc:spChg>
        <pc:spChg chg="mod">
          <ac:chgData name="Loc Huynh" userId="80c0383e323bd6ea" providerId="LiveId" clId="{AC168C92-BC10-354B-9520-87CD58AC4BAC}" dt="2023-09-13T07:13:56.384" v="168" actId="1076"/>
          <ac:spMkLst>
            <pc:docMk/>
            <pc:sldMk cId="358272439" sldId="449"/>
            <ac:spMk id="12" creationId="{ECF93B5F-850E-244A-9103-AD55E4FDA738}"/>
          </ac:spMkLst>
        </pc:spChg>
        <pc:spChg chg="mod">
          <ac:chgData name="Loc Huynh" userId="80c0383e323bd6ea" providerId="LiveId" clId="{AC168C92-BC10-354B-9520-87CD58AC4BAC}" dt="2023-09-13T07:13:56.384" v="168" actId="1076"/>
          <ac:spMkLst>
            <pc:docMk/>
            <pc:sldMk cId="358272439" sldId="449"/>
            <ac:spMk id="13" creationId="{959DAAE0-CCDC-834A-A5B4-682E4253164A}"/>
          </ac:spMkLst>
        </pc:spChg>
        <pc:spChg chg="mod">
          <ac:chgData name="Loc Huynh" userId="80c0383e323bd6ea" providerId="LiveId" clId="{AC168C92-BC10-354B-9520-87CD58AC4BAC}" dt="2023-09-13T07:13:56.384" v="168" actId="1076"/>
          <ac:spMkLst>
            <pc:docMk/>
            <pc:sldMk cId="358272439" sldId="449"/>
            <ac:spMk id="14" creationId="{9BD81CF9-9975-F141-9530-78EE6FF1CD02}"/>
          </ac:spMkLst>
        </pc:spChg>
        <pc:spChg chg="mod">
          <ac:chgData name="Loc Huynh" userId="80c0383e323bd6ea" providerId="LiveId" clId="{AC168C92-BC10-354B-9520-87CD58AC4BAC}" dt="2023-09-13T07:13:56.384" v="168" actId="1076"/>
          <ac:spMkLst>
            <pc:docMk/>
            <pc:sldMk cId="358272439" sldId="449"/>
            <ac:spMk id="15" creationId="{8A5BEC36-D415-B647-A01E-8F4B5B35B5BD}"/>
          </ac:spMkLst>
        </pc:spChg>
        <pc:grpChg chg="mod">
          <ac:chgData name="Loc Huynh" userId="80c0383e323bd6ea" providerId="LiveId" clId="{AC168C92-BC10-354B-9520-87CD58AC4BAC}" dt="2023-09-13T07:13:56.384" v="168" actId="1076"/>
          <ac:grpSpMkLst>
            <pc:docMk/>
            <pc:sldMk cId="358272439" sldId="449"/>
            <ac:grpSpMk id="8" creationId="{1F67DCF7-0429-9549-A7DE-D53649EA508F}"/>
          </ac:grpSpMkLst>
        </pc:grpChg>
        <pc:grpChg chg="mod">
          <ac:chgData name="Loc Huynh" userId="80c0383e323bd6ea" providerId="LiveId" clId="{AC168C92-BC10-354B-9520-87CD58AC4BAC}" dt="2023-09-13T07:13:56.384" v="168" actId="1076"/>
          <ac:grpSpMkLst>
            <pc:docMk/>
            <pc:sldMk cId="358272439" sldId="449"/>
            <ac:grpSpMk id="19" creationId="{60C24176-E0D2-4442-960E-098CECB1AEC6}"/>
          </ac:grpSpMkLst>
        </pc:grpChg>
        <pc:picChg chg="mod">
          <ac:chgData name="Loc Huynh" userId="80c0383e323bd6ea" providerId="LiveId" clId="{AC168C92-BC10-354B-9520-87CD58AC4BAC}" dt="2023-09-13T07:13:56.384" v="168" actId="1076"/>
          <ac:picMkLst>
            <pc:docMk/>
            <pc:sldMk cId="358272439" sldId="449"/>
            <ac:picMk id="10" creationId="{AE0E0C5C-5344-4947-A3EA-FC809DCBF40D}"/>
          </ac:picMkLst>
        </pc:picChg>
      </pc:sldChg>
      <pc:sldChg chg="modSp mod ord">
        <pc:chgData name="Loc Huynh" userId="80c0383e323bd6ea" providerId="LiveId" clId="{AC168C92-BC10-354B-9520-87CD58AC4BAC}" dt="2023-09-13T08:25:28.679" v="973" actId="20577"/>
        <pc:sldMkLst>
          <pc:docMk/>
          <pc:sldMk cId="3450026280" sldId="450"/>
        </pc:sldMkLst>
        <pc:spChg chg="mod">
          <ac:chgData name="Loc Huynh" userId="80c0383e323bd6ea" providerId="LiveId" clId="{AC168C92-BC10-354B-9520-87CD58AC4BAC}" dt="2023-09-13T08:22:08.270" v="803"/>
          <ac:spMkLst>
            <pc:docMk/>
            <pc:sldMk cId="3450026280" sldId="450"/>
            <ac:spMk id="2" creationId="{307E12B0-30AF-E944-9837-C92AEF49A357}"/>
          </ac:spMkLst>
        </pc:spChg>
        <pc:spChg chg="mod">
          <ac:chgData name="Loc Huynh" userId="80c0383e323bd6ea" providerId="LiveId" clId="{AC168C92-BC10-354B-9520-87CD58AC4BAC}" dt="2023-09-13T08:25:17.483" v="969" actId="20577"/>
          <ac:spMkLst>
            <pc:docMk/>
            <pc:sldMk cId="3450026280" sldId="450"/>
            <ac:spMk id="3" creationId="{9184872B-EE9F-C945-82F0-32164343430C}"/>
          </ac:spMkLst>
        </pc:spChg>
        <pc:spChg chg="mod">
          <ac:chgData name="Loc Huynh" userId="80c0383e323bd6ea" providerId="LiveId" clId="{AC168C92-BC10-354B-9520-87CD58AC4BAC}" dt="2023-09-13T07:15:29.078" v="205" actId="1035"/>
          <ac:spMkLst>
            <pc:docMk/>
            <pc:sldMk cId="3450026280" sldId="450"/>
            <ac:spMk id="6" creationId="{64858A9E-7C91-254E-8A60-7E9C2A534D34}"/>
          </ac:spMkLst>
        </pc:spChg>
        <pc:spChg chg="mod">
          <ac:chgData name="Loc Huynh" userId="80c0383e323bd6ea" providerId="LiveId" clId="{AC168C92-BC10-354B-9520-87CD58AC4BAC}" dt="2023-09-13T07:15:29.078" v="205" actId="1035"/>
          <ac:spMkLst>
            <pc:docMk/>
            <pc:sldMk cId="3450026280" sldId="450"/>
            <ac:spMk id="7" creationId="{CA4F2671-E679-5544-8147-E8C696D068FA}"/>
          </ac:spMkLst>
        </pc:spChg>
        <pc:spChg chg="mod">
          <ac:chgData name="Loc Huynh" userId="80c0383e323bd6ea" providerId="LiveId" clId="{AC168C92-BC10-354B-9520-87CD58AC4BAC}" dt="2023-09-13T07:15:29.078" v="205" actId="1035"/>
          <ac:spMkLst>
            <pc:docMk/>
            <pc:sldMk cId="3450026280" sldId="450"/>
            <ac:spMk id="9" creationId="{7840AF84-772F-7341-98D4-A495815AEF37}"/>
          </ac:spMkLst>
        </pc:spChg>
        <pc:spChg chg="mod">
          <ac:chgData name="Loc Huynh" userId="80c0383e323bd6ea" providerId="LiveId" clId="{AC168C92-BC10-354B-9520-87CD58AC4BAC}" dt="2023-09-13T07:15:29.078" v="205" actId="1035"/>
          <ac:spMkLst>
            <pc:docMk/>
            <pc:sldMk cId="3450026280" sldId="450"/>
            <ac:spMk id="11" creationId="{52F97703-9FB9-FE4E-977E-D0EE05B9C226}"/>
          </ac:spMkLst>
        </pc:spChg>
        <pc:spChg chg="mod">
          <ac:chgData name="Loc Huynh" userId="80c0383e323bd6ea" providerId="LiveId" clId="{AC168C92-BC10-354B-9520-87CD58AC4BAC}" dt="2023-09-13T07:15:29.078" v="205" actId="1035"/>
          <ac:spMkLst>
            <pc:docMk/>
            <pc:sldMk cId="3450026280" sldId="450"/>
            <ac:spMk id="12" creationId="{ECF93B5F-850E-244A-9103-AD55E4FDA738}"/>
          </ac:spMkLst>
        </pc:spChg>
        <pc:spChg chg="mod">
          <ac:chgData name="Loc Huynh" userId="80c0383e323bd6ea" providerId="LiveId" clId="{AC168C92-BC10-354B-9520-87CD58AC4BAC}" dt="2023-09-13T07:15:29.078" v="205" actId="1035"/>
          <ac:spMkLst>
            <pc:docMk/>
            <pc:sldMk cId="3450026280" sldId="450"/>
            <ac:spMk id="13" creationId="{959DAAE0-CCDC-834A-A5B4-682E4253164A}"/>
          </ac:spMkLst>
        </pc:spChg>
        <pc:spChg chg="mod">
          <ac:chgData name="Loc Huynh" userId="80c0383e323bd6ea" providerId="LiveId" clId="{AC168C92-BC10-354B-9520-87CD58AC4BAC}" dt="2023-09-13T07:15:29.078" v="205" actId="1035"/>
          <ac:spMkLst>
            <pc:docMk/>
            <pc:sldMk cId="3450026280" sldId="450"/>
            <ac:spMk id="14" creationId="{9BD81CF9-9975-F141-9530-78EE6FF1CD02}"/>
          </ac:spMkLst>
        </pc:spChg>
        <pc:spChg chg="mod">
          <ac:chgData name="Loc Huynh" userId="80c0383e323bd6ea" providerId="LiveId" clId="{AC168C92-BC10-354B-9520-87CD58AC4BAC}" dt="2023-09-13T07:15:29.078" v="205" actId="1035"/>
          <ac:spMkLst>
            <pc:docMk/>
            <pc:sldMk cId="3450026280" sldId="450"/>
            <ac:spMk id="15" creationId="{8A5BEC36-D415-B647-A01E-8F4B5B35B5BD}"/>
          </ac:spMkLst>
        </pc:spChg>
        <pc:spChg chg="mod">
          <ac:chgData name="Loc Huynh" userId="80c0383e323bd6ea" providerId="LiveId" clId="{AC168C92-BC10-354B-9520-87CD58AC4BAC}" dt="2023-09-13T07:15:29.078" v="205" actId="1035"/>
          <ac:spMkLst>
            <pc:docMk/>
            <pc:sldMk cId="3450026280" sldId="450"/>
            <ac:spMk id="16" creationId="{D6C09F53-9DDC-B842-8146-9F607B4B1C74}"/>
          </ac:spMkLst>
        </pc:spChg>
        <pc:spChg chg="mod">
          <ac:chgData name="Loc Huynh" userId="80c0383e323bd6ea" providerId="LiveId" clId="{AC168C92-BC10-354B-9520-87CD58AC4BAC}" dt="2023-09-13T07:15:29.078" v="205" actId="1035"/>
          <ac:spMkLst>
            <pc:docMk/>
            <pc:sldMk cId="3450026280" sldId="450"/>
            <ac:spMk id="18" creationId="{291291A8-12AD-544F-A5DF-D9E621FF3635}"/>
          </ac:spMkLst>
        </pc:spChg>
        <pc:spChg chg="mod">
          <ac:chgData name="Loc Huynh" userId="80c0383e323bd6ea" providerId="LiveId" clId="{AC168C92-BC10-354B-9520-87CD58AC4BAC}" dt="2023-09-13T07:15:29.078" v="205" actId="1035"/>
          <ac:spMkLst>
            <pc:docMk/>
            <pc:sldMk cId="3450026280" sldId="450"/>
            <ac:spMk id="21" creationId="{31DAAB0E-CCEC-9F4E-A1AD-E7F8ED8798AE}"/>
          </ac:spMkLst>
        </pc:spChg>
        <pc:spChg chg="mod">
          <ac:chgData name="Loc Huynh" userId="80c0383e323bd6ea" providerId="LiveId" clId="{AC168C92-BC10-354B-9520-87CD58AC4BAC}" dt="2023-09-13T07:15:29.078" v="205" actId="1035"/>
          <ac:spMkLst>
            <pc:docMk/>
            <pc:sldMk cId="3450026280" sldId="450"/>
            <ac:spMk id="22" creationId="{47368E84-4069-894F-9041-39C103095DA1}"/>
          </ac:spMkLst>
        </pc:spChg>
        <pc:spChg chg="mod">
          <ac:chgData name="Loc Huynh" userId="80c0383e323bd6ea" providerId="LiveId" clId="{AC168C92-BC10-354B-9520-87CD58AC4BAC}" dt="2023-09-13T07:15:29.078" v="205" actId="1035"/>
          <ac:spMkLst>
            <pc:docMk/>
            <pc:sldMk cId="3450026280" sldId="450"/>
            <ac:spMk id="24" creationId="{E25ABFBF-9B73-3B49-9ED1-38FE4006020C}"/>
          </ac:spMkLst>
        </pc:spChg>
        <pc:spChg chg="mod">
          <ac:chgData name="Loc Huynh" userId="80c0383e323bd6ea" providerId="LiveId" clId="{AC168C92-BC10-354B-9520-87CD58AC4BAC}" dt="2023-09-13T07:15:29.078" v="205" actId="1035"/>
          <ac:spMkLst>
            <pc:docMk/>
            <pc:sldMk cId="3450026280" sldId="450"/>
            <ac:spMk id="26" creationId="{CF381B6D-9CE3-E642-BBFA-775F39E044C7}"/>
          </ac:spMkLst>
        </pc:spChg>
        <pc:spChg chg="mod">
          <ac:chgData name="Loc Huynh" userId="80c0383e323bd6ea" providerId="LiveId" clId="{AC168C92-BC10-354B-9520-87CD58AC4BAC}" dt="2023-09-13T07:15:29.078" v="205" actId="1035"/>
          <ac:spMkLst>
            <pc:docMk/>
            <pc:sldMk cId="3450026280" sldId="450"/>
            <ac:spMk id="27" creationId="{4E7ABAD5-D6C1-B44A-A6E3-187C792623B5}"/>
          </ac:spMkLst>
        </pc:spChg>
        <pc:spChg chg="mod">
          <ac:chgData name="Loc Huynh" userId="80c0383e323bd6ea" providerId="LiveId" clId="{AC168C92-BC10-354B-9520-87CD58AC4BAC}" dt="2023-09-13T07:15:29.078" v="205" actId="1035"/>
          <ac:spMkLst>
            <pc:docMk/>
            <pc:sldMk cId="3450026280" sldId="450"/>
            <ac:spMk id="28" creationId="{0186A599-5444-0947-A622-BCD1324525FD}"/>
          </ac:spMkLst>
        </pc:spChg>
        <pc:spChg chg="mod">
          <ac:chgData name="Loc Huynh" userId="80c0383e323bd6ea" providerId="LiveId" clId="{AC168C92-BC10-354B-9520-87CD58AC4BAC}" dt="2023-09-13T07:15:29.078" v="205" actId="1035"/>
          <ac:spMkLst>
            <pc:docMk/>
            <pc:sldMk cId="3450026280" sldId="450"/>
            <ac:spMk id="36" creationId="{92F61094-724C-6A4D-A14F-5A91AA7354D7}"/>
          </ac:spMkLst>
        </pc:spChg>
        <pc:spChg chg="mod">
          <ac:chgData name="Loc Huynh" userId="80c0383e323bd6ea" providerId="LiveId" clId="{AC168C92-BC10-354B-9520-87CD58AC4BAC}" dt="2023-09-13T07:15:29.078" v="205" actId="1035"/>
          <ac:spMkLst>
            <pc:docMk/>
            <pc:sldMk cId="3450026280" sldId="450"/>
            <ac:spMk id="37" creationId="{150E60D1-D23C-7B4A-9F14-36F71ADB684C}"/>
          </ac:spMkLst>
        </pc:spChg>
        <pc:spChg chg="mod">
          <ac:chgData name="Loc Huynh" userId="80c0383e323bd6ea" providerId="LiveId" clId="{AC168C92-BC10-354B-9520-87CD58AC4BAC}" dt="2023-09-13T08:25:28.679" v="973" actId="20577"/>
          <ac:spMkLst>
            <pc:docMk/>
            <pc:sldMk cId="3450026280" sldId="450"/>
            <ac:spMk id="39" creationId="{88BC0FED-4514-D44E-9578-B2A935CDC3D7}"/>
          </ac:spMkLst>
        </pc:spChg>
        <pc:grpChg chg="mod">
          <ac:chgData name="Loc Huynh" userId="80c0383e323bd6ea" providerId="LiveId" clId="{AC168C92-BC10-354B-9520-87CD58AC4BAC}" dt="2023-09-13T07:15:29.078" v="205" actId="1035"/>
          <ac:grpSpMkLst>
            <pc:docMk/>
            <pc:sldMk cId="3450026280" sldId="450"/>
            <ac:grpSpMk id="8" creationId="{1F67DCF7-0429-9549-A7DE-D53649EA508F}"/>
          </ac:grpSpMkLst>
        </pc:grpChg>
        <pc:grpChg chg="mod">
          <ac:chgData name="Loc Huynh" userId="80c0383e323bd6ea" providerId="LiveId" clId="{AC168C92-BC10-354B-9520-87CD58AC4BAC}" dt="2023-09-13T07:15:29.078" v="205" actId="1035"/>
          <ac:grpSpMkLst>
            <pc:docMk/>
            <pc:sldMk cId="3450026280" sldId="450"/>
            <ac:grpSpMk id="17" creationId="{699D85AB-8783-FD45-BAC9-7E0ADB3B1F80}"/>
          </ac:grpSpMkLst>
        </pc:grpChg>
        <pc:grpChg chg="mod">
          <ac:chgData name="Loc Huynh" userId="80c0383e323bd6ea" providerId="LiveId" clId="{AC168C92-BC10-354B-9520-87CD58AC4BAC}" dt="2023-09-13T07:15:29.078" v="205" actId="1035"/>
          <ac:grpSpMkLst>
            <pc:docMk/>
            <pc:sldMk cId="3450026280" sldId="450"/>
            <ac:grpSpMk id="19" creationId="{60C24176-E0D2-4442-960E-098CECB1AEC6}"/>
          </ac:grpSpMkLst>
        </pc:grpChg>
        <pc:grpChg chg="mod">
          <ac:chgData name="Loc Huynh" userId="80c0383e323bd6ea" providerId="LiveId" clId="{AC168C92-BC10-354B-9520-87CD58AC4BAC}" dt="2023-09-13T07:15:29.078" v="205" actId="1035"/>
          <ac:grpSpMkLst>
            <pc:docMk/>
            <pc:sldMk cId="3450026280" sldId="450"/>
            <ac:grpSpMk id="38" creationId="{CD53F69D-6B1B-3F4B-B55E-212038E76539}"/>
          </ac:grpSpMkLst>
        </pc:grpChg>
        <pc:picChg chg="mod">
          <ac:chgData name="Loc Huynh" userId="80c0383e323bd6ea" providerId="LiveId" clId="{AC168C92-BC10-354B-9520-87CD58AC4BAC}" dt="2023-09-13T07:15:29.078" v="205" actId="1035"/>
          <ac:picMkLst>
            <pc:docMk/>
            <pc:sldMk cId="3450026280" sldId="450"/>
            <ac:picMk id="10" creationId="{AE0E0C5C-5344-4947-A3EA-FC809DCBF40D}"/>
          </ac:picMkLst>
        </pc:picChg>
        <pc:picChg chg="mod">
          <ac:chgData name="Loc Huynh" userId="80c0383e323bd6ea" providerId="LiveId" clId="{AC168C92-BC10-354B-9520-87CD58AC4BAC}" dt="2023-09-13T07:15:29.078" v="205" actId="1035"/>
          <ac:picMkLst>
            <pc:docMk/>
            <pc:sldMk cId="3450026280" sldId="450"/>
            <ac:picMk id="23" creationId="{A453E6AE-6119-B140-BD92-4AAB642F5DF2}"/>
          </ac:picMkLst>
        </pc:picChg>
        <pc:cxnChg chg="mod">
          <ac:chgData name="Loc Huynh" userId="80c0383e323bd6ea" providerId="LiveId" clId="{AC168C92-BC10-354B-9520-87CD58AC4BAC}" dt="2023-09-13T07:15:29.078" v="205" actId="1035"/>
          <ac:cxnSpMkLst>
            <pc:docMk/>
            <pc:sldMk cId="3450026280" sldId="450"/>
            <ac:cxnSpMk id="30" creationId="{1F70C7ED-1A87-2143-850F-F8AA9497CC4A}"/>
          </ac:cxnSpMkLst>
        </pc:cxnChg>
        <pc:cxnChg chg="mod">
          <ac:chgData name="Loc Huynh" userId="80c0383e323bd6ea" providerId="LiveId" clId="{AC168C92-BC10-354B-9520-87CD58AC4BAC}" dt="2023-09-13T07:15:29.078" v="205" actId="1035"/>
          <ac:cxnSpMkLst>
            <pc:docMk/>
            <pc:sldMk cId="3450026280" sldId="450"/>
            <ac:cxnSpMk id="32" creationId="{7E5065E0-CBB7-004D-B452-760D6DD40A37}"/>
          </ac:cxnSpMkLst>
        </pc:cxnChg>
        <pc:cxnChg chg="mod">
          <ac:chgData name="Loc Huynh" userId="80c0383e323bd6ea" providerId="LiveId" clId="{AC168C92-BC10-354B-9520-87CD58AC4BAC}" dt="2023-09-13T07:15:29.078" v="205" actId="1035"/>
          <ac:cxnSpMkLst>
            <pc:docMk/>
            <pc:sldMk cId="3450026280" sldId="450"/>
            <ac:cxnSpMk id="33" creationId="{9BC9F708-76CA-A549-AF69-5F80D1D0C20F}"/>
          </ac:cxnSpMkLst>
        </pc:cxnChg>
        <pc:cxnChg chg="mod">
          <ac:chgData name="Loc Huynh" userId="80c0383e323bd6ea" providerId="LiveId" clId="{AC168C92-BC10-354B-9520-87CD58AC4BAC}" dt="2023-09-13T07:15:29.078" v="205" actId="1035"/>
          <ac:cxnSpMkLst>
            <pc:docMk/>
            <pc:sldMk cId="3450026280" sldId="450"/>
            <ac:cxnSpMk id="35" creationId="{2D6DAEDE-D8B0-D44D-9679-EC5C8929AFA7}"/>
          </ac:cxnSpMkLst>
        </pc:cxnChg>
      </pc:sldChg>
      <pc:sldChg chg="addSp delSp modSp mod ord chgLayout">
        <pc:chgData name="Loc Huynh" userId="80c0383e323bd6ea" providerId="LiveId" clId="{AC168C92-BC10-354B-9520-87CD58AC4BAC}" dt="2023-09-13T07:23:09.790" v="241" actId="114"/>
        <pc:sldMkLst>
          <pc:docMk/>
          <pc:sldMk cId="2343509165" sldId="451"/>
        </pc:sldMkLst>
        <pc:spChg chg="mod ord">
          <ac:chgData name="Loc Huynh" userId="80c0383e323bd6ea" providerId="LiveId" clId="{AC168C92-BC10-354B-9520-87CD58AC4BAC}" dt="2023-09-13T07:18:39.156" v="223" actId="20577"/>
          <ac:spMkLst>
            <pc:docMk/>
            <pc:sldMk cId="2343509165" sldId="451"/>
            <ac:spMk id="2" creationId="{77B9269B-79C8-1341-B6DB-813F3CC2A24B}"/>
          </ac:spMkLst>
        </pc:spChg>
        <pc:spChg chg="del mod ord">
          <ac:chgData name="Loc Huynh" userId="80c0383e323bd6ea" providerId="LiveId" clId="{AC168C92-BC10-354B-9520-87CD58AC4BAC}" dt="2023-09-13T07:19:47.114" v="229" actId="478"/>
          <ac:spMkLst>
            <pc:docMk/>
            <pc:sldMk cId="2343509165" sldId="451"/>
            <ac:spMk id="3" creationId="{2367EAE8-B0EA-5F48-8E8B-1FAEEDF05579}"/>
          </ac:spMkLst>
        </pc:spChg>
        <pc:spChg chg="mod ord">
          <ac:chgData name="Loc Huynh" userId="80c0383e323bd6ea" providerId="LiveId" clId="{AC168C92-BC10-354B-9520-87CD58AC4BAC}" dt="2023-09-13T07:15:48.860" v="208" actId="700"/>
          <ac:spMkLst>
            <pc:docMk/>
            <pc:sldMk cId="2343509165" sldId="451"/>
            <ac:spMk id="4" creationId="{7DEC8261-703F-AC42-8F39-91BBEA1E582C}"/>
          </ac:spMkLst>
        </pc:spChg>
        <pc:spChg chg="mod ord">
          <ac:chgData name="Loc Huynh" userId="80c0383e323bd6ea" providerId="LiveId" clId="{AC168C92-BC10-354B-9520-87CD58AC4BAC}" dt="2023-09-13T07:15:48.860" v="208" actId="700"/>
          <ac:spMkLst>
            <pc:docMk/>
            <pc:sldMk cId="2343509165" sldId="451"/>
            <ac:spMk id="5" creationId="{2F417248-1216-FA4A-9457-008CBF269BA2}"/>
          </ac:spMkLst>
        </pc:spChg>
        <pc:spChg chg="add del mod">
          <ac:chgData name="Loc Huynh" userId="80c0383e323bd6ea" providerId="LiveId" clId="{AC168C92-BC10-354B-9520-87CD58AC4BAC}" dt="2023-09-13T07:19:58.316" v="230"/>
          <ac:spMkLst>
            <pc:docMk/>
            <pc:sldMk cId="2343509165" sldId="451"/>
            <ac:spMk id="7" creationId="{C9A22BCC-DB07-2633-553E-41908CEDBFCD}"/>
          </ac:spMkLst>
        </pc:spChg>
        <pc:spChg chg="del mod">
          <ac:chgData name="Loc Huynh" userId="80c0383e323bd6ea" providerId="LiveId" clId="{AC168C92-BC10-354B-9520-87CD58AC4BAC}" dt="2023-09-13T07:19:44.772" v="228" actId="478"/>
          <ac:spMkLst>
            <pc:docMk/>
            <pc:sldMk cId="2343509165" sldId="451"/>
            <ac:spMk id="9" creationId="{840A3FFA-F31F-8E4E-8C11-7FD8F154C13E}"/>
          </ac:spMkLst>
        </pc:spChg>
        <pc:spChg chg="add mod">
          <ac:chgData name="Loc Huynh" userId="80c0383e323bd6ea" providerId="LiveId" clId="{AC168C92-BC10-354B-9520-87CD58AC4BAC}" dt="2023-09-13T07:23:09.790" v="241" actId="114"/>
          <ac:spMkLst>
            <pc:docMk/>
            <pc:sldMk cId="2343509165" sldId="451"/>
            <ac:spMk id="13" creationId="{87097C54-B524-8787-FDB6-7E3F9915F6A0}"/>
          </ac:spMkLst>
        </pc:spChg>
        <pc:picChg chg="add mod modCrop">
          <ac:chgData name="Loc Huynh" userId="80c0383e323bd6ea" providerId="LiveId" clId="{AC168C92-BC10-354B-9520-87CD58AC4BAC}" dt="2023-09-13T07:21:59.397" v="236" actId="1076"/>
          <ac:picMkLst>
            <pc:docMk/>
            <pc:sldMk cId="2343509165" sldId="451"/>
            <ac:picMk id="10" creationId="{609188E1-629E-12C7-89E8-A6BDBA659F3C}"/>
          </ac:picMkLst>
        </pc:picChg>
        <pc:picChg chg="add mod">
          <ac:chgData name="Loc Huynh" userId="80c0383e323bd6ea" providerId="LiveId" clId="{AC168C92-BC10-354B-9520-87CD58AC4BAC}" dt="2023-09-13T07:21:38.755" v="233" actId="1076"/>
          <ac:picMkLst>
            <pc:docMk/>
            <pc:sldMk cId="2343509165" sldId="451"/>
            <ac:picMk id="12" creationId="{19FD5092-F839-2AF7-ACED-1EC90FEE6765}"/>
          </ac:picMkLst>
        </pc:picChg>
        <pc:picChg chg="del mod">
          <ac:chgData name="Loc Huynh" userId="80c0383e323bd6ea" providerId="LiveId" clId="{AC168C92-BC10-354B-9520-87CD58AC4BAC}" dt="2023-09-13T07:19:43.803" v="227" actId="478"/>
          <ac:picMkLst>
            <pc:docMk/>
            <pc:sldMk cId="2343509165" sldId="451"/>
            <ac:picMk id="2052" creationId="{44657C20-871D-8447-BED3-972142C9EC42}"/>
          </ac:picMkLst>
        </pc:picChg>
        <pc:picChg chg="del mod">
          <ac:chgData name="Loc Huynh" userId="80c0383e323bd6ea" providerId="LiveId" clId="{AC168C92-BC10-354B-9520-87CD58AC4BAC}" dt="2023-09-13T07:19:42.372" v="226" actId="478"/>
          <ac:picMkLst>
            <pc:docMk/>
            <pc:sldMk cId="2343509165" sldId="451"/>
            <ac:picMk id="2054" creationId="{FA47C0FF-84DC-4A4E-A954-74EBB20B6326}"/>
          </ac:picMkLst>
        </pc:picChg>
      </pc:sldChg>
      <pc:sldChg chg="modSp mod ord chgLayout">
        <pc:chgData name="Loc Huynh" userId="80c0383e323bd6ea" providerId="LiveId" clId="{AC168C92-BC10-354B-9520-87CD58AC4BAC}" dt="2023-09-13T08:31:55.554" v="1069" actId="207"/>
        <pc:sldMkLst>
          <pc:docMk/>
          <pc:sldMk cId="547251480" sldId="452"/>
        </pc:sldMkLst>
        <pc:spChg chg="mod ord">
          <ac:chgData name="Loc Huynh" userId="80c0383e323bd6ea" providerId="LiveId" clId="{AC168C92-BC10-354B-9520-87CD58AC4BAC}" dt="2023-09-13T08:17:27.717" v="682" actId="20577"/>
          <ac:spMkLst>
            <pc:docMk/>
            <pc:sldMk cId="547251480" sldId="452"/>
            <ac:spMk id="2" creationId="{B3C24E39-D109-1542-820A-B8D614A212A9}"/>
          </ac:spMkLst>
        </pc:spChg>
        <pc:spChg chg="mod ord">
          <ac:chgData name="Loc Huynh" userId="80c0383e323bd6ea" providerId="LiveId" clId="{AC168C92-BC10-354B-9520-87CD58AC4BAC}" dt="2023-09-13T08:31:55.554" v="1069" actId="207"/>
          <ac:spMkLst>
            <pc:docMk/>
            <pc:sldMk cId="547251480" sldId="452"/>
            <ac:spMk id="3" creationId="{176A9FE1-2294-4F44-B43C-EB2898277BF1}"/>
          </ac:spMkLst>
        </pc:spChg>
        <pc:spChg chg="mod ord">
          <ac:chgData name="Loc Huynh" userId="80c0383e323bd6ea" providerId="LiveId" clId="{AC168C92-BC10-354B-9520-87CD58AC4BAC}" dt="2023-09-13T07:44:04.879" v="391" actId="700"/>
          <ac:spMkLst>
            <pc:docMk/>
            <pc:sldMk cId="547251480" sldId="452"/>
            <ac:spMk id="4" creationId="{A8BC11EB-D90C-0448-AC18-DDD933B0C743}"/>
          </ac:spMkLst>
        </pc:spChg>
        <pc:spChg chg="mod ord">
          <ac:chgData name="Loc Huynh" userId="80c0383e323bd6ea" providerId="LiveId" clId="{AC168C92-BC10-354B-9520-87CD58AC4BAC}" dt="2023-09-13T07:44:04.879" v="391" actId="700"/>
          <ac:spMkLst>
            <pc:docMk/>
            <pc:sldMk cId="547251480" sldId="452"/>
            <ac:spMk id="5" creationId="{DFEC81DC-99F8-404C-86AC-AEBEEDBF0D12}"/>
          </ac:spMkLst>
        </pc:spChg>
        <pc:spChg chg="mod">
          <ac:chgData name="Loc Huynh" userId="80c0383e323bd6ea" providerId="LiveId" clId="{AC168C92-BC10-354B-9520-87CD58AC4BAC}" dt="2023-09-13T08:30:41.237" v="1057" actId="1076"/>
          <ac:spMkLst>
            <pc:docMk/>
            <pc:sldMk cId="547251480" sldId="452"/>
            <ac:spMk id="6" creationId="{EBC161D7-1BE9-AC42-BDB8-843AFEA7F5AC}"/>
          </ac:spMkLst>
        </pc:spChg>
        <pc:spChg chg="mod">
          <ac:chgData name="Loc Huynh" userId="80c0383e323bd6ea" providerId="LiveId" clId="{AC168C92-BC10-354B-9520-87CD58AC4BAC}" dt="2023-09-13T08:30:41.237" v="1057" actId="1076"/>
          <ac:spMkLst>
            <pc:docMk/>
            <pc:sldMk cId="547251480" sldId="452"/>
            <ac:spMk id="7" creationId="{9D65668A-A5C9-454A-9FF1-1F3C583F0163}"/>
          </ac:spMkLst>
        </pc:spChg>
        <pc:spChg chg="mod">
          <ac:chgData name="Loc Huynh" userId="80c0383e323bd6ea" providerId="LiveId" clId="{AC168C92-BC10-354B-9520-87CD58AC4BAC}" dt="2023-09-13T08:30:50.642" v="1059" actId="14100"/>
          <ac:spMkLst>
            <pc:docMk/>
            <pc:sldMk cId="547251480" sldId="452"/>
            <ac:spMk id="8" creationId="{A9A8853D-9BCA-4D43-9466-1AA4FE42B3F3}"/>
          </ac:spMkLst>
        </pc:spChg>
        <pc:grpChg chg="mod">
          <ac:chgData name="Loc Huynh" userId="80c0383e323bd6ea" providerId="LiveId" clId="{AC168C92-BC10-354B-9520-87CD58AC4BAC}" dt="2023-09-13T08:30:41.237" v="1057" actId="1076"/>
          <ac:grpSpMkLst>
            <pc:docMk/>
            <pc:sldMk cId="547251480" sldId="452"/>
            <ac:grpSpMk id="9" creationId="{56E127BF-C41B-0D42-AFC9-0B85C2EBFD28}"/>
          </ac:grpSpMkLst>
        </pc:grpChg>
        <pc:grpChg chg="mod">
          <ac:chgData name="Loc Huynh" userId="80c0383e323bd6ea" providerId="LiveId" clId="{AC168C92-BC10-354B-9520-87CD58AC4BAC}" dt="2023-09-13T08:30:41.237" v="1057" actId="1076"/>
          <ac:grpSpMkLst>
            <pc:docMk/>
            <pc:sldMk cId="547251480" sldId="452"/>
            <ac:grpSpMk id="10" creationId="{A4EEE53E-6680-0D49-8F3B-8637E8F36575}"/>
          </ac:grpSpMkLst>
        </pc:grpChg>
        <pc:picChg chg="mod">
          <ac:chgData name="Loc Huynh" userId="80c0383e323bd6ea" providerId="LiveId" clId="{AC168C92-BC10-354B-9520-87CD58AC4BAC}" dt="2023-09-13T08:30:41.237" v="1057" actId="1076"/>
          <ac:picMkLst>
            <pc:docMk/>
            <pc:sldMk cId="547251480" sldId="452"/>
            <ac:picMk id="4098" creationId="{92CA8018-9A0F-4D4D-A86F-D7414F832F96}"/>
          </ac:picMkLst>
        </pc:picChg>
      </pc:sldChg>
      <pc:sldChg chg="modSp del mod">
        <pc:chgData name="Loc Huynh" userId="80c0383e323bd6ea" providerId="LiveId" clId="{AC168C92-BC10-354B-9520-87CD58AC4BAC}" dt="2023-09-13T08:39:01.251" v="1231" actId="2696"/>
        <pc:sldMkLst>
          <pc:docMk/>
          <pc:sldMk cId="973002323" sldId="453"/>
        </pc:sldMkLst>
        <pc:spChg chg="mod">
          <ac:chgData name="Loc Huynh" userId="80c0383e323bd6ea" providerId="LiveId" clId="{AC168C92-BC10-354B-9520-87CD58AC4BAC}" dt="2023-09-13T07:39:06.672" v="303" actId="1076"/>
          <ac:spMkLst>
            <pc:docMk/>
            <pc:sldMk cId="973002323" sldId="453"/>
            <ac:spMk id="9" creationId="{2AD51F05-5172-EE4A-8B87-927A180ACD25}"/>
          </ac:spMkLst>
        </pc:spChg>
        <pc:spChg chg="mod">
          <ac:chgData name="Loc Huynh" userId="80c0383e323bd6ea" providerId="LiveId" clId="{AC168C92-BC10-354B-9520-87CD58AC4BAC}" dt="2023-09-13T07:39:37.128" v="309" actId="208"/>
          <ac:spMkLst>
            <pc:docMk/>
            <pc:sldMk cId="973002323" sldId="453"/>
            <ac:spMk id="11" creationId="{694E5B7D-B218-AE44-9CC7-550FB67CDA70}"/>
          </ac:spMkLst>
        </pc:spChg>
        <pc:grpChg chg="mod">
          <ac:chgData name="Loc Huynh" userId="80c0383e323bd6ea" providerId="LiveId" clId="{AC168C92-BC10-354B-9520-87CD58AC4BAC}" dt="2023-09-13T07:39:06.672" v="303" actId="1076"/>
          <ac:grpSpMkLst>
            <pc:docMk/>
            <pc:sldMk cId="973002323" sldId="453"/>
            <ac:grpSpMk id="7" creationId="{8B9A3B71-7033-3B4C-B170-9F8110C75FDC}"/>
          </ac:grpSpMkLst>
        </pc:grpChg>
        <pc:grpChg chg="mod">
          <ac:chgData name="Loc Huynh" userId="80c0383e323bd6ea" providerId="LiveId" clId="{AC168C92-BC10-354B-9520-87CD58AC4BAC}" dt="2023-09-13T07:39:06.672" v="303" actId="1076"/>
          <ac:grpSpMkLst>
            <pc:docMk/>
            <pc:sldMk cId="973002323" sldId="453"/>
            <ac:grpSpMk id="8" creationId="{B3265A98-219F-9D43-8447-33DC2F4EBA5A}"/>
          </ac:grpSpMkLst>
        </pc:grpChg>
        <pc:picChg chg="mod">
          <ac:chgData name="Loc Huynh" userId="80c0383e323bd6ea" providerId="LiveId" clId="{AC168C92-BC10-354B-9520-87CD58AC4BAC}" dt="2023-09-13T07:39:06.672" v="303" actId="1076"/>
          <ac:picMkLst>
            <pc:docMk/>
            <pc:sldMk cId="973002323" sldId="453"/>
            <ac:picMk id="10" creationId="{EF6EC074-CC80-4B4E-B591-5C8A3DFE134B}"/>
          </ac:picMkLst>
        </pc:picChg>
      </pc:sldChg>
      <pc:sldChg chg="del">
        <pc:chgData name="Loc Huynh" userId="80c0383e323bd6ea" providerId="LiveId" clId="{AC168C92-BC10-354B-9520-87CD58AC4BAC}" dt="2023-09-13T07:48:44.947" v="425" actId="2696"/>
        <pc:sldMkLst>
          <pc:docMk/>
          <pc:sldMk cId="2104086031" sldId="454"/>
        </pc:sldMkLst>
      </pc:sldChg>
      <pc:sldChg chg="addSp delSp modSp mod ord">
        <pc:chgData name="Loc Huynh" userId="80c0383e323bd6ea" providerId="LiveId" clId="{AC168C92-BC10-354B-9520-87CD58AC4BAC}" dt="2023-09-13T08:16:51.300" v="679" actId="478"/>
        <pc:sldMkLst>
          <pc:docMk/>
          <pc:sldMk cId="2538116365" sldId="455"/>
        </pc:sldMkLst>
        <pc:spChg chg="mod">
          <ac:chgData name="Loc Huynh" userId="80c0383e323bd6ea" providerId="LiveId" clId="{AC168C92-BC10-354B-9520-87CD58AC4BAC}" dt="2023-09-13T07:49:20.008" v="429" actId="20577"/>
          <ac:spMkLst>
            <pc:docMk/>
            <pc:sldMk cId="2538116365" sldId="455"/>
            <ac:spMk id="2" creationId="{3DD2764E-2400-8D4C-98E1-8E8465AF8CBD}"/>
          </ac:spMkLst>
        </pc:spChg>
        <pc:spChg chg="mod">
          <ac:chgData name="Loc Huynh" userId="80c0383e323bd6ea" providerId="LiveId" clId="{AC168C92-BC10-354B-9520-87CD58AC4BAC}" dt="2023-09-13T08:00:19.621" v="636" actId="20577"/>
          <ac:spMkLst>
            <pc:docMk/>
            <pc:sldMk cId="2538116365" sldId="455"/>
            <ac:spMk id="3" creationId="{7D8C00FF-D755-A542-8F65-6C0E60E41754}"/>
          </ac:spMkLst>
        </pc:spChg>
        <pc:spChg chg="del">
          <ac:chgData name="Loc Huynh" userId="80c0383e323bd6ea" providerId="LiveId" clId="{AC168C92-BC10-354B-9520-87CD58AC4BAC}" dt="2023-09-13T08:08:45.439" v="642" actId="478"/>
          <ac:spMkLst>
            <pc:docMk/>
            <pc:sldMk cId="2538116365" sldId="455"/>
            <ac:spMk id="6" creationId="{69228C02-5B40-7A44-B64E-54C2D648B2AA}"/>
          </ac:spMkLst>
        </pc:spChg>
        <pc:spChg chg="del">
          <ac:chgData name="Loc Huynh" userId="80c0383e323bd6ea" providerId="LiveId" clId="{AC168C92-BC10-354B-9520-87CD58AC4BAC}" dt="2023-09-13T08:08:46.113" v="643" actId="478"/>
          <ac:spMkLst>
            <pc:docMk/>
            <pc:sldMk cId="2538116365" sldId="455"/>
            <ac:spMk id="8" creationId="{25831BE3-5CED-434A-924E-5BC57A6016FC}"/>
          </ac:spMkLst>
        </pc:spChg>
        <pc:picChg chg="add del mod">
          <ac:chgData name="Loc Huynh" userId="80c0383e323bd6ea" providerId="LiveId" clId="{AC168C92-BC10-354B-9520-87CD58AC4BAC}" dt="2023-09-13T08:12:37.769" v="653" actId="478"/>
          <ac:picMkLst>
            <pc:docMk/>
            <pc:sldMk cId="2538116365" sldId="455"/>
            <ac:picMk id="9" creationId="{EA410651-188D-7BD0-FE42-37CFB42B0045}"/>
          </ac:picMkLst>
        </pc:picChg>
        <pc:picChg chg="add del mod modCrop">
          <ac:chgData name="Loc Huynh" userId="80c0383e323bd6ea" providerId="LiveId" clId="{AC168C92-BC10-354B-9520-87CD58AC4BAC}" dt="2023-09-13T08:16:51.149" v="678" actId="478"/>
          <ac:picMkLst>
            <pc:docMk/>
            <pc:sldMk cId="2538116365" sldId="455"/>
            <ac:picMk id="11" creationId="{F1A9D9CC-05FE-02C2-996B-6646E9423C8F}"/>
          </ac:picMkLst>
        </pc:picChg>
        <pc:picChg chg="add del mod">
          <ac:chgData name="Loc Huynh" userId="80c0383e323bd6ea" providerId="LiveId" clId="{AC168C92-BC10-354B-9520-87CD58AC4BAC}" dt="2023-09-13T08:16:51.300" v="679" actId="478"/>
          <ac:picMkLst>
            <pc:docMk/>
            <pc:sldMk cId="2538116365" sldId="455"/>
            <ac:picMk id="13" creationId="{DD1AE350-5CFA-E03A-5DF8-05C068859376}"/>
          </ac:picMkLst>
        </pc:picChg>
        <pc:picChg chg="add del mod">
          <ac:chgData name="Loc Huynh" userId="80c0383e323bd6ea" providerId="LiveId" clId="{AC168C92-BC10-354B-9520-87CD58AC4BAC}" dt="2023-09-13T08:16:50.929" v="677" actId="931"/>
          <ac:picMkLst>
            <pc:docMk/>
            <pc:sldMk cId="2538116365" sldId="455"/>
            <ac:picMk id="15" creationId="{503742D1-225E-28EC-E577-37BF3DF698CA}"/>
          </ac:picMkLst>
        </pc:picChg>
        <pc:picChg chg="del">
          <ac:chgData name="Loc Huynh" userId="80c0383e323bd6ea" providerId="LiveId" clId="{AC168C92-BC10-354B-9520-87CD58AC4BAC}" dt="2023-09-13T08:08:43.073" v="641" actId="478"/>
          <ac:picMkLst>
            <pc:docMk/>
            <pc:sldMk cId="2538116365" sldId="455"/>
            <ac:picMk id="3074" creationId="{9C3E620B-23C4-AF40-B8F4-9AE8E87B7513}"/>
          </ac:picMkLst>
        </pc:picChg>
      </pc:sldChg>
      <pc:sldChg chg="delSp modSp mod chgLayout">
        <pc:chgData name="Loc Huynh" userId="80c0383e323bd6ea" providerId="LiveId" clId="{AC168C92-BC10-354B-9520-87CD58AC4BAC}" dt="2023-09-13T08:44:58.395" v="1388" actId="20577"/>
        <pc:sldMkLst>
          <pc:docMk/>
          <pc:sldMk cId="336719145" sldId="456"/>
        </pc:sldMkLst>
        <pc:spChg chg="mod ord">
          <ac:chgData name="Loc Huynh" userId="80c0383e323bd6ea" providerId="LiveId" clId="{AC168C92-BC10-354B-9520-87CD58AC4BAC}" dt="2023-09-13T08:44:58.395" v="1388" actId="20577"/>
          <ac:spMkLst>
            <pc:docMk/>
            <pc:sldMk cId="336719145" sldId="456"/>
            <ac:spMk id="2" creationId="{703D850F-9603-3946-BD26-6A6AA1D03F2B}"/>
          </ac:spMkLst>
        </pc:spChg>
        <pc:spChg chg="mod ord">
          <ac:chgData name="Loc Huynh" userId="80c0383e323bd6ea" providerId="LiveId" clId="{AC168C92-BC10-354B-9520-87CD58AC4BAC}" dt="2023-09-13T08:39:51.382" v="1259" actId="207"/>
          <ac:spMkLst>
            <pc:docMk/>
            <pc:sldMk cId="336719145" sldId="456"/>
            <ac:spMk id="3" creationId="{7B0A1E63-139D-6A40-9ED6-A4927BB7C207}"/>
          </ac:spMkLst>
        </pc:spChg>
        <pc:spChg chg="mod ord">
          <ac:chgData name="Loc Huynh" userId="80c0383e323bd6ea" providerId="LiveId" clId="{AC168C92-BC10-354B-9520-87CD58AC4BAC}" dt="2023-09-13T08:39:36.142" v="1252" actId="700"/>
          <ac:spMkLst>
            <pc:docMk/>
            <pc:sldMk cId="336719145" sldId="456"/>
            <ac:spMk id="4" creationId="{FD0519C7-6106-2D49-883D-664CB650716F}"/>
          </ac:spMkLst>
        </pc:spChg>
        <pc:spChg chg="mod ord">
          <ac:chgData name="Loc Huynh" userId="80c0383e323bd6ea" providerId="LiveId" clId="{AC168C92-BC10-354B-9520-87CD58AC4BAC}" dt="2023-09-13T08:39:36.142" v="1252" actId="700"/>
          <ac:spMkLst>
            <pc:docMk/>
            <pc:sldMk cId="336719145" sldId="456"/>
            <ac:spMk id="5" creationId="{E314E9F9-C21A-E548-B9C0-3DA0F38862F7}"/>
          </ac:spMkLst>
        </pc:spChg>
        <pc:spChg chg="mod">
          <ac:chgData name="Loc Huynh" userId="80c0383e323bd6ea" providerId="LiveId" clId="{AC168C92-BC10-354B-9520-87CD58AC4BAC}" dt="2023-09-13T08:39:28.016" v="1250" actId="1076"/>
          <ac:spMkLst>
            <pc:docMk/>
            <pc:sldMk cId="336719145" sldId="456"/>
            <ac:spMk id="6" creationId="{2D06AC19-8240-FB46-A609-025FC29219ED}"/>
          </ac:spMkLst>
        </pc:spChg>
        <pc:spChg chg="mod">
          <ac:chgData name="Loc Huynh" userId="80c0383e323bd6ea" providerId="LiveId" clId="{AC168C92-BC10-354B-9520-87CD58AC4BAC}" dt="2023-09-13T08:40:20.258" v="1267" actId="207"/>
          <ac:spMkLst>
            <pc:docMk/>
            <pc:sldMk cId="336719145" sldId="456"/>
            <ac:spMk id="9" creationId="{27A89EA1-246B-A94C-B523-D1A65442BDC8}"/>
          </ac:spMkLst>
        </pc:spChg>
        <pc:spChg chg="del">
          <ac:chgData name="Loc Huynh" userId="80c0383e323bd6ea" providerId="LiveId" clId="{AC168C92-BC10-354B-9520-87CD58AC4BAC}" dt="2023-09-13T08:39:33.998" v="1251" actId="478"/>
          <ac:spMkLst>
            <pc:docMk/>
            <pc:sldMk cId="336719145" sldId="456"/>
            <ac:spMk id="10" creationId="{2708D18F-3B52-9D4C-9B7C-048B3663E397}"/>
          </ac:spMkLst>
        </pc:spChg>
        <pc:picChg chg="mod">
          <ac:chgData name="Loc Huynh" userId="80c0383e323bd6ea" providerId="LiveId" clId="{AC168C92-BC10-354B-9520-87CD58AC4BAC}" dt="2023-09-13T08:39:23.125" v="1249" actId="1076"/>
          <ac:picMkLst>
            <pc:docMk/>
            <pc:sldMk cId="336719145" sldId="456"/>
            <ac:picMk id="7" creationId="{FF3EF6F6-0610-1E43-8A85-D7A66E8B7D50}"/>
          </ac:picMkLst>
        </pc:picChg>
        <pc:picChg chg="mod">
          <ac:chgData name="Loc Huynh" userId="80c0383e323bd6ea" providerId="LiveId" clId="{AC168C92-BC10-354B-9520-87CD58AC4BAC}" dt="2023-09-13T08:40:07.321" v="1263" actId="1076"/>
          <ac:picMkLst>
            <pc:docMk/>
            <pc:sldMk cId="336719145" sldId="456"/>
            <ac:picMk id="13" creationId="{04887EE7-03A1-EC4D-9C31-FE4A5EE0A4A2}"/>
          </ac:picMkLst>
        </pc:picChg>
      </pc:sldChg>
      <pc:sldChg chg="delSp modSp mod delAnim chgLayout">
        <pc:chgData name="Loc Huynh" userId="80c0383e323bd6ea" providerId="LiveId" clId="{AC168C92-BC10-354B-9520-87CD58AC4BAC}" dt="2023-09-13T08:45:02.648" v="1389"/>
        <pc:sldMkLst>
          <pc:docMk/>
          <pc:sldMk cId="844610759" sldId="457"/>
        </pc:sldMkLst>
        <pc:spChg chg="mod ord">
          <ac:chgData name="Loc Huynh" userId="80c0383e323bd6ea" providerId="LiveId" clId="{AC168C92-BC10-354B-9520-87CD58AC4BAC}" dt="2023-09-13T08:45:02.648" v="1389"/>
          <ac:spMkLst>
            <pc:docMk/>
            <pc:sldMk cId="844610759" sldId="457"/>
            <ac:spMk id="2" creationId="{703D850F-9603-3946-BD26-6A6AA1D03F2B}"/>
          </ac:spMkLst>
        </pc:spChg>
        <pc:spChg chg="mod ord">
          <ac:chgData name="Loc Huynh" userId="80c0383e323bd6ea" providerId="LiveId" clId="{AC168C92-BC10-354B-9520-87CD58AC4BAC}" dt="2023-09-13T08:44:21.905" v="1385" actId="207"/>
          <ac:spMkLst>
            <pc:docMk/>
            <pc:sldMk cId="844610759" sldId="457"/>
            <ac:spMk id="3" creationId="{7B0A1E63-139D-6A40-9ED6-A4927BB7C207}"/>
          </ac:spMkLst>
        </pc:spChg>
        <pc:spChg chg="mod ord">
          <ac:chgData name="Loc Huynh" userId="80c0383e323bd6ea" providerId="LiveId" clId="{AC168C92-BC10-354B-9520-87CD58AC4BAC}" dt="2023-09-13T08:40:47.632" v="1275" actId="700"/>
          <ac:spMkLst>
            <pc:docMk/>
            <pc:sldMk cId="844610759" sldId="457"/>
            <ac:spMk id="4" creationId="{FD0519C7-6106-2D49-883D-664CB650716F}"/>
          </ac:spMkLst>
        </pc:spChg>
        <pc:spChg chg="mod ord">
          <ac:chgData name="Loc Huynh" userId="80c0383e323bd6ea" providerId="LiveId" clId="{AC168C92-BC10-354B-9520-87CD58AC4BAC}" dt="2023-09-13T08:40:47.632" v="1275" actId="700"/>
          <ac:spMkLst>
            <pc:docMk/>
            <pc:sldMk cId="844610759" sldId="457"/>
            <ac:spMk id="5" creationId="{E314E9F9-C21A-E548-B9C0-3DA0F38862F7}"/>
          </ac:spMkLst>
        </pc:spChg>
        <pc:spChg chg="del mod">
          <ac:chgData name="Loc Huynh" userId="80c0383e323bd6ea" providerId="LiveId" clId="{AC168C92-BC10-354B-9520-87CD58AC4BAC}" dt="2023-09-13T08:40:55.122" v="1280" actId="478"/>
          <ac:spMkLst>
            <pc:docMk/>
            <pc:sldMk cId="844610759" sldId="457"/>
            <ac:spMk id="11" creationId="{4C4413B2-C0E3-7F4A-810D-917470A5C675}"/>
          </ac:spMkLst>
        </pc:spChg>
        <pc:spChg chg="mod">
          <ac:chgData name="Loc Huynh" userId="80c0383e323bd6ea" providerId="LiveId" clId="{AC168C92-BC10-354B-9520-87CD58AC4BAC}" dt="2023-09-13T08:41:00.612" v="1282" actId="1076"/>
          <ac:spMkLst>
            <pc:docMk/>
            <pc:sldMk cId="844610759" sldId="457"/>
            <ac:spMk id="13" creationId="{37A683C3-9192-5042-966C-C6E03E8760CD}"/>
          </ac:spMkLst>
        </pc:spChg>
        <pc:spChg chg="del mod">
          <ac:chgData name="Loc Huynh" userId="80c0383e323bd6ea" providerId="LiveId" clId="{AC168C92-BC10-354B-9520-87CD58AC4BAC}" dt="2023-09-13T08:41:10.770" v="1285" actId="478"/>
          <ac:spMkLst>
            <pc:docMk/>
            <pc:sldMk cId="844610759" sldId="457"/>
            <ac:spMk id="15" creationId="{B7166BA1-6C8B-A945-9C87-2AD3D87AAEC5}"/>
          </ac:spMkLst>
        </pc:spChg>
        <pc:grpChg chg="mod">
          <ac:chgData name="Loc Huynh" userId="80c0383e323bd6ea" providerId="LiveId" clId="{AC168C92-BC10-354B-9520-87CD58AC4BAC}" dt="2023-09-13T08:41:00.612" v="1282" actId="1076"/>
          <ac:grpSpMkLst>
            <pc:docMk/>
            <pc:sldMk cId="844610759" sldId="457"/>
            <ac:grpSpMk id="12" creationId="{92587962-2AFB-C345-B91F-843C5EBB6E59}"/>
          </ac:grpSpMkLst>
        </pc:grpChg>
        <pc:picChg chg="mod">
          <ac:chgData name="Loc Huynh" userId="80c0383e323bd6ea" providerId="LiveId" clId="{AC168C92-BC10-354B-9520-87CD58AC4BAC}" dt="2023-09-13T08:41:03.618" v="1283" actId="1076"/>
          <ac:picMkLst>
            <pc:docMk/>
            <pc:sldMk cId="844610759" sldId="457"/>
            <ac:picMk id="10" creationId="{9D6E10D0-7718-4B4F-9A84-13C7AE90B0E5}"/>
          </ac:picMkLst>
        </pc:picChg>
        <pc:picChg chg="mod">
          <ac:chgData name="Loc Huynh" userId="80c0383e323bd6ea" providerId="LiveId" clId="{AC168C92-BC10-354B-9520-87CD58AC4BAC}" dt="2023-09-13T08:40:56.674" v="1281" actId="1076"/>
          <ac:picMkLst>
            <pc:docMk/>
            <pc:sldMk cId="844610759" sldId="457"/>
            <ac:picMk id="5124" creationId="{8C139BE3-4962-9343-80A8-05748281809A}"/>
          </ac:picMkLst>
        </pc:picChg>
        <pc:picChg chg="mod">
          <ac:chgData name="Loc Huynh" userId="80c0383e323bd6ea" providerId="LiveId" clId="{AC168C92-BC10-354B-9520-87CD58AC4BAC}" dt="2023-09-13T08:41:00.612" v="1282" actId="1076"/>
          <ac:picMkLst>
            <pc:docMk/>
            <pc:sldMk cId="844610759" sldId="457"/>
            <ac:picMk id="6146" creationId="{11A7CFF4-533C-3B49-A8A6-69AA97CB8AC2}"/>
          </ac:picMkLst>
        </pc:picChg>
      </pc:sldChg>
      <pc:sldChg chg="addSp delSp modSp mod chgLayout">
        <pc:chgData name="Loc Huynh" userId="80c0383e323bd6ea" providerId="LiveId" clId="{AC168C92-BC10-354B-9520-87CD58AC4BAC}" dt="2023-09-13T08:47:46.529" v="1420" actId="20577"/>
        <pc:sldMkLst>
          <pc:docMk/>
          <pc:sldMk cId="1501404333" sldId="458"/>
        </pc:sldMkLst>
        <pc:spChg chg="mod ord">
          <ac:chgData name="Loc Huynh" userId="80c0383e323bd6ea" providerId="LiveId" clId="{AC168C92-BC10-354B-9520-87CD58AC4BAC}" dt="2023-09-13T08:46:51.455" v="1406" actId="700"/>
          <ac:spMkLst>
            <pc:docMk/>
            <pc:sldMk cId="1501404333" sldId="458"/>
            <ac:spMk id="2" creationId="{5389AAE0-96A6-6C47-9117-CC9019FAEA5F}"/>
          </ac:spMkLst>
        </pc:spChg>
        <pc:spChg chg="mod ord">
          <ac:chgData name="Loc Huynh" userId="80c0383e323bd6ea" providerId="LiveId" clId="{AC168C92-BC10-354B-9520-87CD58AC4BAC}" dt="2023-09-13T08:46:51.455" v="1406" actId="700"/>
          <ac:spMkLst>
            <pc:docMk/>
            <pc:sldMk cId="1501404333" sldId="458"/>
            <ac:spMk id="3" creationId="{BDCF7C06-64D4-1E40-822F-988735CA1BA9}"/>
          </ac:spMkLst>
        </pc:spChg>
        <pc:spChg chg="mod ord">
          <ac:chgData name="Loc Huynh" userId="80c0383e323bd6ea" providerId="LiveId" clId="{AC168C92-BC10-354B-9520-87CD58AC4BAC}" dt="2023-09-13T08:46:51.455" v="1406" actId="700"/>
          <ac:spMkLst>
            <pc:docMk/>
            <pc:sldMk cId="1501404333" sldId="458"/>
            <ac:spMk id="4" creationId="{D1264F53-9C65-6748-AB3B-94A97F7D4778}"/>
          </ac:spMkLst>
        </pc:spChg>
        <pc:spChg chg="mod">
          <ac:chgData name="Loc Huynh" userId="80c0383e323bd6ea" providerId="LiveId" clId="{AC168C92-BC10-354B-9520-87CD58AC4BAC}" dt="2023-09-13T08:46:11.078" v="1399" actId="1076"/>
          <ac:spMkLst>
            <pc:docMk/>
            <pc:sldMk cId="1501404333" sldId="458"/>
            <ac:spMk id="7" creationId="{949ECEDE-4B0A-9348-999C-4E78FFBC6EF6}"/>
          </ac:spMkLst>
        </pc:spChg>
        <pc:spChg chg="mod ord">
          <ac:chgData name="Loc Huynh" userId="80c0383e323bd6ea" providerId="LiveId" clId="{AC168C92-BC10-354B-9520-87CD58AC4BAC}" dt="2023-09-13T08:47:46.529" v="1420" actId="20577"/>
          <ac:spMkLst>
            <pc:docMk/>
            <pc:sldMk cId="1501404333" sldId="458"/>
            <ac:spMk id="8" creationId="{E3DF5B96-99A2-FB47-81C4-3107811DF7AE}"/>
          </ac:spMkLst>
        </pc:spChg>
        <pc:picChg chg="del mod">
          <ac:chgData name="Loc Huynh" userId="80c0383e323bd6ea" providerId="LiveId" clId="{AC168C92-BC10-354B-9520-87CD58AC4BAC}" dt="2023-09-13T08:45:43.508" v="1393" actId="478"/>
          <ac:picMkLst>
            <pc:docMk/>
            <pc:sldMk cId="1501404333" sldId="458"/>
            <ac:picMk id="6" creationId="{29D0D622-488E-C642-A09E-71DA02869A4D}"/>
          </ac:picMkLst>
        </pc:picChg>
        <pc:picChg chg="add mod">
          <ac:chgData name="Loc Huynh" userId="80c0383e323bd6ea" providerId="LiveId" clId="{AC168C92-BC10-354B-9520-87CD58AC4BAC}" dt="2023-09-13T08:46:05.802" v="1398" actId="1076"/>
          <ac:picMkLst>
            <pc:docMk/>
            <pc:sldMk cId="1501404333" sldId="458"/>
            <ac:picMk id="9" creationId="{AC470B9E-0F76-74CF-9268-0484B48812F6}"/>
          </ac:picMkLst>
        </pc:picChg>
      </pc:sldChg>
      <pc:sldChg chg="modSp mod chgLayout">
        <pc:chgData name="Loc Huynh" userId="80c0383e323bd6ea" providerId="LiveId" clId="{AC168C92-BC10-354B-9520-87CD58AC4BAC}" dt="2023-09-13T08:48:49.013" v="1432" actId="1076"/>
        <pc:sldMkLst>
          <pc:docMk/>
          <pc:sldMk cId="760621709" sldId="459"/>
        </pc:sldMkLst>
        <pc:spChg chg="mod ord">
          <ac:chgData name="Loc Huynh" userId="80c0383e323bd6ea" providerId="LiveId" clId="{AC168C92-BC10-354B-9520-87CD58AC4BAC}" dt="2023-09-13T08:48:03.769" v="1421" actId="700"/>
          <ac:spMkLst>
            <pc:docMk/>
            <pc:sldMk cId="760621709" sldId="459"/>
            <ac:spMk id="2" creationId="{A084E511-2F0A-2E4E-93F8-16231F34AE9E}"/>
          </ac:spMkLst>
        </pc:spChg>
        <pc:spChg chg="mod ord">
          <ac:chgData name="Loc Huynh" userId="80c0383e323bd6ea" providerId="LiveId" clId="{AC168C92-BC10-354B-9520-87CD58AC4BAC}" dt="2023-09-13T08:48:29.657" v="1429" actId="207"/>
          <ac:spMkLst>
            <pc:docMk/>
            <pc:sldMk cId="760621709" sldId="459"/>
            <ac:spMk id="3" creationId="{0950CF22-330B-0B43-84E9-34FC1BB699DD}"/>
          </ac:spMkLst>
        </pc:spChg>
        <pc:spChg chg="mod ord">
          <ac:chgData name="Loc Huynh" userId="80c0383e323bd6ea" providerId="LiveId" clId="{AC168C92-BC10-354B-9520-87CD58AC4BAC}" dt="2023-09-13T08:48:03.769" v="1421" actId="700"/>
          <ac:spMkLst>
            <pc:docMk/>
            <pc:sldMk cId="760621709" sldId="459"/>
            <ac:spMk id="4" creationId="{FA36776C-7372-C543-B1F1-59A33C1CCC3E}"/>
          </ac:spMkLst>
        </pc:spChg>
        <pc:spChg chg="mod ord">
          <ac:chgData name="Loc Huynh" userId="80c0383e323bd6ea" providerId="LiveId" clId="{AC168C92-BC10-354B-9520-87CD58AC4BAC}" dt="2023-09-13T08:48:03.769" v="1421" actId="700"/>
          <ac:spMkLst>
            <pc:docMk/>
            <pc:sldMk cId="760621709" sldId="459"/>
            <ac:spMk id="5" creationId="{8FB8B591-4F21-5D45-BC47-8A591A8CC92D}"/>
          </ac:spMkLst>
        </pc:spChg>
        <pc:spChg chg="mod">
          <ac:chgData name="Loc Huynh" userId="80c0383e323bd6ea" providerId="LiveId" clId="{AC168C92-BC10-354B-9520-87CD58AC4BAC}" dt="2023-09-13T08:48:43.082" v="1431" actId="1076"/>
          <ac:spMkLst>
            <pc:docMk/>
            <pc:sldMk cId="760621709" sldId="459"/>
            <ac:spMk id="9" creationId="{304BAFA7-C1A0-3944-A53E-CE14ECA7C280}"/>
          </ac:spMkLst>
        </pc:spChg>
        <pc:spChg chg="mod">
          <ac:chgData name="Loc Huynh" userId="80c0383e323bd6ea" providerId="LiveId" clId="{AC168C92-BC10-354B-9520-87CD58AC4BAC}" dt="2023-09-13T08:48:49.013" v="1432" actId="1076"/>
          <ac:spMkLst>
            <pc:docMk/>
            <pc:sldMk cId="760621709" sldId="459"/>
            <ac:spMk id="10" creationId="{BB8506B6-DA92-0B45-A328-A42A3A2CB2C8}"/>
          </ac:spMkLst>
        </pc:spChg>
        <pc:picChg chg="mod">
          <ac:chgData name="Loc Huynh" userId="80c0383e323bd6ea" providerId="LiveId" clId="{AC168C92-BC10-354B-9520-87CD58AC4BAC}" dt="2023-09-13T08:48:39.775" v="1430" actId="1076"/>
          <ac:picMkLst>
            <pc:docMk/>
            <pc:sldMk cId="760621709" sldId="459"/>
            <ac:picMk id="6" creationId="{290E2C34-08F3-6C4E-9EED-73BEF890E5AF}"/>
          </ac:picMkLst>
        </pc:picChg>
      </pc:sldChg>
      <pc:sldChg chg="addSp modSp mod">
        <pc:chgData name="Loc Huynh" userId="80c0383e323bd6ea" providerId="LiveId" clId="{AC168C92-BC10-354B-9520-87CD58AC4BAC}" dt="2023-09-13T08:50:47.178" v="1441" actId="1076"/>
        <pc:sldMkLst>
          <pc:docMk/>
          <pc:sldMk cId="547033570" sldId="460"/>
        </pc:sldMkLst>
        <pc:spChg chg="mod">
          <ac:chgData name="Loc Huynh" userId="80c0383e323bd6ea" providerId="LiveId" clId="{AC168C92-BC10-354B-9520-87CD58AC4BAC}" dt="2023-09-13T08:50:36.821" v="1438" actId="207"/>
          <ac:spMkLst>
            <pc:docMk/>
            <pc:sldMk cId="547033570" sldId="460"/>
            <ac:spMk id="3" creationId="{0950CF22-330B-0B43-84E9-34FC1BB699DD}"/>
          </ac:spMkLst>
        </pc:spChg>
        <pc:spChg chg="mod">
          <ac:chgData name="Loc Huynh" userId="80c0383e323bd6ea" providerId="LiveId" clId="{AC168C92-BC10-354B-9520-87CD58AC4BAC}" dt="2023-09-13T08:50:42.139" v="1439" actId="1076"/>
          <ac:spMkLst>
            <pc:docMk/>
            <pc:sldMk cId="547033570" sldId="460"/>
            <ac:spMk id="9" creationId="{304BAFA7-C1A0-3944-A53E-CE14ECA7C280}"/>
          </ac:spMkLst>
        </pc:spChg>
        <pc:spChg chg="mod">
          <ac:chgData name="Loc Huynh" userId="80c0383e323bd6ea" providerId="LiveId" clId="{AC168C92-BC10-354B-9520-87CD58AC4BAC}" dt="2023-09-13T08:50:42.139" v="1439" actId="1076"/>
          <ac:spMkLst>
            <pc:docMk/>
            <pc:sldMk cId="547033570" sldId="460"/>
            <ac:spMk id="11" creationId="{3250AEF8-B1E7-114E-B928-DF10A88894CF}"/>
          </ac:spMkLst>
        </pc:spChg>
        <pc:grpChg chg="add mod">
          <ac:chgData name="Loc Huynh" userId="80c0383e323bd6ea" providerId="LiveId" clId="{AC168C92-BC10-354B-9520-87CD58AC4BAC}" dt="2023-09-13T08:50:47.178" v="1441" actId="1076"/>
          <ac:grpSpMkLst>
            <pc:docMk/>
            <pc:sldMk cId="547033570" sldId="460"/>
            <ac:grpSpMk id="6" creationId="{8DD8B799-4F23-82E5-644C-532D7E43E2EF}"/>
          </ac:grpSpMkLst>
        </pc:grpChg>
        <pc:picChg chg="mod">
          <ac:chgData name="Loc Huynh" userId="80c0383e323bd6ea" providerId="LiveId" clId="{AC168C92-BC10-354B-9520-87CD58AC4BAC}" dt="2023-09-13T08:50:42.139" v="1439" actId="1076"/>
          <ac:picMkLst>
            <pc:docMk/>
            <pc:sldMk cId="547033570" sldId="460"/>
            <ac:picMk id="8" creationId="{EC853C2C-1735-F545-BD1C-9A36ADF95E73}"/>
          </ac:picMkLst>
        </pc:picChg>
      </pc:sldChg>
      <pc:sldChg chg="addSp modSp mod">
        <pc:chgData name="Loc Huynh" userId="80c0383e323bd6ea" providerId="LiveId" clId="{AC168C92-BC10-354B-9520-87CD58AC4BAC}" dt="2023-09-13T08:51:43.775" v="1455" actId="207"/>
        <pc:sldMkLst>
          <pc:docMk/>
          <pc:sldMk cId="2304379650" sldId="461"/>
        </pc:sldMkLst>
        <pc:spChg chg="mod">
          <ac:chgData name="Loc Huynh" userId="80c0383e323bd6ea" providerId="LiveId" clId="{AC168C92-BC10-354B-9520-87CD58AC4BAC}" dt="2023-09-13T08:51:14.722" v="1447" actId="207"/>
          <ac:spMkLst>
            <pc:docMk/>
            <pc:sldMk cId="2304379650" sldId="461"/>
            <ac:spMk id="3" creationId="{0950CF22-330B-0B43-84E9-34FC1BB699DD}"/>
          </ac:spMkLst>
        </pc:spChg>
        <pc:spChg chg="mod">
          <ac:chgData name="Loc Huynh" userId="80c0383e323bd6ea" providerId="LiveId" clId="{AC168C92-BC10-354B-9520-87CD58AC4BAC}" dt="2023-09-13T08:51:43.775" v="1455" actId="207"/>
          <ac:spMkLst>
            <pc:docMk/>
            <pc:sldMk cId="2304379650" sldId="461"/>
            <ac:spMk id="12" creationId="{3E32F5BC-6FAA-2B44-97EC-4D7F7A86BB0D}"/>
          </ac:spMkLst>
        </pc:spChg>
        <pc:grpChg chg="add mod">
          <ac:chgData name="Loc Huynh" userId="80c0383e323bd6ea" providerId="LiveId" clId="{AC168C92-BC10-354B-9520-87CD58AC4BAC}" dt="2023-09-13T08:51:26.034" v="1451" actId="1076"/>
          <ac:grpSpMkLst>
            <pc:docMk/>
            <pc:sldMk cId="2304379650" sldId="461"/>
            <ac:grpSpMk id="6" creationId="{FDD7500C-6ADD-4CDD-2F56-BDF3910C38DD}"/>
          </ac:grpSpMkLst>
        </pc:grpChg>
        <pc:picChg chg="mod">
          <ac:chgData name="Loc Huynh" userId="80c0383e323bd6ea" providerId="LiveId" clId="{AC168C92-BC10-354B-9520-87CD58AC4BAC}" dt="2023-09-13T08:51:20.236" v="1449" actId="1076"/>
          <ac:picMkLst>
            <pc:docMk/>
            <pc:sldMk cId="2304379650" sldId="461"/>
            <ac:picMk id="13" creationId="{A34B308F-C0D7-8A45-BECA-0DC6687F4568}"/>
          </ac:picMkLst>
        </pc:picChg>
      </pc:sldChg>
      <pc:sldChg chg="modSp mod">
        <pc:chgData name="Loc Huynh" userId="80c0383e323bd6ea" providerId="LiveId" clId="{AC168C92-BC10-354B-9520-87CD58AC4BAC}" dt="2023-09-13T08:52:33.329" v="1463" actId="1076"/>
        <pc:sldMkLst>
          <pc:docMk/>
          <pc:sldMk cId="1909827065" sldId="462"/>
        </pc:sldMkLst>
        <pc:spChg chg="mod">
          <ac:chgData name="Loc Huynh" userId="80c0383e323bd6ea" providerId="LiveId" clId="{AC168C92-BC10-354B-9520-87CD58AC4BAC}" dt="2023-09-13T08:52:19.060" v="1462" actId="207"/>
          <ac:spMkLst>
            <pc:docMk/>
            <pc:sldMk cId="1909827065" sldId="462"/>
            <ac:spMk id="3" creationId="{0950CF22-330B-0B43-84E9-34FC1BB699DD}"/>
          </ac:spMkLst>
        </pc:spChg>
        <pc:grpChg chg="mod">
          <ac:chgData name="Loc Huynh" userId="80c0383e323bd6ea" providerId="LiveId" clId="{AC168C92-BC10-354B-9520-87CD58AC4BAC}" dt="2023-09-13T08:52:33.329" v="1463" actId="1076"/>
          <ac:grpSpMkLst>
            <pc:docMk/>
            <pc:sldMk cId="1909827065" sldId="462"/>
            <ac:grpSpMk id="13" creationId="{94B088CD-6409-1A43-8646-24753B0F28E4}"/>
          </ac:grpSpMkLst>
        </pc:grpChg>
      </pc:sldChg>
      <pc:sldChg chg="modSp mod">
        <pc:chgData name="Loc Huynh" userId="80c0383e323bd6ea" providerId="LiveId" clId="{AC168C92-BC10-354B-9520-87CD58AC4BAC}" dt="2023-09-13T08:54:24.217" v="1481" actId="13822"/>
        <pc:sldMkLst>
          <pc:docMk/>
          <pc:sldMk cId="1184405224" sldId="463"/>
        </pc:sldMkLst>
        <pc:spChg chg="mod">
          <ac:chgData name="Loc Huynh" userId="80c0383e323bd6ea" providerId="LiveId" clId="{AC168C92-BC10-354B-9520-87CD58AC4BAC}" dt="2023-09-13T08:52:50.247" v="1464" actId="207"/>
          <ac:spMkLst>
            <pc:docMk/>
            <pc:sldMk cId="1184405224" sldId="463"/>
            <ac:spMk id="3" creationId="{0950CF22-330B-0B43-84E9-34FC1BB699DD}"/>
          </ac:spMkLst>
        </pc:spChg>
        <pc:spChg chg="mod">
          <ac:chgData name="Loc Huynh" userId="80c0383e323bd6ea" providerId="LiveId" clId="{AC168C92-BC10-354B-9520-87CD58AC4BAC}" dt="2023-09-13T08:54:24.217" v="1481" actId="13822"/>
          <ac:spMkLst>
            <pc:docMk/>
            <pc:sldMk cId="1184405224" sldId="463"/>
            <ac:spMk id="8" creationId="{2AE32CA5-9373-1147-96C0-5EF392F34FE2}"/>
          </ac:spMkLst>
        </pc:spChg>
        <pc:spChg chg="mod">
          <ac:chgData name="Loc Huynh" userId="80c0383e323bd6ea" providerId="LiveId" clId="{AC168C92-BC10-354B-9520-87CD58AC4BAC}" dt="2023-09-13T08:53:02.917" v="1465" actId="1076"/>
          <ac:spMkLst>
            <pc:docMk/>
            <pc:sldMk cId="1184405224" sldId="463"/>
            <ac:spMk id="12" creationId="{DE609207-D227-DA4A-9548-B3EEAC57366E}"/>
          </ac:spMkLst>
        </pc:spChg>
        <pc:spChg chg="mod">
          <ac:chgData name="Loc Huynh" userId="80c0383e323bd6ea" providerId="LiveId" clId="{AC168C92-BC10-354B-9520-87CD58AC4BAC}" dt="2023-09-13T08:53:57.692" v="1476" actId="13822"/>
          <ac:spMkLst>
            <pc:docMk/>
            <pc:sldMk cId="1184405224" sldId="463"/>
            <ac:spMk id="14" creationId="{05E64506-CE7C-4F40-8ADA-50DEEC949A27}"/>
          </ac:spMkLst>
        </pc:spChg>
        <pc:spChg chg="mod">
          <ac:chgData name="Loc Huynh" userId="80c0383e323bd6ea" providerId="LiveId" clId="{AC168C92-BC10-354B-9520-87CD58AC4BAC}" dt="2023-09-13T08:54:02.539" v="1477" actId="13822"/>
          <ac:spMkLst>
            <pc:docMk/>
            <pc:sldMk cId="1184405224" sldId="463"/>
            <ac:spMk id="15" creationId="{316A5D72-96EB-6847-99EC-1349CA0CF6BD}"/>
          </ac:spMkLst>
        </pc:spChg>
        <pc:spChg chg="mod">
          <ac:chgData name="Loc Huynh" userId="80c0383e323bd6ea" providerId="LiveId" clId="{AC168C92-BC10-354B-9520-87CD58AC4BAC}" dt="2023-09-13T08:54:06.659" v="1478" actId="13822"/>
          <ac:spMkLst>
            <pc:docMk/>
            <pc:sldMk cId="1184405224" sldId="463"/>
            <ac:spMk id="16" creationId="{7DE4E753-3421-0443-80CC-B50FE334735A}"/>
          </ac:spMkLst>
        </pc:spChg>
        <pc:spChg chg="mod">
          <ac:chgData name="Loc Huynh" userId="80c0383e323bd6ea" providerId="LiveId" clId="{AC168C92-BC10-354B-9520-87CD58AC4BAC}" dt="2023-09-13T08:53:02.917" v="1465" actId="1076"/>
          <ac:spMkLst>
            <pc:docMk/>
            <pc:sldMk cId="1184405224" sldId="463"/>
            <ac:spMk id="17" creationId="{FF24A188-6BE2-1E45-996E-589A72E6CB0A}"/>
          </ac:spMkLst>
        </pc:spChg>
        <pc:spChg chg="mod">
          <ac:chgData name="Loc Huynh" userId="80c0383e323bd6ea" providerId="LiveId" clId="{AC168C92-BC10-354B-9520-87CD58AC4BAC}" dt="2023-09-13T08:54:20.001" v="1480" actId="13822"/>
          <ac:spMkLst>
            <pc:docMk/>
            <pc:sldMk cId="1184405224" sldId="463"/>
            <ac:spMk id="18" creationId="{CDBA0CB4-F81E-854A-A7DA-1B0F3B7FF6F6}"/>
          </ac:spMkLst>
        </pc:spChg>
        <pc:spChg chg="mod">
          <ac:chgData name="Loc Huynh" userId="80c0383e323bd6ea" providerId="LiveId" clId="{AC168C92-BC10-354B-9520-87CD58AC4BAC}" dt="2023-09-13T08:53:02.917" v="1465" actId="1076"/>
          <ac:spMkLst>
            <pc:docMk/>
            <pc:sldMk cId="1184405224" sldId="463"/>
            <ac:spMk id="19" creationId="{21B8A52E-71AD-694C-BA89-EA2F040E28E0}"/>
          </ac:spMkLst>
        </pc:spChg>
        <pc:spChg chg="mod">
          <ac:chgData name="Loc Huynh" userId="80c0383e323bd6ea" providerId="LiveId" clId="{AC168C92-BC10-354B-9520-87CD58AC4BAC}" dt="2023-09-13T08:54:11.281" v="1479" actId="13822"/>
          <ac:spMkLst>
            <pc:docMk/>
            <pc:sldMk cId="1184405224" sldId="463"/>
            <ac:spMk id="20" creationId="{E2D7722B-2D30-5D44-BFD1-2F06EB9175EF}"/>
          </ac:spMkLst>
        </pc:spChg>
        <pc:picChg chg="mod">
          <ac:chgData name="Loc Huynh" userId="80c0383e323bd6ea" providerId="LiveId" clId="{AC168C92-BC10-354B-9520-87CD58AC4BAC}" dt="2023-09-13T08:53:02.917" v="1465" actId="1076"/>
          <ac:picMkLst>
            <pc:docMk/>
            <pc:sldMk cId="1184405224" sldId="463"/>
            <ac:picMk id="10" creationId="{F7166931-847D-7B4E-802A-C45AE1593851}"/>
          </ac:picMkLst>
        </pc:picChg>
      </pc:sldChg>
      <pc:sldChg chg="modSp mod">
        <pc:chgData name="Loc Huynh" userId="80c0383e323bd6ea" providerId="LiveId" clId="{AC168C92-BC10-354B-9520-87CD58AC4BAC}" dt="2023-09-13T08:55:32.651" v="1490" actId="1076"/>
        <pc:sldMkLst>
          <pc:docMk/>
          <pc:sldMk cId="3184868754" sldId="464"/>
        </pc:sldMkLst>
        <pc:spChg chg="mod">
          <ac:chgData name="Loc Huynh" userId="80c0383e323bd6ea" providerId="LiveId" clId="{AC168C92-BC10-354B-9520-87CD58AC4BAC}" dt="2023-09-13T08:54:42.674" v="1482" actId="207"/>
          <ac:spMkLst>
            <pc:docMk/>
            <pc:sldMk cId="3184868754" sldId="464"/>
            <ac:spMk id="3" creationId="{0950CF22-330B-0B43-84E9-34FC1BB699DD}"/>
          </ac:spMkLst>
        </pc:spChg>
        <pc:spChg chg="mod">
          <ac:chgData name="Loc Huynh" userId="80c0383e323bd6ea" providerId="LiveId" clId="{AC168C92-BC10-354B-9520-87CD58AC4BAC}" dt="2023-09-13T08:55:32.651" v="1490" actId="1076"/>
          <ac:spMkLst>
            <pc:docMk/>
            <pc:sldMk cId="3184868754" sldId="464"/>
            <ac:spMk id="14" creationId="{05E64506-CE7C-4F40-8ADA-50DEEC949A27}"/>
          </ac:spMkLst>
        </pc:spChg>
        <pc:spChg chg="mod">
          <ac:chgData name="Loc Huynh" userId="80c0383e323bd6ea" providerId="LiveId" clId="{AC168C92-BC10-354B-9520-87CD58AC4BAC}" dt="2023-09-13T08:55:32.651" v="1490" actId="1076"/>
          <ac:spMkLst>
            <pc:docMk/>
            <pc:sldMk cId="3184868754" sldId="464"/>
            <ac:spMk id="19" creationId="{21B8A52E-71AD-694C-BA89-EA2F040E28E0}"/>
          </ac:spMkLst>
        </pc:spChg>
        <pc:spChg chg="mod">
          <ac:chgData name="Loc Huynh" userId="80c0383e323bd6ea" providerId="LiveId" clId="{AC168C92-BC10-354B-9520-87CD58AC4BAC}" dt="2023-09-13T08:54:52.614" v="1484" actId="13822"/>
          <ac:spMkLst>
            <pc:docMk/>
            <pc:sldMk cId="3184868754" sldId="464"/>
            <ac:spMk id="23" creationId="{2BDA47C2-9B49-3B4B-B8C0-CA3591EC9B27}"/>
          </ac:spMkLst>
        </pc:spChg>
        <pc:spChg chg="mod">
          <ac:chgData name="Loc Huynh" userId="80c0383e323bd6ea" providerId="LiveId" clId="{AC168C92-BC10-354B-9520-87CD58AC4BAC}" dt="2023-09-13T08:55:09.836" v="1487" actId="13822"/>
          <ac:spMkLst>
            <pc:docMk/>
            <pc:sldMk cId="3184868754" sldId="464"/>
            <ac:spMk id="25" creationId="{B9A8BC55-8BC1-BD49-9FAD-A5E22B4DA652}"/>
          </ac:spMkLst>
        </pc:spChg>
        <pc:spChg chg="mod">
          <ac:chgData name="Loc Huynh" userId="80c0383e323bd6ea" providerId="LiveId" clId="{AC168C92-BC10-354B-9520-87CD58AC4BAC}" dt="2023-09-13T08:54:58.184" v="1486" actId="13822"/>
          <ac:spMkLst>
            <pc:docMk/>
            <pc:sldMk cId="3184868754" sldId="464"/>
            <ac:spMk id="26" creationId="{51F34141-2D61-ED4A-B6AC-8C54B0120807}"/>
          </ac:spMkLst>
        </pc:spChg>
        <pc:spChg chg="mod">
          <ac:chgData name="Loc Huynh" userId="80c0383e323bd6ea" providerId="LiveId" clId="{AC168C92-BC10-354B-9520-87CD58AC4BAC}" dt="2023-09-13T08:55:32.651" v="1490" actId="1076"/>
          <ac:spMkLst>
            <pc:docMk/>
            <pc:sldMk cId="3184868754" sldId="464"/>
            <ac:spMk id="28" creationId="{E38FCA70-45EA-2C46-8C30-9518595A7372}"/>
          </ac:spMkLst>
        </pc:spChg>
        <pc:spChg chg="mod">
          <ac:chgData name="Loc Huynh" userId="80c0383e323bd6ea" providerId="LiveId" clId="{AC168C92-BC10-354B-9520-87CD58AC4BAC}" dt="2023-09-13T08:55:32.651" v="1490" actId="1076"/>
          <ac:spMkLst>
            <pc:docMk/>
            <pc:sldMk cId="3184868754" sldId="464"/>
            <ac:spMk id="29" creationId="{A0BB8A7B-9F62-E143-9A69-9A99811342FD}"/>
          </ac:spMkLst>
        </pc:spChg>
        <pc:grpChg chg="mod">
          <ac:chgData name="Loc Huynh" userId="80c0383e323bd6ea" providerId="LiveId" clId="{AC168C92-BC10-354B-9520-87CD58AC4BAC}" dt="2023-09-13T08:55:32.651" v="1490" actId="1076"/>
          <ac:grpSpMkLst>
            <pc:docMk/>
            <pc:sldMk cId="3184868754" sldId="464"/>
            <ac:grpSpMk id="27" creationId="{EB60E14B-3330-F84B-86B3-BDFAA5614B95}"/>
          </ac:grpSpMkLst>
        </pc:grpChg>
        <pc:grpChg chg="mod">
          <ac:chgData name="Loc Huynh" userId="80c0383e323bd6ea" providerId="LiveId" clId="{AC168C92-BC10-354B-9520-87CD58AC4BAC}" dt="2023-09-13T08:55:32.651" v="1490" actId="1076"/>
          <ac:grpSpMkLst>
            <pc:docMk/>
            <pc:sldMk cId="3184868754" sldId="464"/>
            <ac:grpSpMk id="30" creationId="{1278CF64-FB58-B643-B01B-08778C78FDB3}"/>
          </ac:grpSpMkLst>
        </pc:grpChg>
        <pc:picChg chg="mod">
          <ac:chgData name="Loc Huynh" userId="80c0383e323bd6ea" providerId="LiveId" clId="{AC168C92-BC10-354B-9520-87CD58AC4BAC}" dt="2023-09-13T08:55:32.651" v="1490" actId="1076"/>
          <ac:picMkLst>
            <pc:docMk/>
            <pc:sldMk cId="3184868754" sldId="464"/>
            <ac:picMk id="11" creationId="{8D065052-69F1-024A-8354-FF5C33C13519}"/>
          </ac:picMkLst>
        </pc:picChg>
        <pc:picChg chg="mod">
          <ac:chgData name="Loc Huynh" userId="80c0383e323bd6ea" providerId="LiveId" clId="{AC168C92-BC10-354B-9520-87CD58AC4BAC}" dt="2023-09-13T08:54:58.184" v="1486" actId="13822"/>
          <ac:picMkLst>
            <pc:docMk/>
            <pc:sldMk cId="3184868754" sldId="464"/>
            <ac:picMk id="24" creationId="{D2B35AB2-B98E-D84D-9197-DDA07D4D5427}"/>
          </ac:picMkLst>
        </pc:picChg>
      </pc:sldChg>
      <pc:sldChg chg="modSp mod">
        <pc:chgData name="Loc Huynh" userId="80c0383e323bd6ea" providerId="LiveId" clId="{AC168C92-BC10-354B-9520-87CD58AC4BAC}" dt="2023-09-13T08:55:57.855" v="1496" actId="13822"/>
        <pc:sldMkLst>
          <pc:docMk/>
          <pc:sldMk cId="1313697068" sldId="465"/>
        </pc:sldMkLst>
        <pc:spChg chg="mod">
          <ac:chgData name="Loc Huynh" userId="80c0383e323bd6ea" providerId="LiveId" clId="{AC168C92-BC10-354B-9520-87CD58AC4BAC}" dt="2023-09-13T08:55:38.635" v="1491" actId="207"/>
          <ac:spMkLst>
            <pc:docMk/>
            <pc:sldMk cId="1313697068" sldId="465"/>
            <ac:spMk id="3" creationId="{0950CF22-330B-0B43-84E9-34FC1BB699DD}"/>
          </ac:spMkLst>
        </pc:spChg>
        <pc:spChg chg="mod">
          <ac:chgData name="Loc Huynh" userId="80c0383e323bd6ea" providerId="LiveId" clId="{AC168C92-BC10-354B-9520-87CD58AC4BAC}" dt="2023-09-13T08:55:57.855" v="1496" actId="13822"/>
          <ac:spMkLst>
            <pc:docMk/>
            <pc:sldMk cId="1313697068" sldId="465"/>
            <ac:spMk id="7" creationId="{0497AB36-E993-FA4C-B142-94E013FF89AC}"/>
          </ac:spMkLst>
        </pc:spChg>
        <pc:picChg chg="mod">
          <ac:chgData name="Loc Huynh" userId="80c0383e323bd6ea" providerId="LiveId" clId="{AC168C92-BC10-354B-9520-87CD58AC4BAC}" dt="2023-09-13T08:55:57.085" v="1495" actId="1076"/>
          <ac:picMkLst>
            <pc:docMk/>
            <pc:sldMk cId="1313697068" sldId="465"/>
            <ac:picMk id="13" creationId="{8E3683F5-9B61-B949-B543-D752AB379267}"/>
          </ac:picMkLst>
        </pc:picChg>
      </pc:sldChg>
      <pc:sldChg chg="modSp mod">
        <pc:chgData name="Loc Huynh" userId="80c0383e323bd6ea" providerId="LiveId" clId="{AC168C92-BC10-354B-9520-87CD58AC4BAC}" dt="2023-09-13T11:13:59.381" v="1650" actId="14100"/>
        <pc:sldMkLst>
          <pc:docMk/>
          <pc:sldMk cId="344793592" sldId="467"/>
        </pc:sldMkLst>
        <pc:spChg chg="mod">
          <ac:chgData name="Loc Huynh" userId="80c0383e323bd6ea" providerId="LiveId" clId="{AC168C92-BC10-354B-9520-87CD58AC4BAC}" dt="2023-09-13T11:13:54.543" v="1648" actId="14100"/>
          <ac:spMkLst>
            <pc:docMk/>
            <pc:sldMk cId="344793592" sldId="467"/>
            <ac:spMk id="8" creationId="{30A0DD48-C3C5-4645-8EA2-E549C9F5E8E5}"/>
          </ac:spMkLst>
        </pc:spChg>
        <pc:spChg chg="mod">
          <ac:chgData name="Loc Huynh" userId="80c0383e323bd6ea" providerId="LiveId" clId="{AC168C92-BC10-354B-9520-87CD58AC4BAC}" dt="2023-09-13T11:13:56.580" v="1649" actId="14100"/>
          <ac:spMkLst>
            <pc:docMk/>
            <pc:sldMk cId="344793592" sldId="467"/>
            <ac:spMk id="10" creationId="{8476AE5B-406A-5648-869A-6C06211093B6}"/>
          </ac:spMkLst>
        </pc:spChg>
        <pc:spChg chg="mod">
          <ac:chgData name="Loc Huynh" userId="80c0383e323bd6ea" providerId="LiveId" clId="{AC168C92-BC10-354B-9520-87CD58AC4BAC}" dt="2023-09-13T11:13:59.381" v="1650" actId="14100"/>
          <ac:spMkLst>
            <pc:docMk/>
            <pc:sldMk cId="344793592" sldId="467"/>
            <ac:spMk id="12" creationId="{B0BD56CB-2A7F-CB4A-86B0-4842D8723840}"/>
          </ac:spMkLst>
        </pc:spChg>
      </pc:sldChg>
      <pc:sldChg chg="modSp mod">
        <pc:chgData name="Loc Huynh" userId="80c0383e323bd6ea" providerId="LiveId" clId="{AC168C92-BC10-354B-9520-87CD58AC4BAC}" dt="2023-09-13T11:05:26.214" v="1561" actId="14100"/>
        <pc:sldMkLst>
          <pc:docMk/>
          <pc:sldMk cId="1770153382" sldId="469"/>
        </pc:sldMkLst>
        <pc:spChg chg="mod">
          <ac:chgData name="Loc Huynh" userId="80c0383e323bd6ea" providerId="LiveId" clId="{AC168C92-BC10-354B-9520-87CD58AC4BAC}" dt="2023-09-13T11:05:09.114" v="1554" actId="1076"/>
          <ac:spMkLst>
            <pc:docMk/>
            <pc:sldMk cId="1770153382" sldId="469"/>
            <ac:spMk id="6" creationId="{65EBD7E5-1D57-9448-A846-3814DE95C179}"/>
          </ac:spMkLst>
        </pc:spChg>
        <pc:spChg chg="mod">
          <ac:chgData name="Loc Huynh" userId="80c0383e323bd6ea" providerId="LiveId" clId="{AC168C92-BC10-354B-9520-87CD58AC4BAC}" dt="2023-09-13T11:05:26.214" v="1561" actId="14100"/>
          <ac:spMkLst>
            <pc:docMk/>
            <pc:sldMk cId="1770153382" sldId="469"/>
            <ac:spMk id="8" creationId="{206F696C-76DA-AE48-9BFD-C93EE7A992DA}"/>
          </ac:spMkLst>
        </pc:spChg>
        <pc:spChg chg="mod">
          <ac:chgData name="Loc Huynh" userId="80c0383e323bd6ea" providerId="LiveId" clId="{AC168C92-BC10-354B-9520-87CD58AC4BAC}" dt="2023-09-13T11:05:21.094" v="1560" actId="14100"/>
          <ac:spMkLst>
            <pc:docMk/>
            <pc:sldMk cId="1770153382" sldId="469"/>
            <ac:spMk id="9" creationId="{D6D40A09-16CE-F44F-9F5C-AF6ABF4098B4}"/>
          </ac:spMkLst>
        </pc:spChg>
        <pc:spChg chg="mod">
          <ac:chgData name="Loc Huynh" userId="80c0383e323bd6ea" providerId="LiveId" clId="{AC168C92-BC10-354B-9520-87CD58AC4BAC}" dt="2023-09-13T11:05:15.819" v="1558" actId="1076"/>
          <ac:spMkLst>
            <pc:docMk/>
            <pc:sldMk cId="1770153382" sldId="469"/>
            <ac:spMk id="10" creationId="{E90D2676-5007-5D23-A929-1DD8F594A3C7}"/>
          </ac:spMkLst>
        </pc:spChg>
      </pc:sldChg>
      <pc:sldChg chg="modSp mod">
        <pc:chgData name="Loc Huynh" userId="80c0383e323bd6ea" providerId="LiveId" clId="{AC168C92-BC10-354B-9520-87CD58AC4BAC}" dt="2023-09-13T11:14:34.772" v="1652" actId="14100"/>
        <pc:sldMkLst>
          <pc:docMk/>
          <pc:sldMk cId="1997632837" sldId="471"/>
        </pc:sldMkLst>
        <pc:spChg chg="mod">
          <ac:chgData name="Loc Huynh" userId="80c0383e323bd6ea" providerId="LiveId" clId="{AC168C92-BC10-354B-9520-87CD58AC4BAC}" dt="2023-09-13T11:07:27.972" v="1577" actId="14100"/>
          <ac:spMkLst>
            <pc:docMk/>
            <pc:sldMk cId="1997632837" sldId="471"/>
            <ac:spMk id="13" creationId="{CF8E5AFE-5ADF-8549-AA19-5349EFFD0015}"/>
          </ac:spMkLst>
        </pc:spChg>
        <pc:spChg chg="mod">
          <ac:chgData name="Loc Huynh" userId="80c0383e323bd6ea" providerId="LiveId" clId="{AC168C92-BC10-354B-9520-87CD58AC4BAC}" dt="2023-09-13T11:14:34.772" v="1652" actId="14100"/>
          <ac:spMkLst>
            <pc:docMk/>
            <pc:sldMk cId="1997632837" sldId="471"/>
            <ac:spMk id="14" creationId="{D742A93A-92B6-3B44-8730-BB18DFD6ED20}"/>
          </ac:spMkLst>
        </pc:spChg>
      </pc:sldChg>
      <pc:sldChg chg="modSp mod">
        <pc:chgData name="Loc Huynh" userId="80c0383e323bd6ea" providerId="LiveId" clId="{AC168C92-BC10-354B-9520-87CD58AC4BAC}" dt="2023-09-13T11:07:33.957" v="1578" actId="14100"/>
        <pc:sldMkLst>
          <pc:docMk/>
          <pc:sldMk cId="3934483243" sldId="472"/>
        </pc:sldMkLst>
        <pc:spChg chg="mod">
          <ac:chgData name="Loc Huynh" userId="80c0383e323bd6ea" providerId="LiveId" clId="{AC168C92-BC10-354B-9520-87CD58AC4BAC}" dt="2023-09-13T11:07:33.957" v="1578" actId="14100"/>
          <ac:spMkLst>
            <pc:docMk/>
            <pc:sldMk cId="3934483243" sldId="472"/>
            <ac:spMk id="12" creationId="{155E4025-4728-6547-882F-86215B9201A1}"/>
          </ac:spMkLst>
        </pc:spChg>
      </pc:sldChg>
      <pc:sldChg chg="modSp mod">
        <pc:chgData name="Loc Huynh" userId="80c0383e323bd6ea" providerId="LiveId" clId="{AC168C92-BC10-354B-9520-87CD58AC4BAC}" dt="2023-09-13T11:07:40.278" v="1579" actId="14100"/>
        <pc:sldMkLst>
          <pc:docMk/>
          <pc:sldMk cId="3915191108" sldId="473"/>
        </pc:sldMkLst>
        <pc:spChg chg="mod">
          <ac:chgData name="Loc Huynh" userId="80c0383e323bd6ea" providerId="LiveId" clId="{AC168C92-BC10-354B-9520-87CD58AC4BAC}" dt="2023-09-13T11:07:40.278" v="1579" actId="14100"/>
          <ac:spMkLst>
            <pc:docMk/>
            <pc:sldMk cId="3915191108" sldId="473"/>
            <ac:spMk id="8" creationId="{E2746794-A5E6-5D4B-8F68-5C63EC43737F}"/>
          </ac:spMkLst>
        </pc:spChg>
      </pc:sldChg>
      <pc:sldChg chg="modSp mod">
        <pc:chgData name="Loc Huynh" userId="80c0383e323bd6ea" providerId="LiveId" clId="{AC168C92-BC10-354B-9520-87CD58AC4BAC}" dt="2023-09-13T11:10:56.128" v="1621" actId="14100"/>
        <pc:sldMkLst>
          <pc:docMk/>
          <pc:sldMk cId="1242105478" sldId="474"/>
        </pc:sldMkLst>
        <pc:spChg chg="mod">
          <ac:chgData name="Loc Huynh" userId="80c0383e323bd6ea" providerId="LiveId" clId="{AC168C92-BC10-354B-9520-87CD58AC4BAC}" dt="2023-09-13T11:10:56.128" v="1621" actId="14100"/>
          <ac:spMkLst>
            <pc:docMk/>
            <pc:sldMk cId="1242105478" sldId="474"/>
            <ac:spMk id="7" creationId="{03A9A49A-8760-FC48-8E1C-8A867E0DC982}"/>
          </ac:spMkLst>
        </pc:spChg>
        <pc:spChg chg="mod">
          <ac:chgData name="Loc Huynh" userId="80c0383e323bd6ea" providerId="LiveId" clId="{AC168C92-BC10-354B-9520-87CD58AC4BAC}" dt="2023-09-13T11:09:15.792" v="1595" actId="1076"/>
          <ac:spMkLst>
            <pc:docMk/>
            <pc:sldMk cId="1242105478" sldId="474"/>
            <ac:spMk id="8" creationId="{7ECF8F5C-E57B-FE46-8DCB-ECF3061275E0}"/>
          </ac:spMkLst>
        </pc:spChg>
        <pc:spChg chg="mod">
          <ac:chgData name="Loc Huynh" userId="80c0383e323bd6ea" providerId="LiveId" clId="{AC168C92-BC10-354B-9520-87CD58AC4BAC}" dt="2023-09-13T11:08:29.564" v="1585" actId="14100"/>
          <ac:spMkLst>
            <pc:docMk/>
            <pc:sldMk cId="1242105478" sldId="474"/>
            <ac:spMk id="9" creationId="{E0B2BC97-FE1C-E44D-8451-2DC42EA9E39D}"/>
          </ac:spMkLst>
        </pc:spChg>
        <pc:spChg chg="mod">
          <ac:chgData name="Loc Huynh" userId="80c0383e323bd6ea" providerId="LiveId" clId="{AC168C92-BC10-354B-9520-87CD58AC4BAC}" dt="2023-09-13T11:08:16.435" v="1583" actId="255"/>
          <ac:spMkLst>
            <pc:docMk/>
            <pc:sldMk cId="1242105478" sldId="474"/>
            <ac:spMk id="10" creationId="{535C6297-4E11-3147-8597-F20F75516A2D}"/>
          </ac:spMkLst>
        </pc:spChg>
        <pc:spChg chg="mod">
          <ac:chgData name="Loc Huynh" userId="80c0383e323bd6ea" providerId="LiveId" clId="{AC168C92-BC10-354B-9520-87CD58AC4BAC}" dt="2023-09-13T11:09:22.047" v="1596" actId="1076"/>
          <ac:spMkLst>
            <pc:docMk/>
            <pc:sldMk cId="1242105478" sldId="474"/>
            <ac:spMk id="11" creationId="{02D69FDF-1EC3-B84B-8956-E9CBCEEA9D1B}"/>
          </ac:spMkLst>
        </pc:spChg>
        <pc:spChg chg="mod">
          <ac:chgData name="Loc Huynh" userId="80c0383e323bd6ea" providerId="LiveId" clId="{AC168C92-BC10-354B-9520-87CD58AC4BAC}" dt="2023-09-13T11:08:46.484" v="1590" actId="14100"/>
          <ac:spMkLst>
            <pc:docMk/>
            <pc:sldMk cId="1242105478" sldId="474"/>
            <ac:spMk id="25" creationId="{38D813B1-F736-8348-8C90-D25DA3EB6E1C}"/>
          </ac:spMkLst>
        </pc:spChg>
        <pc:spChg chg="mod">
          <ac:chgData name="Loc Huynh" userId="80c0383e323bd6ea" providerId="LiveId" clId="{AC168C92-BC10-354B-9520-87CD58AC4BAC}" dt="2023-09-13T11:10:10.276" v="1613" actId="1076"/>
          <ac:spMkLst>
            <pc:docMk/>
            <pc:sldMk cId="1242105478" sldId="474"/>
            <ac:spMk id="32" creationId="{60C190B3-A31D-E347-BA0A-C1CDFA90B8A8}"/>
          </ac:spMkLst>
        </pc:spChg>
        <pc:spChg chg="mod">
          <ac:chgData name="Loc Huynh" userId="80c0383e323bd6ea" providerId="LiveId" clId="{AC168C92-BC10-354B-9520-87CD58AC4BAC}" dt="2023-09-13T11:10:41.371" v="1617" actId="1036"/>
          <ac:spMkLst>
            <pc:docMk/>
            <pc:sldMk cId="1242105478" sldId="474"/>
            <ac:spMk id="33" creationId="{F0246D17-B7C2-C843-975A-1C55D8A114DB}"/>
          </ac:spMkLst>
        </pc:spChg>
        <pc:spChg chg="mod">
          <ac:chgData name="Loc Huynh" userId="80c0383e323bd6ea" providerId="LiveId" clId="{AC168C92-BC10-354B-9520-87CD58AC4BAC}" dt="2023-09-13T11:08:37.868" v="1587" actId="1076"/>
          <ac:spMkLst>
            <pc:docMk/>
            <pc:sldMk cId="1242105478" sldId="474"/>
            <ac:spMk id="35" creationId="{AE3F959C-6613-DB42-8551-4C0812B9423A}"/>
          </ac:spMkLst>
        </pc:spChg>
        <pc:spChg chg="mod">
          <ac:chgData name="Loc Huynh" userId="80c0383e323bd6ea" providerId="LiveId" clId="{AC168C92-BC10-354B-9520-87CD58AC4BAC}" dt="2023-09-13T11:09:03.134" v="1593" actId="1076"/>
          <ac:spMkLst>
            <pc:docMk/>
            <pc:sldMk cId="1242105478" sldId="474"/>
            <ac:spMk id="36" creationId="{04D49AAE-16B9-BE40-9B2A-370697F0878E}"/>
          </ac:spMkLst>
        </pc:spChg>
        <pc:spChg chg="mod">
          <ac:chgData name="Loc Huynh" userId="80c0383e323bd6ea" providerId="LiveId" clId="{AC168C92-BC10-354B-9520-87CD58AC4BAC}" dt="2023-09-13T11:09:11.270" v="1594" actId="1076"/>
          <ac:spMkLst>
            <pc:docMk/>
            <pc:sldMk cId="1242105478" sldId="474"/>
            <ac:spMk id="37" creationId="{065A310A-0436-C54D-86DD-B03BC35D76E8}"/>
          </ac:spMkLst>
        </pc:spChg>
        <pc:cxnChg chg="mod">
          <ac:chgData name="Loc Huynh" userId="80c0383e323bd6ea" providerId="LiveId" clId="{AC168C92-BC10-354B-9520-87CD58AC4BAC}" dt="2023-09-13T11:09:37.335" v="1602" actId="14100"/>
          <ac:cxnSpMkLst>
            <pc:docMk/>
            <pc:sldMk cId="1242105478" sldId="474"/>
            <ac:cxnSpMk id="13" creationId="{B332532D-A722-4F44-8DFA-A16288457A7F}"/>
          </ac:cxnSpMkLst>
        </pc:cxnChg>
        <pc:cxnChg chg="mod">
          <ac:chgData name="Loc Huynh" userId="80c0383e323bd6ea" providerId="LiveId" clId="{AC168C92-BC10-354B-9520-87CD58AC4BAC}" dt="2023-09-13T11:09:24.273" v="1597" actId="14100"/>
          <ac:cxnSpMkLst>
            <pc:docMk/>
            <pc:sldMk cId="1242105478" sldId="474"/>
            <ac:cxnSpMk id="17" creationId="{242BACA7-6C63-F44C-8A20-22DDFBCADD9B}"/>
          </ac:cxnSpMkLst>
        </pc:cxnChg>
        <pc:cxnChg chg="mod">
          <ac:chgData name="Loc Huynh" userId="80c0383e323bd6ea" providerId="LiveId" clId="{AC168C92-BC10-354B-9520-87CD58AC4BAC}" dt="2023-09-13T11:09:45.615" v="1603" actId="1076"/>
          <ac:cxnSpMkLst>
            <pc:docMk/>
            <pc:sldMk cId="1242105478" sldId="474"/>
            <ac:cxnSpMk id="41" creationId="{7A09A6CE-BF84-1C4C-9839-4506C244CB87}"/>
          </ac:cxnSpMkLst>
        </pc:cxnChg>
        <pc:cxnChg chg="mod">
          <ac:chgData name="Loc Huynh" userId="80c0383e323bd6ea" providerId="LiveId" clId="{AC168C92-BC10-354B-9520-87CD58AC4BAC}" dt="2023-09-13T11:09:53.751" v="1609" actId="1037"/>
          <ac:cxnSpMkLst>
            <pc:docMk/>
            <pc:sldMk cId="1242105478" sldId="474"/>
            <ac:cxnSpMk id="44" creationId="{70869ADA-38FF-6C46-997B-01601BC3B53D}"/>
          </ac:cxnSpMkLst>
        </pc:cxnChg>
        <pc:cxnChg chg="mod">
          <ac:chgData name="Loc Huynh" userId="80c0383e323bd6ea" providerId="LiveId" clId="{AC168C92-BC10-354B-9520-87CD58AC4BAC}" dt="2023-09-13T11:10:01.037" v="1610" actId="14100"/>
          <ac:cxnSpMkLst>
            <pc:docMk/>
            <pc:sldMk cId="1242105478" sldId="474"/>
            <ac:cxnSpMk id="46" creationId="{5DEE573E-59E5-D746-B3FB-5DBB3B27E7A5}"/>
          </ac:cxnSpMkLst>
        </pc:cxnChg>
        <pc:cxnChg chg="mod">
          <ac:chgData name="Loc Huynh" userId="80c0383e323bd6ea" providerId="LiveId" clId="{AC168C92-BC10-354B-9520-87CD58AC4BAC}" dt="2023-09-13T11:10:29.466" v="1615" actId="14100"/>
          <ac:cxnSpMkLst>
            <pc:docMk/>
            <pc:sldMk cId="1242105478" sldId="474"/>
            <ac:cxnSpMk id="54" creationId="{2D62C39C-BDC4-4D4F-8DE4-081D41FC101B}"/>
          </ac:cxnSpMkLst>
        </pc:cxnChg>
        <pc:cxnChg chg="mod">
          <ac:chgData name="Loc Huynh" userId="80c0383e323bd6ea" providerId="LiveId" clId="{AC168C92-BC10-354B-9520-87CD58AC4BAC}" dt="2023-09-13T11:10:43.758" v="1618" actId="1036"/>
          <ac:cxnSpMkLst>
            <pc:docMk/>
            <pc:sldMk cId="1242105478" sldId="474"/>
            <ac:cxnSpMk id="56" creationId="{E77FD24A-F670-1E45-9B84-3F16607832CE}"/>
          </ac:cxnSpMkLst>
        </pc:cxnChg>
      </pc:sldChg>
      <pc:sldChg chg="modSp mod">
        <pc:chgData name="Loc Huynh" userId="80c0383e323bd6ea" providerId="LiveId" clId="{AC168C92-BC10-354B-9520-87CD58AC4BAC}" dt="2023-09-13T11:12:38.593" v="1642" actId="20577"/>
        <pc:sldMkLst>
          <pc:docMk/>
          <pc:sldMk cId="4292046202" sldId="475"/>
        </pc:sldMkLst>
        <pc:spChg chg="mod">
          <ac:chgData name="Loc Huynh" userId="80c0383e323bd6ea" providerId="LiveId" clId="{AC168C92-BC10-354B-9520-87CD58AC4BAC}" dt="2023-09-13T11:12:17.707" v="1636" actId="20577"/>
          <ac:spMkLst>
            <pc:docMk/>
            <pc:sldMk cId="4292046202" sldId="475"/>
            <ac:spMk id="2" creationId="{00000000-0000-0000-0000-000000000000}"/>
          </ac:spMkLst>
        </pc:spChg>
        <pc:spChg chg="mod">
          <ac:chgData name="Loc Huynh" userId="80c0383e323bd6ea" providerId="LiveId" clId="{AC168C92-BC10-354B-9520-87CD58AC4BAC}" dt="2023-09-13T11:12:38.593" v="1642" actId="20577"/>
          <ac:spMkLst>
            <pc:docMk/>
            <pc:sldMk cId="4292046202" sldId="475"/>
            <ac:spMk id="24" creationId="{1DC4C6ED-DBBE-F844-9C53-9AFA24C1A7D5}"/>
          </ac:spMkLst>
        </pc:spChg>
        <pc:spChg chg="mod">
          <ac:chgData name="Loc Huynh" userId="80c0383e323bd6ea" providerId="LiveId" clId="{AC168C92-BC10-354B-9520-87CD58AC4BAC}" dt="2023-09-13T11:11:59.342" v="1632" actId="1076"/>
          <ac:spMkLst>
            <pc:docMk/>
            <pc:sldMk cId="4292046202" sldId="475"/>
            <ac:spMk id="28" creationId="{EF351290-CAF1-E74A-9379-674E3DCCF7D5}"/>
          </ac:spMkLst>
        </pc:spChg>
        <pc:spChg chg="mod">
          <ac:chgData name="Loc Huynh" userId="80c0383e323bd6ea" providerId="LiveId" clId="{AC168C92-BC10-354B-9520-87CD58AC4BAC}" dt="2023-09-13T11:12:08.309" v="1633" actId="1076"/>
          <ac:spMkLst>
            <pc:docMk/>
            <pc:sldMk cId="4292046202" sldId="475"/>
            <ac:spMk id="29" creationId="{DD594DF2-FD31-B74F-B472-EAA7368B207F}"/>
          </ac:spMkLst>
        </pc:spChg>
        <pc:spChg chg="mod">
          <ac:chgData name="Loc Huynh" userId="80c0383e323bd6ea" providerId="LiveId" clId="{AC168C92-BC10-354B-9520-87CD58AC4BAC}" dt="2023-09-13T11:12:13.868" v="1634" actId="1076"/>
          <ac:spMkLst>
            <pc:docMk/>
            <pc:sldMk cId="4292046202" sldId="475"/>
            <ac:spMk id="30" creationId="{AD1DAF9A-BD96-F647-8725-FD19487DC555}"/>
          </ac:spMkLst>
        </pc:spChg>
        <pc:spChg chg="mod">
          <ac:chgData name="Loc Huynh" userId="80c0383e323bd6ea" providerId="LiveId" clId="{AC168C92-BC10-354B-9520-87CD58AC4BAC}" dt="2023-09-13T11:11:55.550" v="1631" actId="1076"/>
          <ac:spMkLst>
            <pc:docMk/>
            <pc:sldMk cId="4292046202" sldId="475"/>
            <ac:spMk id="34" creationId="{FB1A7FA0-DFE5-5C4C-8EBA-424C0CF84F49}"/>
          </ac:spMkLst>
        </pc:spChg>
        <pc:spChg chg="mod">
          <ac:chgData name="Loc Huynh" userId="80c0383e323bd6ea" providerId="LiveId" clId="{AC168C92-BC10-354B-9520-87CD58AC4BAC}" dt="2023-09-13T11:11:36.492" v="1630" actId="14100"/>
          <ac:spMkLst>
            <pc:docMk/>
            <pc:sldMk cId="4292046202" sldId="475"/>
            <ac:spMk id="40" creationId="{4911A666-E045-B542-9925-585481B87B25}"/>
          </ac:spMkLst>
        </pc:spChg>
        <pc:grpChg chg="mod">
          <ac:chgData name="Loc Huynh" userId="80c0383e323bd6ea" providerId="LiveId" clId="{AC168C92-BC10-354B-9520-87CD58AC4BAC}" dt="2023-09-13T11:11:24.614" v="1626" actId="14100"/>
          <ac:grpSpMkLst>
            <pc:docMk/>
            <pc:sldMk cId="4292046202" sldId="475"/>
            <ac:grpSpMk id="14" creationId="{8251591F-C8E3-6844-A07F-A81F38C94C12}"/>
          </ac:grpSpMkLst>
        </pc:grpChg>
      </pc:sldChg>
      <pc:sldChg chg="modSp mod">
        <pc:chgData name="Loc Huynh" userId="80c0383e323bd6ea" providerId="LiveId" clId="{AC168C92-BC10-354B-9520-87CD58AC4BAC}" dt="2023-09-13T11:13:28.936" v="1647" actId="1076"/>
        <pc:sldMkLst>
          <pc:docMk/>
          <pc:sldMk cId="1875871481" sldId="480"/>
        </pc:sldMkLst>
        <pc:spChg chg="mod">
          <ac:chgData name="Loc Huynh" userId="80c0383e323bd6ea" providerId="LiveId" clId="{AC168C92-BC10-354B-9520-87CD58AC4BAC}" dt="2023-09-13T11:13:26.722" v="1646" actId="14100"/>
          <ac:spMkLst>
            <pc:docMk/>
            <pc:sldMk cId="1875871481" sldId="480"/>
            <ac:spMk id="7" creationId="{162C9B1B-AD7F-8D4C-90CB-A0C646A54532}"/>
          </ac:spMkLst>
        </pc:spChg>
        <pc:spChg chg="mod">
          <ac:chgData name="Loc Huynh" userId="80c0383e323bd6ea" providerId="LiveId" clId="{AC168C92-BC10-354B-9520-87CD58AC4BAC}" dt="2023-09-13T11:13:28.936" v="1647" actId="1076"/>
          <ac:spMkLst>
            <pc:docMk/>
            <pc:sldMk cId="1875871481" sldId="480"/>
            <ac:spMk id="11" creationId="{7A5714F0-3F48-FB48-950A-8006C6974611}"/>
          </ac:spMkLst>
        </pc:spChg>
        <pc:spChg chg="mod">
          <ac:chgData name="Loc Huynh" userId="80c0383e323bd6ea" providerId="LiveId" clId="{AC168C92-BC10-354B-9520-87CD58AC4BAC}" dt="2023-09-13T11:13:24.349" v="1645" actId="14100"/>
          <ac:spMkLst>
            <pc:docMk/>
            <pc:sldMk cId="1875871481" sldId="480"/>
            <ac:spMk id="24" creationId="{03D1B279-DA61-5E4C-B4EE-0B2EA31B38A3}"/>
          </ac:spMkLst>
        </pc:spChg>
      </pc:sldChg>
      <pc:sldChg chg="addSp delSp modSp add mod ord">
        <pc:chgData name="Loc Huynh" userId="80c0383e323bd6ea" providerId="LiveId" clId="{AC168C92-BC10-354B-9520-87CD58AC4BAC}" dt="2023-09-13T08:36:38.893" v="1119" actId="20577"/>
        <pc:sldMkLst>
          <pc:docMk/>
          <pc:sldMk cId="2353403814" sldId="493"/>
        </pc:sldMkLst>
        <pc:spChg chg="mod">
          <ac:chgData name="Loc Huynh" userId="80c0383e323bd6ea" providerId="LiveId" clId="{AC168C92-BC10-354B-9520-87CD58AC4BAC}" dt="2023-09-13T08:36:38.893" v="1119" actId="20577"/>
          <ac:spMkLst>
            <pc:docMk/>
            <pc:sldMk cId="2353403814" sldId="493"/>
            <ac:spMk id="3" creationId="{2367EAE8-B0EA-5F48-8E8B-1FAEEDF05579}"/>
          </ac:spMkLst>
        </pc:spChg>
        <pc:spChg chg="del mod topLvl">
          <ac:chgData name="Loc Huynh" userId="80c0383e323bd6ea" providerId="LiveId" clId="{AC168C92-BC10-354B-9520-87CD58AC4BAC}" dt="2023-09-13T07:46:37.925" v="396" actId="478"/>
          <ac:spMkLst>
            <pc:docMk/>
            <pc:sldMk cId="2353403814" sldId="493"/>
            <ac:spMk id="8" creationId="{18B1401B-5055-911F-2600-AB4ED607CF42}"/>
          </ac:spMkLst>
        </pc:spChg>
        <pc:spChg chg="del">
          <ac:chgData name="Loc Huynh" userId="80c0383e323bd6ea" providerId="LiveId" clId="{AC168C92-BC10-354B-9520-87CD58AC4BAC}" dt="2023-09-13T07:43:03.802" v="390" actId="478"/>
          <ac:spMkLst>
            <pc:docMk/>
            <pc:sldMk cId="2353403814" sldId="493"/>
            <ac:spMk id="9" creationId="{840A3FFA-F31F-8E4E-8C11-7FD8F154C13E}"/>
          </ac:spMkLst>
        </pc:spChg>
        <pc:spChg chg="mod">
          <ac:chgData name="Loc Huynh" userId="80c0383e323bd6ea" providerId="LiveId" clId="{AC168C92-BC10-354B-9520-87CD58AC4BAC}" dt="2023-09-13T08:31:27.619" v="1066" actId="1076"/>
          <ac:spMkLst>
            <pc:docMk/>
            <pc:sldMk cId="2353403814" sldId="493"/>
            <ac:spMk id="11" creationId="{BC2E18B4-C663-F1EF-ACCD-E12E4C3680D5}"/>
          </ac:spMkLst>
        </pc:spChg>
        <pc:grpChg chg="add del mod">
          <ac:chgData name="Loc Huynh" userId="80c0383e323bd6ea" providerId="LiveId" clId="{AC168C92-BC10-354B-9520-87CD58AC4BAC}" dt="2023-09-13T07:46:37.925" v="396" actId="478"/>
          <ac:grpSpMkLst>
            <pc:docMk/>
            <pc:sldMk cId="2353403814" sldId="493"/>
            <ac:grpSpMk id="6" creationId="{B7674FBF-2CAA-6744-CF6D-FEC8C6CFB514}"/>
          </ac:grpSpMkLst>
        </pc:grpChg>
        <pc:grpChg chg="mod topLvl">
          <ac:chgData name="Loc Huynh" userId="80c0383e323bd6ea" providerId="LiveId" clId="{AC168C92-BC10-354B-9520-87CD58AC4BAC}" dt="2023-09-13T08:31:27.619" v="1066" actId="1076"/>
          <ac:grpSpMkLst>
            <pc:docMk/>
            <pc:sldMk cId="2353403814" sldId="493"/>
            <ac:grpSpMk id="7" creationId="{FB6E7379-F1BF-0A43-FB34-19030085C70D}"/>
          </ac:grpSpMkLst>
        </pc:grpChg>
        <pc:picChg chg="mod">
          <ac:chgData name="Loc Huynh" userId="80c0383e323bd6ea" providerId="LiveId" clId="{AC168C92-BC10-354B-9520-87CD58AC4BAC}" dt="2023-09-13T08:31:27.619" v="1066" actId="1076"/>
          <ac:picMkLst>
            <pc:docMk/>
            <pc:sldMk cId="2353403814" sldId="493"/>
            <ac:picMk id="10" creationId="{B188738F-5A9C-5BDE-238B-8F21346E5803}"/>
          </ac:picMkLst>
        </pc:picChg>
        <pc:picChg chg="del">
          <ac:chgData name="Loc Huynh" userId="80c0383e323bd6ea" providerId="LiveId" clId="{AC168C92-BC10-354B-9520-87CD58AC4BAC}" dt="2023-09-13T07:43:01.397" v="388" actId="478"/>
          <ac:picMkLst>
            <pc:docMk/>
            <pc:sldMk cId="2353403814" sldId="493"/>
            <ac:picMk id="2052" creationId="{44657C20-871D-8447-BED3-972142C9EC42}"/>
          </ac:picMkLst>
        </pc:picChg>
        <pc:picChg chg="del">
          <ac:chgData name="Loc Huynh" userId="80c0383e323bd6ea" providerId="LiveId" clId="{AC168C92-BC10-354B-9520-87CD58AC4BAC}" dt="2023-09-13T07:43:03.012" v="389" actId="478"/>
          <ac:picMkLst>
            <pc:docMk/>
            <pc:sldMk cId="2353403814" sldId="493"/>
            <ac:picMk id="2054" creationId="{FA47C0FF-84DC-4A4E-A954-74EBB20B6326}"/>
          </ac:picMkLst>
        </pc:picChg>
      </pc:sldChg>
      <pc:sldChg chg="addSp delSp modSp add mod modNotesTx">
        <pc:chgData name="Loc Huynh" userId="80c0383e323bd6ea" providerId="LiveId" clId="{AC168C92-BC10-354B-9520-87CD58AC4BAC}" dt="2023-09-13T08:38:54.198" v="1230" actId="1076"/>
        <pc:sldMkLst>
          <pc:docMk/>
          <pc:sldMk cId="1075784339" sldId="494"/>
        </pc:sldMkLst>
        <pc:spChg chg="mod">
          <ac:chgData name="Loc Huynh" userId="80c0383e323bd6ea" providerId="LiveId" clId="{AC168C92-BC10-354B-9520-87CD58AC4BAC}" dt="2023-09-13T08:38:27.877" v="1226" actId="207"/>
          <ac:spMkLst>
            <pc:docMk/>
            <pc:sldMk cId="1075784339" sldId="494"/>
            <ac:spMk id="3" creationId="{176A9FE1-2294-4F44-B43C-EB2898277BF1}"/>
          </ac:spMkLst>
        </pc:spChg>
        <pc:spChg chg="del">
          <ac:chgData name="Loc Huynh" userId="80c0383e323bd6ea" providerId="LiveId" clId="{AC168C92-BC10-354B-9520-87CD58AC4BAC}" dt="2023-09-13T08:35:58.080" v="1075" actId="478"/>
          <ac:spMkLst>
            <pc:docMk/>
            <pc:sldMk cId="1075784339" sldId="494"/>
            <ac:spMk id="6" creationId="{EBC161D7-1BE9-AC42-BDB8-843AFEA7F5AC}"/>
          </ac:spMkLst>
        </pc:spChg>
        <pc:spChg chg="del topLvl">
          <ac:chgData name="Loc Huynh" userId="80c0383e323bd6ea" providerId="LiveId" clId="{AC168C92-BC10-354B-9520-87CD58AC4BAC}" dt="2023-09-13T08:35:56.495" v="1074" actId="478"/>
          <ac:spMkLst>
            <pc:docMk/>
            <pc:sldMk cId="1075784339" sldId="494"/>
            <ac:spMk id="7" creationId="{9D65668A-A5C9-454A-9FF1-1F3C583F0163}"/>
          </ac:spMkLst>
        </pc:spChg>
        <pc:spChg chg="add mod">
          <ac:chgData name="Loc Huynh" userId="80c0383e323bd6ea" providerId="LiveId" clId="{AC168C92-BC10-354B-9520-87CD58AC4BAC}" dt="2023-09-13T08:35:53.101" v="1073" actId="1076"/>
          <ac:spMkLst>
            <pc:docMk/>
            <pc:sldMk cId="1075784339" sldId="494"/>
            <ac:spMk id="11" creationId="{32B495B4-AFE4-A824-6A55-FFD4F92BEA27}"/>
          </ac:spMkLst>
        </pc:spChg>
        <pc:grpChg chg="topLvl">
          <ac:chgData name="Loc Huynh" userId="80c0383e323bd6ea" providerId="LiveId" clId="{AC168C92-BC10-354B-9520-87CD58AC4BAC}" dt="2023-09-13T08:35:56.495" v="1074" actId="478"/>
          <ac:grpSpMkLst>
            <pc:docMk/>
            <pc:sldMk cId="1075784339" sldId="494"/>
            <ac:grpSpMk id="9" creationId="{56E127BF-C41B-0D42-AFC9-0B85C2EBFD28}"/>
          </ac:grpSpMkLst>
        </pc:grpChg>
        <pc:grpChg chg="del">
          <ac:chgData name="Loc Huynh" userId="80c0383e323bd6ea" providerId="LiveId" clId="{AC168C92-BC10-354B-9520-87CD58AC4BAC}" dt="2023-09-13T08:35:56.495" v="1074" actId="478"/>
          <ac:grpSpMkLst>
            <pc:docMk/>
            <pc:sldMk cId="1075784339" sldId="494"/>
            <ac:grpSpMk id="10" creationId="{A4EEE53E-6680-0D49-8F3B-8637E8F36575}"/>
          </ac:grpSpMkLst>
        </pc:grpChg>
        <pc:picChg chg="add mod">
          <ac:chgData name="Loc Huynh" userId="80c0383e323bd6ea" providerId="LiveId" clId="{AC168C92-BC10-354B-9520-87CD58AC4BAC}" dt="2023-09-13T08:38:54.198" v="1230" actId="1076"/>
          <ac:picMkLst>
            <pc:docMk/>
            <pc:sldMk cId="1075784339" sldId="494"/>
            <ac:picMk id="12" creationId="{A9A46A98-DA63-387D-B328-1DA8E3C5408C}"/>
          </ac:picMkLst>
        </pc:picChg>
      </pc:sldChg>
      <pc:sldChg chg="addSp delSp modSp add del mod chgLayout">
        <pc:chgData name="Loc Huynh" userId="80c0383e323bd6ea" providerId="LiveId" clId="{AC168C92-BC10-354B-9520-87CD58AC4BAC}" dt="2023-09-13T08:35:26.429" v="1070" actId="2696"/>
        <pc:sldMkLst>
          <pc:docMk/>
          <pc:sldMk cId="3492196897" sldId="494"/>
        </pc:sldMkLst>
        <pc:spChg chg="mod ord">
          <ac:chgData name="Loc Huynh" userId="80c0383e323bd6ea" providerId="LiveId" clId="{AC168C92-BC10-354B-9520-87CD58AC4BAC}" dt="2023-09-13T07:36:38.480" v="292" actId="700"/>
          <ac:spMkLst>
            <pc:docMk/>
            <pc:sldMk cId="3492196897" sldId="494"/>
            <ac:spMk id="2" creationId="{77B9269B-79C8-1341-B6DB-813F3CC2A24B}"/>
          </ac:spMkLst>
        </pc:spChg>
        <pc:spChg chg="mod ord">
          <ac:chgData name="Loc Huynh" userId="80c0383e323bd6ea" providerId="LiveId" clId="{AC168C92-BC10-354B-9520-87CD58AC4BAC}" dt="2023-09-13T07:36:38.480" v="292" actId="700"/>
          <ac:spMkLst>
            <pc:docMk/>
            <pc:sldMk cId="3492196897" sldId="494"/>
            <ac:spMk id="4" creationId="{7DEC8261-703F-AC42-8F39-91BBEA1E582C}"/>
          </ac:spMkLst>
        </pc:spChg>
        <pc:spChg chg="mod ord">
          <ac:chgData name="Loc Huynh" userId="80c0383e323bd6ea" providerId="LiveId" clId="{AC168C92-BC10-354B-9520-87CD58AC4BAC}" dt="2023-09-13T07:36:38.480" v="292" actId="700"/>
          <ac:spMkLst>
            <pc:docMk/>
            <pc:sldMk cId="3492196897" sldId="494"/>
            <ac:spMk id="5" creationId="{2F417248-1216-FA4A-9457-008CBF269BA2}"/>
          </ac:spMkLst>
        </pc:spChg>
        <pc:spChg chg="add del mod">
          <ac:chgData name="Loc Huynh" userId="80c0383e323bd6ea" providerId="LiveId" clId="{AC168C92-BC10-354B-9520-87CD58AC4BAC}" dt="2023-09-13T07:34:44.174" v="282" actId="478"/>
          <ac:spMkLst>
            <pc:docMk/>
            <pc:sldMk cId="3492196897" sldId="494"/>
            <ac:spMk id="8" creationId="{64F778E1-BF60-CAD1-C859-C87424E45A1A}"/>
          </ac:spMkLst>
        </pc:spChg>
        <pc:spChg chg="add del mod">
          <ac:chgData name="Loc Huynh" userId="80c0383e323bd6ea" providerId="LiveId" clId="{AC168C92-BC10-354B-9520-87CD58AC4BAC}" dt="2023-09-13T07:36:05.415" v="291" actId="478"/>
          <ac:spMkLst>
            <pc:docMk/>
            <pc:sldMk cId="3492196897" sldId="494"/>
            <ac:spMk id="9" creationId="{36260321-AC6E-788B-A5FB-F6572C0EDF85}"/>
          </ac:spMkLst>
        </pc:spChg>
        <pc:spChg chg="add del mod ord">
          <ac:chgData name="Loc Huynh" userId="80c0383e323bd6ea" providerId="LiveId" clId="{AC168C92-BC10-354B-9520-87CD58AC4BAC}" dt="2023-09-13T07:36:50.911" v="293" actId="931"/>
          <ac:spMkLst>
            <pc:docMk/>
            <pc:sldMk cId="3492196897" sldId="494"/>
            <ac:spMk id="11" creationId="{15AB4FD3-2CF3-C71B-284F-E7FFF57EB155}"/>
          </ac:spMkLst>
        </pc:spChg>
        <pc:spChg chg="mod">
          <ac:chgData name="Loc Huynh" userId="80c0383e323bd6ea" providerId="LiveId" clId="{AC168C92-BC10-354B-9520-87CD58AC4BAC}" dt="2023-09-13T07:37:13.511" v="295" actId="1076"/>
          <ac:spMkLst>
            <pc:docMk/>
            <pc:sldMk cId="3492196897" sldId="494"/>
            <ac:spMk id="13" creationId="{87097C54-B524-8787-FDB6-7E3F9915F6A0}"/>
          </ac:spMkLst>
        </pc:spChg>
        <pc:picChg chg="add del mod">
          <ac:chgData name="Loc Huynh" userId="80c0383e323bd6ea" providerId="LiveId" clId="{AC168C92-BC10-354B-9520-87CD58AC4BAC}" dt="2023-09-13T07:35:57.717" v="288" actId="478"/>
          <ac:picMkLst>
            <pc:docMk/>
            <pc:sldMk cId="3492196897" sldId="494"/>
            <ac:picMk id="6" creationId="{5E443622-575B-660C-945A-66B90004527E}"/>
          </ac:picMkLst>
        </pc:picChg>
        <pc:picChg chg="del">
          <ac:chgData name="Loc Huynh" userId="80c0383e323bd6ea" providerId="LiveId" clId="{AC168C92-BC10-354B-9520-87CD58AC4BAC}" dt="2023-09-13T07:34:32.083" v="280" actId="478"/>
          <ac:picMkLst>
            <pc:docMk/>
            <pc:sldMk cId="3492196897" sldId="494"/>
            <ac:picMk id="10" creationId="{609188E1-629E-12C7-89E8-A6BDBA659F3C}"/>
          </ac:picMkLst>
        </pc:picChg>
        <pc:picChg chg="del">
          <ac:chgData name="Loc Huynh" userId="80c0383e323bd6ea" providerId="LiveId" clId="{AC168C92-BC10-354B-9520-87CD58AC4BAC}" dt="2023-09-13T07:34:45.517" v="283" actId="478"/>
          <ac:picMkLst>
            <pc:docMk/>
            <pc:sldMk cId="3492196897" sldId="494"/>
            <ac:picMk id="12" creationId="{19FD5092-F839-2AF7-ACED-1EC90FEE6765}"/>
          </ac:picMkLst>
        </pc:picChg>
        <pc:picChg chg="add mod">
          <ac:chgData name="Loc Huynh" userId="80c0383e323bd6ea" providerId="LiveId" clId="{AC168C92-BC10-354B-9520-87CD58AC4BAC}" dt="2023-09-13T07:36:50.911" v="293" actId="931"/>
          <ac:picMkLst>
            <pc:docMk/>
            <pc:sldMk cId="3492196897" sldId="494"/>
            <ac:picMk id="15" creationId="{BCF34F2E-E0BA-B778-EBDD-2B9B7EE49F84}"/>
          </ac:picMkLst>
        </pc:picChg>
      </pc:sldChg>
      <pc:sldChg chg="modSp mod">
        <pc:chgData name="Loc Huynh" userId="80c0383e323bd6ea" providerId="LiveId" clId="{AC168C92-BC10-354B-9520-87CD58AC4BAC}" dt="2023-09-13T11:05:52.317" v="1566" actId="14100"/>
        <pc:sldMkLst>
          <pc:docMk/>
          <pc:sldMk cId="3887065777" sldId="495"/>
        </pc:sldMkLst>
        <pc:spChg chg="mod">
          <ac:chgData name="Loc Huynh" userId="80c0383e323bd6ea" providerId="LiveId" clId="{AC168C92-BC10-354B-9520-87CD58AC4BAC}" dt="2023-09-13T11:05:52.317" v="1566" actId="14100"/>
          <ac:spMkLst>
            <pc:docMk/>
            <pc:sldMk cId="3887065777" sldId="495"/>
            <ac:spMk id="3" creationId="{FB20DB8C-1C89-CCD3-C728-ED46C18517F2}"/>
          </ac:spMkLst>
        </pc:spChg>
      </pc:sldChg>
      <pc:sldChg chg="modSp mod">
        <pc:chgData name="Loc Huynh" userId="80c0383e323bd6ea" providerId="LiveId" clId="{AC168C92-BC10-354B-9520-87CD58AC4BAC}" dt="2023-09-13T11:04:20.063" v="1549" actId="14100"/>
        <pc:sldMkLst>
          <pc:docMk/>
          <pc:sldMk cId="1922161333" sldId="496"/>
        </pc:sldMkLst>
        <pc:spChg chg="mod">
          <ac:chgData name="Loc Huynh" userId="80c0383e323bd6ea" providerId="LiveId" clId="{AC168C92-BC10-354B-9520-87CD58AC4BAC}" dt="2023-09-13T11:04:20.063" v="1549" actId="14100"/>
          <ac:spMkLst>
            <pc:docMk/>
            <pc:sldMk cId="1922161333" sldId="496"/>
            <ac:spMk id="7" creationId="{F15FABF9-88B9-112D-C1A1-EFD343147104}"/>
          </ac:spMkLst>
        </pc:spChg>
      </pc:sldChg>
      <pc:sldChg chg="modSp mod">
        <pc:chgData name="Loc Huynh" userId="80c0383e323bd6ea" providerId="LiveId" clId="{AC168C92-BC10-354B-9520-87CD58AC4BAC}" dt="2023-09-13T11:06:07.640" v="1568" actId="14100"/>
        <pc:sldMkLst>
          <pc:docMk/>
          <pc:sldMk cId="1152783581" sldId="497"/>
        </pc:sldMkLst>
        <pc:spChg chg="mod">
          <ac:chgData name="Loc Huynh" userId="80c0383e323bd6ea" providerId="LiveId" clId="{AC168C92-BC10-354B-9520-87CD58AC4BAC}" dt="2023-09-13T11:06:07.640" v="1568" actId="14100"/>
          <ac:spMkLst>
            <pc:docMk/>
            <pc:sldMk cId="1152783581" sldId="497"/>
            <ac:spMk id="3" creationId="{1026FBB4-1B9B-BA3F-B3B1-AFC2991BD373}"/>
          </ac:spMkLst>
        </pc:spChg>
      </pc:sldChg>
      <pc:sldChg chg="modSp mod">
        <pc:chgData name="Loc Huynh" userId="80c0383e323bd6ea" providerId="LiveId" clId="{AC168C92-BC10-354B-9520-87CD58AC4BAC}" dt="2023-09-13T11:04:31.944" v="1552" actId="1076"/>
        <pc:sldMkLst>
          <pc:docMk/>
          <pc:sldMk cId="2317161822" sldId="498"/>
        </pc:sldMkLst>
        <pc:spChg chg="mod">
          <ac:chgData name="Loc Huynh" userId="80c0383e323bd6ea" providerId="LiveId" clId="{AC168C92-BC10-354B-9520-87CD58AC4BAC}" dt="2023-09-13T11:04:31.944" v="1552" actId="1076"/>
          <ac:spMkLst>
            <pc:docMk/>
            <pc:sldMk cId="2317161822" sldId="498"/>
            <ac:spMk id="7" creationId="{A8D4045D-E969-D462-3D06-825F50FADA02}"/>
          </ac:spMkLst>
        </pc:spChg>
      </pc:sldChg>
      <pc:sldMasterChg chg="delSldLayout modSldLayout">
        <pc:chgData name="Loc Huynh" userId="80c0383e323bd6ea" providerId="LiveId" clId="{AC168C92-BC10-354B-9520-87CD58AC4BAC}" dt="2023-09-13T07:48:44.962" v="426" actId="2696"/>
        <pc:sldMasterMkLst>
          <pc:docMk/>
          <pc:sldMasterMk cId="3606943067" sldId="2147483660"/>
        </pc:sldMasterMkLst>
        <pc:sldLayoutChg chg="modSp mod">
          <pc:chgData name="Loc Huynh" userId="80c0383e323bd6ea" providerId="LiveId" clId="{AC168C92-BC10-354B-9520-87CD58AC4BAC}" dt="2023-09-13T07:12:01.765" v="147" actId="255"/>
          <pc:sldLayoutMkLst>
            <pc:docMk/>
            <pc:sldMasterMk cId="3606943067" sldId="2147483660"/>
            <pc:sldLayoutMk cId="2558408553" sldId="2147483665"/>
          </pc:sldLayoutMkLst>
          <pc:spChg chg="mod">
            <ac:chgData name="Loc Huynh" userId="80c0383e323bd6ea" providerId="LiveId" clId="{AC168C92-BC10-354B-9520-87CD58AC4BAC}" dt="2023-09-13T07:11:54.590" v="146" actId="255"/>
            <ac:spMkLst>
              <pc:docMk/>
              <pc:sldMasterMk cId="3606943067" sldId="2147483660"/>
              <pc:sldLayoutMk cId="2558408553" sldId="2147483665"/>
              <ac:spMk id="3" creationId="{00000000-0000-0000-0000-000000000000}"/>
            </ac:spMkLst>
          </pc:spChg>
          <pc:spChg chg="mod">
            <ac:chgData name="Loc Huynh" userId="80c0383e323bd6ea" providerId="LiveId" clId="{AC168C92-BC10-354B-9520-87CD58AC4BAC}" dt="2023-09-13T07:11:35.269" v="141" actId="1035"/>
            <ac:spMkLst>
              <pc:docMk/>
              <pc:sldMasterMk cId="3606943067" sldId="2147483660"/>
              <pc:sldLayoutMk cId="2558408553" sldId="2147483665"/>
              <ac:spMk id="4" creationId="{00000000-0000-0000-0000-000000000000}"/>
            </ac:spMkLst>
          </pc:spChg>
          <pc:spChg chg="mod">
            <ac:chgData name="Loc Huynh" userId="80c0383e323bd6ea" providerId="LiveId" clId="{AC168C92-BC10-354B-9520-87CD58AC4BAC}" dt="2023-09-13T07:12:01.765" v="147" actId="255"/>
            <ac:spMkLst>
              <pc:docMk/>
              <pc:sldMasterMk cId="3606943067" sldId="2147483660"/>
              <pc:sldLayoutMk cId="2558408553" sldId="2147483665"/>
              <ac:spMk id="5" creationId="{00000000-0000-0000-0000-000000000000}"/>
            </ac:spMkLst>
          </pc:spChg>
          <pc:spChg chg="mod">
            <ac:chgData name="Loc Huynh" userId="80c0383e323bd6ea" providerId="LiveId" clId="{AC168C92-BC10-354B-9520-87CD58AC4BAC}" dt="2023-09-13T07:11:35.269" v="141" actId="1035"/>
            <ac:spMkLst>
              <pc:docMk/>
              <pc:sldMasterMk cId="3606943067" sldId="2147483660"/>
              <pc:sldLayoutMk cId="2558408553" sldId="2147483665"/>
              <ac:spMk id="6" creationId="{00000000-0000-0000-0000-000000000000}"/>
            </ac:spMkLst>
          </pc:spChg>
        </pc:sldLayoutChg>
        <pc:sldLayoutChg chg="del">
          <pc:chgData name="Loc Huynh" userId="80c0383e323bd6ea" providerId="LiveId" clId="{AC168C92-BC10-354B-9520-87CD58AC4BAC}" dt="2023-09-13T07:48:44.962" v="426" actId="2696"/>
          <pc:sldLayoutMkLst>
            <pc:docMk/>
            <pc:sldMasterMk cId="3606943067" sldId="2147483660"/>
            <pc:sldLayoutMk cId="1213842730" sldId="2147483668"/>
          </pc:sldLayoutMkLst>
        </pc:sldLayoutChg>
      </pc:sldMasterChg>
    </pc:docChg>
  </pc:docChgLst>
  <pc:docChgLst>
    <pc:chgData name="Loc Huynh" userId="80c0383e323bd6ea" providerId="LiveId" clId="{FFC07FDF-56AE-4948-ACC0-E3255C161FA8}"/>
    <pc:docChg chg="custSel addSld delSld modSld">
      <pc:chgData name="Loc Huynh" userId="80c0383e323bd6ea" providerId="LiveId" clId="{FFC07FDF-56AE-4948-ACC0-E3255C161FA8}" dt="2023-09-12T00:52:16.823" v="422" actId="20577"/>
      <pc:docMkLst>
        <pc:docMk/>
      </pc:docMkLst>
      <pc:sldChg chg="add del">
        <pc:chgData name="Loc Huynh" userId="80c0383e323bd6ea" providerId="LiveId" clId="{FFC07FDF-56AE-4948-ACC0-E3255C161FA8}" dt="2023-09-12T00:35:38.874" v="113" actId="2696"/>
        <pc:sldMkLst>
          <pc:docMk/>
          <pc:sldMk cId="0" sldId="292"/>
        </pc:sldMkLst>
      </pc:sldChg>
      <pc:sldChg chg="modSp add del mod">
        <pc:chgData name="Loc Huynh" userId="80c0383e323bd6ea" providerId="LiveId" clId="{FFC07FDF-56AE-4948-ACC0-E3255C161FA8}" dt="2023-09-12T00:36:46.528" v="119" actId="2696"/>
        <pc:sldMkLst>
          <pc:docMk/>
          <pc:sldMk cId="1841662302" sldId="300"/>
        </pc:sldMkLst>
        <pc:spChg chg="mod">
          <ac:chgData name="Loc Huynh" userId="80c0383e323bd6ea" providerId="LiveId" clId="{FFC07FDF-56AE-4948-ACC0-E3255C161FA8}" dt="2023-09-12T00:35:33.195" v="38" actId="27636"/>
          <ac:spMkLst>
            <pc:docMk/>
            <pc:sldMk cId="1841662302" sldId="300"/>
            <ac:spMk id="2" creationId="{707B5CBE-3939-F54D-A22C-69B71CE11473}"/>
          </ac:spMkLst>
        </pc:spChg>
      </pc:sldChg>
      <pc:sldChg chg="del">
        <pc:chgData name="Loc Huynh" userId="80c0383e323bd6ea" providerId="LiveId" clId="{FFC07FDF-56AE-4948-ACC0-E3255C161FA8}" dt="2023-09-12T00:36:32.095" v="114" actId="2696"/>
        <pc:sldMkLst>
          <pc:docMk/>
          <pc:sldMk cId="2329642701" sldId="304"/>
        </pc:sldMkLst>
      </pc:sldChg>
      <pc:sldChg chg="modSp add mod">
        <pc:chgData name="Loc Huynh" userId="80c0383e323bd6ea" providerId="LiveId" clId="{FFC07FDF-56AE-4948-ACC0-E3255C161FA8}" dt="2023-09-12T00:50:39.234" v="404" actId="207"/>
        <pc:sldMkLst>
          <pc:docMk/>
          <pc:sldMk cId="2463610150" sldId="304"/>
        </pc:sldMkLst>
        <pc:spChg chg="mod">
          <ac:chgData name="Loc Huynh" userId="80c0383e323bd6ea" providerId="LiveId" clId="{FFC07FDF-56AE-4948-ACC0-E3255C161FA8}" dt="2023-09-12T00:50:39.234" v="404" actId="207"/>
          <ac:spMkLst>
            <pc:docMk/>
            <pc:sldMk cId="2463610150" sldId="304"/>
            <ac:spMk id="3" creationId="{F68C27CE-6A1E-0840-BC2F-D1738F041307}"/>
          </ac:spMkLst>
        </pc:spChg>
        <pc:spChg chg="mod">
          <ac:chgData name="Loc Huynh" userId="80c0383e323bd6ea" providerId="LiveId" clId="{FFC07FDF-56AE-4948-ACC0-E3255C161FA8}" dt="2023-09-12T00:48:01.660" v="321" actId="20577"/>
          <ac:spMkLst>
            <pc:docMk/>
            <pc:sldMk cId="2463610150" sldId="304"/>
            <ac:spMk id="5" creationId="{DC2E42D6-F01F-DA42-B0A3-CE37CE665C24}"/>
          </ac:spMkLst>
        </pc:spChg>
      </pc:sldChg>
      <pc:sldChg chg="delSp add del mod">
        <pc:chgData name="Loc Huynh" userId="80c0383e323bd6ea" providerId="LiveId" clId="{FFC07FDF-56AE-4948-ACC0-E3255C161FA8}" dt="2023-09-12T00:45:01.913" v="284" actId="2696"/>
        <pc:sldMkLst>
          <pc:docMk/>
          <pc:sldMk cId="2590096522" sldId="386"/>
        </pc:sldMkLst>
        <pc:spChg chg="del">
          <ac:chgData name="Loc Huynh" userId="80c0383e323bd6ea" providerId="LiveId" clId="{FFC07FDF-56AE-4948-ACC0-E3255C161FA8}" dt="2023-09-12T00:45:00.075" v="283" actId="478"/>
          <ac:spMkLst>
            <pc:docMk/>
            <pc:sldMk cId="2590096522" sldId="386"/>
            <ac:spMk id="4" creationId="{981EEFA6-A77D-D84F-A11A-230B99FFB076}"/>
          </ac:spMkLst>
        </pc:spChg>
      </pc:sldChg>
      <pc:sldChg chg="modSp add mod chgLayout">
        <pc:chgData name="Loc Huynh" userId="80c0383e323bd6ea" providerId="LiveId" clId="{FFC07FDF-56AE-4948-ACC0-E3255C161FA8}" dt="2023-09-12T00:52:16.823" v="422" actId="20577"/>
        <pc:sldMkLst>
          <pc:docMk/>
          <pc:sldMk cId="2103274842" sldId="389"/>
        </pc:sldMkLst>
        <pc:spChg chg="mod ord">
          <ac:chgData name="Loc Huynh" userId="80c0383e323bd6ea" providerId="LiveId" clId="{FFC07FDF-56AE-4948-ACC0-E3255C161FA8}" dt="2023-09-12T00:50:51.472" v="405" actId="700"/>
          <ac:spMkLst>
            <pc:docMk/>
            <pc:sldMk cId="2103274842" sldId="389"/>
            <ac:spMk id="2" creationId="{34700F01-C71B-5745-8671-92B2B0AE814D}"/>
          </ac:spMkLst>
        </pc:spChg>
        <pc:spChg chg="mod ord">
          <ac:chgData name="Loc Huynh" userId="80c0383e323bd6ea" providerId="LiveId" clId="{FFC07FDF-56AE-4948-ACC0-E3255C161FA8}" dt="2023-09-12T00:52:16.823" v="422" actId="20577"/>
          <ac:spMkLst>
            <pc:docMk/>
            <pc:sldMk cId="2103274842" sldId="389"/>
            <ac:spMk id="3" creationId="{57D3F746-5EAA-354B-933A-D7D4A545895B}"/>
          </ac:spMkLst>
        </pc:spChg>
        <pc:spChg chg="mod ord">
          <ac:chgData name="Loc Huynh" userId="80c0383e323bd6ea" providerId="LiveId" clId="{FFC07FDF-56AE-4948-ACC0-E3255C161FA8}" dt="2023-09-12T00:50:51.472" v="405" actId="700"/>
          <ac:spMkLst>
            <pc:docMk/>
            <pc:sldMk cId="2103274842" sldId="389"/>
            <ac:spMk id="4" creationId="{0A8BACB3-AF7A-C148-89DB-23608237381C}"/>
          </ac:spMkLst>
        </pc:spChg>
        <pc:spChg chg="mod ord">
          <ac:chgData name="Loc Huynh" userId="80c0383e323bd6ea" providerId="LiveId" clId="{FFC07FDF-56AE-4948-ACC0-E3255C161FA8}" dt="2023-09-12T00:50:51.472" v="405" actId="700"/>
          <ac:spMkLst>
            <pc:docMk/>
            <pc:sldMk cId="2103274842" sldId="389"/>
            <ac:spMk id="5" creationId="{6D5A6AE7-06A5-0D48-A4CC-1651F1535513}"/>
          </ac:spMkLst>
        </pc:spChg>
        <pc:picChg chg="mod">
          <ac:chgData name="Loc Huynh" userId="80c0383e323bd6ea" providerId="LiveId" clId="{FFC07FDF-56AE-4948-ACC0-E3255C161FA8}" dt="2023-09-12T00:51:15.826" v="409" actId="1076"/>
          <ac:picMkLst>
            <pc:docMk/>
            <pc:sldMk cId="2103274842" sldId="389"/>
            <ac:picMk id="7" creationId="{0A23A2F4-C966-7445-B942-85A2DDDE4C6C}"/>
          </ac:picMkLst>
        </pc:picChg>
      </pc:sldChg>
      <pc:sldChg chg="modSp add mod">
        <pc:chgData name="Loc Huynh" userId="80c0383e323bd6ea" providerId="LiveId" clId="{FFC07FDF-56AE-4948-ACC0-E3255C161FA8}" dt="2023-09-12T00:35:33.554" v="43" actId="27636"/>
        <pc:sldMkLst>
          <pc:docMk/>
          <pc:sldMk cId="3109192718" sldId="390"/>
        </pc:sldMkLst>
        <pc:spChg chg="mod">
          <ac:chgData name="Loc Huynh" userId="80c0383e323bd6ea" providerId="LiveId" clId="{FFC07FDF-56AE-4948-ACC0-E3255C161FA8}" dt="2023-09-12T00:35:33.540" v="42" actId="27636"/>
          <ac:spMkLst>
            <pc:docMk/>
            <pc:sldMk cId="3109192718" sldId="390"/>
            <ac:spMk id="4" creationId="{7595F988-04FD-5F4C-8C1B-5AB618A20DB2}"/>
          </ac:spMkLst>
        </pc:spChg>
        <pc:spChg chg="mod">
          <ac:chgData name="Loc Huynh" userId="80c0383e323bd6ea" providerId="LiveId" clId="{FFC07FDF-56AE-4948-ACC0-E3255C161FA8}" dt="2023-09-12T00:35:33.554" v="43" actId="27636"/>
          <ac:spMkLst>
            <pc:docMk/>
            <pc:sldMk cId="3109192718" sldId="390"/>
            <ac:spMk id="8" creationId="{08F2A54B-9133-D245-A36E-E96810974059}"/>
          </ac:spMkLst>
        </pc:spChg>
      </pc:sldChg>
      <pc:sldChg chg="modSp mod">
        <pc:chgData name="Loc Huynh" userId="80c0383e323bd6ea" providerId="LiveId" clId="{FFC07FDF-56AE-4948-ACC0-E3255C161FA8}" dt="2023-09-12T00:47:49.417" v="288" actId="14100"/>
        <pc:sldMkLst>
          <pc:docMk/>
          <pc:sldMk cId="4095758079" sldId="393"/>
        </pc:sldMkLst>
        <pc:spChg chg="mod">
          <ac:chgData name="Loc Huynh" userId="80c0383e323bd6ea" providerId="LiveId" clId="{FFC07FDF-56AE-4948-ACC0-E3255C161FA8}" dt="2023-09-12T00:35:04.507" v="34" actId="20577"/>
          <ac:spMkLst>
            <pc:docMk/>
            <pc:sldMk cId="4095758079" sldId="393"/>
            <ac:spMk id="2" creationId="{00000000-0000-0000-0000-000000000000}"/>
          </ac:spMkLst>
        </pc:spChg>
        <pc:spChg chg="mod">
          <ac:chgData name="Loc Huynh" userId="80c0383e323bd6ea" providerId="LiveId" clId="{FFC07FDF-56AE-4948-ACC0-E3255C161FA8}" dt="2023-09-12T00:47:49.417" v="288" actId="14100"/>
          <ac:spMkLst>
            <pc:docMk/>
            <pc:sldMk cId="4095758079" sldId="393"/>
            <ac:spMk id="6" creationId="{4FEBBFF9-93B0-4C1B-3209-2310D7A4D2B5}"/>
          </ac:spMkLst>
        </pc:spChg>
      </pc:sldChg>
      <pc:sldChg chg="modSp add mod">
        <pc:chgData name="Loc Huynh" userId="80c0383e323bd6ea" providerId="LiveId" clId="{FFC07FDF-56AE-4948-ACC0-E3255C161FA8}" dt="2023-09-12T00:35:34.581" v="68" actId="27636"/>
        <pc:sldMkLst>
          <pc:docMk/>
          <pc:sldMk cId="2252125456" sldId="417"/>
        </pc:sldMkLst>
        <pc:spChg chg="mod">
          <ac:chgData name="Loc Huynh" userId="80c0383e323bd6ea" providerId="LiveId" clId="{FFC07FDF-56AE-4948-ACC0-E3255C161FA8}" dt="2023-09-12T00:35:34.581" v="68" actId="27636"/>
          <ac:spMkLst>
            <pc:docMk/>
            <pc:sldMk cId="2252125456" sldId="417"/>
            <ac:spMk id="2" creationId="{DF2229FD-A740-5748-AFB0-392AC29E07F4}"/>
          </ac:spMkLst>
        </pc:spChg>
      </pc:sldChg>
      <pc:sldChg chg="modSp add mod">
        <pc:chgData name="Loc Huynh" userId="80c0383e323bd6ea" providerId="LiveId" clId="{FFC07FDF-56AE-4948-ACC0-E3255C161FA8}" dt="2023-09-12T00:35:34.618" v="69" actId="27636"/>
        <pc:sldMkLst>
          <pc:docMk/>
          <pc:sldMk cId="4156242330" sldId="418"/>
        </pc:sldMkLst>
        <pc:spChg chg="mod">
          <ac:chgData name="Loc Huynh" userId="80c0383e323bd6ea" providerId="LiveId" clId="{FFC07FDF-56AE-4948-ACC0-E3255C161FA8}" dt="2023-09-12T00:35:34.618" v="69" actId="27636"/>
          <ac:spMkLst>
            <pc:docMk/>
            <pc:sldMk cId="4156242330" sldId="418"/>
            <ac:spMk id="2" creationId="{DF2229FD-A740-5748-AFB0-392AC29E07F4}"/>
          </ac:spMkLst>
        </pc:spChg>
      </pc:sldChg>
      <pc:sldChg chg="modSp add mod">
        <pc:chgData name="Loc Huynh" userId="80c0383e323bd6ea" providerId="LiveId" clId="{FFC07FDF-56AE-4948-ACC0-E3255C161FA8}" dt="2023-09-12T00:35:34.642" v="70" actId="27636"/>
        <pc:sldMkLst>
          <pc:docMk/>
          <pc:sldMk cId="3461866014" sldId="419"/>
        </pc:sldMkLst>
        <pc:spChg chg="mod">
          <ac:chgData name="Loc Huynh" userId="80c0383e323bd6ea" providerId="LiveId" clId="{FFC07FDF-56AE-4948-ACC0-E3255C161FA8}" dt="2023-09-12T00:35:34.642" v="70" actId="27636"/>
          <ac:spMkLst>
            <pc:docMk/>
            <pc:sldMk cId="3461866014" sldId="419"/>
            <ac:spMk id="2" creationId="{DF2229FD-A740-5748-AFB0-392AC29E07F4}"/>
          </ac:spMkLst>
        </pc:spChg>
      </pc:sldChg>
      <pc:sldChg chg="modSp add mod">
        <pc:chgData name="Loc Huynh" userId="80c0383e323bd6ea" providerId="LiveId" clId="{FFC07FDF-56AE-4948-ACC0-E3255C161FA8}" dt="2023-09-12T00:35:34.674" v="71" actId="27636"/>
        <pc:sldMkLst>
          <pc:docMk/>
          <pc:sldMk cId="752068417" sldId="420"/>
        </pc:sldMkLst>
        <pc:spChg chg="mod">
          <ac:chgData name="Loc Huynh" userId="80c0383e323bd6ea" providerId="LiveId" clId="{FFC07FDF-56AE-4948-ACC0-E3255C161FA8}" dt="2023-09-12T00:35:34.674" v="71" actId="27636"/>
          <ac:spMkLst>
            <pc:docMk/>
            <pc:sldMk cId="752068417" sldId="420"/>
            <ac:spMk id="2" creationId="{DF2229FD-A740-5748-AFB0-392AC29E07F4}"/>
          </ac:spMkLst>
        </pc:spChg>
      </pc:sldChg>
      <pc:sldChg chg="modSp add mod">
        <pc:chgData name="Loc Huynh" userId="80c0383e323bd6ea" providerId="LiveId" clId="{FFC07FDF-56AE-4948-ACC0-E3255C161FA8}" dt="2023-09-12T00:35:34.707" v="72" actId="27636"/>
        <pc:sldMkLst>
          <pc:docMk/>
          <pc:sldMk cId="4002749354" sldId="421"/>
        </pc:sldMkLst>
        <pc:spChg chg="mod">
          <ac:chgData name="Loc Huynh" userId="80c0383e323bd6ea" providerId="LiveId" clId="{FFC07FDF-56AE-4948-ACC0-E3255C161FA8}" dt="2023-09-12T00:35:34.707" v="72" actId="27636"/>
          <ac:spMkLst>
            <pc:docMk/>
            <pc:sldMk cId="4002749354" sldId="421"/>
            <ac:spMk id="2" creationId="{DF2229FD-A740-5748-AFB0-392AC29E07F4}"/>
          </ac:spMkLst>
        </pc:spChg>
      </pc:sldChg>
      <pc:sldChg chg="modSp add mod">
        <pc:chgData name="Loc Huynh" userId="80c0383e323bd6ea" providerId="LiveId" clId="{FFC07FDF-56AE-4948-ACC0-E3255C161FA8}" dt="2023-09-12T00:35:34.776" v="73" actId="27636"/>
        <pc:sldMkLst>
          <pc:docMk/>
          <pc:sldMk cId="1018241307" sldId="422"/>
        </pc:sldMkLst>
        <pc:spChg chg="mod">
          <ac:chgData name="Loc Huynh" userId="80c0383e323bd6ea" providerId="LiveId" clId="{FFC07FDF-56AE-4948-ACC0-E3255C161FA8}" dt="2023-09-12T00:35:34.776" v="73" actId="27636"/>
          <ac:spMkLst>
            <pc:docMk/>
            <pc:sldMk cId="1018241307" sldId="422"/>
            <ac:spMk id="2" creationId="{DF2229FD-A740-5748-AFB0-392AC29E07F4}"/>
          </ac:spMkLst>
        </pc:spChg>
      </pc:sldChg>
      <pc:sldChg chg="modSp add mod">
        <pc:chgData name="Loc Huynh" userId="80c0383e323bd6ea" providerId="LiveId" clId="{FFC07FDF-56AE-4948-ACC0-E3255C161FA8}" dt="2023-09-12T00:35:34.901" v="75" actId="27636"/>
        <pc:sldMkLst>
          <pc:docMk/>
          <pc:sldMk cId="1060857223" sldId="423"/>
        </pc:sldMkLst>
        <pc:spChg chg="mod">
          <ac:chgData name="Loc Huynh" userId="80c0383e323bd6ea" providerId="LiveId" clId="{FFC07FDF-56AE-4948-ACC0-E3255C161FA8}" dt="2023-09-12T00:35:34.901" v="75" actId="27636"/>
          <ac:spMkLst>
            <pc:docMk/>
            <pc:sldMk cId="1060857223" sldId="423"/>
            <ac:spMk id="2" creationId="{80F262CC-7108-BA47-9DF4-6470E3B2A4D3}"/>
          </ac:spMkLst>
        </pc:spChg>
        <pc:spChg chg="mod">
          <ac:chgData name="Loc Huynh" userId="80c0383e323bd6ea" providerId="LiveId" clId="{FFC07FDF-56AE-4948-ACC0-E3255C161FA8}" dt="2023-09-12T00:35:34.899" v="74" actId="27636"/>
          <ac:spMkLst>
            <pc:docMk/>
            <pc:sldMk cId="1060857223" sldId="423"/>
            <ac:spMk id="3" creationId="{9AF62101-CCA0-D741-965E-52864A21749A}"/>
          </ac:spMkLst>
        </pc:spChg>
      </pc:sldChg>
      <pc:sldChg chg="modSp add mod">
        <pc:chgData name="Loc Huynh" userId="80c0383e323bd6ea" providerId="LiveId" clId="{FFC07FDF-56AE-4948-ACC0-E3255C161FA8}" dt="2023-09-12T00:35:34.930" v="76" actId="27636"/>
        <pc:sldMkLst>
          <pc:docMk/>
          <pc:sldMk cId="1639710476" sldId="424"/>
        </pc:sldMkLst>
        <pc:spChg chg="mod">
          <ac:chgData name="Loc Huynh" userId="80c0383e323bd6ea" providerId="LiveId" clId="{FFC07FDF-56AE-4948-ACC0-E3255C161FA8}" dt="2023-09-12T00:35:34.930" v="76" actId="27636"/>
          <ac:spMkLst>
            <pc:docMk/>
            <pc:sldMk cId="1639710476" sldId="424"/>
            <ac:spMk id="2" creationId="{80F262CC-7108-BA47-9DF4-6470E3B2A4D3}"/>
          </ac:spMkLst>
        </pc:spChg>
      </pc:sldChg>
      <pc:sldChg chg="modSp add mod">
        <pc:chgData name="Loc Huynh" userId="80c0383e323bd6ea" providerId="LiveId" clId="{FFC07FDF-56AE-4948-ACC0-E3255C161FA8}" dt="2023-09-12T00:35:35.057" v="78" actId="27636"/>
        <pc:sldMkLst>
          <pc:docMk/>
          <pc:sldMk cId="3333566873" sldId="425"/>
        </pc:sldMkLst>
        <pc:spChg chg="mod">
          <ac:chgData name="Loc Huynh" userId="80c0383e323bd6ea" providerId="LiveId" clId="{FFC07FDF-56AE-4948-ACC0-E3255C161FA8}" dt="2023-09-12T00:35:35.057" v="78" actId="27636"/>
          <ac:spMkLst>
            <pc:docMk/>
            <pc:sldMk cId="3333566873" sldId="425"/>
            <ac:spMk id="2" creationId="{80F262CC-7108-BA47-9DF4-6470E3B2A4D3}"/>
          </ac:spMkLst>
        </pc:spChg>
      </pc:sldChg>
      <pc:sldChg chg="modSp add mod">
        <pc:chgData name="Loc Huynh" userId="80c0383e323bd6ea" providerId="LiveId" clId="{FFC07FDF-56AE-4948-ACC0-E3255C161FA8}" dt="2023-09-12T00:35:34.961" v="77" actId="27636"/>
        <pc:sldMkLst>
          <pc:docMk/>
          <pc:sldMk cId="42986778" sldId="426"/>
        </pc:sldMkLst>
        <pc:spChg chg="mod">
          <ac:chgData name="Loc Huynh" userId="80c0383e323bd6ea" providerId="LiveId" clId="{FFC07FDF-56AE-4948-ACC0-E3255C161FA8}" dt="2023-09-12T00:35:34.961" v="77" actId="27636"/>
          <ac:spMkLst>
            <pc:docMk/>
            <pc:sldMk cId="42986778" sldId="426"/>
            <ac:spMk id="2" creationId="{80F262CC-7108-BA47-9DF4-6470E3B2A4D3}"/>
          </ac:spMkLst>
        </pc:spChg>
      </pc:sldChg>
      <pc:sldChg chg="modSp add mod">
        <pc:chgData name="Loc Huynh" userId="80c0383e323bd6ea" providerId="LiveId" clId="{FFC07FDF-56AE-4948-ACC0-E3255C161FA8}" dt="2023-09-12T00:35:35.104" v="79" actId="27636"/>
        <pc:sldMkLst>
          <pc:docMk/>
          <pc:sldMk cId="3400533864" sldId="427"/>
        </pc:sldMkLst>
        <pc:spChg chg="mod">
          <ac:chgData name="Loc Huynh" userId="80c0383e323bd6ea" providerId="LiveId" clId="{FFC07FDF-56AE-4948-ACC0-E3255C161FA8}" dt="2023-09-12T00:35:35.104" v="79" actId="27636"/>
          <ac:spMkLst>
            <pc:docMk/>
            <pc:sldMk cId="3400533864" sldId="427"/>
            <ac:spMk id="2" creationId="{899DFE1E-6383-B44C-B387-B63B6B1BC446}"/>
          </ac:spMkLst>
        </pc:spChg>
      </pc:sldChg>
      <pc:sldChg chg="modSp add mod">
        <pc:chgData name="Loc Huynh" userId="80c0383e323bd6ea" providerId="LiveId" clId="{FFC07FDF-56AE-4948-ACC0-E3255C161FA8}" dt="2023-09-12T00:35:35.149" v="80" actId="27636"/>
        <pc:sldMkLst>
          <pc:docMk/>
          <pc:sldMk cId="1376264870" sldId="428"/>
        </pc:sldMkLst>
        <pc:spChg chg="mod">
          <ac:chgData name="Loc Huynh" userId="80c0383e323bd6ea" providerId="LiveId" clId="{FFC07FDF-56AE-4948-ACC0-E3255C161FA8}" dt="2023-09-12T00:35:35.149" v="80" actId="27636"/>
          <ac:spMkLst>
            <pc:docMk/>
            <pc:sldMk cId="1376264870" sldId="428"/>
            <ac:spMk id="2" creationId="{899DFE1E-6383-B44C-B387-B63B6B1BC446}"/>
          </ac:spMkLst>
        </pc:spChg>
      </pc:sldChg>
      <pc:sldChg chg="modSp add mod">
        <pc:chgData name="Loc Huynh" userId="80c0383e323bd6ea" providerId="LiveId" clId="{FFC07FDF-56AE-4948-ACC0-E3255C161FA8}" dt="2023-09-12T00:35:35.540" v="87" actId="27636"/>
        <pc:sldMkLst>
          <pc:docMk/>
          <pc:sldMk cId="2750843972" sldId="429"/>
        </pc:sldMkLst>
        <pc:spChg chg="mod">
          <ac:chgData name="Loc Huynh" userId="80c0383e323bd6ea" providerId="LiveId" clId="{FFC07FDF-56AE-4948-ACC0-E3255C161FA8}" dt="2023-09-12T00:35:35.540" v="87" actId="27636"/>
          <ac:spMkLst>
            <pc:docMk/>
            <pc:sldMk cId="2750843972" sldId="429"/>
            <ac:spMk id="2" creationId="{67D965CF-1D55-5443-919B-AC77503498CA}"/>
          </ac:spMkLst>
        </pc:spChg>
      </pc:sldChg>
      <pc:sldChg chg="modSp add mod">
        <pc:chgData name="Loc Huynh" userId="80c0383e323bd6ea" providerId="LiveId" clId="{FFC07FDF-56AE-4948-ACC0-E3255C161FA8}" dt="2023-09-12T00:35:35.283" v="81" actId="27636"/>
        <pc:sldMkLst>
          <pc:docMk/>
          <pc:sldMk cId="892916379" sldId="430"/>
        </pc:sldMkLst>
        <pc:spChg chg="mod">
          <ac:chgData name="Loc Huynh" userId="80c0383e323bd6ea" providerId="LiveId" clId="{FFC07FDF-56AE-4948-ACC0-E3255C161FA8}" dt="2023-09-12T00:35:35.283" v="81" actId="27636"/>
          <ac:spMkLst>
            <pc:docMk/>
            <pc:sldMk cId="892916379" sldId="430"/>
            <ac:spMk id="3" creationId="{00000000-0000-0000-0000-000000000000}"/>
          </ac:spMkLst>
        </pc:spChg>
      </pc:sldChg>
      <pc:sldChg chg="modSp add mod">
        <pc:chgData name="Loc Huynh" userId="80c0383e323bd6ea" providerId="LiveId" clId="{FFC07FDF-56AE-4948-ACC0-E3255C161FA8}" dt="2023-09-12T00:35:35.407" v="83" actId="27636"/>
        <pc:sldMkLst>
          <pc:docMk/>
          <pc:sldMk cId="1943365552" sldId="433"/>
        </pc:sldMkLst>
        <pc:spChg chg="mod">
          <ac:chgData name="Loc Huynh" userId="80c0383e323bd6ea" providerId="LiveId" clId="{FFC07FDF-56AE-4948-ACC0-E3255C161FA8}" dt="2023-09-12T00:35:35.407" v="83" actId="27636"/>
          <ac:spMkLst>
            <pc:docMk/>
            <pc:sldMk cId="1943365552" sldId="433"/>
            <ac:spMk id="3" creationId="{00000000-0000-0000-0000-000000000000}"/>
          </ac:spMkLst>
        </pc:spChg>
      </pc:sldChg>
      <pc:sldChg chg="modSp add mod">
        <pc:chgData name="Loc Huynh" userId="80c0383e323bd6ea" providerId="LiveId" clId="{FFC07FDF-56AE-4948-ACC0-E3255C161FA8}" dt="2023-09-12T00:35:35.444" v="84" actId="27636"/>
        <pc:sldMkLst>
          <pc:docMk/>
          <pc:sldMk cId="1953601379" sldId="434"/>
        </pc:sldMkLst>
        <pc:spChg chg="mod">
          <ac:chgData name="Loc Huynh" userId="80c0383e323bd6ea" providerId="LiveId" clId="{FFC07FDF-56AE-4948-ACC0-E3255C161FA8}" dt="2023-09-12T00:35:35.444" v="84" actId="27636"/>
          <ac:spMkLst>
            <pc:docMk/>
            <pc:sldMk cId="1953601379" sldId="434"/>
            <ac:spMk id="3" creationId="{00000000-0000-0000-0000-000000000000}"/>
          </ac:spMkLst>
        </pc:spChg>
      </pc:sldChg>
      <pc:sldChg chg="modSp add mod">
        <pc:chgData name="Loc Huynh" userId="80c0383e323bd6ea" providerId="LiveId" clId="{FFC07FDF-56AE-4948-ACC0-E3255C161FA8}" dt="2023-09-12T00:35:35.474" v="85" actId="27636"/>
        <pc:sldMkLst>
          <pc:docMk/>
          <pc:sldMk cId="41131106" sldId="436"/>
        </pc:sldMkLst>
        <pc:spChg chg="mod">
          <ac:chgData name="Loc Huynh" userId="80c0383e323bd6ea" providerId="LiveId" clId="{FFC07FDF-56AE-4948-ACC0-E3255C161FA8}" dt="2023-09-12T00:35:35.474" v="85" actId="27636"/>
          <ac:spMkLst>
            <pc:docMk/>
            <pc:sldMk cId="41131106" sldId="436"/>
            <ac:spMk id="3" creationId="{00000000-0000-0000-0000-000000000000}"/>
          </ac:spMkLst>
        </pc:spChg>
      </pc:sldChg>
      <pc:sldChg chg="modSp add mod">
        <pc:chgData name="Loc Huynh" userId="80c0383e323bd6ea" providerId="LiveId" clId="{FFC07FDF-56AE-4948-ACC0-E3255C161FA8}" dt="2023-09-12T00:35:35.371" v="82" actId="27636"/>
        <pc:sldMkLst>
          <pc:docMk/>
          <pc:sldMk cId="3186563993" sldId="439"/>
        </pc:sldMkLst>
        <pc:spChg chg="mod">
          <ac:chgData name="Loc Huynh" userId="80c0383e323bd6ea" providerId="LiveId" clId="{FFC07FDF-56AE-4948-ACC0-E3255C161FA8}" dt="2023-09-12T00:35:35.371" v="82" actId="27636"/>
          <ac:spMkLst>
            <pc:docMk/>
            <pc:sldMk cId="3186563993" sldId="439"/>
            <ac:spMk id="3" creationId="{00000000-0000-0000-0000-000000000000}"/>
          </ac:spMkLst>
        </pc:spChg>
      </pc:sldChg>
      <pc:sldChg chg="modSp add mod">
        <pc:chgData name="Loc Huynh" userId="80c0383e323bd6ea" providerId="LiveId" clId="{FFC07FDF-56AE-4948-ACC0-E3255C161FA8}" dt="2023-09-12T00:35:35.504" v="86" actId="27636"/>
        <pc:sldMkLst>
          <pc:docMk/>
          <pc:sldMk cId="4080267677" sldId="440"/>
        </pc:sldMkLst>
        <pc:spChg chg="mod">
          <ac:chgData name="Loc Huynh" userId="80c0383e323bd6ea" providerId="LiveId" clId="{FFC07FDF-56AE-4948-ACC0-E3255C161FA8}" dt="2023-09-12T00:35:35.504" v="86" actId="27636"/>
          <ac:spMkLst>
            <pc:docMk/>
            <pc:sldMk cId="4080267677" sldId="440"/>
            <ac:spMk id="3" creationId="{00000000-0000-0000-0000-000000000000}"/>
          </ac:spMkLst>
        </pc:spChg>
      </pc:sldChg>
      <pc:sldChg chg="modSp add mod">
        <pc:chgData name="Loc Huynh" userId="80c0383e323bd6ea" providerId="LiveId" clId="{FFC07FDF-56AE-4948-ACC0-E3255C161FA8}" dt="2023-09-12T00:35:36.206" v="105" actId="27636"/>
        <pc:sldMkLst>
          <pc:docMk/>
          <pc:sldMk cId="2359405987" sldId="442"/>
        </pc:sldMkLst>
        <pc:spChg chg="mod">
          <ac:chgData name="Loc Huynh" userId="80c0383e323bd6ea" providerId="LiveId" clId="{FFC07FDF-56AE-4948-ACC0-E3255C161FA8}" dt="2023-09-12T00:35:36.206" v="105" actId="27636"/>
          <ac:spMkLst>
            <pc:docMk/>
            <pc:sldMk cId="2359405987" sldId="442"/>
            <ac:spMk id="3" creationId="{00000000-0000-0000-0000-000000000000}"/>
          </ac:spMkLst>
        </pc:spChg>
      </pc:sldChg>
      <pc:sldChg chg="modSp add mod">
        <pc:chgData name="Loc Huynh" userId="80c0383e323bd6ea" providerId="LiveId" clId="{FFC07FDF-56AE-4948-ACC0-E3255C161FA8}" dt="2023-09-12T00:35:36.250" v="106" actId="27636"/>
        <pc:sldMkLst>
          <pc:docMk/>
          <pc:sldMk cId="2035529738" sldId="443"/>
        </pc:sldMkLst>
        <pc:spChg chg="mod">
          <ac:chgData name="Loc Huynh" userId="80c0383e323bd6ea" providerId="LiveId" clId="{FFC07FDF-56AE-4948-ACC0-E3255C161FA8}" dt="2023-09-12T00:35:36.250" v="106" actId="27636"/>
          <ac:spMkLst>
            <pc:docMk/>
            <pc:sldMk cId="2035529738" sldId="443"/>
            <ac:spMk id="3" creationId="{00000000-0000-0000-0000-000000000000}"/>
          </ac:spMkLst>
        </pc:spChg>
      </pc:sldChg>
      <pc:sldChg chg="modSp add mod">
        <pc:chgData name="Loc Huynh" userId="80c0383e323bd6ea" providerId="LiveId" clId="{FFC07FDF-56AE-4948-ACC0-E3255C161FA8}" dt="2023-09-12T00:35:33.416" v="41" actId="27636"/>
        <pc:sldMkLst>
          <pc:docMk/>
          <pc:sldMk cId="4105547035" sldId="448"/>
        </pc:sldMkLst>
        <pc:spChg chg="mod">
          <ac:chgData name="Loc Huynh" userId="80c0383e323bd6ea" providerId="LiveId" clId="{FFC07FDF-56AE-4948-ACC0-E3255C161FA8}" dt="2023-09-12T00:35:33.416" v="41" actId="27636"/>
          <ac:spMkLst>
            <pc:docMk/>
            <pc:sldMk cId="4105547035" sldId="448"/>
            <ac:spMk id="2" creationId="{5EE83C73-B468-9547-9EDA-C0F5E10AC545}"/>
          </ac:spMkLst>
        </pc:spChg>
      </pc:sldChg>
      <pc:sldChg chg="modSp add mod">
        <pc:chgData name="Loc Huynh" userId="80c0383e323bd6ea" providerId="LiveId" clId="{FFC07FDF-56AE-4948-ACC0-E3255C161FA8}" dt="2023-09-12T00:35:33.608" v="44" actId="27636"/>
        <pc:sldMkLst>
          <pc:docMk/>
          <pc:sldMk cId="358272439" sldId="449"/>
        </pc:sldMkLst>
        <pc:spChg chg="mod">
          <ac:chgData name="Loc Huynh" userId="80c0383e323bd6ea" providerId="LiveId" clId="{FFC07FDF-56AE-4948-ACC0-E3255C161FA8}" dt="2023-09-12T00:35:33.608" v="44" actId="27636"/>
          <ac:spMkLst>
            <pc:docMk/>
            <pc:sldMk cId="358272439" sldId="449"/>
            <ac:spMk id="2" creationId="{307E12B0-30AF-E944-9837-C92AEF49A357}"/>
          </ac:spMkLst>
        </pc:spChg>
      </pc:sldChg>
      <pc:sldChg chg="modSp add mod">
        <pc:chgData name="Loc Huynh" userId="80c0383e323bd6ea" providerId="LiveId" clId="{FFC07FDF-56AE-4948-ACC0-E3255C161FA8}" dt="2023-09-12T00:35:33.641" v="45" actId="27636"/>
        <pc:sldMkLst>
          <pc:docMk/>
          <pc:sldMk cId="3450026280" sldId="450"/>
        </pc:sldMkLst>
        <pc:spChg chg="mod">
          <ac:chgData name="Loc Huynh" userId="80c0383e323bd6ea" providerId="LiveId" clId="{FFC07FDF-56AE-4948-ACC0-E3255C161FA8}" dt="2023-09-12T00:35:33.641" v="45" actId="27636"/>
          <ac:spMkLst>
            <pc:docMk/>
            <pc:sldMk cId="3450026280" sldId="450"/>
            <ac:spMk id="2" creationId="{307E12B0-30AF-E944-9837-C92AEF49A357}"/>
          </ac:spMkLst>
        </pc:spChg>
      </pc:sldChg>
      <pc:sldChg chg="modSp add mod">
        <pc:chgData name="Loc Huynh" userId="80c0383e323bd6ea" providerId="LiveId" clId="{FFC07FDF-56AE-4948-ACC0-E3255C161FA8}" dt="2023-09-12T00:35:33.694" v="47" actId="27636"/>
        <pc:sldMkLst>
          <pc:docMk/>
          <pc:sldMk cId="2343509165" sldId="451"/>
        </pc:sldMkLst>
        <pc:spChg chg="mod">
          <ac:chgData name="Loc Huynh" userId="80c0383e323bd6ea" providerId="LiveId" clId="{FFC07FDF-56AE-4948-ACC0-E3255C161FA8}" dt="2023-09-12T00:35:33.694" v="47" actId="27636"/>
          <ac:spMkLst>
            <pc:docMk/>
            <pc:sldMk cId="2343509165" sldId="451"/>
            <ac:spMk id="2" creationId="{77B9269B-79C8-1341-B6DB-813F3CC2A24B}"/>
          </ac:spMkLst>
        </pc:spChg>
        <pc:spChg chg="mod">
          <ac:chgData name="Loc Huynh" userId="80c0383e323bd6ea" providerId="LiveId" clId="{FFC07FDF-56AE-4948-ACC0-E3255C161FA8}" dt="2023-09-12T00:35:33.691" v="46" actId="27636"/>
          <ac:spMkLst>
            <pc:docMk/>
            <pc:sldMk cId="2343509165" sldId="451"/>
            <ac:spMk id="3" creationId="{2367EAE8-B0EA-5F48-8E8B-1FAEEDF05579}"/>
          </ac:spMkLst>
        </pc:spChg>
      </pc:sldChg>
      <pc:sldChg chg="modSp add mod">
        <pc:chgData name="Loc Huynh" userId="80c0383e323bd6ea" providerId="LiveId" clId="{FFC07FDF-56AE-4948-ACC0-E3255C161FA8}" dt="2023-09-12T00:35:33.722" v="48" actId="27636"/>
        <pc:sldMkLst>
          <pc:docMk/>
          <pc:sldMk cId="547251480" sldId="452"/>
        </pc:sldMkLst>
        <pc:spChg chg="mod">
          <ac:chgData name="Loc Huynh" userId="80c0383e323bd6ea" providerId="LiveId" clId="{FFC07FDF-56AE-4948-ACC0-E3255C161FA8}" dt="2023-09-12T00:35:33.722" v="48" actId="27636"/>
          <ac:spMkLst>
            <pc:docMk/>
            <pc:sldMk cId="547251480" sldId="452"/>
            <ac:spMk id="2" creationId="{B3C24E39-D109-1542-820A-B8D614A212A9}"/>
          </ac:spMkLst>
        </pc:spChg>
      </pc:sldChg>
      <pc:sldChg chg="modSp add mod">
        <pc:chgData name="Loc Huynh" userId="80c0383e323bd6ea" providerId="LiveId" clId="{FFC07FDF-56AE-4948-ACC0-E3255C161FA8}" dt="2023-09-12T00:35:33.766" v="50" actId="27636"/>
        <pc:sldMkLst>
          <pc:docMk/>
          <pc:sldMk cId="973002323" sldId="453"/>
        </pc:sldMkLst>
        <pc:spChg chg="mod">
          <ac:chgData name="Loc Huynh" userId="80c0383e323bd6ea" providerId="LiveId" clId="{FFC07FDF-56AE-4948-ACC0-E3255C161FA8}" dt="2023-09-12T00:35:33.751" v="49" actId="27636"/>
          <ac:spMkLst>
            <pc:docMk/>
            <pc:sldMk cId="973002323" sldId="453"/>
            <ac:spMk id="2" creationId="{B3C24E39-D109-1542-820A-B8D614A212A9}"/>
          </ac:spMkLst>
        </pc:spChg>
        <pc:spChg chg="mod">
          <ac:chgData name="Loc Huynh" userId="80c0383e323bd6ea" providerId="LiveId" clId="{FFC07FDF-56AE-4948-ACC0-E3255C161FA8}" dt="2023-09-12T00:35:33.766" v="50" actId="27636"/>
          <ac:spMkLst>
            <pc:docMk/>
            <pc:sldMk cId="973002323" sldId="453"/>
            <ac:spMk id="3" creationId="{176A9FE1-2294-4F44-B43C-EB2898277BF1}"/>
          </ac:spMkLst>
        </pc:spChg>
      </pc:sldChg>
      <pc:sldChg chg="add">
        <pc:chgData name="Loc Huynh" userId="80c0383e323bd6ea" providerId="LiveId" clId="{FFC07FDF-56AE-4948-ACC0-E3255C161FA8}" dt="2023-09-12T00:35:31.138" v="35"/>
        <pc:sldMkLst>
          <pc:docMk/>
          <pc:sldMk cId="2104086031" sldId="454"/>
        </pc:sldMkLst>
      </pc:sldChg>
      <pc:sldChg chg="modSp add mod">
        <pc:chgData name="Loc Huynh" userId="80c0383e323bd6ea" providerId="LiveId" clId="{FFC07FDF-56AE-4948-ACC0-E3255C161FA8}" dt="2023-09-12T00:35:33.796" v="51" actId="27636"/>
        <pc:sldMkLst>
          <pc:docMk/>
          <pc:sldMk cId="2538116365" sldId="455"/>
        </pc:sldMkLst>
        <pc:spChg chg="mod">
          <ac:chgData name="Loc Huynh" userId="80c0383e323bd6ea" providerId="LiveId" clId="{FFC07FDF-56AE-4948-ACC0-E3255C161FA8}" dt="2023-09-12T00:35:33.796" v="51" actId="27636"/>
          <ac:spMkLst>
            <pc:docMk/>
            <pc:sldMk cId="2538116365" sldId="455"/>
            <ac:spMk id="2" creationId="{3DD2764E-2400-8D4C-98E1-8E8465AF8CBD}"/>
          </ac:spMkLst>
        </pc:spChg>
      </pc:sldChg>
      <pc:sldChg chg="modSp add mod">
        <pc:chgData name="Loc Huynh" userId="80c0383e323bd6ea" providerId="LiveId" clId="{FFC07FDF-56AE-4948-ACC0-E3255C161FA8}" dt="2023-09-12T00:35:33.826" v="52" actId="27636"/>
        <pc:sldMkLst>
          <pc:docMk/>
          <pc:sldMk cId="336719145" sldId="456"/>
        </pc:sldMkLst>
        <pc:spChg chg="mod">
          <ac:chgData name="Loc Huynh" userId="80c0383e323bd6ea" providerId="LiveId" clId="{FFC07FDF-56AE-4948-ACC0-E3255C161FA8}" dt="2023-09-12T00:35:33.826" v="52" actId="27636"/>
          <ac:spMkLst>
            <pc:docMk/>
            <pc:sldMk cId="336719145" sldId="456"/>
            <ac:spMk id="2" creationId="{703D850F-9603-3946-BD26-6A6AA1D03F2B}"/>
          </ac:spMkLst>
        </pc:spChg>
      </pc:sldChg>
      <pc:sldChg chg="modSp add mod">
        <pc:chgData name="Loc Huynh" userId="80c0383e323bd6ea" providerId="LiveId" clId="{FFC07FDF-56AE-4948-ACC0-E3255C161FA8}" dt="2023-09-12T00:35:33.966" v="54" actId="27636"/>
        <pc:sldMkLst>
          <pc:docMk/>
          <pc:sldMk cId="844610759" sldId="457"/>
        </pc:sldMkLst>
        <pc:spChg chg="mod">
          <ac:chgData name="Loc Huynh" userId="80c0383e323bd6ea" providerId="LiveId" clId="{FFC07FDF-56AE-4948-ACC0-E3255C161FA8}" dt="2023-09-12T00:35:33.907" v="53" actId="27636"/>
          <ac:spMkLst>
            <pc:docMk/>
            <pc:sldMk cId="844610759" sldId="457"/>
            <ac:spMk id="2" creationId="{703D850F-9603-3946-BD26-6A6AA1D03F2B}"/>
          </ac:spMkLst>
        </pc:spChg>
        <pc:spChg chg="mod">
          <ac:chgData name="Loc Huynh" userId="80c0383e323bd6ea" providerId="LiveId" clId="{FFC07FDF-56AE-4948-ACC0-E3255C161FA8}" dt="2023-09-12T00:35:33.966" v="54" actId="27636"/>
          <ac:spMkLst>
            <pc:docMk/>
            <pc:sldMk cId="844610759" sldId="457"/>
            <ac:spMk id="3" creationId="{7B0A1E63-139D-6A40-9ED6-A4927BB7C207}"/>
          </ac:spMkLst>
        </pc:spChg>
      </pc:sldChg>
      <pc:sldChg chg="modSp add mod">
        <pc:chgData name="Loc Huynh" userId="80c0383e323bd6ea" providerId="LiveId" clId="{FFC07FDF-56AE-4948-ACC0-E3255C161FA8}" dt="2023-09-12T00:35:34.055" v="56" actId="27636"/>
        <pc:sldMkLst>
          <pc:docMk/>
          <pc:sldMk cId="1501404333" sldId="458"/>
        </pc:sldMkLst>
        <pc:spChg chg="mod">
          <ac:chgData name="Loc Huynh" userId="80c0383e323bd6ea" providerId="LiveId" clId="{FFC07FDF-56AE-4948-ACC0-E3255C161FA8}" dt="2023-09-12T00:35:34.055" v="56" actId="27636"/>
          <ac:spMkLst>
            <pc:docMk/>
            <pc:sldMk cId="1501404333" sldId="458"/>
            <ac:spMk id="4" creationId="{D1264F53-9C65-6748-AB3B-94A97F7D4778}"/>
          </ac:spMkLst>
        </pc:spChg>
        <pc:spChg chg="mod">
          <ac:chgData name="Loc Huynh" userId="80c0383e323bd6ea" providerId="LiveId" clId="{FFC07FDF-56AE-4948-ACC0-E3255C161FA8}" dt="2023-09-12T00:35:34.052" v="55" actId="27636"/>
          <ac:spMkLst>
            <pc:docMk/>
            <pc:sldMk cId="1501404333" sldId="458"/>
            <ac:spMk id="8" creationId="{E3DF5B96-99A2-FB47-81C4-3107811DF7AE}"/>
          </ac:spMkLst>
        </pc:spChg>
      </pc:sldChg>
      <pc:sldChg chg="modSp add mod">
        <pc:chgData name="Loc Huynh" userId="80c0383e323bd6ea" providerId="LiveId" clId="{FFC07FDF-56AE-4948-ACC0-E3255C161FA8}" dt="2023-09-12T00:35:34.091" v="57" actId="27636"/>
        <pc:sldMkLst>
          <pc:docMk/>
          <pc:sldMk cId="760621709" sldId="459"/>
        </pc:sldMkLst>
        <pc:spChg chg="mod">
          <ac:chgData name="Loc Huynh" userId="80c0383e323bd6ea" providerId="LiveId" clId="{FFC07FDF-56AE-4948-ACC0-E3255C161FA8}" dt="2023-09-12T00:35:34.091" v="57" actId="27636"/>
          <ac:spMkLst>
            <pc:docMk/>
            <pc:sldMk cId="760621709" sldId="459"/>
            <ac:spMk id="2" creationId="{A084E511-2F0A-2E4E-93F8-16231F34AE9E}"/>
          </ac:spMkLst>
        </pc:spChg>
      </pc:sldChg>
      <pc:sldChg chg="modSp add mod">
        <pc:chgData name="Loc Huynh" userId="80c0383e323bd6ea" providerId="LiveId" clId="{FFC07FDF-56AE-4948-ACC0-E3255C161FA8}" dt="2023-09-12T00:35:34.129" v="58" actId="27636"/>
        <pc:sldMkLst>
          <pc:docMk/>
          <pc:sldMk cId="547033570" sldId="460"/>
        </pc:sldMkLst>
        <pc:spChg chg="mod">
          <ac:chgData name="Loc Huynh" userId="80c0383e323bd6ea" providerId="LiveId" clId="{FFC07FDF-56AE-4948-ACC0-E3255C161FA8}" dt="2023-09-12T00:35:34.129" v="58" actId="27636"/>
          <ac:spMkLst>
            <pc:docMk/>
            <pc:sldMk cId="547033570" sldId="460"/>
            <ac:spMk id="2" creationId="{A084E511-2F0A-2E4E-93F8-16231F34AE9E}"/>
          </ac:spMkLst>
        </pc:spChg>
      </pc:sldChg>
      <pc:sldChg chg="modSp add mod">
        <pc:chgData name="Loc Huynh" userId="80c0383e323bd6ea" providerId="LiveId" clId="{FFC07FDF-56AE-4948-ACC0-E3255C161FA8}" dt="2023-09-12T00:35:34.157" v="59" actId="27636"/>
        <pc:sldMkLst>
          <pc:docMk/>
          <pc:sldMk cId="2304379650" sldId="461"/>
        </pc:sldMkLst>
        <pc:spChg chg="mod">
          <ac:chgData name="Loc Huynh" userId="80c0383e323bd6ea" providerId="LiveId" clId="{FFC07FDF-56AE-4948-ACC0-E3255C161FA8}" dt="2023-09-12T00:35:34.157" v="59" actId="27636"/>
          <ac:spMkLst>
            <pc:docMk/>
            <pc:sldMk cId="2304379650" sldId="461"/>
            <ac:spMk id="2" creationId="{A084E511-2F0A-2E4E-93F8-16231F34AE9E}"/>
          </ac:spMkLst>
        </pc:spChg>
      </pc:sldChg>
      <pc:sldChg chg="modSp add mod">
        <pc:chgData name="Loc Huynh" userId="80c0383e323bd6ea" providerId="LiveId" clId="{FFC07FDF-56AE-4948-ACC0-E3255C161FA8}" dt="2023-09-12T00:35:34.240" v="60" actId="27636"/>
        <pc:sldMkLst>
          <pc:docMk/>
          <pc:sldMk cId="1909827065" sldId="462"/>
        </pc:sldMkLst>
        <pc:spChg chg="mod">
          <ac:chgData name="Loc Huynh" userId="80c0383e323bd6ea" providerId="LiveId" clId="{FFC07FDF-56AE-4948-ACC0-E3255C161FA8}" dt="2023-09-12T00:35:34.240" v="60" actId="27636"/>
          <ac:spMkLst>
            <pc:docMk/>
            <pc:sldMk cId="1909827065" sldId="462"/>
            <ac:spMk id="2" creationId="{A084E511-2F0A-2E4E-93F8-16231F34AE9E}"/>
          </ac:spMkLst>
        </pc:spChg>
      </pc:sldChg>
      <pc:sldChg chg="modSp add mod">
        <pc:chgData name="Loc Huynh" userId="80c0383e323bd6ea" providerId="LiveId" clId="{FFC07FDF-56AE-4948-ACC0-E3255C161FA8}" dt="2023-09-12T00:35:34.292" v="61" actId="27636"/>
        <pc:sldMkLst>
          <pc:docMk/>
          <pc:sldMk cId="1184405224" sldId="463"/>
        </pc:sldMkLst>
        <pc:spChg chg="mod">
          <ac:chgData name="Loc Huynh" userId="80c0383e323bd6ea" providerId="LiveId" clId="{FFC07FDF-56AE-4948-ACC0-E3255C161FA8}" dt="2023-09-12T00:35:34.292" v="61" actId="27636"/>
          <ac:spMkLst>
            <pc:docMk/>
            <pc:sldMk cId="1184405224" sldId="463"/>
            <ac:spMk id="2" creationId="{A084E511-2F0A-2E4E-93F8-16231F34AE9E}"/>
          </ac:spMkLst>
        </pc:spChg>
      </pc:sldChg>
      <pc:sldChg chg="modSp add mod">
        <pc:chgData name="Loc Huynh" userId="80c0383e323bd6ea" providerId="LiveId" clId="{FFC07FDF-56AE-4948-ACC0-E3255C161FA8}" dt="2023-09-12T00:35:34.332" v="62" actId="27636"/>
        <pc:sldMkLst>
          <pc:docMk/>
          <pc:sldMk cId="3184868754" sldId="464"/>
        </pc:sldMkLst>
        <pc:spChg chg="mod">
          <ac:chgData name="Loc Huynh" userId="80c0383e323bd6ea" providerId="LiveId" clId="{FFC07FDF-56AE-4948-ACC0-E3255C161FA8}" dt="2023-09-12T00:35:34.332" v="62" actId="27636"/>
          <ac:spMkLst>
            <pc:docMk/>
            <pc:sldMk cId="3184868754" sldId="464"/>
            <ac:spMk id="2" creationId="{A084E511-2F0A-2E4E-93F8-16231F34AE9E}"/>
          </ac:spMkLst>
        </pc:spChg>
      </pc:sldChg>
      <pc:sldChg chg="modSp add mod">
        <pc:chgData name="Loc Huynh" userId="80c0383e323bd6ea" providerId="LiveId" clId="{FFC07FDF-56AE-4948-ACC0-E3255C161FA8}" dt="2023-09-12T00:35:34.343" v="63" actId="27636"/>
        <pc:sldMkLst>
          <pc:docMk/>
          <pc:sldMk cId="1313697068" sldId="465"/>
        </pc:sldMkLst>
        <pc:spChg chg="mod">
          <ac:chgData name="Loc Huynh" userId="80c0383e323bd6ea" providerId="LiveId" clId="{FFC07FDF-56AE-4948-ACC0-E3255C161FA8}" dt="2023-09-12T00:35:34.343" v="63" actId="27636"/>
          <ac:spMkLst>
            <pc:docMk/>
            <pc:sldMk cId="1313697068" sldId="465"/>
            <ac:spMk id="2" creationId="{A084E511-2F0A-2E4E-93F8-16231F34AE9E}"/>
          </ac:spMkLst>
        </pc:spChg>
      </pc:sldChg>
      <pc:sldChg chg="modSp add mod">
        <pc:chgData name="Loc Huynh" userId="80c0383e323bd6ea" providerId="LiveId" clId="{FFC07FDF-56AE-4948-ACC0-E3255C161FA8}" dt="2023-09-12T00:35:34.394" v="64" actId="27636"/>
        <pc:sldMkLst>
          <pc:docMk/>
          <pc:sldMk cId="1200658594" sldId="466"/>
        </pc:sldMkLst>
        <pc:spChg chg="mod">
          <ac:chgData name="Loc Huynh" userId="80c0383e323bd6ea" providerId="LiveId" clId="{FFC07FDF-56AE-4948-ACC0-E3255C161FA8}" dt="2023-09-12T00:35:34.394" v="64" actId="27636"/>
          <ac:spMkLst>
            <pc:docMk/>
            <pc:sldMk cId="1200658594" sldId="466"/>
            <ac:spMk id="2" creationId="{A084E511-2F0A-2E4E-93F8-16231F34AE9E}"/>
          </ac:spMkLst>
        </pc:spChg>
      </pc:sldChg>
      <pc:sldChg chg="modSp add mod">
        <pc:chgData name="Loc Huynh" userId="80c0383e323bd6ea" providerId="LiveId" clId="{FFC07FDF-56AE-4948-ACC0-E3255C161FA8}" dt="2023-09-12T00:35:34.430" v="65" actId="27636"/>
        <pc:sldMkLst>
          <pc:docMk/>
          <pc:sldMk cId="344793592" sldId="467"/>
        </pc:sldMkLst>
        <pc:spChg chg="mod">
          <ac:chgData name="Loc Huynh" userId="80c0383e323bd6ea" providerId="LiveId" clId="{FFC07FDF-56AE-4948-ACC0-E3255C161FA8}" dt="2023-09-12T00:35:34.430" v="65" actId="27636"/>
          <ac:spMkLst>
            <pc:docMk/>
            <pc:sldMk cId="344793592" sldId="467"/>
            <ac:spMk id="2" creationId="{A084E511-2F0A-2E4E-93F8-16231F34AE9E}"/>
          </ac:spMkLst>
        </pc:spChg>
      </pc:sldChg>
      <pc:sldChg chg="modSp add mod">
        <pc:chgData name="Loc Huynh" userId="80c0383e323bd6ea" providerId="LiveId" clId="{FFC07FDF-56AE-4948-ACC0-E3255C161FA8}" dt="2023-09-12T00:35:34.508" v="66" actId="27636"/>
        <pc:sldMkLst>
          <pc:docMk/>
          <pc:sldMk cId="3122522420" sldId="468"/>
        </pc:sldMkLst>
        <pc:spChg chg="mod">
          <ac:chgData name="Loc Huynh" userId="80c0383e323bd6ea" providerId="LiveId" clId="{FFC07FDF-56AE-4948-ACC0-E3255C161FA8}" dt="2023-09-12T00:35:34.508" v="66" actId="27636"/>
          <ac:spMkLst>
            <pc:docMk/>
            <pc:sldMk cId="3122522420" sldId="468"/>
            <ac:spMk id="2" creationId="{A084E511-2F0A-2E4E-93F8-16231F34AE9E}"/>
          </ac:spMkLst>
        </pc:spChg>
      </pc:sldChg>
      <pc:sldChg chg="modSp add mod">
        <pc:chgData name="Loc Huynh" userId="80c0383e323bd6ea" providerId="LiveId" clId="{FFC07FDF-56AE-4948-ACC0-E3255C161FA8}" dt="2023-09-12T00:35:34.544" v="67" actId="27636"/>
        <pc:sldMkLst>
          <pc:docMk/>
          <pc:sldMk cId="1770153382" sldId="469"/>
        </pc:sldMkLst>
        <pc:spChg chg="mod">
          <ac:chgData name="Loc Huynh" userId="80c0383e323bd6ea" providerId="LiveId" clId="{FFC07FDF-56AE-4948-ACC0-E3255C161FA8}" dt="2023-09-12T00:35:34.544" v="67" actId="27636"/>
          <ac:spMkLst>
            <pc:docMk/>
            <pc:sldMk cId="1770153382" sldId="469"/>
            <ac:spMk id="2" creationId="{A084E511-2F0A-2E4E-93F8-16231F34AE9E}"/>
          </ac:spMkLst>
        </pc:spChg>
      </pc:sldChg>
      <pc:sldChg chg="modSp add mod">
        <pc:chgData name="Loc Huynh" userId="80c0383e323bd6ea" providerId="LiveId" clId="{FFC07FDF-56AE-4948-ACC0-E3255C161FA8}" dt="2023-09-12T00:35:35.572" v="88" actId="27636"/>
        <pc:sldMkLst>
          <pc:docMk/>
          <pc:sldMk cId="3684564904" sldId="470"/>
        </pc:sldMkLst>
        <pc:spChg chg="mod">
          <ac:chgData name="Loc Huynh" userId="80c0383e323bd6ea" providerId="LiveId" clId="{FFC07FDF-56AE-4948-ACC0-E3255C161FA8}" dt="2023-09-12T00:35:35.572" v="88" actId="27636"/>
          <ac:spMkLst>
            <pc:docMk/>
            <pc:sldMk cId="3684564904" sldId="470"/>
            <ac:spMk id="2" creationId="{67D965CF-1D55-5443-919B-AC77503498CA}"/>
          </ac:spMkLst>
        </pc:spChg>
      </pc:sldChg>
      <pc:sldChg chg="modSp add mod">
        <pc:chgData name="Loc Huynh" userId="80c0383e323bd6ea" providerId="LiveId" clId="{FFC07FDF-56AE-4948-ACC0-E3255C161FA8}" dt="2023-09-12T00:35:35.605" v="89" actId="27636"/>
        <pc:sldMkLst>
          <pc:docMk/>
          <pc:sldMk cId="1997632837" sldId="471"/>
        </pc:sldMkLst>
        <pc:spChg chg="mod">
          <ac:chgData name="Loc Huynh" userId="80c0383e323bd6ea" providerId="LiveId" clId="{FFC07FDF-56AE-4948-ACC0-E3255C161FA8}" dt="2023-09-12T00:35:35.605" v="89" actId="27636"/>
          <ac:spMkLst>
            <pc:docMk/>
            <pc:sldMk cId="1997632837" sldId="471"/>
            <ac:spMk id="2" creationId="{67D965CF-1D55-5443-919B-AC77503498CA}"/>
          </ac:spMkLst>
        </pc:spChg>
      </pc:sldChg>
      <pc:sldChg chg="modSp add mod">
        <pc:chgData name="Loc Huynh" userId="80c0383e323bd6ea" providerId="LiveId" clId="{FFC07FDF-56AE-4948-ACC0-E3255C161FA8}" dt="2023-09-12T00:35:35.683" v="90" actId="27636"/>
        <pc:sldMkLst>
          <pc:docMk/>
          <pc:sldMk cId="3934483243" sldId="472"/>
        </pc:sldMkLst>
        <pc:spChg chg="mod">
          <ac:chgData name="Loc Huynh" userId="80c0383e323bd6ea" providerId="LiveId" clId="{FFC07FDF-56AE-4948-ACC0-E3255C161FA8}" dt="2023-09-12T00:35:35.683" v="90" actId="27636"/>
          <ac:spMkLst>
            <pc:docMk/>
            <pc:sldMk cId="3934483243" sldId="472"/>
            <ac:spMk id="2" creationId="{67D965CF-1D55-5443-919B-AC77503498CA}"/>
          </ac:spMkLst>
        </pc:spChg>
      </pc:sldChg>
      <pc:sldChg chg="modSp add mod">
        <pc:chgData name="Loc Huynh" userId="80c0383e323bd6ea" providerId="LiveId" clId="{FFC07FDF-56AE-4948-ACC0-E3255C161FA8}" dt="2023-09-12T00:35:35.742" v="92" actId="27636"/>
        <pc:sldMkLst>
          <pc:docMk/>
          <pc:sldMk cId="3915191108" sldId="473"/>
        </pc:sldMkLst>
        <pc:spChg chg="mod">
          <ac:chgData name="Loc Huynh" userId="80c0383e323bd6ea" providerId="LiveId" clId="{FFC07FDF-56AE-4948-ACC0-E3255C161FA8}" dt="2023-09-12T00:35:35.742" v="92" actId="27636"/>
          <ac:spMkLst>
            <pc:docMk/>
            <pc:sldMk cId="3915191108" sldId="473"/>
            <ac:spMk id="2" creationId="{00000000-0000-0000-0000-000000000000}"/>
          </ac:spMkLst>
        </pc:spChg>
        <pc:spChg chg="mod">
          <ac:chgData name="Loc Huynh" userId="80c0383e323bd6ea" providerId="LiveId" clId="{FFC07FDF-56AE-4948-ACC0-E3255C161FA8}" dt="2023-09-12T00:35:35.690" v="91" actId="27636"/>
          <ac:spMkLst>
            <pc:docMk/>
            <pc:sldMk cId="3915191108" sldId="473"/>
            <ac:spMk id="3" creationId="{00000000-0000-0000-0000-000000000000}"/>
          </ac:spMkLst>
        </pc:spChg>
      </pc:sldChg>
      <pc:sldChg chg="modSp add mod">
        <pc:chgData name="Loc Huynh" userId="80c0383e323bd6ea" providerId="LiveId" clId="{FFC07FDF-56AE-4948-ACC0-E3255C161FA8}" dt="2023-09-12T00:35:35.777" v="93" actId="27636"/>
        <pc:sldMkLst>
          <pc:docMk/>
          <pc:sldMk cId="1242105478" sldId="474"/>
        </pc:sldMkLst>
        <pc:spChg chg="mod">
          <ac:chgData name="Loc Huynh" userId="80c0383e323bd6ea" providerId="LiveId" clId="{FFC07FDF-56AE-4948-ACC0-E3255C161FA8}" dt="2023-09-12T00:35:35.777" v="93" actId="27636"/>
          <ac:spMkLst>
            <pc:docMk/>
            <pc:sldMk cId="1242105478" sldId="474"/>
            <ac:spMk id="3" creationId="{00000000-0000-0000-0000-000000000000}"/>
          </ac:spMkLst>
        </pc:spChg>
      </pc:sldChg>
      <pc:sldChg chg="modSp add mod">
        <pc:chgData name="Loc Huynh" userId="80c0383e323bd6ea" providerId="LiveId" clId="{FFC07FDF-56AE-4948-ACC0-E3255C161FA8}" dt="2023-09-12T00:35:35.815" v="94" actId="27636"/>
        <pc:sldMkLst>
          <pc:docMk/>
          <pc:sldMk cId="4292046202" sldId="475"/>
        </pc:sldMkLst>
        <pc:spChg chg="mod">
          <ac:chgData name="Loc Huynh" userId="80c0383e323bd6ea" providerId="LiveId" clId="{FFC07FDF-56AE-4948-ACC0-E3255C161FA8}" dt="2023-09-12T00:35:35.815" v="94" actId="27636"/>
          <ac:spMkLst>
            <pc:docMk/>
            <pc:sldMk cId="4292046202" sldId="475"/>
            <ac:spMk id="3" creationId="{00000000-0000-0000-0000-000000000000}"/>
          </ac:spMkLst>
        </pc:spChg>
      </pc:sldChg>
      <pc:sldChg chg="modSp add mod">
        <pc:chgData name="Loc Huynh" userId="80c0383e323bd6ea" providerId="LiveId" clId="{FFC07FDF-56AE-4948-ACC0-E3255C161FA8}" dt="2023-09-12T00:35:35.844" v="95" actId="27636"/>
        <pc:sldMkLst>
          <pc:docMk/>
          <pc:sldMk cId="950542315" sldId="476"/>
        </pc:sldMkLst>
        <pc:spChg chg="mod">
          <ac:chgData name="Loc Huynh" userId="80c0383e323bd6ea" providerId="LiveId" clId="{FFC07FDF-56AE-4948-ACC0-E3255C161FA8}" dt="2023-09-12T00:35:35.844" v="95" actId="27636"/>
          <ac:spMkLst>
            <pc:docMk/>
            <pc:sldMk cId="950542315" sldId="476"/>
            <ac:spMk id="3" creationId="{00000000-0000-0000-0000-000000000000}"/>
          </ac:spMkLst>
        </pc:spChg>
      </pc:sldChg>
      <pc:sldChg chg="modSp add mod">
        <pc:chgData name="Loc Huynh" userId="80c0383e323bd6ea" providerId="LiveId" clId="{FFC07FDF-56AE-4948-ACC0-E3255C161FA8}" dt="2023-09-12T00:35:35.880" v="96" actId="27636"/>
        <pc:sldMkLst>
          <pc:docMk/>
          <pc:sldMk cId="1686432855" sldId="477"/>
        </pc:sldMkLst>
        <pc:spChg chg="mod">
          <ac:chgData name="Loc Huynh" userId="80c0383e323bd6ea" providerId="LiveId" clId="{FFC07FDF-56AE-4948-ACC0-E3255C161FA8}" dt="2023-09-12T00:35:35.880" v="96" actId="27636"/>
          <ac:spMkLst>
            <pc:docMk/>
            <pc:sldMk cId="1686432855" sldId="477"/>
            <ac:spMk id="3" creationId="{00000000-0000-0000-0000-000000000000}"/>
          </ac:spMkLst>
        </pc:spChg>
      </pc:sldChg>
      <pc:sldChg chg="modSp add mod">
        <pc:chgData name="Loc Huynh" userId="80c0383e323bd6ea" providerId="LiveId" clId="{FFC07FDF-56AE-4948-ACC0-E3255C161FA8}" dt="2023-09-12T00:35:35.908" v="97" actId="27636"/>
        <pc:sldMkLst>
          <pc:docMk/>
          <pc:sldMk cId="422089934" sldId="478"/>
        </pc:sldMkLst>
        <pc:spChg chg="mod">
          <ac:chgData name="Loc Huynh" userId="80c0383e323bd6ea" providerId="LiveId" clId="{FFC07FDF-56AE-4948-ACC0-E3255C161FA8}" dt="2023-09-12T00:35:35.908" v="97" actId="27636"/>
          <ac:spMkLst>
            <pc:docMk/>
            <pc:sldMk cId="422089934" sldId="478"/>
            <ac:spMk id="3" creationId="{00000000-0000-0000-0000-000000000000}"/>
          </ac:spMkLst>
        </pc:spChg>
      </pc:sldChg>
      <pc:sldChg chg="addSp modSp add mod">
        <pc:chgData name="Loc Huynh" userId="80c0383e323bd6ea" providerId="LiveId" clId="{FFC07FDF-56AE-4948-ACC0-E3255C161FA8}" dt="2023-09-12T00:48:26.342" v="322"/>
        <pc:sldMkLst>
          <pc:docMk/>
          <pc:sldMk cId="1634204803" sldId="479"/>
        </pc:sldMkLst>
        <pc:spChg chg="mod">
          <ac:chgData name="Loc Huynh" userId="80c0383e323bd6ea" providerId="LiveId" clId="{FFC07FDF-56AE-4948-ACC0-E3255C161FA8}" dt="2023-09-12T00:35:35.940" v="98" actId="27636"/>
          <ac:spMkLst>
            <pc:docMk/>
            <pc:sldMk cId="1634204803" sldId="479"/>
            <ac:spMk id="3" creationId="{00000000-0000-0000-0000-000000000000}"/>
          </ac:spMkLst>
        </pc:spChg>
        <pc:spChg chg="add mod">
          <ac:chgData name="Loc Huynh" userId="80c0383e323bd6ea" providerId="LiveId" clId="{FFC07FDF-56AE-4948-ACC0-E3255C161FA8}" dt="2023-09-12T00:48:26.342" v="322"/>
          <ac:spMkLst>
            <pc:docMk/>
            <pc:sldMk cId="1634204803" sldId="479"/>
            <ac:spMk id="4" creationId="{93FA9B38-7A55-6EB5-EB48-E903764EEBBD}"/>
          </ac:spMkLst>
        </pc:spChg>
        <pc:spChg chg="add mod">
          <ac:chgData name="Loc Huynh" userId="80c0383e323bd6ea" providerId="LiveId" clId="{FFC07FDF-56AE-4948-ACC0-E3255C161FA8}" dt="2023-09-12T00:48:26.342" v="322"/>
          <ac:spMkLst>
            <pc:docMk/>
            <pc:sldMk cId="1634204803" sldId="479"/>
            <ac:spMk id="5" creationId="{E331A7DD-0828-E0E0-80D4-1292F1B74723}"/>
          </ac:spMkLst>
        </pc:spChg>
      </pc:sldChg>
      <pc:sldChg chg="modSp add mod">
        <pc:chgData name="Loc Huynh" userId="80c0383e323bd6ea" providerId="LiveId" clId="{FFC07FDF-56AE-4948-ACC0-E3255C161FA8}" dt="2023-09-12T00:35:35.994" v="99" actId="27636"/>
        <pc:sldMkLst>
          <pc:docMk/>
          <pc:sldMk cId="1875871481" sldId="480"/>
        </pc:sldMkLst>
        <pc:spChg chg="mod">
          <ac:chgData name="Loc Huynh" userId="80c0383e323bd6ea" providerId="LiveId" clId="{FFC07FDF-56AE-4948-ACC0-E3255C161FA8}" dt="2023-09-12T00:35:35.994" v="99" actId="27636"/>
          <ac:spMkLst>
            <pc:docMk/>
            <pc:sldMk cId="1875871481" sldId="480"/>
            <ac:spMk id="3" creationId="{00000000-0000-0000-0000-000000000000}"/>
          </ac:spMkLst>
        </pc:spChg>
      </pc:sldChg>
      <pc:sldChg chg="modSp add mod">
        <pc:chgData name="Loc Huynh" userId="80c0383e323bd6ea" providerId="LiveId" clId="{FFC07FDF-56AE-4948-ACC0-E3255C161FA8}" dt="2023-09-12T00:35:36.038" v="100" actId="27636"/>
        <pc:sldMkLst>
          <pc:docMk/>
          <pc:sldMk cId="920391041" sldId="481"/>
        </pc:sldMkLst>
        <pc:spChg chg="mod">
          <ac:chgData name="Loc Huynh" userId="80c0383e323bd6ea" providerId="LiveId" clId="{FFC07FDF-56AE-4948-ACC0-E3255C161FA8}" dt="2023-09-12T00:35:36.038" v="100" actId="27636"/>
          <ac:spMkLst>
            <pc:docMk/>
            <pc:sldMk cId="920391041" sldId="481"/>
            <ac:spMk id="3" creationId="{00000000-0000-0000-0000-000000000000}"/>
          </ac:spMkLst>
        </pc:spChg>
      </pc:sldChg>
      <pc:sldChg chg="modSp add mod">
        <pc:chgData name="Loc Huynh" userId="80c0383e323bd6ea" providerId="LiveId" clId="{FFC07FDF-56AE-4948-ACC0-E3255C161FA8}" dt="2023-09-12T00:35:36.077" v="101" actId="27636"/>
        <pc:sldMkLst>
          <pc:docMk/>
          <pc:sldMk cId="3148386529" sldId="482"/>
        </pc:sldMkLst>
        <pc:spChg chg="mod">
          <ac:chgData name="Loc Huynh" userId="80c0383e323bd6ea" providerId="LiveId" clId="{FFC07FDF-56AE-4948-ACC0-E3255C161FA8}" dt="2023-09-12T00:35:36.077" v="101" actId="27636"/>
          <ac:spMkLst>
            <pc:docMk/>
            <pc:sldMk cId="3148386529" sldId="482"/>
            <ac:spMk id="3" creationId="{00000000-0000-0000-0000-000000000000}"/>
          </ac:spMkLst>
        </pc:spChg>
      </pc:sldChg>
      <pc:sldChg chg="modSp add mod">
        <pc:chgData name="Loc Huynh" userId="80c0383e323bd6ea" providerId="LiveId" clId="{FFC07FDF-56AE-4948-ACC0-E3255C161FA8}" dt="2023-09-12T00:35:36.146" v="103" actId="27636"/>
        <pc:sldMkLst>
          <pc:docMk/>
          <pc:sldMk cId="325634289" sldId="483"/>
        </pc:sldMkLst>
        <pc:spChg chg="mod">
          <ac:chgData name="Loc Huynh" userId="80c0383e323bd6ea" providerId="LiveId" clId="{FFC07FDF-56AE-4948-ACC0-E3255C161FA8}" dt="2023-09-12T00:35:36.145" v="102" actId="27636"/>
          <ac:spMkLst>
            <pc:docMk/>
            <pc:sldMk cId="325634289" sldId="483"/>
            <ac:spMk id="2" creationId="{00000000-0000-0000-0000-000000000000}"/>
          </ac:spMkLst>
        </pc:spChg>
        <pc:spChg chg="mod">
          <ac:chgData name="Loc Huynh" userId="80c0383e323bd6ea" providerId="LiveId" clId="{FFC07FDF-56AE-4948-ACC0-E3255C161FA8}" dt="2023-09-12T00:35:36.146" v="103" actId="27636"/>
          <ac:spMkLst>
            <pc:docMk/>
            <pc:sldMk cId="325634289" sldId="483"/>
            <ac:spMk id="3" creationId="{00000000-0000-0000-0000-000000000000}"/>
          </ac:spMkLst>
        </pc:spChg>
      </pc:sldChg>
      <pc:sldChg chg="modSp add mod">
        <pc:chgData name="Loc Huynh" userId="80c0383e323bd6ea" providerId="LiveId" clId="{FFC07FDF-56AE-4948-ACC0-E3255C161FA8}" dt="2023-09-12T00:35:36.175" v="104" actId="27636"/>
        <pc:sldMkLst>
          <pc:docMk/>
          <pc:sldMk cId="468758230" sldId="484"/>
        </pc:sldMkLst>
        <pc:spChg chg="mod">
          <ac:chgData name="Loc Huynh" userId="80c0383e323bd6ea" providerId="LiveId" clId="{FFC07FDF-56AE-4948-ACC0-E3255C161FA8}" dt="2023-09-12T00:35:36.175" v="104" actId="27636"/>
          <ac:spMkLst>
            <pc:docMk/>
            <pc:sldMk cId="468758230" sldId="484"/>
            <ac:spMk id="3" creationId="{00000000-0000-0000-0000-000000000000}"/>
          </ac:spMkLst>
        </pc:spChg>
      </pc:sldChg>
      <pc:sldChg chg="modSp add mod">
        <pc:chgData name="Loc Huynh" userId="80c0383e323bd6ea" providerId="LiveId" clId="{FFC07FDF-56AE-4948-ACC0-E3255C161FA8}" dt="2023-09-12T00:35:36.313" v="107" actId="27636"/>
        <pc:sldMkLst>
          <pc:docMk/>
          <pc:sldMk cId="1211839815" sldId="485"/>
        </pc:sldMkLst>
        <pc:spChg chg="mod">
          <ac:chgData name="Loc Huynh" userId="80c0383e323bd6ea" providerId="LiveId" clId="{FFC07FDF-56AE-4948-ACC0-E3255C161FA8}" dt="2023-09-12T00:35:36.313" v="107" actId="27636"/>
          <ac:spMkLst>
            <pc:docMk/>
            <pc:sldMk cId="1211839815" sldId="485"/>
            <ac:spMk id="2" creationId="{7474A01E-A813-5647-A400-1D6EAD852A52}"/>
          </ac:spMkLst>
        </pc:spChg>
      </pc:sldChg>
      <pc:sldChg chg="modSp add mod">
        <pc:chgData name="Loc Huynh" userId="80c0383e323bd6ea" providerId="LiveId" clId="{FFC07FDF-56AE-4948-ACC0-E3255C161FA8}" dt="2023-09-12T00:35:36.337" v="108" actId="27636"/>
        <pc:sldMkLst>
          <pc:docMk/>
          <pc:sldMk cId="4108101354" sldId="486"/>
        </pc:sldMkLst>
        <pc:spChg chg="mod">
          <ac:chgData name="Loc Huynh" userId="80c0383e323bd6ea" providerId="LiveId" clId="{FFC07FDF-56AE-4948-ACC0-E3255C161FA8}" dt="2023-09-12T00:35:36.337" v="108" actId="27636"/>
          <ac:spMkLst>
            <pc:docMk/>
            <pc:sldMk cId="4108101354" sldId="486"/>
            <ac:spMk id="2" creationId="{7474A01E-A813-5647-A400-1D6EAD852A52}"/>
          </ac:spMkLst>
        </pc:spChg>
      </pc:sldChg>
      <pc:sldChg chg="modSp add mod">
        <pc:chgData name="Loc Huynh" userId="80c0383e323bd6ea" providerId="LiveId" clId="{FFC07FDF-56AE-4948-ACC0-E3255C161FA8}" dt="2023-09-12T00:35:36.391" v="109" actId="27636"/>
        <pc:sldMkLst>
          <pc:docMk/>
          <pc:sldMk cId="4007891925" sldId="487"/>
        </pc:sldMkLst>
        <pc:spChg chg="mod">
          <ac:chgData name="Loc Huynh" userId="80c0383e323bd6ea" providerId="LiveId" clId="{FFC07FDF-56AE-4948-ACC0-E3255C161FA8}" dt="2023-09-12T00:35:36.391" v="109" actId="27636"/>
          <ac:spMkLst>
            <pc:docMk/>
            <pc:sldMk cId="4007891925" sldId="487"/>
            <ac:spMk id="2" creationId="{7474A01E-A813-5647-A400-1D6EAD852A52}"/>
          </ac:spMkLst>
        </pc:spChg>
      </pc:sldChg>
      <pc:sldChg chg="modSp add mod">
        <pc:chgData name="Loc Huynh" userId="80c0383e323bd6ea" providerId="LiveId" clId="{FFC07FDF-56AE-4948-ACC0-E3255C161FA8}" dt="2023-09-12T00:35:36.430" v="110" actId="27636"/>
        <pc:sldMkLst>
          <pc:docMk/>
          <pc:sldMk cId="1413876724" sldId="488"/>
        </pc:sldMkLst>
        <pc:spChg chg="mod">
          <ac:chgData name="Loc Huynh" userId="80c0383e323bd6ea" providerId="LiveId" clId="{FFC07FDF-56AE-4948-ACC0-E3255C161FA8}" dt="2023-09-12T00:35:36.430" v="110" actId="27636"/>
          <ac:spMkLst>
            <pc:docMk/>
            <pc:sldMk cId="1413876724" sldId="488"/>
            <ac:spMk id="2" creationId="{7474A01E-A813-5647-A400-1D6EAD852A52}"/>
          </ac:spMkLst>
        </pc:spChg>
      </pc:sldChg>
      <pc:sldChg chg="modSp add mod">
        <pc:chgData name="Loc Huynh" userId="80c0383e323bd6ea" providerId="LiveId" clId="{FFC07FDF-56AE-4948-ACC0-E3255C161FA8}" dt="2023-09-12T00:35:36.462" v="111" actId="27636"/>
        <pc:sldMkLst>
          <pc:docMk/>
          <pc:sldMk cId="2855966079" sldId="489"/>
        </pc:sldMkLst>
        <pc:spChg chg="mod">
          <ac:chgData name="Loc Huynh" userId="80c0383e323bd6ea" providerId="LiveId" clId="{FFC07FDF-56AE-4948-ACC0-E3255C161FA8}" dt="2023-09-12T00:35:36.462" v="111" actId="27636"/>
          <ac:spMkLst>
            <pc:docMk/>
            <pc:sldMk cId="2855966079" sldId="489"/>
            <ac:spMk id="2" creationId="{7474A01E-A813-5647-A400-1D6EAD852A52}"/>
          </ac:spMkLst>
        </pc:spChg>
      </pc:sldChg>
      <pc:sldChg chg="modSp add mod">
        <pc:chgData name="Loc Huynh" userId="80c0383e323bd6ea" providerId="LiveId" clId="{FFC07FDF-56AE-4948-ACC0-E3255C161FA8}" dt="2023-09-12T00:35:36.506" v="112" actId="27636"/>
        <pc:sldMkLst>
          <pc:docMk/>
          <pc:sldMk cId="123613759" sldId="490"/>
        </pc:sldMkLst>
        <pc:spChg chg="mod">
          <ac:chgData name="Loc Huynh" userId="80c0383e323bd6ea" providerId="LiveId" clId="{FFC07FDF-56AE-4948-ACC0-E3255C161FA8}" dt="2023-09-12T00:35:36.506" v="112" actId="27636"/>
          <ac:spMkLst>
            <pc:docMk/>
            <pc:sldMk cId="123613759" sldId="490"/>
            <ac:spMk id="2" creationId="{7474A01E-A813-5647-A400-1D6EAD852A52}"/>
          </ac:spMkLst>
        </pc:spChg>
      </pc:sldChg>
      <pc:sldChg chg="modSp add del mod">
        <pc:chgData name="Loc Huynh" userId="80c0383e323bd6ea" providerId="LiveId" clId="{FFC07FDF-56AE-4948-ACC0-E3255C161FA8}" dt="2023-09-12T00:40:15.556" v="145" actId="2696"/>
        <pc:sldMkLst>
          <pc:docMk/>
          <pc:sldMk cId="3721356060" sldId="491"/>
        </pc:sldMkLst>
        <pc:spChg chg="mod">
          <ac:chgData name="Loc Huynh" userId="80c0383e323bd6ea" providerId="LiveId" clId="{FFC07FDF-56AE-4948-ACC0-E3255C161FA8}" dt="2023-09-12T00:35:31.339" v="36" actId="27636"/>
          <ac:spMkLst>
            <pc:docMk/>
            <pc:sldMk cId="3721356060" sldId="491"/>
            <ac:spMk id="2" creationId="{B47FBB48-7296-B043-B166-77771F65499C}"/>
          </ac:spMkLst>
        </pc:spChg>
        <pc:spChg chg="mod">
          <ac:chgData name="Loc Huynh" userId="80c0383e323bd6ea" providerId="LiveId" clId="{FFC07FDF-56AE-4948-ACC0-E3255C161FA8}" dt="2023-09-12T00:35:31.362" v="37" actId="27636"/>
          <ac:spMkLst>
            <pc:docMk/>
            <pc:sldMk cId="3721356060" sldId="491"/>
            <ac:spMk id="3" creationId="{5AF176FD-7669-EF49-B2D4-CDB406817E64}"/>
          </ac:spMkLst>
        </pc:spChg>
      </pc:sldChg>
      <pc:sldChg chg="modSp add mod">
        <pc:chgData name="Loc Huynh" userId="80c0383e323bd6ea" providerId="LiveId" clId="{FFC07FDF-56AE-4948-ACC0-E3255C161FA8}" dt="2023-09-12T00:45:41.627" v="287" actId="20577"/>
        <pc:sldMkLst>
          <pc:docMk/>
          <pc:sldMk cId="2539440922" sldId="492"/>
        </pc:sldMkLst>
        <pc:spChg chg="mod">
          <ac:chgData name="Loc Huynh" userId="80c0383e323bd6ea" providerId="LiveId" clId="{FFC07FDF-56AE-4948-ACC0-E3255C161FA8}" dt="2023-09-12T00:45:41.627" v="287" actId="20577"/>
          <ac:spMkLst>
            <pc:docMk/>
            <pc:sldMk cId="2539440922" sldId="492"/>
            <ac:spMk id="3" creationId="{5AF176FD-7669-EF49-B2D4-CDB406817E64}"/>
          </ac:spMkLst>
        </pc:spChg>
        <pc:spChg chg="mod">
          <ac:chgData name="Loc Huynh" userId="80c0383e323bd6ea" providerId="LiveId" clId="{FFC07FDF-56AE-4948-ACC0-E3255C161FA8}" dt="2023-09-12T00:40:04.156" v="142" actId="20577"/>
          <ac:spMkLst>
            <pc:docMk/>
            <pc:sldMk cId="2539440922" sldId="492"/>
            <ac:spMk id="7" creationId="{0C974B13-B1B8-E148-903B-85C71136A561}"/>
          </ac:spMkLst>
        </pc:spChg>
      </pc:sldChg>
      <pc:sldMasterChg chg="delSldLayout">
        <pc:chgData name="Loc Huynh" userId="80c0383e323bd6ea" providerId="LiveId" clId="{FFC07FDF-56AE-4948-ACC0-E3255C161FA8}" dt="2023-09-12T00:45:01.916" v="285" actId="2696"/>
        <pc:sldMasterMkLst>
          <pc:docMk/>
          <pc:sldMasterMk cId="3606943067" sldId="2147483660"/>
        </pc:sldMasterMkLst>
        <pc:sldLayoutChg chg="del">
          <pc:chgData name="Loc Huynh" userId="80c0383e323bd6ea" providerId="LiveId" clId="{FFC07FDF-56AE-4948-ACC0-E3255C161FA8}" dt="2023-09-12T00:45:01.916" v="285" actId="2696"/>
          <pc:sldLayoutMkLst>
            <pc:docMk/>
            <pc:sldMasterMk cId="3606943067" sldId="2147483660"/>
            <pc:sldLayoutMk cId="2128116592" sldId="2147483669"/>
          </pc:sldLayoutMkLst>
        </pc:sldLayoutChg>
      </pc:sldMasterChg>
    </pc:docChg>
  </pc:docChgLst>
  <pc:docChgLst>
    <pc:chgData name="Loc Huynh" userId="80c0383e323bd6ea" providerId="LiveId" clId="{72CEA336-3CF7-0740-9187-942BCF55D6BE}"/>
    <pc:docChg chg="undo custSel addSld delSld modSld sldOrd modHandout">
      <pc:chgData name="Loc Huynh" userId="80c0383e323bd6ea" providerId="LiveId" clId="{72CEA336-3CF7-0740-9187-942BCF55D6BE}" dt="2023-09-11T13:27:52.577" v="14359"/>
      <pc:docMkLst>
        <pc:docMk/>
      </pc:docMkLst>
      <pc:sldChg chg="addSp delSp modSp del mod">
        <pc:chgData name="Loc Huynh" userId="80c0383e323bd6ea" providerId="LiveId" clId="{72CEA336-3CF7-0740-9187-942BCF55D6BE}" dt="2023-09-11T03:46:53.777" v="8238" actId="2696"/>
        <pc:sldMkLst>
          <pc:docMk/>
          <pc:sldMk cId="0" sldId="292"/>
        </pc:sldMkLst>
        <pc:spChg chg="mod">
          <ac:chgData name="Loc Huynh" userId="80c0383e323bd6ea" providerId="LiveId" clId="{72CEA336-3CF7-0740-9187-942BCF55D6BE}" dt="2023-08-30T02:29:51.893" v="4848" actId="207"/>
          <ac:spMkLst>
            <pc:docMk/>
            <pc:sldMk cId="0" sldId="292"/>
            <ac:spMk id="2" creationId="{00000000-0000-0000-0000-000000000000}"/>
          </ac:spMkLst>
        </pc:spChg>
        <pc:spChg chg="add del mod">
          <ac:chgData name="Loc Huynh" userId="80c0383e323bd6ea" providerId="LiveId" clId="{72CEA336-3CF7-0740-9187-942BCF55D6BE}" dt="2023-08-30T02:28:46.272" v="4844" actId="478"/>
          <ac:spMkLst>
            <pc:docMk/>
            <pc:sldMk cId="0" sldId="292"/>
            <ac:spMk id="3" creationId="{B583AFBD-1AA8-405D-0BCF-3B7E3F265A75}"/>
          </ac:spMkLst>
        </pc:spChg>
        <pc:spChg chg="del">
          <ac:chgData name="Loc Huynh" userId="80c0383e323bd6ea" providerId="LiveId" clId="{72CEA336-3CF7-0740-9187-942BCF55D6BE}" dt="2023-08-30T02:28:44.022" v="4843" actId="478"/>
          <ac:spMkLst>
            <pc:docMk/>
            <pc:sldMk cId="0" sldId="292"/>
            <ac:spMk id="4" creationId="{FB84735A-F5BB-4C4D-93E0-8DCF8CEA9FB1}"/>
          </ac:spMkLst>
        </pc:spChg>
        <pc:spChg chg="del">
          <ac:chgData name="Loc Huynh" userId="80c0383e323bd6ea" providerId="LiveId" clId="{72CEA336-3CF7-0740-9187-942BCF55D6BE}" dt="2023-08-30T02:29:16.068" v="4846" actId="478"/>
          <ac:spMkLst>
            <pc:docMk/>
            <pc:sldMk cId="0" sldId="292"/>
            <ac:spMk id="6" creationId="{4FEBBFF9-93B0-4C1B-3209-2310D7A4D2B5}"/>
          </ac:spMkLst>
        </pc:spChg>
      </pc:sldChg>
      <pc:sldChg chg="modSp mod">
        <pc:chgData name="Loc Huynh" userId="80c0383e323bd6ea" providerId="LiveId" clId="{72CEA336-3CF7-0740-9187-942BCF55D6BE}" dt="2023-09-11T09:21:28.330" v="10827" actId="207"/>
        <pc:sldMkLst>
          <pc:docMk/>
          <pc:sldMk cId="2329642701" sldId="304"/>
        </pc:sldMkLst>
        <pc:spChg chg="mod">
          <ac:chgData name="Loc Huynh" userId="80c0383e323bd6ea" providerId="LiveId" clId="{72CEA336-3CF7-0740-9187-942BCF55D6BE}" dt="2023-09-11T09:21:28.330" v="10827" actId="207"/>
          <ac:spMkLst>
            <pc:docMk/>
            <pc:sldMk cId="2329642701" sldId="304"/>
            <ac:spMk id="3" creationId="{F68C27CE-6A1E-0840-BC2F-D1738F041307}"/>
          </ac:spMkLst>
        </pc:spChg>
      </pc:sldChg>
      <pc:sldChg chg="del">
        <pc:chgData name="Loc Huynh" userId="80c0383e323bd6ea" providerId="LiveId" clId="{72CEA336-3CF7-0740-9187-942BCF55D6BE}" dt="2023-08-18T08:32:04.314" v="1003" actId="2696"/>
        <pc:sldMkLst>
          <pc:docMk/>
          <pc:sldMk cId="788840201" sldId="305"/>
        </pc:sldMkLst>
      </pc:sldChg>
      <pc:sldChg chg="addSp delSp modSp mod modNotes modNotesTx">
        <pc:chgData name="Loc Huynh" userId="80c0383e323bd6ea" providerId="LiveId" clId="{72CEA336-3CF7-0740-9187-942BCF55D6BE}" dt="2023-09-11T13:27:24.682" v="14358"/>
        <pc:sldMkLst>
          <pc:docMk/>
          <pc:sldMk cId="3698868878" sldId="306"/>
        </pc:sldMkLst>
        <pc:spChg chg="mod">
          <ac:chgData name="Loc Huynh" userId="80c0383e323bd6ea" providerId="LiveId" clId="{72CEA336-3CF7-0740-9187-942BCF55D6BE}" dt="2023-08-18T08:33:45.679" v="1062"/>
          <ac:spMkLst>
            <pc:docMk/>
            <pc:sldMk cId="3698868878" sldId="306"/>
            <ac:spMk id="2" creationId="{7B00E714-86D8-D94C-B1C3-AF267E84D197}"/>
          </ac:spMkLst>
        </pc:spChg>
        <pc:spChg chg="mod">
          <ac:chgData name="Loc Huynh" userId="80c0383e323bd6ea" providerId="LiveId" clId="{72CEA336-3CF7-0740-9187-942BCF55D6BE}" dt="2023-08-20T07:49:08.703" v="2441" actId="20577"/>
          <ac:spMkLst>
            <pc:docMk/>
            <pc:sldMk cId="3698868878" sldId="306"/>
            <ac:spMk id="3" creationId="{7FFBE53D-29E6-6243-A558-44AA8B0D326B}"/>
          </ac:spMkLst>
        </pc:spChg>
        <pc:spChg chg="add mod">
          <ac:chgData name="Loc Huynh" userId="80c0383e323bd6ea" providerId="LiveId" clId="{72CEA336-3CF7-0740-9187-942BCF55D6BE}" dt="2023-08-30T01:59:21.565" v="4412" actId="1076"/>
          <ac:spMkLst>
            <pc:docMk/>
            <pc:sldMk cId="3698868878" sldId="306"/>
            <ac:spMk id="9" creationId="{D45635DA-23A4-6DDA-A7EB-67E973DE8393}"/>
          </ac:spMkLst>
        </pc:spChg>
        <pc:spChg chg="del mod">
          <ac:chgData name="Loc Huynh" userId="80c0383e323bd6ea" providerId="LiveId" clId="{72CEA336-3CF7-0740-9187-942BCF55D6BE}" dt="2023-08-20T07:30:02.386" v="2394" actId="478"/>
          <ac:spMkLst>
            <pc:docMk/>
            <pc:sldMk cId="3698868878" sldId="306"/>
            <ac:spMk id="11" creationId="{55FE0B60-7C47-6042-8808-C7D970DAC5CD}"/>
          </ac:spMkLst>
        </pc:spChg>
        <pc:spChg chg="del mod">
          <ac:chgData name="Loc Huynh" userId="80c0383e323bd6ea" providerId="LiveId" clId="{72CEA336-3CF7-0740-9187-942BCF55D6BE}" dt="2023-08-30T01:59:18.390" v="4409" actId="21"/>
          <ac:spMkLst>
            <pc:docMk/>
            <pc:sldMk cId="3698868878" sldId="306"/>
            <ac:spMk id="14" creationId="{330DF356-4720-AA47-BEB6-69725D0F33C1}"/>
          </ac:spMkLst>
        </pc:spChg>
        <pc:picChg chg="add mod">
          <ac:chgData name="Loc Huynh" userId="80c0383e323bd6ea" providerId="LiveId" clId="{72CEA336-3CF7-0740-9187-942BCF55D6BE}" dt="2023-08-30T01:59:11.794" v="4407" actId="1076"/>
          <ac:picMkLst>
            <pc:docMk/>
            <pc:sldMk cId="3698868878" sldId="306"/>
            <ac:picMk id="8" creationId="{527026FA-065B-9EBC-5457-7B936AAA26ED}"/>
          </ac:picMkLst>
        </pc:picChg>
        <pc:picChg chg="del">
          <ac:chgData name="Loc Huynh" userId="80c0383e323bd6ea" providerId="LiveId" clId="{72CEA336-3CF7-0740-9187-942BCF55D6BE}" dt="2023-08-30T01:59:00.496" v="4404" actId="478"/>
          <ac:picMkLst>
            <pc:docMk/>
            <pc:sldMk cId="3698868878" sldId="306"/>
            <ac:picMk id="15" creationId="{9FE59F05-0644-1241-A849-FD1133AABE85}"/>
          </ac:picMkLst>
        </pc:picChg>
        <pc:picChg chg="add mod">
          <ac:chgData name="Loc Huynh" userId="80c0383e323bd6ea" providerId="LiveId" clId="{72CEA336-3CF7-0740-9187-942BCF55D6BE}" dt="2023-08-30T01:59:14.827" v="4408" actId="1076"/>
          <ac:picMkLst>
            <pc:docMk/>
            <pc:sldMk cId="3698868878" sldId="306"/>
            <ac:picMk id="1026" creationId="{372A4D4B-090B-A3C1-9698-EF59FD0909A5}"/>
          </ac:picMkLst>
        </pc:picChg>
      </pc:sldChg>
      <pc:sldChg chg="delSp modSp mod ord modNotes modNotesTx">
        <pc:chgData name="Loc Huynh" userId="80c0383e323bd6ea" providerId="LiveId" clId="{72CEA336-3CF7-0740-9187-942BCF55D6BE}" dt="2023-09-11T13:27:24.682" v="14358"/>
        <pc:sldMkLst>
          <pc:docMk/>
          <pc:sldMk cId="1649213010" sldId="307"/>
        </pc:sldMkLst>
        <pc:spChg chg="mod">
          <ac:chgData name="Loc Huynh" userId="80c0383e323bd6ea" providerId="LiveId" clId="{72CEA336-3CF7-0740-9187-942BCF55D6BE}" dt="2023-08-18T08:33:48.804" v="1063"/>
          <ac:spMkLst>
            <pc:docMk/>
            <pc:sldMk cId="1649213010" sldId="307"/>
            <ac:spMk id="2" creationId="{7B00E714-86D8-D94C-B1C3-AF267E84D197}"/>
          </ac:spMkLst>
        </pc:spChg>
        <pc:spChg chg="del mod">
          <ac:chgData name="Loc Huynh" userId="80c0383e323bd6ea" providerId="LiveId" clId="{72CEA336-3CF7-0740-9187-942BCF55D6BE}" dt="2023-08-30T04:58:16.937" v="6472" actId="478"/>
          <ac:spMkLst>
            <pc:docMk/>
            <pc:sldMk cId="1649213010" sldId="307"/>
            <ac:spMk id="3" creationId="{7FFBE53D-29E6-6243-A558-44AA8B0D326B}"/>
          </ac:spMkLst>
        </pc:spChg>
        <pc:spChg chg="mod">
          <ac:chgData name="Loc Huynh" userId="80c0383e323bd6ea" providerId="LiveId" clId="{72CEA336-3CF7-0740-9187-942BCF55D6BE}" dt="2023-08-30T04:58:28.803" v="6475" actId="14100"/>
          <ac:spMkLst>
            <pc:docMk/>
            <pc:sldMk cId="1649213010" sldId="307"/>
            <ac:spMk id="9" creationId="{C24D2B6B-22A3-8043-862C-739AAC367B73}"/>
          </ac:spMkLst>
        </pc:spChg>
        <pc:picChg chg="mod">
          <ac:chgData name="Loc Huynh" userId="80c0383e323bd6ea" providerId="LiveId" clId="{72CEA336-3CF7-0740-9187-942BCF55D6BE}" dt="2023-08-30T04:58:37.084" v="6477" actId="1035"/>
          <ac:picMkLst>
            <pc:docMk/>
            <pc:sldMk cId="1649213010" sldId="307"/>
            <ac:picMk id="9218" creationId="{320DB015-45CC-2A47-9B1A-479527703243}"/>
          </ac:picMkLst>
        </pc:picChg>
      </pc:sldChg>
      <pc:sldChg chg="modSp mod ord modNotes">
        <pc:chgData name="Loc Huynh" userId="80c0383e323bd6ea" providerId="LiveId" clId="{72CEA336-3CF7-0740-9187-942BCF55D6BE}" dt="2023-09-11T13:27:24.682" v="14358"/>
        <pc:sldMkLst>
          <pc:docMk/>
          <pc:sldMk cId="1085273114" sldId="308"/>
        </pc:sldMkLst>
        <pc:spChg chg="mod">
          <ac:chgData name="Loc Huynh" userId="80c0383e323bd6ea" providerId="LiveId" clId="{72CEA336-3CF7-0740-9187-942BCF55D6BE}" dt="2023-08-18T08:33:54.133" v="1064"/>
          <ac:spMkLst>
            <pc:docMk/>
            <pc:sldMk cId="1085273114" sldId="308"/>
            <ac:spMk id="2" creationId="{7B00E714-86D8-D94C-B1C3-AF267E84D197}"/>
          </ac:spMkLst>
        </pc:spChg>
      </pc:sldChg>
      <pc:sldChg chg="modSp mod ord modNotes">
        <pc:chgData name="Loc Huynh" userId="80c0383e323bd6ea" providerId="LiveId" clId="{72CEA336-3CF7-0740-9187-942BCF55D6BE}" dt="2023-09-11T13:27:24.682" v="14358"/>
        <pc:sldMkLst>
          <pc:docMk/>
          <pc:sldMk cId="136576927" sldId="309"/>
        </pc:sldMkLst>
        <pc:spChg chg="mod">
          <ac:chgData name="Loc Huynh" userId="80c0383e323bd6ea" providerId="LiveId" clId="{72CEA336-3CF7-0740-9187-942BCF55D6BE}" dt="2023-08-18T08:33:57.128" v="1065"/>
          <ac:spMkLst>
            <pc:docMk/>
            <pc:sldMk cId="136576927" sldId="309"/>
            <ac:spMk id="2" creationId="{7B00E714-86D8-D94C-B1C3-AF267E84D197}"/>
          </ac:spMkLst>
        </pc:spChg>
        <pc:spChg chg="mod">
          <ac:chgData name="Loc Huynh" userId="80c0383e323bd6ea" providerId="LiveId" clId="{72CEA336-3CF7-0740-9187-942BCF55D6BE}" dt="2023-08-30T05:17:38.082" v="6801" actId="114"/>
          <ac:spMkLst>
            <pc:docMk/>
            <pc:sldMk cId="136576927" sldId="309"/>
            <ac:spMk id="3" creationId="{7FFBE53D-29E6-6243-A558-44AA8B0D326B}"/>
          </ac:spMkLst>
        </pc:spChg>
        <pc:spChg chg="mod">
          <ac:chgData name="Loc Huynh" userId="80c0383e323bd6ea" providerId="LiveId" clId="{72CEA336-3CF7-0740-9187-942BCF55D6BE}" dt="2023-09-11T13:19:09.339" v="14318"/>
          <ac:spMkLst>
            <pc:docMk/>
            <pc:sldMk cId="136576927" sldId="309"/>
            <ac:spMk id="20" creationId="{30D8E839-1836-9C40-94DD-5B4F0FC55D28}"/>
          </ac:spMkLst>
        </pc:spChg>
      </pc:sldChg>
      <pc:sldChg chg="modSp mod ord modNotes">
        <pc:chgData name="Loc Huynh" userId="80c0383e323bd6ea" providerId="LiveId" clId="{72CEA336-3CF7-0740-9187-942BCF55D6BE}" dt="2023-09-11T13:27:24.682" v="14358"/>
        <pc:sldMkLst>
          <pc:docMk/>
          <pc:sldMk cId="3163597442" sldId="310"/>
        </pc:sldMkLst>
        <pc:spChg chg="mod">
          <ac:chgData name="Loc Huynh" userId="80c0383e323bd6ea" providerId="LiveId" clId="{72CEA336-3CF7-0740-9187-942BCF55D6BE}" dt="2023-08-18T08:34:00.737" v="1066"/>
          <ac:spMkLst>
            <pc:docMk/>
            <pc:sldMk cId="3163597442" sldId="310"/>
            <ac:spMk id="2" creationId="{7B00E714-86D8-D94C-B1C3-AF267E84D197}"/>
          </ac:spMkLst>
        </pc:spChg>
        <pc:spChg chg="mod">
          <ac:chgData name="Loc Huynh" userId="80c0383e323bd6ea" providerId="LiveId" clId="{72CEA336-3CF7-0740-9187-942BCF55D6BE}" dt="2023-08-18T03:11:28.584" v="374" actId="20577"/>
          <ac:spMkLst>
            <pc:docMk/>
            <pc:sldMk cId="3163597442" sldId="310"/>
            <ac:spMk id="3" creationId="{7FFBE53D-29E6-6243-A558-44AA8B0D326B}"/>
          </ac:spMkLst>
        </pc:spChg>
      </pc:sldChg>
      <pc:sldChg chg="del">
        <pc:chgData name="Loc Huynh" userId="80c0383e323bd6ea" providerId="LiveId" clId="{72CEA336-3CF7-0740-9187-942BCF55D6BE}" dt="2023-09-11T06:31:51.699" v="8544" actId="2696"/>
        <pc:sldMkLst>
          <pc:docMk/>
          <pc:sldMk cId="4257852038" sldId="311"/>
        </pc:sldMkLst>
      </pc:sldChg>
      <pc:sldChg chg="addSp delSp modSp mod modNotes">
        <pc:chgData name="Loc Huynh" userId="80c0383e323bd6ea" providerId="LiveId" clId="{72CEA336-3CF7-0740-9187-942BCF55D6BE}" dt="2023-09-11T13:27:24.682" v="14358"/>
        <pc:sldMkLst>
          <pc:docMk/>
          <pc:sldMk cId="1505658864" sldId="313"/>
        </pc:sldMkLst>
        <pc:spChg chg="mod">
          <ac:chgData name="Loc Huynh" userId="80c0383e323bd6ea" providerId="LiveId" clId="{72CEA336-3CF7-0740-9187-942BCF55D6BE}" dt="2023-08-18T08:34:03.623" v="1067"/>
          <ac:spMkLst>
            <pc:docMk/>
            <pc:sldMk cId="1505658864" sldId="313"/>
            <ac:spMk id="2" creationId="{7B00E714-86D8-D94C-B1C3-AF267E84D197}"/>
          </ac:spMkLst>
        </pc:spChg>
        <pc:spChg chg="mod">
          <ac:chgData name="Loc Huynh" userId="80c0383e323bd6ea" providerId="LiveId" clId="{72CEA336-3CF7-0740-9187-942BCF55D6BE}" dt="2023-08-18T09:49:31.294" v="1602" actId="1035"/>
          <ac:spMkLst>
            <pc:docMk/>
            <pc:sldMk cId="1505658864" sldId="313"/>
            <ac:spMk id="3" creationId="{7FFBE53D-29E6-6243-A558-44AA8B0D326B}"/>
          </ac:spMkLst>
        </pc:spChg>
        <pc:spChg chg="add mod">
          <ac:chgData name="Loc Huynh" userId="80c0383e323bd6ea" providerId="LiveId" clId="{72CEA336-3CF7-0740-9187-942BCF55D6BE}" dt="2023-08-18T09:49:31.294" v="1602" actId="1035"/>
          <ac:spMkLst>
            <pc:docMk/>
            <pc:sldMk cId="1505658864" sldId="313"/>
            <ac:spMk id="6" creationId="{19B41883-10E9-1505-64FC-F5D629EDBA60}"/>
          </ac:spMkLst>
        </pc:spChg>
        <pc:spChg chg="mod">
          <ac:chgData name="Loc Huynh" userId="80c0383e323bd6ea" providerId="LiveId" clId="{72CEA336-3CF7-0740-9187-942BCF55D6BE}" dt="2023-08-18T09:49:31.294" v="1602" actId="1035"/>
          <ac:spMkLst>
            <pc:docMk/>
            <pc:sldMk cId="1505658864" sldId="313"/>
            <ac:spMk id="7" creationId="{6CABF3B0-CCF3-5645-9C23-D53047E62CEA}"/>
          </ac:spMkLst>
        </pc:spChg>
        <pc:spChg chg="mod">
          <ac:chgData name="Loc Huynh" userId="80c0383e323bd6ea" providerId="LiveId" clId="{72CEA336-3CF7-0740-9187-942BCF55D6BE}" dt="2023-08-18T09:49:31.294" v="1602" actId="1035"/>
          <ac:spMkLst>
            <pc:docMk/>
            <pc:sldMk cId="1505658864" sldId="313"/>
            <ac:spMk id="8" creationId="{1220F9DC-B861-FC4B-B615-8AE014B5EE30}"/>
          </ac:spMkLst>
        </pc:spChg>
        <pc:spChg chg="mod">
          <ac:chgData name="Loc Huynh" userId="80c0383e323bd6ea" providerId="LiveId" clId="{72CEA336-3CF7-0740-9187-942BCF55D6BE}" dt="2023-08-18T09:49:31.294" v="1602" actId="1035"/>
          <ac:spMkLst>
            <pc:docMk/>
            <pc:sldMk cId="1505658864" sldId="313"/>
            <ac:spMk id="11" creationId="{92CD03D7-E799-744B-8FFF-EC85E26AFE32}"/>
          </ac:spMkLst>
        </pc:spChg>
        <pc:spChg chg="mod">
          <ac:chgData name="Loc Huynh" userId="80c0383e323bd6ea" providerId="LiveId" clId="{72CEA336-3CF7-0740-9187-942BCF55D6BE}" dt="2023-08-18T09:49:31.294" v="1602" actId="1035"/>
          <ac:spMkLst>
            <pc:docMk/>
            <pc:sldMk cId="1505658864" sldId="313"/>
            <ac:spMk id="16" creationId="{8DC6C6D9-931A-9544-B235-F0C89A173920}"/>
          </ac:spMkLst>
        </pc:spChg>
        <pc:spChg chg="mod">
          <ac:chgData name="Loc Huynh" userId="80c0383e323bd6ea" providerId="LiveId" clId="{72CEA336-3CF7-0740-9187-942BCF55D6BE}" dt="2023-08-18T09:49:31.294" v="1602" actId="1035"/>
          <ac:spMkLst>
            <pc:docMk/>
            <pc:sldMk cId="1505658864" sldId="313"/>
            <ac:spMk id="17" creationId="{A3A1475F-1C42-3647-A1CF-8E728BD487B2}"/>
          </ac:spMkLst>
        </pc:spChg>
        <pc:spChg chg="mod">
          <ac:chgData name="Loc Huynh" userId="80c0383e323bd6ea" providerId="LiveId" clId="{72CEA336-3CF7-0740-9187-942BCF55D6BE}" dt="2023-08-18T09:49:31.294" v="1602" actId="1035"/>
          <ac:spMkLst>
            <pc:docMk/>
            <pc:sldMk cId="1505658864" sldId="313"/>
            <ac:spMk id="19" creationId="{82F89DBF-F711-664B-828C-1E98B8E79BD0}"/>
          </ac:spMkLst>
        </pc:spChg>
        <pc:spChg chg="mod">
          <ac:chgData name="Loc Huynh" userId="80c0383e323bd6ea" providerId="LiveId" clId="{72CEA336-3CF7-0740-9187-942BCF55D6BE}" dt="2023-08-30T05:20:32.917" v="6830" actId="20577"/>
          <ac:spMkLst>
            <pc:docMk/>
            <pc:sldMk cId="1505658864" sldId="313"/>
            <ac:spMk id="20" creationId="{30D8E839-1836-9C40-94DD-5B4F0FC55D28}"/>
          </ac:spMkLst>
        </pc:spChg>
        <pc:spChg chg="mod">
          <ac:chgData name="Loc Huynh" userId="80c0383e323bd6ea" providerId="LiveId" clId="{72CEA336-3CF7-0740-9187-942BCF55D6BE}" dt="2023-08-18T09:49:31.294" v="1602" actId="1035"/>
          <ac:spMkLst>
            <pc:docMk/>
            <pc:sldMk cId="1505658864" sldId="313"/>
            <ac:spMk id="21" creationId="{208F7FE8-5DFD-4940-873E-8A0152426814}"/>
          </ac:spMkLst>
        </pc:spChg>
        <pc:spChg chg="mod">
          <ac:chgData name="Loc Huynh" userId="80c0383e323bd6ea" providerId="LiveId" clId="{72CEA336-3CF7-0740-9187-942BCF55D6BE}" dt="2023-08-18T09:49:31.294" v="1602" actId="1035"/>
          <ac:spMkLst>
            <pc:docMk/>
            <pc:sldMk cId="1505658864" sldId="313"/>
            <ac:spMk id="22" creationId="{B17EEA3B-5A43-7B4C-91C5-2A859610A16C}"/>
          </ac:spMkLst>
        </pc:spChg>
        <pc:spChg chg="mod">
          <ac:chgData name="Loc Huynh" userId="80c0383e323bd6ea" providerId="LiveId" clId="{72CEA336-3CF7-0740-9187-942BCF55D6BE}" dt="2023-08-18T09:49:31.294" v="1602" actId="1035"/>
          <ac:spMkLst>
            <pc:docMk/>
            <pc:sldMk cId="1505658864" sldId="313"/>
            <ac:spMk id="24" creationId="{09F1C56A-3E26-4441-90A1-962CA4E8C4F4}"/>
          </ac:spMkLst>
        </pc:spChg>
        <pc:spChg chg="mod">
          <ac:chgData name="Loc Huynh" userId="80c0383e323bd6ea" providerId="LiveId" clId="{72CEA336-3CF7-0740-9187-942BCF55D6BE}" dt="2023-08-18T09:49:31.294" v="1602" actId="1035"/>
          <ac:spMkLst>
            <pc:docMk/>
            <pc:sldMk cId="1505658864" sldId="313"/>
            <ac:spMk id="26" creationId="{DC2A4460-7468-5C4E-BAC3-76E454C7408C}"/>
          </ac:spMkLst>
        </pc:spChg>
        <pc:spChg chg="add del mod">
          <ac:chgData name="Loc Huynh" userId="80c0383e323bd6ea" providerId="LiveId" clId="{72CEA336-3CF7-0740-9187-942BCF55D6BE}" dt="2023-08-18T09:50:08.768" v="1606" actId="478"/>
          <ac:spMkLst>
            <pc:docMk/>
            <pc:sldMk cId="1505658864" sldId="313"/>
            <ac:spMk id="27" creationId="{E6788127-EAF5-694E-9D1E-295CCFB23D1E}"/>
          </ac:spMkLst>
        </pc:spChg>
        <pc:spChg chg="mod">
          <ac:chgData name="Loc Huynh" userId="80c0383e323bd6ea" providerId="LiveId" clId="{72CEA336-3CF7-0740-9187-942BCF55D6BE}" dt="2023-08-18T09:49:31.294" v="1602" actId="1035"/>
          <ac:spMkLst>
            <pc:docMk/>
            <pc:sldMk cId="1505658864" sldId="313"/>
            <ac:spMk id="29" creationId="{ABA6D674-3C43-9049-93EC-575441356998}"/>
          </ac:spMkLst>
        </pc:spChg>
        <pc:spChg chg="mod">
          <ac:chgData name="Loc Huynh" userId="80c0383e323bd6ea" providerId="LiveId" clId="{72CEA336-3CF7-0740-9187-942BCF55D6BE}" dt="2023-08-18T09:49:31.294" v="1602" actId="1035"/>
          <ac:spMkLst>
            <pc:docMk/>
            <pc:sldMk cId="1505658864" sldId="313"/>
            <ac:spMk id="30" creationId="{E2C75CD4-AE5E-3944-B32D-AB9BCF47170B}"/>
          </ac:spMkLst>
        </pc:spChg>
        <pc:grpChg chg="mod">
          <ac:chgData name="Loc Huynh" userId="80c0383e323bd6ea" providerId="LiveId" clId="{72CEA336-3CF7-0740-9187-942BCF55D6BE}" dt="2023-08-18T09:49:31.294" v="1602" actId="1035"/>
          <ac:grpSpMkLst>
            <pc:docMk/>
            <pc:sldMk cId="1505658864" sldId="313"/>
            <ac:grpSpMk id="9" creationId="{C9BA6E1B-C256-404E-9FCE-0480B0B9D30D}"/>
          </ac:grpSpMkLst>
        </pc:grpChg>
        <pc:grpChg chg="mod">
          <ac:chgData name="Loc Huynh" userId="80c0383e323bd6ea" providerId="LiveId" clId="{72CEA336-3CF7-0740-9187-942BCF55D6BE}" dt="2023-08-18T09:49:31.294" v="1602" actId="1035"/>
          <ac:grpSpMkLst>
            <pc:docMk/>
            <pc:sldMk cId="1505658864" sldId="313"/>
            <ac:grpSpMk id="10" creationId="{300B0134-BC7B-5A43-BA87-AC1ACF693F48}"/>
          </ac:grpSpMkLst>
        </pc:grpChg>
        <pc:grpChg chg="mod">
          <ac:chgData name="Loc Huynh" userId="80c0383e323bd6ea" providerId="LiveId" clId="{72CEA336-3CF7-0740-9187-942BCF55D6BE}" dt="2023-08-18T09:49:31.294" v="1602" actId="1035"/>
          <ac:grpSpMkLst>
            <pc:docMk/>
            <pc:sldMk cId="1505658864" sldId="313"/>
            <ac:grpSpMk id="12" creationId="{700F5E3A-8D9E-CF46-BBD3-5739A3ADC061}"/>
          </ac:grpSpMkLst>
        </pc:grpChg>
        <pc:picChg chg="mod">
          <ac:chgData name="Loc Huynh" userId="80c0383e323bd6ea" providerId="LiveId" clId="{72CEA336-3CF7-0740-9187-942BCF55D6BE}" dt="2023-08-18T09:49:31.294" v="1602" actId="1035"/>
          <ac:picMkLst>
            <pc:docMk/>
            <pc:sldMk cId="1505658864" sldId="313"/>
            <ac:picMk id="18" creationId="{9FCF0CCC-86A7-7940-AFAB-1D4F3BD6C7B6}"/>
          </ac:picMkLst>
        </pc:picChg>
        <pc:picChg chg="mod">
          <ac:chgData name="Loc Huynh" userId="80c0383e323bd6ea" providerId="LiveId" clId="{72CEA336-3CF7-0740-9187-942BCF55D6BE}" dt="2023-08-18T09:49:31.294" v="1602" actId="1035"/>
          <ac:picMkLst>
            <pc:docMk/>
            <pc:sldMk cId="1505658864" sldId="313"/>
            <ac:picMk id="25" creationId="{7A491AE9-606F-914B-ADA6-AA5690F81D9C}"/>
          </ac:picMkLst>
        </pc:picChg>
        <pc:picChg chg="mod">
          <ac:chgData name="Loc Huynh" userId="80c0383e323bd6ea" providerId="LiveId" clId="{72CEA336-3CF7-0740-9187-942BCF55D6BE}" dt="2023-08-18T09:49:31.294" v="1602" actId="1035"/>
          <ac:picMkLst>
            <pc:docMk/>
            <pc:sldMk cId="1505658864" sldId="313"/>
            <ac:picMk id="28" creationId="{D6E9D265-6CEE-3E4F-BD88-C1A53192B460}"/>
          </ac:picMkLst>
        </pc:picChg>
        <pc:picChg chg="mod">
          <ac:chgData name="Loc Huynh" userId="80c0383e323bd6ea" providerId="LiveId" clId="{72CEA336-3CF7-0740-9187-942BCF55D6BE}" dt="2023-08-18T09:49:31.294" v="1602" actId="1035"/>
          <ac:picMkLst>
            <pc:docMk/>
            <pc:sldMk cId="1505658864" sldId="313"/>
            <ac:picMk id="37" creationId="{B0017858-0E8F-9C46-A75C-9B35D1C20892}"/>
          </ac:picMkLst>
        </pc:picChg>
        <pc:picChg chg="mod">
          <ac:chgData name="Loc Huynh" userId="80c0383e323bd6ea" providerId="LiveId" clId="{72CEA336-3CF7-0740-9187-942BCF55D6BE}" dt="2023-08-18T09:49:31.294" v="1602" actId="1035"/>
          <ac:picMkLst>
            <pc:docMk/>
            <pc:sldMk cId="1505658864" sldId="313"/>
            <ac:picMk id="11272" creationId="{911536AB-AE09-184A-902E-87CDBEC33A8C}"/>
          </ac:picMkLst>
        </pc:picChg>
        <pc:picChg chg="mod">
          <ac:chgData name="Loc Huynh" userId="80c0383e323bd6ea" providerId="LiveId" clId="{72CEA336-3CF7-0740-9187-942BCF55D6BE}" dt="2023-08-18T09:49:31.294" v="1602" actId="1035"/>
          <ac:picMkLst>
            <pc:docMk/>
            <pc:sldMk cId="1505658864" sldId="313"/>
            <ac:picMk id="14338" creationId="{7D325DAB-C8EF-6E49-BE8C-CCF7801CE6D1}"/>
          </ac:picMkLst>
        </pc:picChg>
      </pc:sldChg>
      <pc:sldChg chg="del">
        <pc:chgData name="Loc Huynh" userId="80c0383e323bd6ea" providerId="LiveId" clId="{72CEA336-3CF7-0740-9187-942BCF55D6BE}" dt="2023-08-18T08:32:05.583" v="1004" actId="2696"/>
        <pc:sldMkLst>
          <pc:docMk/>
          <pc:sldMk cId="2958557138" sldId="315"/>
        </pc:sldMkLst>
      </pc:sldChg>
      <pc:sldChg chg="addSp modSp mod modNotes modNotesTx">
        <pc:chgData name="Loc Huynh" userId="80c0383e323bd6ea" providerId="LiveId" clId="{72CEA336-3CF7-0740-9187-942BCF55D6BE}" dt="2023-09-11T13:27:24.682" v="14358"/>
        <pc:sldMkLst>
          <pc:docMk/>
          <pc:sldMk cId="2386089045" sldId="316"/>
        </pc:sldMkLst>
        <pc:spChg chg="mod">
          <ac:chgData name="Loc Huynh" userId="80c0383e323bd6ea" providerId="LiveId" clId="{72CEA336-3CF7-0740-9187-942BCF55D6BE}" dt="2023-08-18T08:33:36.975" v="1061" actId="20577"/>
          <ac:spMkLst>
            <pc:docMk/>
            <pc:sldMk cId="2386089045" sldId="316"/>
            <ac:spMk id="2" creationId="{7B00E714-86D8-D94C-B1C3-AF267E84D197}"/>
          </ac:spMkLst>
        </pc:spChg>
        <pc:spChg chg="mod">
          <ac:chgData name="Loc Huynh" userId="80c0383e323bd6ea" providerId="LiveId" clId="{72CEA336-3CF7-0740-9187-942BCF55D6BE}" dt="2023-08-30T04:56:44.455" v="6418" actId="207"/>
          <ac:spMkLst>
            <pc:docMk/>
            <pc:sldMk cId="2386089045" sldId="316"/>
            <ac:spMk id="3" creationId="{7FFBE53D-29E6-6243-A558-44AA8B0D326B}"/>
          </ac:spMkLst>
        </pc:spChg>
        <pc:spChg chg="mod">
          <ac:chgData name="Loc Huynh" userId="80c0383e323bd6ea" providerId="LiveId" clId="{72CEA336-3CF7-0740-9187-942BCF55D6BE}" dt="2023-08-21T02:13:53.940" v="2629" actId="1076"/>
          <ac:spMkLst>
            <pc:docMk/>
            <pc:sldMk cId="2386089045" sldId="316"/>
            <ac:spMk id="8" creationId="{DF390B2C-B625-7A47-8317-DEF33255B4F9}"/>
          </ac:spMkLst>
        </pc:spChg>
        <pc:picChg chg="mod">
          <ac:chgData name="Loc Huynh" userId="80c0383e323bd6ea" providerId="LiveId" clId="{72CEA336-3CF7-0740-9187-942BCF55D6BE}" dt="2023-08-21T02:13:50.264" v="2628" actId="1076"/>
          <ac:picMkLst>
            <pc:docMk/>
            <pc:sldMk cId="2386089045" sldId="316"/>
            <ac:picMk id="7" creationId="{DC173718-4014-C249-BA30-EA13655537C2}"/>
          </ac:picMkLst>
        </pc:picChg>
        <pc:picChg chg="add mod">
          <ac:chgData name="Loc Huynh" userId="80c0383e323bd6ea" providerId="LiveId" clId="{72CEA336-3CF7-0740-9187-942BCF55D6BE}" dt="2023-08-21T02:13:44.669" v="2627" actId="1076"/>
          <ac:picMkLst>
            <pc:docMk/>
            <pc:sldMk cId="2386089045" sldId="316"/>
            <ac:picMk id="10" creationId="{9301D4FD-13DD-6382-375B-84F401E4BB36}"/>
          </ac:picMkLst>
        </pc:picChg>
      </pc:sldChg>
      <pc:sldChg chg="del">
        <pc:chgData name="Loc Huynh" userId="80c0383e323bd6ea" providerId="LiveId" clId="{72CEA336-3CF7-0740-9187-942BCF55D6BE}" dt="2023-08-18T02:48:37.988" v="3" actId="2696"/>
        <pc:sldMkLst>
          <pc:docMk/>
          <pc:sldMk cId="1062131435" sldId="317"/>
        </pc:sldMkLst>
      </pc:sldChg>
      <pc:sldChg chg="del">
        <pc:chgData name="Loc Huynh" userId="80c0383e323bd6ea" providerId="LiveId" clId="{72CEA336-3CF7-0740-9187-942BCF55D6BE}" dt="2023-08-18T08:32:09.141" v="1005" actId="2696"/>
        <pc:sldMkLst>
          <pc:docMk/>
          <pc:sldMk cId="3803635203" sldId="318"/>
        </pc:sldMkLst>
      </pc:sldChg>
      <pc:sldChg chg="del">
        <pc:chgData name="Loc Huynh" userId="80c0383e323bd6ea" providerId="LiveId" clId="{72CEA336-3CF7-0740-9187-942BCF55D6BE}" dt="2023-08-18T08:32:12.810" v="1006" actId="2696"/>
        <pc:sldMkLst>
          <pc:docMk/>
          <pc:sldMk cId="1075832386" sldId="319"/>
        </pc:sldMkLst>
      </pc:sldChg>
      <pc:sldChg chg="addSp delSp modSp mod">
        <pc:chgData name="Loc Huynh" userId="80c0383e323bd6ea" providerId="LiveId" clId="{72CEA336-3CF7-0740-9187-942BCF55D6BE}" dt="2023-08-21T05:24:44.264" v="4162" actId="20577"/>
        <pc:sldMkLst>
          <pc:docMk/>
          <pc:sldMk cId="1615855309" sldId="320"/>
        </pc:sldMkLst>
        <pc:spChg chg="mod">
          <ac:chgData name="Loc Huynh" userId="80c0383e323bd6ea" providerId="LiveId" clId="{72CEA336-3CF7-0740-9187-942BCF55D6BE}" dt="2023-08-21T02:04:26.923" v="2492" actId="20577"/>
          <ac:spMkLst>
            <pc:docMk/>
            <pc:sldMk cId="1615855309" sldId="320"/>
            <ac:spMk id="2" creationId="{4F5E882A-E811-DD41-8D3C-A8C2FFDB94A3}"/>
          </ac:spMkLst>
        </pc:spChg>
        <pc:spChg chg="mod">
          <ac:chgData name="Loc Huynh" userId="80c0383e323bd6ea" providerId="LiveId" clId="{72CEA336-3CF7-0740-9187-942BCF55D6BE}" dt="2023-08-21T05:24:44.264" v="4162" actId="20577"/>
          <ac:spMkLst>
            <pc:docMk/>
            <pc:sldMk cId="1615855309" sldId="320"/>
            <ac:spMk id="3" creationId="{5511CC07-0D49-434E-8EE9-377DC0963F2A}"/>
          </ac:spMkLst>
        </pc:spChg>
        <pc:spChg chg="add del mod">
          <ac:chgData name="Loc Huynh" userId="80c0383e323bd6ea" providerId="LiveId" clId="{72CEA336-3CF7-0740-9187-942BCF55D6BE}" dt="2023-08-21T02:34:57.896" v="2981" actId="478"/>
          <ac:spMkLst>
            <pc:docMk/>
            <pc:sldMk cId="1615855309" sldId="320"/>
            <ac:spMk id="6" creationId="{1851ECDA-9DAF-4185-665E-F1A8E65998A0}"/>
          </ac:spMkLst>
        </pc:spChg>
        <pc:spChg chg="add del mod">
          <ac:chgData name="Loc Huynh" userId="80c0383e323bd6ea" providerId="LiveId" clId="{72CEA336-3CF7-0740-9187-942BCF55D6BE}" dt="2023-08-21T02:35:01.219" v="2984" actId="478"/>
          <ac:spMkLst>
            <pc:docMk/>
            <pc:sldMk cId="1615855309" sldId="320"/>
            <ac:spMk id="7" creationId="{5FF7D1C0-7215-8A9F-3D6F-11F2E7B7AC10}"/>
          </ac:spMkLst>
        </pc:spChg>
        <pc:spChg chg="add del">
          <ac:chgData name="Loc Huynh" userId="80c0383e323bd6ea" providerId="LiveId" clId="{72CEA336-3CF7-0740-9187-942BCF55D6BE}" dt="2023-08-18T09:30:02.596" v="1375" actId="11529"/>
          <ac:spMkLst>
            <pc:docMk/>
            <pc:sldMk cId="1615855309" sldId="320"/>
            <ac:spMk id="8" creationId="{26EE2197-17D4-0DE3-7047-08FF88596469}"/>
          </ac:spMkLst>
        </pc:spChg>
        <pc:spChg chg="add del mod">
          <ac:chgData name="Loc Huynh" userId="80c0383e323bd6ea" providerId="LiveId" clId="{72CEA336-3CF7-0740-9187-942BCF55D6BE}" dt="2023-08-21T02:35:00.744" v="2983" actId="478"/>
          <ac:spMkLst>
            <pc:docMk/>
            <pc:sldMk cId="1615855309" sldId="320"/>
            <ac:spMk id="9" creationId="{7179BB11-4014-59E0-0E13-CF5F1FE72551}"/>
          </ac:spMkLst>
        </pc:spChg>
        <pc:graphicFrameChg chg="add del mod modGraphic">
          <ac:chgData name="Loc Huynh" userId="80c0383e323bd6ea" providerId="LiveId" clId="{72CEA336-3CF7-0740-9187-942BCF55D6BE}" dt="2023-08-21T02:40:03.554" v="3348" actId="478"/>
          <ac:graphicFrameMkLst>
            <pc:docMk/>
            <pc:sldMk cId="1615855309" sldId="320"/>
            <ac:graphicFrameMk id="8" creationId="{2EBDC3DD-5F52-43EE-5EC2-0C6C8B8308EC}"/>
          </ac:graphicFrameMkLst>
        </pc:graphicFrameChg>
        <pc:picChg chg="del">
          <ac:chgData name="Loc Huynh" userId="80c0383e323bd6ea" providerId="LiveId" clId="{72CEA336-3CF7-0740-9187-942BCF55D6BE}" dt="2023-08-18T09:28:51.952" v="1346" actId="478"/>
          <ac:picMkLst>
            <pc:docMk/>
            <pc:sldMk cId="1615855309" sldId="320"/>
            <ac:picMk id="17410" creationId="{EB357F9F-13D3-3A43-A23F-17AD8013485C}"/>
          </ac:picMkLst>
        </pc:picChg>
        <pc:cxnChg chg="add del mod">
          <ac:chgData name="Loc Huynh" userId="80c0383e323bd6ea" providerId="LiveId" clId="{72CEA336-3CF7-0740-9187-942BCF55D6BE}" dt="2023-08-21T02:35:00.100" v="2982" actId="478"/>
          <ac:cxnSpMkLst>
            <pc:docMk/>
            <pc:sldMk cId="1615855309" sldId="320"/>
            <ac:cxnSpMk id="11" creationId="{D2F4C658-EA64-BC94-E089-8855741AD804}"/>
          </ac:cxnSpMkLst>
        </pc:cxnChg>
        <pc:cxnChg chg="add del mod">
          <ac:chgData name="Loc Huynh" userId="80c0383e323bd6ea" providerId="LiveId" clId="{72CEA336-3CF7-0740-9187-942BCF55D6BE}" dt="2023-08-21T02:35:01.754" v="2985" actId="478"/>
          <ac:cxnSpMkLst>
            <pc:docMk/>
            <pc:sldMk cId="1615855309" sldId="320"/>
            <ac:cxnSpMk id="13" creationId="{16D1D2BE-2E1A-B8D1-7D1B-AF7A8E4A1182}"/>
          </ac:cxnSpMkLst>
        </pc:cxnChg>
      </pc:sldChg>
      <pc:sldChg chg="delSp modSp mod ord delAnim modNotes modNotesTx">
        <pc:chgData name="Loc Huynh" userId="80c0383e323bd6ea" providerId="LiveId" clId="{72CEA336-3CF7-0740-9187-942BCF55D6BE}" dt="2023-09-11T13:27:24.682" v="14358"/>
        <pc:sldMkLst>
          <pc:docMk/>
          <pc:sldMk cId="1889408896" sldId="321"/>
        </pc:sldMkLst>
        <pc:spChg chg="mod">
          <ac:chgData name="Loc Huynh" userId="80c0383e323bd6ea" providerId="LiveId" clId="{72CEA336-3CF7-0740-9187-942BCF55D6BE}" dt="2023-09-11T09:25:13.190" v="10896" actId="20577"/>
          <ac:spMkLst>
            <pc:docMk/>
            <pc:sldMk cId="1889408896" sldId="321"/>
            <ac:spMk id="2" creationId="{04D8CE48-8FE4-8B46-BDCD-1C3D4332E9E2}"/>
          </ac:spMkLst>
        </pc:spChg>
        <pc:spChg chg="mod">
          <ac:chgData name="Loc Huynh" userId="80c0383e323bd6ea" providerId="LiveId" clId="{72CEA336-3CF7-0740-9187-942BCF55D6BE}" dt="2023-09-11T07:41:17.131" v="9020" actId="207"/>
          <ac:spMkLst>
            <pc:docMk/>
            <pc:sldMk cId="1889408896" sldId="321"/>
            <ac:spMk id="3" creationId="{8A535DAA-E754-1A4F-9352-0F003E23760C}"/>
          </ac:spMkLst>
        </pc:spChg>
        <pc:spChg chg="del">
          <ac:chgData name="Loc Huynh" userId="80c0383e323bd6ea" providerId="LiveId" clId="{72CEA336-3CF7-0740-9187-942BCF55D6BE}" dt="2023-09-11T06:53:39.595" v="8550" actId="478"/>
          <ac:spMkLst>
            <pc:docMk/>
            <pc:sldMk cId="1889408896" sldId="321"/>
            <ac:spMk id="6" creationId="{47196583-A578-6643-8381-93353256A7EE}"/>
          </ac:spMkLst>
        </pc:spChg>
        <pc:spChg chg="del mod">
          <ac:chgData name="Loc Huynh" userId="80c0383e323bd6ea" providerId="LiveId" clId="{72CEA336-3CF7-0740-9187-942BCF55D6BE}" dt="2023-08-21T05:33:23.341" v="4397" actId="478"/>
          <ac:spMkLst>
            <pc:docMk/>
            <pc:sldMk cId="1889408896" sldId="321"/>
            <ac:spMk id="8" creationId="{54D18F1F-2EFC-FF4E-AEAA-04E033CC26C9}"/>
          </ac:spMkLst>
        </pc:spChg>
        <pc:picChg chg="del">
          <ac:chgData name="Loc Huynh" userId="80c0383e323bd6ea" providerId="LiveId" clId="{72CEA336-3CF7-0740-9187-942BCF55D6BE}" dt="2023-08-21T05:33:21.311" v="4395" actId="478"/>
          <ac:picMkLst>
            <pc:docMk/>
            <pc:sldMk cId="1889408896" sldId="321"/>
            <ac:picMk id="7" creationId="{12F64925-8727-594A-993A-E9E6B4DEF37D}"/>
          </ac:picMkLst>
        </pc:picChg>
      </pc:sldChg>
      <pc:sldChg chg="modSp del mod">
        <pc:chgData name="Loc Huynh" userId="80c0383e323bd6ea" providerId="LiveId" clId="{72CEA336-3CF7-0740-9187-942BCF55D6BE}" dt="2023-09-11T07:34:43.519" v="8960" actId="2696"/>
        <pc:sldMkLst>
          <pc:docMk/>
          <pc:sldMk cId="2833664120" sldId="322"/>
        </pc:sldMkLst>
        <pc:spChg chg="mod">
          <ac:chgData name="Loc Huynh" userId="80c0383e323bd6ea" providerId="LiveId" clId="{72CEA336-3CF7-0740-9187-942BCF55D6BE}" dt="2023-09-11T06:53:58.851" v="8554" actId="21"/>
          <ac:spMkLst>
            <pc:docMk/>
            <pc:sldMk cId="2833664120" sldId="322"/>
            <ac:spMk id="3" creationId="{8A535DAA-E754-1A4F-9352-0F003E23760C}"/>
          </ac:spMkLst>
        </pc:spChg>
      </pc:sldChg>
      <pc:sldChg chg="modSp del mod">
        <pc:chgData name="Loc Huynh" userId="80c0383e323bd6ea" providerId="LiveId" clId="{72CEA336-3CF7-0740-9187-942BCF55D6BE}" dt="2023-09-11T06:54:19.136" v="8564" actId="2696"/>
        <pc:sldMkLst>
          <pc:docMk/>
          <pc:sldMk cId="1698545922" sldId="323"/>
        </pc:sldMkLst>
        <pc:spChg chg="mod">
          <ac:chgData name="Loc Huynh" userId="80c0383e323bd6ea" providerId="LiveId" clId="{72CEA336-3CF7-0740-9187-942BCF55D6BE}" dt="2023-08-18T08:52:02.688" v="1158" actId="20577"/>
          <ac:spMkLst>
            <pc:docMk/>
            <pc:sldMk cId="1698545922" sldId="323"/>
            <ac:spMk id="3" creationId="{8A535DAA-E754-1A4F-9352-0F003E23760C}"/>
          </ac:spMkLst>
        </pc:spChg>
      </pc:sldChg>
      <pc:sldChg chg="modSp del mod">
        <pc:chgData name="Loc Huynh" userId="80c0383e323bd6ea" providerId="LiveId" clId="{72CEA336-3CF7-0740-9187-942BCF55D6BE}" dt="2023-09-11T06:54:22.297" v="8565" actId="2696"/>
        <pc:sldMkLst>
          <pc:docMk/>
          <pc:sldMk cId="827472599" sldId="324"/>
        </pc:sldMkLst>
        <pc:spChg chg="mod">
          <ac:chgData name="Loc Huynh" userId="80c0383e323bd6ea" providerId="LiveId" clId="{72CEA336-3CF7-0740-9187-942BCF55D6BE}" dt="2023-08-18T08:52:41.873" v="1160" actId="207"/>
          <ac:spMkLst>
            <pc:docMk/>
            <pc:sldMk cId="827472599" sldId="324"/>
            <ac:spMk id="3" creationId="{8A535DAA-E754-1A4F-9352-0F003E23760C}"/>
          </ac:spMkLst>
        </pc:spChg>
      </pc:sldChg>
      <pc:sldChg chg="modSp del mod">
        <pc:chgData name="Loc Huynh" userId="80c0383e323bd6ea" providerId="LiveId" clId="{72CEA336-3CF7-0740-9187-942BCF55D6BE}" dt="2023-09-11T07:47:12.403" v="9238" actId="2696"/>
        <pc:sldMkLst>
          <pc:docMk/>
          <pc:sldMk cId="1452726636" sldId="325"/>
        </pc:sldMkLst>
        <pc:spChg chg="mod">
          <ac:chgData name="Loc Huynh" userId="80c0383e323bd6ea" providerId="LiveId" clId="{72CEA336-3CF7-0740-9187-942BCF55D6BE}" dt="2023-09-11T07:42:52.375" v="9061" actId="20577"/>
          <ac:spMkLst>
            <pc:docMk/>
            <pc:sldMk cId="1452726636" sldId="325"/>
            <ac:spMk id="2" creationId="{C54DDA5F-3397-B04E-9634-BFA6160F2F30}"/>
          </ac:spMkLst>
        </pc:spChg>
      </pc:sldChg>
      <pc:sldChg chg="addSp delSp modSp mod">
        <pc:chgData name="Loc Huynh" userId="80c0383e323bd6ea" providerId="LiveId" clId="{72CEA336-3CF7-0740-9187-942BCF55D6BE}" dt="2023-09-11T08:32:38.977" v="10271" actId="207"/>
        <pc:sldMkLst>
          <pc:docMk/>
          <pc:sldMk cId="1509791820" sldId="326"/>
        </pc:sldMkLst>
        <pc:spChg chg="mod">
          <ac:chgData name="Loc Huynh" userId="80c0383e323bd6ea" providerId="LiveId" clId="{72CEA336-3CF7-0740-9187-942BCF55D6BE}" dt="2023-09-11T07:43:00.414" v="9063"/>
          <ac:spMkLst>
            <pc:docMk/>
            <pc:sldMk cId="1509791820" sldId="326"/>
            <ac:spMk id="2" creationId="{C54DDA5F-3397-B04E-9634-BFA6160F2F30}"/>
          </ac:spMkLst>
        </pc:spChg>
        <pc:spChg chg="mod">
          <ac:chgData name="Loc Huynh" userId="80c0383e323bd6ea" providerId="LiveId" clId="{72CEA336-3CF7-0740-9187-942BCF55D6BE}" dt="2023-09-11T08:32:38.977" v="10271" actId="207"/>
          <ac:spMkLst>
            <pc:docMk/>
            <pc:sldMk cId="1509791820" sldId="326"/>
            <ac:spMk id="3" creationId="{836B46E6-E244-2945-B4BA-8F3930E3404B}"/>
          </ac:spMkLst>
        </pc:spChg>
        <pc:spChg chg="add mod">
          <ac:chgData name="Loc Huynh" userId="80c0383e323bd6ea" providerId="LiveId" clId="{72CEA336-3CF7-0740-9187-942BCF55D6BE}" dt="2023-08-18T09:20:53.826" v="1247"/>
          <ac:spMkLst>
            <pc:docMk/>
            <pc:sldMk cId="1509791820" sldId="326"/>
            <ac:spMk id="4" creationId="{1B9E5DA4-6A75-22CC-7161-1BEF1406ED70}"/>
          </ac:spMkLst>
        </pc:spChg>
        <pc:spChg chg="add mod">
          <ac:chgData name="Loc Huynh" userId="80c0383e323bd6ea" providerId="LiveId" clId="{72CEA336-3CF7-0740-9187-942BCF55D6BE}" dt="2023-09-11T08:01:06.958" v="9490" actId="1036"/>
          <ac:spMkLst>
            <pc:docMk/>
            <pc:sldMk cId="1509791820" sldId="326"/>
            <ac:spMk id="6" creationId="{6B5437C6-F6B5-F17D-0928-595E2968A596}"/>
          </ac:spMkLst>
        </pc:spChg>
        <pc:spChg chg="del">
          <ac:chgData name="Loc Huynh" userId="80c0383e323bd6ea" providerId="LiveId" clId="{72CEA336-3CF7-0740-9187-942BCF55D6BE}" dt="2023-08-18T09:20:53.373" v="1246" actId="478"/>
          <ac:spMkLst>
            <pc:docMk/>
            <pc:sldMk cId="1509791820" sldId="326"/>
            <ac:spMk id="11" creationId="{107A89DA-DD48-144C-805A-DD8422E1FBD2}"/>
          </ac:spMkLst>
        </pc:spChg>
        <pc:picChg chg="add mod">
          <ac:chgData name="Loc Huynh" userId="80c0383e323bd6ea" providerId="LiveId" clId="{72CEA336-3CF7-0740-9187-942BCF55D6BE}" dt="2023-09-11T08:01:06.958" v="9490" actId="1036"/>
          <ac:picMkLst>
            <pc:docMk/>
            <pc:sldMk cId="1509791820" sldId="326"/>
            <ac:picMk id="5" creationId="{EAF6FD3C-5FEE-B109-D051-3FBF637AD8E5}"/>
          </ac:picMkLst>
        </pc:picChg>
      </pc:sldChg>
      <pc:sldChg chg="addSp delSp modSp mod">
        <pc:chgData name="Loc Huynh" userId="80c0383e323bd6ea" providerId="LiveId" clId="{72CEA336-3CF7-0740-9187-942BCF55D6BE}" dt="2023-09-11T09:24:51.837" v="10877"/>
        <pc:sldMkLst>
          <pc:docMk/>
          <pc:sldMk cId="2093512164" sldId="327"/>
        </pc:sldMkLst>
        <pc:spChg chg="mod">
          <ac:chgData name="Loc Huynh" userId="80c0383e323bd6ea" providerId="LiveId" clId="{72CEA336-3CF7-0740-9187-942BCF55D6BE}" dt="2023-09-11T09:24:51.837" v="10877"/>
          <ac:spMkLst>
            <pc:docMk/>
            <pc:sldMk cId="2093512164" sldId="327"/>
            <ac:spMk id="2" creationId="{C54DDA5F-3397-B04E-9634-BFA6160F2F30}"/>
          </ac:spMkLst>
        </pc:spChg>
        <pc:spChg chg="mod">
          <ac:chgData name="Loc Huynh" userId="80c0383e323bd6ea" providerId="LiveId" clId="{72CEA336-3CF7-0740-9187-942BCF55D6BE}" dt="2023-09-11T08:32:24.623" v="10269" actId="207"/>
          <ac:spMkLst>
            <pc:docMk/>
            <pc:sldMk cId="2093512164" sldId="327"/>
            <ac:spMk id="3" creationId="{836B46E6-E244-2945-B4BA-8F3930E3404B}"/>
          </ac:spMkLst>
        </pc:spChg>
        <pc:spChg chg="add mod">
          <ac:chgData name="Loc Huynh" userId="80c0383e323bd6ea" providerId="LiveId" clId="{72CEA336-3CF7-0740-9187-942BCF55D6BE}" dt="2023-08-18T09:20:50.564" v="1245"/>
          <ac:spMkLst>
            <pc:docMk/>
            <pc:sldMk cId="2093512164" sldId="327"/>
            <ac:spMk id="4" creationId="{C92F3FE6-3D38-F224-4C0F-8BB87A4BA09D}"/>
          </ac:spMkLst>
        </pc:spChg>
        <pc:spChg chg="del">
          <ac:chgData name="Loc Huynh" userId="80c0383e323bd6ea" providerId="LiveId" clId="{72CEA336-3CF7-0740-9187-942BCF55D6BE}" dt="2023-08-18T09:20:50.022" v="1244" actId="478"/>
          <ac:spMkLst>
            <pc:docMk/>
            <pc:sldMk cId="2093512164" sldId="327"/>
            <ac:spMk id="12" creationId="{AE579DBA-92CF-F445-93BB-305445061D87}"/>
          </ac:spMkLst>
        </pc:spChg>
      </pc:sldChg>
      <pc:sldChg chg="addSp delSp modSp mod">
        <pc:chgData name="Loc Huynh" userId="80c0383e323bd6ea" providerId="LiveId" clId="{72CEA336-3CF7-0740-9187-942BCF55D6BE}" dt="2023-09-11T08:32:50.233" v="10273" actId="114"/>
        <pc:sldMkLst>
          <pc:docMk/>
          <pc:sldMk cId="3630190742" sldId="328"/>
        </pc:sldMkLst>
        <pc:spChg chg="mod">
          <ac:chgData name="Loc Huynh" userId="80c0383e323bd6ea" providerId="LiveId" clId="{72CEA336-3CF7-0740-9187-942BCF55D6BE}" dt="2023-09-11T07:43:03.651" v="9064"/>
          <ac:spMkLst>
            <pc:docMk/>
            <pc:sldMk cId="3630190742" sldId="328"/>
            <ac:spMk id="2" creationId="{C54DDA5F-3397-B04E-9634-BFA6160F2F30}"/>
          </ac:spMkLst>
        </pc:spChg>
        <pc:spChg chg="mod">
          <ac:chgData name="Loc Huynh" userId="80c0383e323bd6ea" providerId="LiveId" clId="{72CEA336-3CF7-0740-9187-942BCF55D6BE}" dt="2023-09-11T08:32:50.233" v="10273" actId="114"/>
          <ac:spMkLst>
            <pc:docMk/>
            <pc:sldMk cId="3630190742" sldId="328"/>
            <ac:spMk id="3" creationId="{836B46E6-E244-2945-B4BA-8F3930E3404B}"/>
          </ac:spMkLst>
        </pc:spChg>
        <pc:spChg chg="del">
          <ac:chgData name="Loc Huynh" userId="80c0383e323bd6ea" providerId="LiveId" clId="{72CEA336-3CF7-0740-9187-942BCF55D6BE}" dt="2023-08-18T09:20:56.756" v="1248" actId="478"/>
          <ac:spMkLst>
            <pc:docMk/>
            <pc:sldMk cId="3630190742" sldId="328"/>
            <ac:spMk id="4" creationId="{2E42DE3D-A10C-5549-8483-6FC93DC312EB}"/>
          </ac:spMkLst>
        </pc:spChg>
        <pc:spChg chg="add mod">
          <ac:chgData name="Loc Huynh" userId="80c0383e323bd6ea" providerId="LiveId" clId="{72CEA336-3CF7-0740-9187-942BCF55D6BE}" dt="2023-08-18T09:20:57.208" v="1249"/>
          <ac:spMkLst>
            <pc:docMk/>
            <pc:sldMk cId="3630190742" sldId="328"/>
            <ac:spMk id="6" creationId="{CDEAED67-7F01-E74B-C8FF-A995549AFF78}"/>
          </ac:spMkLst>
        </pc:spChg>
      </pc:sldChg>
      <pc:sldChg chg="addSp delSp modSp mod">
        <pc:chgData name="Loc Huynh" userId="80c0383e323bd6ea" providerId="LiveId" clId="{72CEA336-3CF7-0740-9187-942BCF55D6BE}" dt="2023-09-11T08:33:18.787" v="10310" actId="20577"/>
        <pc:sldMkLst>
          <pc:docMk/>
          <pc:sldMk cId="1982184621" sldId="329"/>
        </pc:sldMkLst>
        <pc:spChg chg="mod">
          <ac:chgData name="Loc Huynh" userId="80c0383e323bd6ea" providerId="LiveId" clId="{72CEA336-3CF7-0740-9187-942BCF55D6BE}" dt="2023-09-11T07:43:06.503" v="9065"/>
          <ac:spMkLst>
            <pc:docMk/>
            <pc:sldMk cId="1982184621" sldId="329"/>
            <ac:spMk id="2" creationId="{C54DDA5F-3397-B04E-9634-BFA6160F2F30}"/>
          </ac:spMkLst>
        </pc:spChg>
        <pc:spChg chg="mod">
          <ac:chgData name="Loc Huynh" userId="80c0383e323bd6ea" providerId="LiveId" clId="{72CEA336-3CF7-0740-9187-942BCF55D6BE}" dt="2023-09-11T08:33:18.787" v="10310" actId="20577"/>
          <ac:spMkLst>
            <pc:docMk/>
            <pc:sldMk cId="1982184621" sldId="329"/>
            <ac:spMk id="3" creationId="{836B46E6-E244-2945-B4BA-8F3930E3404B}"/>
          </ac:spMkLst>
        </pc:spChg>
        <pc:spChg chg="del">
          <ac:chgData name="Loc Huynh" userId="80c0383e323bd6ea" providerId="LiveId" clId="{72CEA336-3CF7-0740-9187-942BCF55D6BE}" dt="2023-08-18T09:21:00.366" v="1250" actId="478"/>
          <ac:spMkLst>
            <pc:docMk/>
            <pc:sldMk cId="1982184621" sldId="329"/>
            <ac:spMk id="4" creationId="{A7FA9669-0A47-9B45-AF9C-A3DD7F795667}"/>
          </ac:spMkLst>
        </pc:spChg>
        <pc:spChg chg="add mod">
          <ac:chgData name="Loc Huynh" userId="80c0383e323bd6ea" providerId="LiveId" clId="{72CEA336-3CF7-0740-9187-942BCF55D6BE}" dt="2023-08-18T09:21:00.803" v="1251"/>
          <ac:spMkLst>
            <pc:docMk/>
            <pc:sldMk cId="1982184621" sldId="329"/>
            <ac:spMk id="6" creationId="{FE19F06E-5AA0-79E7-B19F-36993DA6900D}"/>
          </ac:spMkLst>
        </pc:spChg>
      </pc:sldChg>
      <pc:sldChg chg="addSp delSp modSp mod">
        <pc:chgData name="Loc Huynh" userId="80c0383e323bd6ea" providerId="LiveId" clId="{72CEA336-3CF7-0740-9187-942BCF55D6BE}" dt="2023-09-11T09:02:39.497" v="10469" actId="20577"/>
        <pc:sldMkLst>
          <pc:docMk/>
          <pc:sldMk cId="1142298140" sldId="330"/>
        </pc:sldMkLst>
        <pc:spChg chg="mod">
          <ac:chgData name="Loc Huynh" userId="80c0383e323bd6ea" providerId="LiveId" clId="{72CEA336-3CF7-0740-9187-942BCF55D6BE}" dt="2023-09-11T07:43:09.299" v="9066"/>
          <ac:spMkLst>
            <pc:docMk/>
            <pc:sldMk cId="1142298140" sldId="330"/>
            <ac:spMk id="2" creationId="{C54DDA5F-3397-B04E-9634-BFA6160F2F30}"/>
          </ac:spMkLst>
        </pc:spChg>
        <pc:spChg chg="mod">
          <ac:chgData name="Loc Huynh" userId="80c0383e323bd6ea" providerId="LiveId" clId="{72CEA336-3CF7-0740-9187-942BCF55D6BE}" dt="2023-09-11T09:02:39.497" v="10469" actId="20577"/>
          <ac:spMkLst>
            <pc:docMk/>
            <pc:sldMk cId="1142298140" sldId="330"/>
            <ac:spMk id="3" creationId="{836B46E6-E244-2945-B4BA-8F3930E3404B}"/>
          </ac:spMkLst>
        </pc:spChg>
        <pc:spChg chg="del">
          <ac:chgData name="Loc Huynh" userId="80c0383e323bd6ea" providerId="LiveId" clId="{72CEA336-3CF7-0740-9187-942BCF55D6BE}" dt="2023-08-18T09:21:03.821" v="1252" actId="478"/>
          <ac:spMkLst>
            <pc:docMk/>
            <pc:sldMk cId="1142298140" sldId="330"/>
            <ac:spMk id="4" creationId="{B600E00D-AA43-C94A-9FCC-F057143E90DE}"/>
          </ac:spMkLst>
        </pc:spChg>
        <pc:spChg chg="add mod">
          <ac:chgData name="Loc Huynh" userId="80c0383e323bd6ea" providerId="LiveId" clId="{72CEA336-3CF7-0740-9187-942BCF55D6BE}" dt="2023-08-18T09:21:04.212" v="1253"/>
          <ac:spMkLst>
            <pc:docMk/>
            <pc:sldMk cId="1142298140" sldId="330"/>
            <ac:spMk id="6" creationId="{734910D0-EAA2-2648-EEDB-30EDF9D5DE29}"/>
          </ac:spMkLst>
        </pc:spChg>
      </pc:sldChg>
      <pc:sldChg chg="add">
        <pc:chgData name="Loc Huynh" userId="80c0383e323bd6ea" providerId="LiveId" clId="{72CEA336-3CF7-0740-9187-942BCF55D6BE}" dt="2023-09-11T09:26:04.796" v="10898"/>
        <pc:sldMkLst>
          <pc:docMk/>
          <pc:sldMk cId="915704410" sldId="331"/>
        </pc:sldMkLst>
      </pc:sldChg>
      <pc:sldChg chg="modSp del mod chgLayout">
        <pc:chgData name="Loc Huynh" userId="80c0383e323bd6ea" providerId="LiveId" clId="{72CEA336-3CF7-0740-9187-942BCF55D6BE}" dt="2023-09-11T09:26:00.899" v="10897" actId="2696"/>
        <pc:sldMkLst>
          <pc:docMk/>
          <pc:sldMk cId="4050537604" sldId="331"/>
        </pc:sldMkLst>
        <pc:spChg chg="mod ord">
          <ac:chgData name="Loc Huynh" userId="80c0383e323bd6ea" providerId="LiveId" clId="{72CEA336-3CF7-0740-9187-942BCF55D6BE}" dt="2023-09-11T09:16:55.054" v="10521" actId="700"/>
          <ac:spMkLst>
            <pc:docMk/>
            <pc:sldMk cId="4050537604" sldId="331"/>
            <ac:spMk id="2" creationId="{1EC6BF10-FE2C-5345-B7B5-775DC6E3CB37}"/>
          </ac:spMkLst>
        </pc:spChg>
        <pc:spChg chg="mod ord">
          <ac:chgData name="Loc Huynh" userId="80c0383e323bd6ea" providerId="LiveId" clId="{72CEA336-3CF7-0740-9187-942BCF55D6BE}" dt="2023-09-11T09:24:02.942" v="10875" actId="20577"/>
          <ac:spMkLst>
            <pc:docMk/>
            <pc:sldMk cId="4050537604" sldId="331"/>
            <ac:spMk id="3" creationId="{19F26957-3555-4C48-AE14-45801A0508A3}"/>
          </ac:spMkLst>
        </pc:spChg>
        <pc:spChg chg="mod ord">
          <ac:chgData name="Loc Huynh" userId="80c0383e323bd6ea" providerId="LiveId" clId="{72CEA336-3CF7-0740-9187-942BCF55D6BE}" dt="2023-09-11T09:16:55.054" v="10521" actId="700"/>
          <ac:spMkLst>
            <pc:docMk/>
            <pc:sldMk cId="4050537604" sldId="331"/>
            <ac:spMk id="4" creationId="{0FA5299A-2878-F147-AA08-D805F2EDF50A}"/>
          </ac:spMkLst>
        </pc:spChg>
        <pc:spChg chg="mod ord">
          <ac:chgData name="Loc Huynh" userId="80c0383e323bd6ea" providerId="LiveId" clId="{72CEA336-3CF7-0740-9187-942BCF55D6BE}" dt="2023-09-11T09:16:55.054" v="10521" actId="700"/>
          <ac:spMkLst>
            <pc:docMk/>
            <pc:sldMk cId="4050537604" sldId="331"/>
            <ac:spMk id="5" creationId="{0011AAE3-A2A2-694D-B6CF-86C7051A2059}"/>
          </ac:spMkLst>
        </pc:spChg>
      </pc:sldChg>
      <pc:sldChg chg="del">
        <pc:chgData name="Loc Huynh" userId="80c0383e323bd6ea" providerId="LiveId" clId="{72CEA336-3CF7-0740-9187-942BCF55D6BE}" dt="2023-09-11T06:31:55.276" v="8546" actId="2696"/>
        <pc:sldMkLst>
          <pc:docMk/>
          <pc:sldMk cId="5523280" sldId="332"/>
        </pc:sldMkLst>
      </pc:sldChg>
      <pc:sldChg chg="addSp delSp modSp del mod">
        <pc:chgData name="Loc Huynh" userId="80c0383e323bd6ea" providerId="LiveId" clId="{72CEA336-3CF7-0740-9187-942BCF55D6BE}" dt="2023-09-11T08:36:54.850" v="10381" actId="2696"/>
        <pc:sldMkLst>
          <pc:docMk/>
          <pc:sldMk cId="851817313" sldId="333"/>
        </pc:sldMkLst>
        <pc:spChg chg="mod">
          <ac:chgData name="Loc Huynh" userId="80c0383e323bd6ea" providerId="LiveId" clId="{72CEA336-3CF7-0740-9187-942BCF55D6BE}" dt="2023-08-18T10:11:12.369" v="2260" actId="20577"/>
          <ac:spMkLst>
            <pc:docMk/>
            <pc:sldMk cId="851817313" sldId="333"/>
            <ac:spMk id="2" creationId="{C54DDA5F-3397-B04E-9634-BFA6160F2F30}"/>
          </ac:spMkLst>
        </pc:spChg>
        <pc:spChg chg="mod">
          <ac:chgData name="Loc Huynh" userId="80c0383e323bd6ea" providerId="LiveId" clId="{72CEA336-3CF7-0740-9187-942BCF55D6BE}" dt="2023-08-18T09:54:58.306" v="1966" actId="20577"/>
          <ac:spMkLst>
            <pc:docMk/>
            <pc:sldMk cId="851817313" sldId="333"/>
            <ac:spMk id="3" creationId="{836B46E6-E244-2945-B4BA-8F3930E3404B}"/>
          </ac:spMkLst>
        </pc:spChg>
        <pc:spChg chg="add mod">
          <ac:chgData name="Loc Huynh" userId="80c0383e323bd6ea" providerId="LiveId" clId="{72CEA336-3CF7-0740-9187-942BCF55D6BE}" dt="2023-08-18T09:21:07.816" v="1255"/>
          <ac:spMkLst>
            <pc:docMk/>
            <pc:sldMk cId="851817313" sldId="333"/>
            <ac:spMk id="4" creationId="{D9F448F6-DE0E-3C1A-CD6D-9605AA623398}"/>
          </ac:spMkLst>
        </pc:spChg>
        <pc:spChg chg="mod">
          <ac:chgData name="Loc Huynh" userId="80c0383e323bd6ea" providerId="LiveId" clId="{72CEA336-3CF7-0740-9187-942BCF55D6BE}" dt="2023-08-18T09:53:30.695" v="1916" actId="1076"/>
          <ac:spMkLst>
            <pc:docMk/>
            <pc:sldMk cId="851817313" sldId="333"/>
            <ac:spMk id="9" creationId="{55A29E9C-B462-2C48-9696-516BC4A293E5}"/>
          </ac:spMkLst>
        </pc:spChg>
        <pc:spChg chg="del">
          <ac:chgData name="Loc Huynh" userId="80c0383e323bd6ea" providerId="LiveId" clId="{72CEA336-3CF7-0740-9187-942BCF55D6BE}" dt="2023-08-18T09:21:07.392" v="1254" actId="478"/>
          <ac:spMkLst>
            <pc:docMk/>
            <pc:sldMk cId="851817313" sldId="333"/>
            <ac:spMk id="10" creationId="{398C95A5-47A4-CE44-B270-7C07015F385D}"/>
          </ac:spMkLst>
        </pc:spChg>
        <pc:graphicFrameChg chg="mod">
          <ac:chgData name="Loc Huynh" userId="80c0383e323bd6ea" providerId="LiveId" clId="{72CEA336-3CF7-0740-9187-942BCF55D6BE}" dt="2023-08-18T09:20:29.130" v="1242" actId="1076"/>
          <ac:graphicFrameMkLst>
            <pc:docMk/>
            <pc:sldMk cId="851817313" sldId="333"/>
            <ac:graphicFrameMk id="8" creationId="{C70698C5-B991-3947-A09C-1B74F2D5C2CD}"/>
          </ac:graphicFrameMkLst>
        </pc:graphicFrameChg>
        <pc:picChg chg="mod">
          <ac:chgData name="Loc Huynh" userId="80c0383e323bd6ea" providerId="LiveId" clId="{72CEA336-3CF7-0740-9187-942BCF55D6BE}" dt="2023-08-18T09:20:25.833" v="1241" actId="1076"/>
          <ac:picMkLst>
            <pc:docMk/>
            <pc:sldMk cId="851817313" sldId="333"/>
            <ac:picMk id="7" creationId="{CE07F350-516E-8144-A53F-BA78B2ECBBF3}"/>
          </ac:picMkLst>
        </pc:picChg>
      </pc:sldChg>
      <pc:sldChg chg="del">
        <pc:chgData name="Loc Huynh" userId="80c0383e323bd6ea" providerId="LiveId" clId="{72CEA336-3CF7-0740-9187-942BCF55D6BE}" dt="2023-09-11T06:31:57.483" v="8547" actId="2696"/>
        <pc:sldMkLst>
          <pc:docMk/>
          <pc:sldMk cId="3976749755" sldId="334"/>
        </pc:sldMkLst>
      </pc:sldChg>
      <pc:sldChg chg="del">
        <pc:chgData name="Loc Huynh" userId="80c0383e323bd6ea" providerId="LiveId" clId="{72CEA336-3CF7-0740-9187-942BCF55D6BE}" dt="2023-09-11T06:31:58.465" v="8548" actId="2696"/>
        <pc:sldMkLst>
          <pc:docMk/>
          <pc:sldMk cId="2251604776" sldId="335"/>
        </pc:sldMkLst>
      </pc:sldChg>
      <pc:sldChg chg="del">
        <pc:chgData name="Loc Huynh" userId="80c0383e323bd6ea" providerId="LiveId" clId="{72CEA336-3CF7-0740-9187-942BCF55D6BE}" dt="2023-09-11T06:31:59.147" v="8549" actId="2696"/>
        <pc:sldMkLst>
          <pc:docMk/>
          <pc:sldMk cId="4279416482" sldId="336"/>
        </pc:sldMkLst>
      </pc:sldChg>
      <pc:sldChg chg="modSp del mod chgLayout">
        <pc:chgData name="Loc Huynh" userId="80c0383e323bd6ea" providerId="LiveId" clId="{72CEA336-3CF7-0740-9187-942BCF55D6BE}" dt="2023-09-11T11:09:36.262" v="13534" actId="2696"/>
        <pc:sldMkLst>
          <pc:docMk/>
          <pc:sldMk cId="1557391853" sldId="337"/>
        </pc:sldMkLst>
        <pc:spChg chg="mod ord">
          <ac:chgData name="Loc Huynh" userId="80c0383e323bd6ea" providerId="LiveId" clId="{72CEA336-3CF7-0740-9187-942BCF55D6BE}" dt="2023-09-11T09:17:11.153" v="10522" actId="700"/>
          <ac:spMkLst>
            <pc:docMk/>
            <pc:sldMk cId="1557391853" sldId="337"/>
            <ac:spMk id="2" creationId="{1EC6BF10-FE2C-5345-B7B5-775DC6E3CB37}"/>
          </ac:spMkLst>
        </pc:spChg>
        <pc:spChg chg="mod ord">
          <ac:chgData name="Loc Huynh" userId="80c0383e323bd6ea" providerId="LiveId" clId="{72CEA336-3CF7-0740-9187-942BCF55D6BE}" dt="2023-09-11T09:17:11.153" v="10522" actId="700"/>
          <ac:spMkLst>
            <pc:docMk/>
            <pc:sldMk cId="1557391853" sldId="337"/>
            <ac:spMk id="3" creationId="{19F26957-3555-4C48-AE14-45801A0508A3}"/>
          </ac:spMkLst>
        </pc:spChg>
        <pc:spChg chg="mod ord">
          <ac:chgData name="Loc Huynh" userId="80c0383e323bd6ea" providerId="LiveId" clId="{72CEA336-3CF7-0740-9187-942BCF55D6BE}" dt="2023-09-11T09:17:11.153" v="10522" actId="700"/>
          <ac:spMkLst>
            <pc:docMk/>
            <pc:sldMk cId="1557391853" sldId="337"/>
            <ac:spMk id="4" creationId="{0FA5299A-2878-F147-AA08-D805F2EDF50A}"/>
          </ac:spMkLst>
        </pc:spChg>
        <pc:spChg chg="mod ord">
          <ac:chgData name="Loc Huynh" userId="80c0383e323bd6ea" providerId="LiveId" clId="{72CEA336-3CF7-0740-9187-942BCF55D6BE}" dt="2023-09-11T09:17:11.153" v="10522" actId="700"/>
          <ac:spMkLst>
            <pc:docMk/>
            <pc:sldMk cId="1557391853" sldId="337"/>
            <ac:spMk id="5" creationId="{0011AAE3-A2A2-694D-B6CF-86C7051A2059}"/>
          </ac:spMkLst>
        </pc:spChg>
        <pc:spChg chg="mod">
          <ac:chgData name="Loc Huynh" userId="80c0383e323bd6ea" providerId="LiveId" clId="{72CEA336-3CF7-0740-9187-942BCF55D6BE}" dt="2023-08-18T09:19:48.692" v="1238" actId="207"/>
          <ac:spMkLst>
            <pc:docMk/>
            <pc:sldMk cId="1557391853" sldId="337"/>
            <ac:spMk id="24" creationId="{68891AA4-834A-D243-A217-483531A5B694}"/>
          </ac:spMkLst>
        </pc:spChg>
        <pc:spChg chg="mod">
          <ac:chgData name="Loc Huynh" userId="80c0383e323bd6ea" providerId="LiveId" clId="{72CEA336-3CF7-0740-9187-942BCF55D6BE}" dt="2023-08-18T09:19:45.509" v="1237" actId="207"/>
          <ac:spMkLst>
            <pc:docMk/>
            <pc:sldMk cId="1557391853" sldId="337"/>
            <ac:spMk id="35" creationId="{136F4219-C3E1-C043-BAEE-CD225F8B49B4}"/>
          </ac:spMkLst>
        </pc:spChg>
        <pc:spChg chg="mod">
          <ac:chgData name="Loc Huynh" userId="80c0383e323bd6ea" providerId="LiveId" clId="{72CEA336-3CF7-0740-9187-942BCF55D6BE}" dt="2023-08-18T09:19:52.205" v="1239" actId="207"/>
          <ac:spMkLst>
            <pc:docMk/>
            <pc:sldMk cId="1557391853" sldId="337"/>
            <ac:spMk id="38" creationId="{78B443AA-06C5-364F-8E50-5122BC49D8EF}"/>
          </ac:spMkLst>
        </pc:spChg>
        <pc:spChg chg="mod">
          <ac:chgData name="Loc Huynh" userId="80c0383e323bd6ea" providerId="LiveId" clId="{72CEA336-3CF7-0740-9187-942BCF55D6BE}" dt="2023-08-18T09:19:54.750" v="1240" actId="207"/>
          <ac:spMkLst>
            <pc:docMk/>
            <pc:sldMk cId="1557391853" sldId="337"/>
            <ac:spMk id="42" creationId="{605164EC-2669-4249-8184-04233C2276EC}"/>
          </ac:spMkLst>
        </pc:spChg>
      </pc:sldChg>
      <pc:sldChg chg="addSp delSp modSp mod chgLayout">
        <pc:chgData name="Loc Huynh" userId="80c0383e323bd6ea" providerId="LiveId" clId="{72CEA336-3CF7-0740-9187-942BCF55D6BE}" dt="2023-09-11T11:13:52.069" v="13655" actId="1076"/>
        <pc:sldMkLst>
          <pc:docMk/>
          <pc:sldMk cId="127802819" sldId="338"/>
        </pc:sldMkLst>
        <pc:spChg chg="mod ord">
          <ac:chgData name="Loc Huynh" userId="80c0383e323bd6ea" providerId="LiveId" clId="{72CEA336-3CF7-0740-9187-942BCF55D6BE}" dt="2023-09-11T11:13:28.974" v="13652" actId="700"/>
          <ac:spMkLst>
            <pc:docMk/>
            <pc:sldMk cId="127802819" sldId="338"/>
            <ac:spMk id="2" creationId="{1EC6BF10-FE2C-5345-B7B5-775DC6E3CB37}"/>
          </ac:spMkLst>
        </pc:spChg>
        <pc:spChg chg="mod ord">
          <ac:chgData name="Loc Huynh" userId="80c0383e323bd6ea" providerId="LiveId" clId="{72CEA336-3CF7-0740-9187-942BCF55D6BE}" dt="2023-09-11T11:13:28.974" v="13652" actId="700"/>
          <ac:spMkLst>
            <pc:docMk/>
            <pc:sldMk cId="127802819" sldId="338"/>
            <ac:spMk id="3" creationId="{19F26957-3555-4C48-AE14-45801A0508A3}"/>
          </ac:spMkLst>
        </pc:spChg>
        <pc:spChg chg="mod ord">
          <ac:chgData name="Loc Huynh" userId="80c0383e323bd6ea" providerId="LiveId" clId="{72CEA336-3CF7-0740-9187-942BCF55D6BE}" dt="2023-09-11T11:13:28.974" v="13652" actId="700"/>
          <ac:spMkLst>
            <pc:docMk/>
            <pc:sldMk cId="127802819" sldId="338"/>
            <ac:spMk id="4" creationId="{0FA5299A-2878-F147-AA08-D805F2EDF50A}"/>
          </ac:spMkLst>
        </pc:spChg>
        <pc:spChg chg="mod ord">
          <ac:chgData name="Loc Huynh" userId="80c0383e323bd6ea" providerId="LiveId" clId="{72CEA336-3CF7-0740-9187-942BCF55D6BE}" dt="2023-09-11T11:13:28.974" v="13652" actId="700"/>
          <ac:spMkLst>
            <pc:docMk/>
            <pc:sldMk cId="127802819" sldId="338"/>
            <ac:spMk id="5" creationId="{0011AAE3-A2A2-694D-B6CF-86C7051A2059}"/>
          </ac:spMkLst>
        </pc:spChg>
        <pc:spChg chg="add del">
          <ac:chgData name="Loc Huynh" userId="80c0383e323bd6ea" providerId="LiveId" clId="{72CEA336-3CF7-0740-9187-942BCF55D6BE}" dt="2023-08-18T10:11:40.673" v="2317" actId="22"/>
          <ac:spMkLst>
            <pc:docMk/>
            <pc:sldMk cId="127802819" sldId="338"/>
            <ac:spMk id="7" creationId="{18618C2C-BA4B-AFE5-5A4D-51A4E9B16A16}"/>
          </ac:spMkLst>
        </pc:spChg>
        <pc:graphicFrameChg chg="mod modGraphic">
          <ac:chgData name="Loc Huynh" userId="80c0383e323bd6ea" providerId="LiveId" clId="{72CEA336-3CF7-0740-9187-942BCF55D6BE}" dt="2023-09-11T11:13:52.069" v="13655" actId="1076"/>
          <ac:graphicFrameMkLst>
            <pc:docMk/>
            <pc:sldMk cId="127802819" sldId="338"/>
            <ac:graphicFrameMk id="12" creationId="{948B7D63-8853-A448-9D87-1C4BE919E799}"/>
          </ac:graphicFrameMkLst>
        </pc:graphicFrameChg>
        <pc:picChg chg="mod">
          <ac:chgData name="Loc Huynh" userId="80c0383e323bd6ea" providerId="LiveId" clId="{72CEA336-3CF7-0740-9187-942BCF55D6BE}" dt="2023-09-11T11:13:52.069" v="13655" actId="1076"/>
          <ac:picMkLst>
            <pc:docMk/>
            <pc:sldMk cId="127802819" sldId="338"/>
            <ac:picMk id="29698" creationId="{A1056F00-EE99-5043-9C90-8B99AA1CC856}"/>
          </ac:picMkLst>
        </pc:picChg>
        <pc:picChg chg="mod">
          <ac:chgData name="Loc Huynh" userId="80c0383e323bd6ea" providerId="LiveId" clId="{72CEA336-3CF7-0740-9187-942BCF55D6BE}" dt="2023-09-11T11:13:52.069" v="13655" actId="1076"/>
          <ac:picMkLst>
            <pc:docMk/>
            <pc:sldMk cId="127802819" sldId="338"/>
            <ac:picMk id="29700" creationId="{70790298-B185-BD43-B62B-CEC3BE769F1A}"/>
          </ac:picMkLst>
        </pc:picChg>
        <pc:picChg chg="mod">
          <ac:chgData name="Loc Huynh" userId="80c0383e323bd6ea" providerId="LiveId" clId="{72CEA336-3CF7-0740-9187-942BCF55D6BE}" dt="2023-09-11T11:13:52.069" v="13655" actId="1076"/>
          <ac:picMkLst>
            <pc:docMk/>
            <pc:sldMk cId="127802819" sldId="338"/>
            <ac:picMk id="29702" creationId="{D9D3B0F0-3B94-A241-88FD-36B20E9E88F5}"/>
          </ac:picMkLst>
        </pc:picChg>
        <pc:picChg chg="mod">
          <ac:chgData name="Loc Huynh" userId="80c0383e323bd6ea" providerId="LiveId" clId="{72CEA336-3CF7-0740-9187-942BCF55D6BE}" dt="2023-09-11T11:13:52.069" v="13655" actId="1076"/>
          <ac:picMkLst>
            <pc:docMk/>
            <pc:sldMk cId="127802819" sldId="338"/>
            <ac:picMk id="29704" creationId="{D726B684-CA60-AB43-8978-98FC4BF03796}"/>
          </ac:picMkLst>
        </pc:picChg>
        <pc:picChg chg="mod">
          <ac:chgData name="Loc Huynh" userId="80c0383e323bd6ea" providerId="LiveId" clId="{72CEA336-3CF7-0740-9187-942BCF55D6BE}" dt="2023-09-11T11:13:52.069" v="13655" actId="1076"/>
          <ac:picMkLst>
            <pc:docMk/>
            <pc:sldMk cId="127802819" sldId="338"/>
            <ac:picMk id="29706" creationId="{E3EE8008-70B3-0B42-B4E6-B9DF8FE284A1}"/>
          </ac:picMkLst>
        </pc:picChg>
      </pc:sldChg>
      <pc:sldChg chg="modSp mod chgLayout">
        <pc:chgData name="Loc Huynh" userId="80c0383e323bd6ea" providerId="LiveId" clId="{72CEA336-3CF7-0740-9187-942BCF55D6BE}" dt="2023-09-11T11:59:29.723" v="14190" actId="20577"/>
        <pc:sldMkLst>
          <pc:docMk/>
          <pc:sldMk cId="1317106903" sldId="339"/>
        </pc:sldMkLst>
        <pc:spChg chg="mod ord">
          <ac:chgData name="Loc Huynh" userId="80c0383e323bd6ea" providerId="LiveId" clId="{72CEA336-3CF7-0740-9187-942BCF55D6BE}" dt="2023-09-11T11:24:33.924" v="14088" actId="700"/>
          <ac:spMkLst>
            <pc:docMk/>
            <pc:sldMk cId="1317106903" sldId="339"/>
            <ac:spMk id="2" creationId="{1EC6BF10-FE2C-5345-B7B5-775DC6E3CB37}"/>
          </ac:spMkLst>
        </pc:spChg>
        <pc:spChg chg="mod ord">
          <ac:chgData name="Loc Huynh" userId="80c0383e323bd6ea" providerId="LiveId" clId="{72CEA336-3CF7-0740-9187-942BCF55D6BE}" dt="2023-09-11T11:59:29.723" v="14190" actId="20577"/>
          <ac:spMkLst>
            <pc:docMk/>
            <pc:sldMk cId="1317106903" sldId="339"/>
            <ac:spMk id="3" creationId="{19F26957-3555-4C48-AE14-45801A0508A3}"/>
          </ac:spMkLst>
        </pc:spChg>
        <pc:spChg chg="mod ord">
          <ac:chgData name="Loc Huynh" userId="80c0383e323bd6ea" providerId="LiveId" clId="{72CEA336-3CF7-0740-9187-942BCF55D6BE}" dt="2023-09-11T11:24:33.924" v="14088" actId="700"/>
          <ac:spMkLst>
            <pc:docMk/>
            <pc:sldMk cId="1317106903" sldId="339"/>
            <ac:spMk id="4" creationId="{0FA5299A-2878-F147-AA08-D805F2EDF50A}"/>
          </ac:spMkLst>
        </pc:spChg>
        <pc:spChg chg="mod ord">
          <ac:chgData name="Loc Huynh" userId="80c0383e323bd6ea" providerId="LiveId" clId="{72CEA336-3CF7-0740-9187-942BCF55D6BE}" dt="2023-09-11T11:24:33.924" v="14088" actId="700"/>
          <ac:spMkLst>
            <pc:docMk/>
            <pc:sldMk cId="1317106903" sldId="339"/>
            <ac:spMk id="5" creationId="{0011AAE3-A2A2-694D-B6CF-86C7051A2059}"/>
          </ac:spMkLst>
        </pc:spChg>
      </pc:sldChg>
      <pc:sldChg chg="modSp del mod chgLayout">
        <pc:chgData name="Loc Huynh" userId="80c0383e323bd6ea" providerId="LiveId" clId="{72CEA336-3CF7-0740-9187-942BCF55D6BE}" dt="2023-09-11T12:03:06.432" v="14249" actId="2696"/>
        <pc:sldMkLst>
          <pc:docMk/>
          <pc:sldMk cId="28933879" sldId="341"/>
        </pc:sldMkLst>
        <pc:spChg chg="mod ord">
          <ac:chgData name="Loc Huynh" userId="80c0383e323bd6ea" providerId="LiveId" clId="{72CEA336-3CF7-0740-9187-942BCF55D6BE}" dt="2023-09-11T11:24:36.910" v="14089" actId="700"/>
          <ac:spMkLst>
            <pc:docMk/>
            <pc:sldMk cId="28933879" sldId="341"/>
            <ac:spMk id="2" creationId="{1EC6BF10-FE2C-5345-B7B5-775DC6E3CB37}"/>
          </ac:spMkLst>
        </pc:spChg>
        <pc:spChg chg="mod ord">
          <ac:chgData name="Loc Huynh" userId="80c0383e323bd6ea" providerId="LiveId" clId="{72CEA336-3CF7-0740-9187-942BCF55D6BE}" dt="2023-09-11T12:01:09.336" v="14228" actId="20577"/>
          <ac:spMkLst>
            <pc:docMk/>
            <pc:sldMk cId="28933879" sldId="341"/>
            <ac:spMk id="3" creationId="{19F26957-3555-4C48-AE14-45801A0508A3}"/>
          </ac:spMkLst>
        </pc:spChg>
        <pc:spChg chg="mod ord">
          <ac:chgData name="Loc Huynh" userId="80c0383e323bd6ea" providerId="LiveId" clId="{72CEA336-3CF7-0740-9187-942BCF55D6BE}" dt="2023-09-11T11:24:36.910" v="14089" actId="700"/>
          <ac:spMkLst>
            <pc:docMk/>
            <pc:sldMk cId="28933879" sldId="341"/>
            <ac:spMk id="4" creationId="{0FA5299A-2878-F147-AA08-D805F2EDF50A}"/>
          </ac:spMkLst>
        </pc:spChg>
        <pc:spChg chg="mod ord">
          <ac:chgData name="Loc Huynh" userId="80c0383e323bd6ea" providerId="LiveId" clId="{72CEA336-3CF7-0740-9187-942BCF55D6BE}" dt="2023-09-11T11:24:36.910" v="14089" actId="700"/>
          <ac:spMkLst>
            <pc:docMk/>
            <pc:sldMk cId="28933879" sldId="341"/>
            <ac:spMk id="5" creationId="{0011AAE3-A2A2-694D-B6CF-86C7051A2059}"/>
          </ac:spMkLst>
        </pc:spChg>
      </pc:sldChg>
      <pc:sldChg chg="modSp del mod">
        <pc:chgData name="Loc Huynh" userId="80c0383e323bd6ea" providerId="LiveId" clId="{72CEA336-3CF7-0740-9187-942BCF55D6BE}" dt="2023-09-11T11:09:21.312" v="13533" actId="2696"/>
        <pc:sldMkLst>
          <pc:docMk/>
          <pc:sldMk cId="4286825711" sldId="342"/>
        </pc:sldMkLst>
        <pc:spChg chg="mod">
          <ac:chgData name="Loc Huynh" userId="80c0383e323bd6ea" providerId="LiveId" clId="{72CEA336-3CF7-0740-9187-942BCF55D6BE}" dt="2023-08-18T10:11:50.858" v="2321"/>
          <ac:spMkLst>
            <pc:docMk/>
            <pc:sldMk cId="4286825711" sldId="342"/>
            <ac:spMk id="2" creationId="{1EC6BF10-FE2C-5345-B7B5-775DC6E3CB37}"/>
          </ac:spMkLst>
        </pc:spChg>
      </pc:sldChg>
      <pc:sldChg chg="modSp del mod chgLayout">
        <pc:chgData name="Loc Huynh" userId="80c0383e323bd6ea" providerId="LiveId" clId="{72CEA336-3CF7-0740-9187-942BCF55D6BE}" dt="2023-09-11T12:04:20.086" v="14280" actId="2696"/>
        <pc:sldMkLst>
          <pc:docMk/>
          <pc:sldMk cId="927765203" sldId="343"/>
        </pc:sldMkLst>
        <pc:spChg chg="mod ord">
          <ac:chgData name="Loc Huynh" userId="80c0383e323bd6ea" providerId="LiveId" clId="{72CEA336-3CF7-0740-9187-942BCF55D6BE}" dt="2023-09-11T11:24:40.877" v="14090" actId="700"/>
          <ac:spMkLst>
            <pc:docMk/>
            <pc:sldMk cId="927765203" sldId="343"/>
            <ac:spMk id="2" creationId="{1EC6BF10-FE2C-5345-B7B5-775DC6E3CB37}"/>
          </ac:spMkLst>
        </pc:spChg>
        <pc:spChg chg="mod ord">
          <ac:chgData name="Loc Huynh" userId="80c0383e323bd6ea" providerId="LiveId" clId="{72CEA336-3CF7-0740-9187-942BCF55D6BE}" dt="2023-09-11T12:03:57.501" v="14271" actId="21"/>
          <ac:spMkLst>
            <pc:docMk/>
            <pc:sldMk cId="927765203" sldId="343"/>
            <ac:spMk id="3" creationId="{19F26957-3555-4C48-AE14-45801A0508A3}"/>
          </ac:spMkLst>
        </pc:spChg>
        <pc:spChg chg="mod ord">
          <ac:chgData name="Loc Huynh" userId="80c0383e323bd6ea" providerId="LiveId" clId="{72CEA336-3CF7-0740-9187-942BCF55D6BE}" dt="2023-09-11T11:24:40.877" v="14090" actId="700"/>
          <ac:spMkLst>
            <pc:docMk/>
            <pc:sldMk cId="927765203" sldId="343"/>
            <ac:spMk id="4" creationId="{0FA5299A-2878-F147-AA08-D805F2EDF50A}"/>
          </ac:spMkLst>
        </pc:spChg>
        <pc:spChg chg="mod ord">
          <ac:chgData name="Loc Huynh" userId="80c0383e323bd6ea" providerId="LiveId" clId="{72CEA336-3CF7-0740-9187-942BCF55D6BE}" dt="2023-09-11T11:24:40.877" v="14090" actId="700"/>
          <ac:spMkLst>
            <pc:docMk/>
            <pc:sldMk cId="927765203" sldId="343"/>
            <ac:spMk id="5" creationId="{0011AAE3-A2A2-694D-B6CF-86C7051A2059}"/>
          </ac:spMkLst>
        </pc:spChg>
      </pc:sldChg>
      <pc:sldChg chg="modSp mod">
        <pc:chgData name="Loc Huynh" userId="80c0383e323bd6ea" providerId="LiveId" clId="{72CEA336-3CF7-0740-9187-942BCF55D6BE}" dt="2023-09-11T11:07:56.228" v="13491" actId="20577"/>
        <pc:sldMkLst>
          <pc:docMk/>
          <pc:sldMk cId="961475434" sldId="344"/>
        </pc:sldMkLst>
        <pc:spChg chg="mod">
          <ac:chgData name="Loc Huynh" userId="80c0383e323bd6ea" providerId="LiveId" clId="{72CEA336-3CF7-0740-9187-942BCF55D6BE}" dt="2023-09-11T11:07:56.228" v="13491" actId="20577"/>
          <ac:spMkLst>
            <pc:docMk/>
            <pc:sldMk cId="961475434" sldId="344"/>
            <ac:spMk id="2" creationId="{6C57E25F-3877-A949-869C-2A7604169574}"/>
          </ac:spMkLst>
        </pc:spChg>
        <pc:spChg chg="mod">
          <ac:chgData name="Loc Huynh" userId="80c0383e323bd6ea" providerId="LiveId" clId="{72CEA336-3CF7-0740-9187-942BCF55D6BE}" dt="2023-08-18T09:14:53.299" v="1235" actId="20577"/>
          <ac:spMkLst>
            <pc:docMk/>
            <pc:sldMk cId="961475434" sldId="344"/>
            <ac:spMk id="3" creationId="{DC38A515-FAB2-1041-B18A-AF0A989DCEAE}"/>
          </ac:spMkLst>
        </pc:spChg>
      </pc:sldChg>
      <pc:sldChg chg="modSp mod">
        <pc:chgData name="Loc Huynh" userId="80c0383e323bd6ea" providerId="LiveId" clId="{72CEA336-3CF7-0740-9187-942BCF55D6BE}" dt="2023-09-11T11:08:06.390" v="13511" actId="404"/>
        <pc:sldMkLst>
          <pc:docMk/>
          <pc:sldMk cId="1208499357" sldId="377"/>
        </pc:sldMkLst>
        <pc:spChg chg="mod">
          <ac:chgData name="Loc Huynh" userId="80c0383e323bd6ea" providerId="LiveId" clId="{72CEA336-3CF7-0740-9187-942BCF55D6BE}" dt="2023-09-11T11:08:06.390" v="13511" actId="404"/>
          <ac:spMkLst>
            <pc:docMk/>
            <pc:sldMk cId="1208499357" sldId="377"/>
            <ac:spMk id="2" creationId="{4D4061A0-AE36-D34D-BDB8-DC4255BBEE4A}"/>
          </ac:spMkLst>
        </pc:spChg>
        <pc:spChg chg="mod">
          <ac:chgData name="Loc Huynh" userId="80c0383e323bd6ea" providerId="LiveId" clId="{72CEA336-3CF7-0740-9187-942BCF55D6BE}" dt="2023-08-18T10:02:34.767" v="2032" actId="207"/>
          <ac:spMkLst>
            <pc:docMk/>
            <pc:sldMk cId="1208499357" sldId="377"/>
            <ac:spMk id="3" creationId="{0CACF207-72A6-6E48-93CB-CDAE9C14B61A}"/>
          </ac:spMkLst>
        </pc:spChg>
        <pc:picChg chg="mod">
          <ac:chgData name="Loc Huynh" userId="80c0383e323bd6ea" providerId="LiveId" clId="{72CEA336-3CF7-0740-9187-942BCF55D6BE}" dt="2023-08-18T10:00:52.381" v="2004" actId="1076"/>
          <ac:picMkLst>
            <pc:docMk/>
            <pc:sldMk cId="1208499357" sldId="377"/>
            <ac:picMk id="6" creationId="{EF6373AE-F9C8-964C-8632-EF2E29C0FE65}"/>
          </ac:picMkLst>
        </pc:picChg>
      </pc:sldChg>
      <pc:sldChg chg="addSp modSp mod">
        <pc:chgData name="Loc Huynh" userId="80c0383e323bd6ea" providerId="LiveId" clId="{72CEA336-3CF7-0740-9187-942BCF55D6BE}" dt="2023-09-11T11:08:17.837" v="13514" actId="404"/>
        <pc:sldMkLst>
          <pc:docMk/>
          <pc:sldMk cId="2078064597" sldId="378"/>
        </pc:sldMkLst>
        <pc:spChg chg="mod">
          <ac:chgData name="Loc Huynh" userId="80c0383e323bd6ea" providerId="LiveId" clId="{72CEA336-3CF7-0740-9187-942BCF55D6BE}" dt="2023-09-11T11:08:17.837" v="13514" actId="404"/>
          <ac:spMkLst>
            <pc:docMk/>
            <pc:sldMk cId="2078064597" sldId="378"/>
            <ac:spMk id="2" creationId="{4D4061A0-AE36-D34D-BDB8-DC4255BBEE4A}"/>
          </ac:spMkLst>
        </pc:spChg>
        <pc:spChg chg="mod">
          <ac:chgData name="Loc Huynh" userId="80c0383e323bd6ea" providerId="LiveId" clId="{72CEA336-3CF7-0740-9187-942BCF55D6BE}" dt="2023-08-18T10:02:40.662" v="2033" actId="207"/>
          <ac:spMkLst>
            <pc:docMk/>
            <pc:sldMk cId="2078064597" sldId="378"/>
            <ac:spMk id="3" creationId="{0CACF207-72A6-6E48-93CB-CDAE9C14B61A}"/>
          </ac:spMkLst>
        </pc:spChg>
        <pc:spChg chg="mod">
          <ac:chgData name="Loc Huynh" userId="80c0383e323bd6ea" providerId="LiveId" clId="{72CEA336-3CF7-0740-9187-942BCF55D6BE}" dt="2023-08-18T10:01:21.065" v="2020" actId="1036"/>
          <ac:spMkLst>
            <pc:docMk/>
            <pc:sldMk cId="2078064597" sldId="378"/>
            <ac:spMk id="8" creationId="{CBFB6DED-805B-C348-A0B3-E670B58C9660}"/>
          </ac:spMkLst>
        </pc:spChg>
        <pc:grpChg chg="add">
          <ac:chgData name="Loc Huynh" userId="80c0383e323bd6ea" providerId="LiveId" clId="{72CEA336-3CF7-0740-9187-942BCF55D6BE}" dt="2023-08-18T10:01:25.301" v="2021" actId="164"/>
          <ac:grpSpMkLst>
            <pc:docMk/>
            <pc:sldMk cId="2078064597" sldId="378"/>
            <ac:grpSpMk id="6" creationId="{A7E65DD2-BF4F-297F-207C-E31627029987}"/>
          </ac:grpSpMkLst>
        </pc:grpChg>
        <pc:picChg chg="mod">
          <ac:chgData name="Loc Huynh" userId="80c0383e323bd6ea" providerId="LiveId" clId="{72CEA336-3CF7-0740-9187-942BCF55D6BE}" dt="2023-08-18T10:00:56.469" v="2005" actId="1076"/>
          <ac:picMkLst>
            <pc:docMk/>
            <pc:sldMk cId="2078064597" sldId="378"/>
            <ac:picMk id="7" creationId="{AEA92EC2-7CE6-B545-81BC-FB1F84719C34}"/>
          </ac:picMkLst>
        </pc:picChg>
      </pc:sldChg>
      <pc:sldChg chg="addSp modSp mod">
        <pc:chgData name="Loc Huynh" userId="80c0383e323bd6ea" providerId="LiveId" clId="{72CEA336-3CF7-0740-9187-942BCF55D6BE}" dt="2023-09-11T11:08:29.102" v="13519" actId="403"/>
        <pc:sldMkLst>
          <pc:docMk/>
          <pc:sldMk cId="2878301185" sldId="379"/>
        </pc:sldMkLst>
        <pc:spChg chg="mod">
          <ac:chgData name="Loc Huynh" userId="80c0383e323bd6ea" providerId="LiveId" clId="{72CEA336-3CF7-0740-9187-942BCF55D6BE}" dt="2023-09-11T11:08:29.102" v="13519" actId="403"/>
          <ac:spMkLst>
            <pc:docMk/>
            <pc:sldMk cId="2878301185" sldId="379"/>
            <ac:spMk id="2" creationId="{4D4061A0-AE36-D34D-BDB8-DC4255BBEE4A}"/>
          </ac:spMkLst>
        </pc:spChg>
        <pc:spChg chg="mod">
          <ac:chgData name="Loc Huynh" userId="80c0383e323bd6ea" providerId="LiveId" clId="{72CEA336-3CF7-0740-9187-942BCF55D6BE}" dt="2023-08-18T10:02:44.002" v="2034" actId="207"/>
          <ac:spMkLst>
            <pc:docMk/>
            <pc:sldMk cId="2878301185" sldId="379"/>
            <ac:spMk id="3" creationId="{0CACF207-72A6-6E48-93CB-CDAE9C14B61A}"/>
          </ac:spMkLst>
        </pc:spChg>
        <pc:spChg chg="mod">
          <ac:chgData name="Loc Huynh" userId="80c0383e323bd6ea" providerId="LiveId" clId="{72CEA336-3CF7-0740-9187-942BCF55D6BE}" dt="2023-08-18T10:02:08.475" v="2029" actId="13822"/>
          <ac:spMkLst>
            <pc:docMk/>
            <pc:sldMk cId="2878301185" sldId="379"/>
            <ac:spMk id="10" creationId="{09EA6289-93FE-7E4A-ACD6-FAF2F63F3160}"/>
          </ac:spMkLst>
        </pc:spChg>
        <pc:spChg chg="mod">
          <ac:chgData name="Loc Huynh" userId="80c0383e323bd6ea" providerId="LiveId" clId="{72CEA336-3CF7-0740-9187-942BCF55D6BE}" dt="2023-08-18T10:01:59.824" v="2026" actId="1582"/>
          <ac:spMkLst>
            <pc:docMk/>
            <pc:sldMk cId="2878301185" sldId="379"/>
            <ac:spMk id="11" creationId="{274CF9B1-E939-BE4D-9966-9D30ACF52C81}"/>
          </ac:spMkLst>
        </pc:spChg>
        <pc:grpChg chg="add">
          <ac:chgData name="Loc Huynh" userId="80c0383e323bd6ea" providerId="LiveId" clId="{72CEA336-3CF7-0740-9187-942BCF55D6BE}" dt="2023-08-18T10:02:20.875" v="2030" actId="164"/>
          <ac:grpSpMkLst>
            <pc:docMk/>
            <pc:sldMk cId="2878301185" sldId="379"/>
            <ac:grpSpMk id="6" creationId="{27088D03-80B5-B282-10CF-1E5F607FD9C3}"/>
          </ac:grpSpMkLst>
        </pc:grpChg>
        <pc:picChg chg="mod">
          <ac:chgData name="Loc Huynh" userId="80c0383e323bd6ea" providerId="LiveId" clId="{72CEA336-3CF7-0740-9187-942BCF55D6BE}" dt="2023-08-18T10:01:37.502" v="2024" actId="1076"/>
          <ac:picMkLst>
            <pc:docMk/>
            <pc:sldMk cId="2878301185" sldId="379"/>
            <ac:picMk id="9" creationId="{1CDD1589-929C-E34F-BC60-F7E701757457}"/>
          </ac:picMkLst>
        </pc:picChg>
      </pc:sldChg>
      <pc:sldChg chg="modSp mod">
        <pc:chgData name="Loc Huynh" userId="80c0383e323bd6ea" providerId="LiveId" clId="{72CEA336-3CF7-0740-9187-942BCF55D6BE}" dt="2023-09-11T11:08:36.557" v="13522" actId="404"/>
        <pc:sldMkLst>
          <pc:docMk/>
          <pc:sldMk cId="219472599" sldId="380"/>
        </pc:sldMkLst>
        <pc:spChg chg="mod">
          <ac:chgData name="Loc Huynh" userId="80c0383e323bd6ea" providerId="LiveId" clId="{72CEA336-3CF7-0740-9187-942BCF55D6BE}" dt="2023-09-11T11:08:36.557" v="13522" actId="404"/>
          <ac:spMkLst>
            <pc:docMk/>
            <pc:sldMk cId="219472599" sldId="380"/>
            <ac:spMk id="2" creationId="{4D4061A0-AE36-D34D-BDB8-DC4255BBEE4A}"/>
          </ac:spMkLst>
        </pc:spChg>
        <pc:spChg chg="mod">
          <ac:chgData name="Loc Huynh" userId="80c0383e323bd6ea" providerId="LiveId" clId="{72CEA336-3CF7-0740-9187-942BCF55D6BE}" dt="2023-08-18T10:02:52.834" v="2035" actId="1076"/>
          <ac:spMkLst>
            <pc:docMk/>
            <pc:sldMk cId="219472599" sldId="380"/>
            <ac:spMk id="14" creationId="{819223FB-6957-AD4F-AF46-594CB70AC449}"/>
          </ac:spMkLst>
        </pc:spChg>
        <pc:grpChg chg="mod">
          <ac:chgData name="Loc Huynh" userId="80c0383e323bd6ea" providerId="LiveId" clId="{72CEA336-3CF7-0740-9187-942BCF55D6BE}" dt="2023-08-18T10:02:52.834" v="2035" actId="1076"/>
          <ac:grpSpMkLst>
            <pc:docMk/>
            <pc:sldMk cId="219472599" sldId="380"/>
            <ac:grpSpMk id="12" creationId="{FCC0A316-6E4C-2D4B-996C-1C2404F0C7B0}"/>
          </ac:grpSpMkLst>
        </pc:grpChg>
        <pc:picChg chg="mod">
          <ac:chgData name="Loc Huynh" userId="80c0383e323bd6ea" providerId="LiveId" clId="{72CEA336-3CF7-0740-9187-942BCF55D6BE}" dt="2023-08-18T10:02:52.834" v="2035" actId="1076"/>
          <ac:picMkLst>
            <pc:docMk/>
            <pc:sldMk cId="219472599" sldId="380"/>
            <ac:picMk id="13" creationId="{0B45F18C-9413-854C-B43C-B921A140E57F}"/>
          </ac:picMkLst>
        </pc:picChg>
      </pc:sldChg>
      <pc:sldChg chg="modSp mod">
        <pc:chgData name="Loc Huynh" userId="80c0383e323bd6ea" providerId="LiveId" clId="{72CEA336-3CF7-0740-9187-942BCF55D6BE}" dt="2023-09-11T11:08:42.152" v="13525" actId="404"/>
        <pc:sldMkLst>
          <pc:docMk/>
          <pc:sldMk cId="888047964" sldId="381"/>
        </pc:sldMkLst>
        <pc:spChg chg="mod">
          <ac:chgData name="Loc Huynh" userId="80c0383e323bd6ea" providerId="LiveId" clId="{72CEA336-3CF7-0740-9187-942BCF55D6BE}" dt="2023-09-11T11:08:42.152" v="13525" actId="404"/>
          <ac:spMkLst>
            <pc:docMk/>
            <pc:sldMk cId="888047964" sldId="381"/>
            <ac:spMk id="2" creationId="{4D4061A0-AE36-D34D-BDB8-DC4255BBEE4A}"/>
          </ac:spMkLst>
        </pc:spChg>
        <pc:spChg chg="mod">
          <ac:chgData name="Loc Huynh" userId="80c0383e323bd6ea" providerId="LiveId" clId="{72CEA336-3CF7-0740-9187-942BCF55D6BE}" dt="2023-08-18T10:03:25.198" v="2039" actId="14100"/>
          <ac:spMkLst>
            <pc:docMk/>
            <pc:sldMk cId="888047964" sldId="381"/>
            <ac:spMk id="11" creationId="{A1E35A94-3F47-094E-84FE-9CB892A7DCF5}"/>
          </ac:spMkLst>
        </pc:spChg>
        <pc:grpChg chg="mod">
          <ac:chgData name="Loc Huynh" userId="80c0383e323bd6ea" providerId="LiveId" clId="{72CEA336-3CF7-0740-9187-942BCF55D6BE}" dt="2023-08-18T10:02:56.546" v="2036" actId="1076"/>
          <ac:grpSpMkLst>
            <pc:docMk/>
            <pc:sldMk cId="888047964" sldId="381"/>
            <ac:grpSpMk id="9" creationId="{49AFD293-AB1A-E944-A08E-2AFBA52B5AB1}"/>
          </ac:grpSpMkLst>
        </pc:grpChg>
        <pc:picChg chg="mod">
          <ac:chgData name="Loc Huynh" userId="80c0383e323bd6ea" providerId="LiveId" clId="{72CEA336-3CF7-0740-9187-942BCF55D6BE}" dt="2023-08-18T10:02:56.546" v="2036" actId="1076"/>
          <ac:picMkLst>
            <pc:docMk/>
            <pc:sldMk cId="888047964" sldId="381"/>
            <ac:picMk id="10" creationId="{E7DA48BD-86CE-9D49-9350-A678DBA70D5C}"/>
          </ac:picMkLst>
        </pc:picChg>
      </pc:sldChg>
      <pc:sldChg chg="modSp mod">
        <pc:chgData name="Loc Huynh" userId="80c0383e323bd6ea" providerId="LiveId" clId="{72CEA336-3CF7-0740-9187-942BCF55D6BE}" dt="2023-09-11T11:08:47.865" v="13528" actId="404"/>
        <pc:sldMkLst>
          <pc:docMk/>
          <pc:sldMk cId="3264862103" sldId="382"/>
        </pc:sldMkLst>
        <pc:spChg chg="mod">
          <ac:chgData name="Loc Huynh" userId="80c0383e323bd6ea" providerId="LiveId" clId="{72CEA336-3CF7-0740-9187-942BCF55D6BE}" dt="2023-09-11T11:08:47.865" v="13528" actId="404"/>
          <ac:spMkLst>
            <pc:docMk/>
            <pc:sldMk cId="3264862103" sldId="382"/>
            <ac:spMk id="2" creationId="{4D4061A0-AE36-D34D-BDB8-DC4255BBEE4A}"/>
          </ac:spMkLst>
        </pc:spChg>
        <pc:picChg chg="mod">
          <ac:chgData name="Loc Huynh" userId="80c0383e323bd6ea" providerId="LiveId" clId="{72CEA336-3CF7-0740-9187-942BCF55D6BE}" dt="2023-08-18T10:03:44.875" v="2040" actId="1076"/>
          <ac:picMkLst>
            <pc:docMk/>
            <pc:sldMk cId="3264862103" sldId="382"/>
            <ac:picMk id="12" creationId="{02E83164-2468-E243-8B4C-1CD594CA7579}"/>
          </ac:picMkLst>
        </pc:picChg>
      </pc:sldChg>
      <pc:sldChg chg="modSp mod">
        <pc:chgData name="Loc Huynh" userId="80c0383e323bd6ea" providerId="LiveId" clId="{72CEA336-3CF7-0740-9187-942BCF55D6BE}" dt="2023-09-11T11:08:54.196" v="13531" actId="404"/>
        <pc:sldMkLst>
          <pc:docMk/>
          <pc:sldMk cId="1941501112" sldId="383"/>
        </pc:sldMkLst>
        <pc:spChg chg="mod">
          <ac:chgData name="Loc Huynh" userId="80c0383e323bd6ea" providerId="LiveId" clId="{72CEA336-3CF7-0740-9187-942BCF55D6BE}" dt="2023-09-11T11:08:54.196" v="13531" actId="404"/>
          <ac:spMkLst>
            <pc:docMk/>
            <pc:sldMk cId="1941501112" sldId="383"/>
            <ac:spMk id="2" creationId="{4D4061A0-AE36-D34D-BDB8-DC4255BBEE4A}"/>
          </ac:spMkLst>
        </pc:spChg>
        <pc:picChg chg="mod">
          <ac:chgData name="Loc Huynh" userId="80c0383e323bd6ea" providerId="LiveId" clId="{72CEA336-3CF7-0740-9187-942BCF55D6BE}" dt="2023-08-18T10:03:48.958" v="2041" actId="1076"/>
          <ac:picMkLst>
            <pc:docMk/>
            <pc:sldMk cId="1941501112" sldId="383"/>
            <ac:picMk id="7" creationId="{0B642D91-EAED-FF48-98DE-7FAEB260B619}"/>
          </ac:picMkLst>
        </pc:picChg>
      </pc:sldChg>
      <pc:sldChg chg="modSp mod ord">
        <pc:chgData name="Loc Huynh" userId="80c0383e323bd6ea" providerId="LiveId" clId="{72CEA336-3CF7-0740-9187-942BCF55D6BE}" dt="2023-09-11T11:09:07.802" v="13532" actId="20578"/>
        <pc:sldMkLst>
          <pc:docMk/>
          <pc:sldMk cId="2538837064" sldId="385"/>
        </pc:sldMkLst>
        <pc:spChg chg="mod">
          <ac:chgData name="Loc Huynh" userId="80c0383e323bd6ea" providerId="LiveId" clId="{72CEA336-3CF7-0740-9187-942BCF55D6BE}" dt="2023-08-18T10:08:49.440" v="2178" actId="1076"/>
          <ac:spMkLst>
            <pc:docMk/>
            <pc:sldMk cId="2538837064" sldId="385"/>
            <ac:spMk id="3" creationId="{5AF176FD-7669-EF49-B2D4-CDB406817E64}"/>
          </ac:spMkLst>
        </pc:spChg>
      </pc:sldChg>
      <pc:sldChg chg="addSp delSp modSp del mod delAnim">
        <pc:chgData name="Loc Huynh" userId="80c0383e323bd6ea" providerId="LiveId" clId="{72CEA336-3CF7-0740-9187-942BCF55D6BE}" dt="2023-08-18T09:25:13.187" v="1344" actId="2696"/>
        <pc:sldMkLst>
          <pc:docMk/>
          <pc:sldMk cId="2244625653" sldId="387"/>
        </pc:sldMkLst>
        <pc:spChg chg="del">
          <ac:chgData name="Loc Huynh" userId="80c0383e323bd6ea" providerId="LiveId" clId="{72CEA336-3CF7-0740-9187-942BCF55D6BE}" dt="2023-08-18T09:25:08.901" v="1343" actId="478"/>
          <ac:spMkLst>
            <pc:docMk/>
            <pc:sldMk cId="2244625653" sldId="387"/>
            <ac:spMk id="4" creationId="{6ED64640-FA12-5344-ACD9-2818D0D4D059}"/>
          </ac:spMkLst>
        </pc:spChg>
        <pc:spChg chg="add mod">
          <ac:chgData name="Loc Huynh" userId="80c0383e323bd6ea" providerId="LiveId" clId="{72CEA336-3CF7-0740-9187-942BCF55D6BE}" dt="2023-08-18T09:21:11.027" v="1257"/>
          <ac:spMkLst>
            <pc:docMk/>
            <pc:sldMk cId="2244625653" sldId="387"/>
            <ac:spMk id="5" creationId="{5669FD04-DE0A-AD83-5E04-487932EF1044}"/>
          </ac:spMkLst>
        </pc:spChg>
        <pc:spChg chg="del">
          <ac:chgData name="Loc Huynh" userId="80c0383e323bd6ea" providerId="LiveId" clId="{72CEA336-3CF7-0740-9187-942BCF55D6BE}" dt="2023-08-18T09:21:10.663" v="1256" actId="478"/>
          <ac:spMkLst>
            <pc:docMk/>
            <pc:sldMk cId="2244625653" sldId="387"/>
            <ac:spMk id="10" creationId="{398C95A5-47A4-CE44-B270-7C07015F385D}"/>
          </ac:spMkLst>
        </pc:spChg>
        <pc:spChg chg="del">
          <ac:chgData name="Loc Huynh" userId="80c0383e323bd6ea" providerId="LiveId" clId="{72CEA336-3CF7-0740-9187-942BCF55D6BE}" dt="2023-08-18T09:25:03.713" v="1341" actId="478"/>
          <ac:spMkLst>
            <pc:docMk/>
            <pc:sldMk cId="2244625653" sldId="387"/>
            <ac:spMk id="12" creationId="{9237323F-C933-7B45-BF79-097A4EE83F6C}"/>
          </ac:spMkLst>
        </pc:spChg>
        <pc:spChg chg="del">
          <ac:chgData name="Loc Huynh" userId="80c0383e323bd6ea" providerId="LiveId" clId="{72CEA336-3CF7-0740-9187-942BCF55D6BE}" dt="2023-08-18T09:25:06.323" v="1342" actId="478"/>
          <ac:spMkLst>
            <pc:docMk/>
            <pc:sldMk cId="2244625653" sldId="387"/>
            <ac:spMk id="13" creationId="{20E29D89-976E-E44D-B868-40AA89F7A08F}"/>
          </ac:spMkLst>
        </pc:spChg>
        <pc:spChg chg="del">
          <ac:chgData name="Loc Huynh" userId="80c0383e323bd6ea" providerId="LiveId" clId="{72CEA336-3CF7-0740-9187-942BCF55D6BE}" dt="2023-08-18T09:25:03.713" v="1341" actId="478"/>
          <ac:spMkLst>
            <pc:docMk/>
            <pc:sldMk cId="2244625653" sldId="387"/>
            <ac:spMk id="14" creationId="{982F1350-C6D1-C349-A145-66EC606420E7}"/>
          </ac:spMkLst>
        </pc:spChg>
        <pc:spChg chg="del">
          <ac:chgData name="Loc Huynh" userId="80c0383e323bd6ea" providerId="LiveId" clId="{72CEA336-3CF7-0740-9187-942BCF55D6BE}" dt="2023-08-18T09:25:03.713" v="1341" actId="478"/>
          <ac:spMkLst>
            <pc:docMk/>
            <pc:sldMk cId="2244625653" sldId="387"/>
            <ac:spMk id="15" creationId="{F09BDA23-5804-F740-9F21-412FB3AF9334}"/>
          </ac:spMkLst>
        </pc:spChg>
        <pc:spChg chg="del">
          <ac:chgData name="Loc Huynh" userId="80c0383e323bd6ea" providerId="LiveId" clId="{72CEA336-3CF7-0740-9187-942BCF55D6BE}" dt="2023-08-18T09:25:06.323" v="1342" actId="478"/>
          <ac:spMkLst>
            <pc:docMk/>
            <pc:sldMk cId="2244625653" sldId="387"/>
            <ac:spMk id="16" creationId="{E96857CB-680A-6240-AC07-BECF26080C77}"/>
          </ac:spMkLst>
        </pc:spChg>
        <pc:spChg chg="del">
          <ac:chgData name="Loc Huynh" userId="80c0383e323bd6ea" providerId="LiveId" clId="{72CEA336-3CF7-0740-9187-942BCF55D6BE}" dt="2023-08-18T09:25:03.713" v="1341" actId="478"/>
          <ac:spMkLst>
            <pc:docMk/>
            <pc:sldMk cId="2244625653" sldId="387"/>
            <ac:spMk id="17" creationId="{7048D51E-9E9B-4A4C-849A-496E40395447}"/>
          </ac:spMkLst>
        </pc:spChg>
        <pc:spChg chg="del">
          <ac:chgData name="Loc Huynh" userId="80c0383e323bd6ea" providerId="LiveId" clId="{72CEA336-3CF7-0740-9187-942BCF55D6BE}" dt="2023-08-18T09:25:08.901" v="1343" actId="478"/>
          <ac:spMkLst>
            <pc:docMk/>
            <pc:sldMk cId="2244625653" sldId="387"/>
            <ac:spMk id="18" creationId="{C32C6BDF-D642-5F4A-B736-70FD3857B019}"/>
          </ac:spMkLst>
        </pc:spChg>
      </pc:sldChg>
      <pc:sldChg chg="addSp delSp modSp del mod">
        <pc:chgData name="Loc Huynh" userId="80c0383e323bd6ea" providerId="LiveId" clId="{72CEA336-3CF7-0740-9187-942BCF55D6BE}" dt="2023-08-18T09:25:14.825" v="1345" actId="2696"/>
        <pc:sldMkLst>
          <pc:docMk/>
          <pc:sldMk cId="2800804248" sldId="388"/>
        </pc:sldMkLst>
        <pc:spChg chg="add mod">
          <ac:chgData name="Loc Huynh" userId="80c0383e323bd6ea" providerId="LiveId" clId="{72CEA336-3CF7-0740-9187-942BCF55D6BE}" dt="2023-08-18T09:21:15.579" v="1259"/>
          <ac:spMkLst>
            <pc:docMk/>
            <pc:sldMk cId="2800804248" sldId="388"/>
            <ac:spMk id="4" creationId="{B894D1CE-01B1-7504-4C54-CEBA88048BD7}"/>
          </ac:spMkLst>
        </pc:spChg>
        <pc:spChg chg="del">
          <ac:chgData name="Loc Huynh" userId="80c0383e323bd6ea" providerId="LiveId" clId="{72CEA336-3CF7-0740-9187-942BCF55D6BE}" dt="2023-08-18T09:21:15.193" v="1258" actId="478"/>
          <ac:spMkLst>
            <pc:docMk/>
            <pc:sldMk cId="2800804248" sldId="388"/>
            <ac:spMk id="10" creationId="{398C95A5-47A4-CE44-B270-7C07015F385D}"/>
          </ac:spMkLst>
        </pc:spChg>
      </pc:sldChg>
      <pc:sldChg chg="del">
        <pc:chgData name="Loc Huynh" userId="80c0383e323bd6ea" providerId="LiveId" clId="{72CEA336-3CF7-0740-9187-942BCF55D6BE}" dt="2023-09-11T06:31:53.295" v="8545" actId="2696"/>
        <pc:sldMkLst>
          <pc:docMk/>
          <pc:sldMk cId="3499657469" sldId="389"/>
        </pc:sldMkLst>
      </pc:sldChg>
      <pc:sldChg chg="addSp delSp modSp add del mod ord modNotesTx">
        <pc:chgData name="Loc Huynh" userId="80c0383e323bd6ea" providerId="LiveId" clId="{72CEA336-3CF7-0740-9187-942BCF55D6BE}" dt="2023-09-11T09:27:42.766" v="10899" actId="2696"/>
        <pc:sldMkLst>
          <pc:docMk/>
          <pc:sldMk cId="3512535658" sldId="390"/>
        </pc:sldMkLst>
        <pc:spChg chg="mod">
          <ac:chgData name="Loc Huynh" userId="80c0383e323bd6ea" providerId="LiveId" clId="{72CEA336-3CF7-0740-9187-942BCF55D6BE}" dt="2023-08-21T05:32:23.684" v="4394" actId="20577"/>
          <ac:spMkLst>
            <pc:docMk/>
            <pc:sldMk cId="3512535658" sldId="390"/>
            <ac:spMk id="2" creationId="{7B00E714-86D8-D94C-B1C3-AF267E84D197}"/>
          </ac:spMkLst>
        </pc:spChg>
        <pc:spChg chg="mod">
          <ac:chgData name="Loc Huynh" userId="80c0383e323bd6ea" providerId="LiveId" clId="{72CEA336-3CF7-0740-9187-942BCF55D6BE}" dt="2023-08-18T09:48:48.666" v="1571" actId="1037"/>
          <ac:spMkLst>
            <pc:docMk/>
            <pc:sldMk cId="3512535658" sldId="390"/>
            <ac:spMk id="3" creationId="{7FFBE53D-29E6-6243-A558-44AA8B0D326B}"/>
          </ac:spMkLst>
        </pc:spChg>
        <pc:spChg chg="mod">
          <ac:chgData name="Loc Huynh" userId="80c0383e323bd6ea" providerId="LiveId" clId="{72CEA336-3CF7-0740-9187-942BCF55D6BE}" dt="2023-08-18T09:49:01.754" v="1573" actId="1076"/>
          <ac:spMkLst>
            <pc:docMk/>
            <pc:sldMk cId="3512535658" sldId="390"/>
            <ac:spMk id="6" creationId="{19B41883-10E9-1505-64FC-F5D629EDBA60}"/>
          </ac:spMkLst>
        </pc:spChg>
        <pc:spChg chg="del">
          <ac:chgData name="Loc Huynh" userId="80c0383e323bd6ea" providerId="LiveId" clId="{72CEA336-3CF7-0740-9187-942BCF55D6BE}" dt="2023-08-18T09:45:38.108" v="1519" actId="478"/>
          <ac:spMkLst>
            <pc:docMk/>
            <pc:sldMk cId="3512535658" sldId="390"/>
            <ac:spMk id="8" creationId="{1220F9DC-B861-FC4B-B615-8AE014B5EE30}"/>
          </ac:spMkLst>
        </pc:spChg>
        <pc:spChg chg="del mod">
          <ac:chgData name="Loc Huynh" userId="80c0383e323bd6ea" providerId="LiveId" clId="{72CEA336-3CF7-0740-9187-942BCF55D6BE}" dt="2023-08-18T09:45:39.551" v="1520" actId="478"/>
          <ac:spMkLst>
            <pc:docMk/>
            <pc:sldMk cId="3512535658" sldId="390"/>
            <ac:spMk id="11" creationId="{92CD03D7-E799-744B-8FFF-EC85E26AFE32}"/>
          </ac:spMkLst>
        </pc:spChg>
        <pc:spChg chg="add mod">
          <ac:chgData name="Loc Huynh" userId="80c0383e323bd6ea" providerId="LiveId" clId="{72CEA336-3CF7-0740-9187-942BCF55D6BE}" dt="2023-08-18T09:50:33.578" v="1610" actId="20577"/>
          <ac:spMkLst>
            <pc:docMk/>
            <pc:sldMk cId="3512535658" sldId="390"/>
            <ac:spMk id="13" creationId="{3CD4CFCF-09FC-5DC3-E691-14A1350AD5FD}"/>
          </ac:spMkLst>
        </pc:spChg>
        <pc:spChg chg="add mod">
          <ac:chgData name="Loc Huynh" userId="80c0383e323bd6ea" providerId="LiveId" clId="{72CEA336-3CF7-0740-9187-942BCF55D6BE}" dt="2023-08-18T09:48:57.185" v="1572" actId="1076"/>
          <ac:spMkLst>
            <pc:docMk/>
            <pc:sldMk cId="3512535658" sldId="390"/>
            <ac:spMk id="14" creationId="{26EB131F-CCA4-1C34-8F32-F1A4A41FB296}"/>
          </ac:spMkLst>
        </pc:spChg>
        <pc:spChg chg="add mod">
          <ac:chgData name="Loc Huynh" userId="80c0383e323bd6ea" providerId="LiveId" clId="{72CEA336-3CF7-0740-9187-942BCF55D6BE}" dt="2023-08-18T09:50:24.631" v="1609" actId="13822"/>
          <ac:spMkLst>
            <pc:docMk/>
            <pc:sldMk cId="3512535658" sldId="390"/>
            <ac:spMk id="15" creationId="{3BCBDF02-F539-5562-0841-E3F9240C36E2}"/>
          </ac:spMkLst>
        </pc:spChg>
        <pc:spChg chg="del mod">
          <ac:chgData name="Loc Huynh" userId="80c0383e323bd6ea" providerId="LiveId" clId="{72CEA336-3CF7-0740-9187-942BCF55D6BE}" dt="2023-08-18T09:45:33.658" v="1515" actId="478"/>
          <ac:spMkLst>
            <pc:docMk/>
            <pc:sldMk cId="3512535658" sldId="390"/>
            <ac:spMk id="26" creationId="{DC2A4460-7468-5C4E-BAC3-76E454C7408C}"/>
          </ac:spMkLst>
        </pc:spChg>
        <pc:spChg chg="add del mod">
          <ac:chgData name="Loc Huynh" userId="80c0383e323bd6ea" providerId="LiveId" clId="{72CEA336-3CF7-0740-9187-942BCF55D6BE}" dt="2023-08-18T09:50:14.182" v="1608" actId="13822"/>
          <ac:spMkLst>
            <pc:docMk/>
            <pc:sldMk cId="3512535658" sldId="390"/>
            <ac:spMk id="27" creationId="{E6788127-EAF5-694E-9D1E-295CCFB23D1E}"/>
          </ac:spMkLst>
        </pc:spChg>
        <pc:spChg chg="del">
          <ac:chgData name="Loc Huynh" userId="80c0383e323bd6ea" providerId="LiveId" clId="{72CEA336-3CF7-0740-9187-942BCF55D6BE}" dt="2023-08-18T09:45:32.335" v="1513" actId="478"/>
          <ac:spMkLst>
            <pc:docMk/>
            <pc:sldMk cId="3512535658" sldId="390"/>
            <ac:spMk id="29" creationId="{ABA6D674-3C43-9049-93EC-575441356998}"/>
          </ac:spMkLst>
        </pc:spChg>
        <pc:spChg chg="del">
          <ac:chgData name="Loc Huynh" userId="80c0383e323bd6ea" providerId="LiveId" clId="{72CEA336-3CF7-0740-9187-942BCF55D6BE}" dt="2023-08-18T09:45:35.552" v="1517" actId="478"/>
          <ac:spMkLst>
            <pc:docMk/>
            <pc:sldMk cId="3512535658" sldId="390"/>
            <ac:spMk id="30" creationId="{E2C75CD4-AE5E-3944-B32D-AB9BCF47170B}"/>
          </ac:spMkLst>
        </pc:spChg>
        <pc:grpChg chg="del">
          <ac:chgData name="Loc Huynh" userId="80c0383e323bd6ea" providerId="LiveId" clId="{72CEA336-3CF7-0740-9187-942BCF55D6BE}" dt="2023-08-18T09:45:41.080" v="1522" actId="478"/>
          <ac:grpSpMkLst>
            <pc:docMk/>
            <pc:sldMk cId="3512535658" sldId="390"/>
            <ac:grpSpMk id="12" creationId="{700F5E3A-8D9E-CF46-BBD3-5739A3ADC061}"/>
          </ac:grpSpMkLst>
        </pc:grpChg>
        <pc:picChg chg="del">
          <ac:chgData name="Loc Huynh" userId="80c0383e323bd6ea" providerId="LiveId" clId="{72CEA336-3CF7-0740-9187-942BCF55D6BE}" dt="2023-08-18T09:45:30.896" v="1511" actId="478"/>
          <ac:picMkLst>
            <pc:docMk/>
            <pc:sldMk cId="3512535658" sldId="390"/>
            <ac:picMk id="18" creationId="{9FCF0CCC-86A7-7940-AFAB-1D4F3BD6C7B6}"/>
          </ac:picMkLst>
        </pc:picChg>
        <pc:picChg chg="mod">
          <ac:chgData name="Loc Huynh" userId="80c0383e323bd6ea" providerId="LiveId" clId="{72CEA336-3CF7-0740-9187-942BCF55D6BE}" dt="2023-08-18T09:48:57.185" v="1572" actId="1076"/>
          <ac:picMkLst>
            <pc:docMk/>
            <pc:sldMk cId="3512535658" sldId="390"/>
            <ac:picMk id="25" creationId="{7A491AE9-606F-914B-ADA6-AA5690F81D9C}"/>
          </ac:picMkLst>
        </pc:picChg>
        <pc:picChg chg="del">
          <ac:chgData name="Loc Huynh" userId="80c0383e323bd6ea" providerId="LiveId" clId="{72CEA336-3CF7-0740-9187-942BCF55D6BE}" dt="2023-08-18T09:45:34.223" v="1516" actId="478"/>
          <ac:picMkLst>
            <pc:docMk/>
            <pc:sldMk cId="3512535658" sldId="390"/>
            <ac:picMk id="28" creationId="{D6E9D265-6CEE-3E4F-BD88-C1A53192B460}"/>
          </ac:picMkLst>
        </pc:picChg>
        <pc:picChg chg="del">
          <ac:chgData name="Loc Huynh" userId="80c0383e323bd6ea" providerId="LiveId" clId="{72CEA336-3CF7-0740-9187-942BCF55D6BE}" dt="2023-08-18T09:45:40.232" v="1521" actId="478"/>
          <ac:picMkLst>
            <pc:docMk/>
            <pc:sldMk cId="3512535658" sldId="390"/>
            <ac:picMk id="37" creationId="{B0017858-0E8F-9C46-A75C-9B35D1C20892}"/>
          </ac:picMkLst>
        </pc:picChg>
      </pc:sldChg>
      <pc:sldChg chg="modSp add mod">
        <pc:chgData name="Loc Huynh" userId="80c0383e323bd6ea" providerId="LiveId" clId="{72CEA336-3CF7-0740-9187-942BCF55D6BE}" dt="2023-09-11T07:40:26.870" v="9008" actId="20577"/>
        <pc:sldMkLst>
          <pc:docMk/>
          <pc:sldMk cId="461107909" sldId="391"/>
        </pc:sldMkLst>
        <pc:spChg chg="mod">
          <ac:chgData name="Loc Huynh" userId="80c0383e323bd6ea" providerId="LiveId" clId="{72CEA336-3CF7-0740-9187-942BCF55D6BE}" dt="2023-09-11T07:40:26.870" v="9008" actId="20577"/>
          <ac:spMkLst>
            <pc:docMk/>
            <pc:sldMk cId="461107909" sldId="391"/>
            <ac:spMk id="3" creationId="{5511CC07-0D49-434E-8EE9-377DC0963F2A}"/>
          </ac:spMkLst>
        </pc:spChg>
        <pc:spChg chg="mod">
          <ac:chgData name="Loc Huynh" userId="80c0383e323bd6ea" providerId="LiveId" clId="{72CEA336-3CF7-0740-9187-942BCF55D6BE}" dt="2023-08-21T05:32:02.282" v="4381" actId="1035"/>
          <ac:spMkLst>
            <pc:docMk/>
            <pc:sldMk cId="461107909" sldId="391"/>
            <ac:spMk id="6" creationId="{1851ECDA-9DAF-4185-665E-F1A8E65998A0}"/>
          </ac:spMkLst>
        </pc:spChg>
        <pc:spChg chg="mod">
          <ac:chgData name="Loc Huynh" userId="80c0383e323bd6ea" providerId="LiveId" clId="{72CEA336-3CF7-0740-9187-942BCF55D6BE}" dt="2023-08-21T05:32:02.282" v="4381" actId="1035"/>
          <ac:spMkLst>
            <pc:docMk/>
            <pc:sldMk cId="461107909" sldId="391"/>
            <ac:spMk id="7" creationId="{5FF7D1C0-7215-8A9F-3D6F-11F2E7B7AC10}"/>
          </ac:spMkLst>
        </pc:spChg>
        <pc:spChg chg="mod">
          <ac:chgData name="Loc Huynh" userId="80c0383e323bd6ea" providerId="LiveId" clId="{72CEA336-3CF7-0740-9187-942BCF55D6BE}" dt="2023-08-21T05:32:02.282" v="4381" actId="1035"/>
          <ac:spMkLst>
            <pc:docMk/>
            <pc:sldMk cId="461107909" sldId="391"/>
            <ac:spMk id="9" creationId="{7179BB11-4014-59E0-0E13-CF5F1FE72551}"/>
          </ac:spMkLst>
        </pc:spChg>
        <pc:cxnChg chg="mod">
          <ac:chgData name="Loc Huynh" userId="80c0383e323bd6ea" providerId="LiveId" clId="{72CEA336-3CF7-0740-9187-942BCF55D6BE}" dt="2023-08-21T05:32:02.282" v="4381" actId="1035"/>
          <ac:cxnSpMkLst>
            <pc:docMk/>
            <pc:sldMk cId="461107909" sldId="391"/>
            <ac:cxnSpMk id="11" creationId="{D2F4C658-EA64-BC94-E089-8855741AD804}"/>
          </ac:cxnSpMkLst>
        </pc:cxnChg>
        <pc:cxnChg chg="mod">
          <ac:chgData name="Loc Huynh" userId="80c0383e323bd6ea" providerId="LiveId" clId="{72CEA336-3CF7-0740-9187-942BCF55D6BE}" dt="2023-08-21T05:32:02.282" v="4381" actId="1035"/>
          <ac:cxnSpMkLst>
            <pc:docMk/>
            <pc:sldMk cId="461107909" sldId="391"/>
            <ac:cxnSpMk id="13" creationId="{16D1D2BE-2E1A-B8D1-7D1B-AF7A8E4A1182}"/>
          </ac:cxnSpMkLst>
        </pc:cxnChg>
      </pc:sldChg>
      <pc:sldChg chg="addSp modSp add mod">
        <pc:chgData name="Loc Huynh" userId="80c0383e323bd6ea" providerId="LiveId" clId="{72CEA336-3CF7-0740-9187-942BCF55D6BE}" dt="2023-09-11T13:20:02.669" v="14327" actId="20577"/>
        <pc:sldMkLst>
          <pc:docMk/>
          <pc:sldMk cId="685094552" sldId="392"/>
        </pc:sldMkLst>
        <pc:spChg chg="mod">
          <ac:chgData name="Loc Huynh" userId="80c0383e323bd6ea" providerId="LiveId" clId="{72CEA336-3CF7-0740-9187-942BCF55D6BE}" dt="2023-09-11T13:19:54.755" v="14320" actId="207"/>
          <ac:spMkLst>
            <pc:docMk/>
            <pc:sldMk cId="685094552" sldId="392"/>
            <ac:spMk id="3" creationId="{5511CC07-0D49-434E-8EE9-377DC0963F2A}"/>
          </ac:spMkLst>
        </pc:spChg>
        <pc:graphicFrameChg chg="add mod modGraphic">
          <ac:chgData name="Loc Huynh" userId="80c0383e323bd6ea" providerId="LiveId" clId="{72CEA336-3CF7-0740-9187-942BCF55D6BE}" dt="2023-09-11T03:07:29.134" v="8101" actId="20577"/>
          <ac:graphicFrameMkLst>
            <pc:docMk/>
            <pc:sldMk cId="685094552" sldId="392"/>
            <ac:graphicFrameMk id="6" creationId="{F8676617-76AF-AC9F-75CB-0349F4C3ECEE}"/>
          </ac:graphicFrameMkLst>
        </pc:graphicFrameChg>
        <pc:graphicFrameChg chg="add mod modGraphic">
          <ac:chgData name="Loc Huynh" userId="80c0383e323bd6ea" providerId="LiveId" clId="{72CEA336-3CF7-0740-9187-942BCF55D6BE}" dt="2023-09-11T13:20:02.669" v="14327" actId="20577"/>
          <ac:graphicFrameMkLst>
            <pc:docMk/>
            <pc:sldMk cId="685094552" sldId="392"/>
            <ac:graphicFrameMk id="7" creationId="{E3018FF8-B5D3-7398-5200-DB4812C74E6C}"/>
          </ac:graphicFrameMkLst>
        </pc:graphicFrameChg>
      </pc:sldChg>
      <pc:sldChg chg="modSp add mod">
        <pc:chgData name="Loc Huynh" userId="80c0383e323bd6ea" providerId="LiveId" clId="{72CEA336-3CF7-0740-9187-942BCF55D6BE}" dt="2023-09-11T03:34:13.657" v="8237" actId="20577"/>
        <pc:sldMkLst>
          <pc:docMk/>
          <pc:sldMk cId="4095758079" sldId="393"/>
        </pc:sldMkLst>
        <pc:spChg chg="mod">
          <ac:chgData name="Loc Huynh" userId="80c0383e323bd6ea" providerId="LiveId" clId="{72CEA336-3CF7-0740-9187-942BCF55D6BE}" dt="2023-09-11T03:34:13.657" v="8237" actId="20577"/>
          <ac:spMkLst>
            <pc:docMk/>
            <pc:sldMk cId="4095758079" sldId="393"/>
            <ac:spMk id="6" creationId="{4FEBBFF9-93B0-4C1B-3209-2310D7A4D2B5}"/>
          </ac:spMkLst>
        </pc:spChg>
      </pc:sldChg>
      <pc:sldChg chg="addSp delSp modSp add mod modAnim modNotes modNotesTx">
        <pc:chgData name="Loc Huynh" userId="80c0383e323bd6ea" providerId="LiveId" clId="{72CEA336-3CF7-0740-9187-942BCF55D6BE}" dt="2023-09-11T13:27:24.682" v="14358"/>
        <pc:sldMkLst>
          <pc:docMk/>
          <pc:sldMk cId="827014128" sldId="394"/>
        </pc:sldMkLst>
        <pc:spChg chg="mod">
          <ac:chgData name="Loc Huynh" userId="80c0383e323bd6ea" providerId="LiveId" clId="{72CEA336-3CF7-0740-9187-942BCF55D6BE}" dt="2023-08-30T04:56:18.162" v="6405" actId="20577"/>
          <ac:spMkLst>
            <pc:docMk/>
            <pc:sldMk cId="827014128" sldId="394"/>
            <ac:spMk id="3" creationId="{7FFBE53D-29E6-6243-A558-44AA8B0D326B}"/>
          </ac:spMkLst>
        </pc:spChg>
        <pc:spChg chg="del">
          <ac:chgData name="Loc Huynh" userId="80c0383e323bd6ea" providerId="LiveId" clId="{72CEA336-3CF7-0740-9187-942BCF55D6BE}" dt="2023-08-30T02:58:48.916" v="5145" actId="478"/>
          <ac:spMkLst>
            <pc:docMk/>
            <pc:sldMk cId="827014128" sldId="394"/>
            <ac:spMk id="6" creationId="{A09A0462-58B7-274C-9622-8CE208258C29}"/>
          </ac:spMkLst>
        </pc:spChg>
        <pc:spChg chg="del">
          <ac:chgData name="Loc Huynh" userId="80c0383e323bd6ea" providerId="LiveId" clId="{72CEA336-3CF7-0740-9187-942BCF55D6BE}" dt="2023-08-30T02:58:46.060" v="5144" actId="478"/>
          <ac:spMkLst>
            <pc:docMk/>
            <pc:sldMk cId="827014128" sldId="394"/>
            <ac:spMk id="8" creationId="{DF390B2C-B625-7A47-8317-DEF33255B4F9}"/>
          </ac:spMkLst>
        </pc:spChg>
        <pc:spChg chg="add mod">
          <ac:chgData name="Loc Huynh" userId="80c0383e323bd6ea" providerId="LiveId" clId="{72CEA336-3CF7-0740-9187-942BCF55D6BE}" dt="2023-08-30T04:57:18.402" v="6445" actId="20577"/>
          <ac:spMkLst>
            <pc:docMk/>
            <pc:sldMk cId="827014128" sldId="394"/>
            <ac:spMk id="9" creationId="{29DA5FFA-73C3-344D-465E-4D679C7E768D}"/>
          </ac:spMkLst>
        </pc:spChg>
        <pc:picChg chg="del">
          <ac:chgData name="Loc Huynh" userId="80c0383e323bd6ea" providerId="LiveId" clId="{72CEA336-3CF7-0740-9187-942BCF55D6BE}" dt="2023-08-30T02:58:43.441" v="5143" actId="478"/>
          <ac:picMkLst>
            <pc:docMk/>
            <pc:sldMk cId="827014128" sldId="394"/>
            <ac:picMk id="7" creationId="{DC173718-4014-C249-BA30-EA13655537C2}"/>
          </ac:picMkLst>
        </pc:picChg>
        <pc:picChg chg="mod">
          <ac:chgData name="Loc Huynh" userId="80c0383e323bd6ea" providerId="LiveId" clId="{72CEA336-3CF7-0740-9187-942BCF55D6BE}" dt="2023-08-30T03:22:18.351" v="5661" actId="1076"/>
          <ac:picMkLst>
            <pc:docMk/>
            <pc:sldMk cId="827014128" sldId="394"/>
            <ac:picMk id="10" creationId="{9301D4FD-13DD-6382-375B-84F401E4BB36}"/>
          </ac:picMkLst>
        </pc:picChg>
      </pc:sldChg>
      <pc:sldChg chg="addSp delSp modSp add mod modNotes">
        <pc:chgData name="Loc Huynh" userId="80c0383e323bd6ea" providerId="LiveId" clId="{72CEA336-3CF7-0740-9187-942BCF55D6BE}" dt="2023-09-11T13:27:24.682" v="14358"/>
        <pc:sldMkLst>
          <pc:docMk/>
          <pc:sldMk cId="3174288583" sldId="395"/>
        </pc:sldMkLst>
        <pc:spChg chg="mod">
          <ac:chgData name="Loc Huynh" userId="80c0383e323bd6ea" providerId="LiveId" clId="{72CEA336-3CF7-0740-9187-942BCF55D6BE}" dt="2023-08-30T04:56:11.744" v="6400" actId="20577"/>
          <ac:spMkLst>
            <pc:docMk/>
            <pc:sldMk cId="3174288583" sldId="395"/>
            <ac:spMk id="3" creationId="{7FFBE53D-29E6-6243-A558-44AA8B0D326B}"/>
          </ac:spMkLst>
        </pc:spChg>
        <pc:spChg chg="mod">
          <ac:chgData name="Loc Huynh" userId="80c0383e323bd6ea" providerId="LiveId" clId="{72CEA336-3CF7-0740-9187-942BCF55D6BE}" dt="2023-08-30T04:57:33.092" v="6470" actId="20577"/>
          <ac:spMkLst>
            <pc:docMk/>
            <pc:sldMk cId="3174288583" sldId="395"/>
            <ac:spMk id="9" creationId="{29DA5FFA-73C3-344D-465E-4D679C7E768D}"/>
          </ac:spMkLst>
        </pc:spChg>
        <pc:spChg chg="add del mod">
          <ac:chgData name="Loc Huynh" userId="80c0383e323bd6ea" providerId="LiveId" clId="{72CEA336-3CF7-0740-9187-942BCF55D6BE}" dt="2023-08-30T04:44:58.251" v="6202" actId="478"/>
          <ac:spMkLst>
            <pc:docMk/>
            <pc:sldMk cId="3174288583" sldId="395"/>
            <ac:spMk id="15" creationId="{C1A99173-51A5-81F4-A212-11368D96C7AA}"/>
          </ac:spMkLst>
        </pc:spChg>
        <pc:spChg chg="add mod">
          <ac:chgData name="Loc Huynh" userId="80c0383e323bd6ea" providerId="LiveId" clId="{72CEA336-3CF7-0740-9187-942BCF55D6BE}" dt="2023-08-30T04:46:23.106" v="6224" actId="255"/>
          <ac:spMkLst>
            <pc:docMk/>
            <pc:sldMk cId="3174288583" sldId="395"/>
            <ac:spMk id="17" creationId="{86F13403-ED64-6C50-9760-380A20232868}"/>
          </ac:spMkLst>
        </pc:spChg>
        <pc:spChg chg="add mod">
          <ac:chgData name="Loc Huynh" userId="80c0383e323bd6ea" providerId="LiveId" clId="{72CEA336-3CF7-0740-9187-942BCF55D6BE}" dt="2023-08-30T04:47:06.295" v="6230" actId="1076"/>
          <ac:spMkLst>
            <pc:docMk/>
            <pc:sldMk cId="3174288583" sldId="395"/>
            <ac:spMk id="20" creationId="{2BD7DB4C-E0C8-943E-3F0B-6C2C940A7A57}"/>
          </ac:spMkLst>
        </pc:spChg>
        <pc:spChg chg="add mod">
          <ac:chgData name="Loc Huynh" userId="80c0383e323bd6ea" providerId="LiveId" clId="{72CEA336-3CF7-0740-9187-942BCF55D6BE}" dt="2023-08-30T04:46:57.081" v="6229" actId="1076"/>
          <ac:spMkLst>
            <pc:docMk/>
            <pc:sldMk cId="3174288583" sldId="395"/>
            <ac:spMk id="21" creationId="{D9930F50-9A02-6C26-A023-2AEB7B7390F3}"/>
          </ac:spMkLst>
        </pc:spChg>
        <pc:spChg chg="add mod">
          <ac:chgData name="Loc Huynh" userId="80c0383e323bd6ea" providerId="LiveId" clId="{72CEA336-3CF7-0740-9187-942BCF55D6BE}" dt="2023-08-30T04:46:50.695" v="6228" actId="1076"/>
          <ac:spMkLst>
            <pc:docMk/>
            <pc:sldMk cId="3174288583" sldId="395"/>
            <ac:spMk id="22" creationId="{2E75BCC8-0631-2D57-EEA1-ABA017C682B4}"/>
          </ac:spMkLst>
        </pc:spChg>
        <pc:picChg chg="add del mod">
          <ac:chgData name="Loc Huynh" userId="80c0383e323bd6ea" providerId="LiveId" clId="{72CEA336-3CF7-0740-9187-942BCF55D6BE}" dt="2023-08-30T04:41:38.423" v="6148" actId="478"/>
          <ac:picMkLst>
            <pc:docMk/>
            <pc:sldMk cId="3174288583" sldId="395"/>
            <ac:picMk id="7" creationId="{565BE024-A61F-947A-BFDD-717EA2C45BC8}"/>
          </ac:picMkLst>
        </pc:picChg>
        <pc:picChg chg="del">
          <ac:chgData name="Loc Huynh" userId="80c0383e323bd6ea" providerId="LiveId" clId="{72CEA336-3CF7-0740-9187-942BCF55D6BE}" dt="2023-08-30T03:40:04.233" v="5996" actId="478"/>
          <ac:picMkLst>
            <pc:docMk/>
            <pc:sldMk cId="3174288583" sldId="395"/>
            <ac:picMk id="10" creationId="{9301D4FD-13DD-6382-375B-84F401E4BB36}"/>
          </ac:picMkLst>
        </pc:picChg>
        <pc:picChg chg="add mod modCrop">
          <ac:chgData name="Loc Huynh" userId="80c0383e323bd6ea" providerId="LiveId" clId="{72CEA336-3CF7-0740-9187-942BCF55D6BE}" dt="2023-08-30T04:43:51.368" v="6162" actId="1076"/>
          <ac:picMkLst>
            <pc:docMk/>
            <pc:sldMk cId="3174288583" sldId="395"/>
            <ac:picMk id="11" creationId="{0B094BA9-222C-F0CE-AF1E-3382A4CAABB6}"/>
          </ac:picMkLst>
        </pc:picChg>
        <pc:picChg chg="add del mod">
          <ac:chgData name="Loc Huynh" userId="80c0383e323bd6ea" providerId="LiveId" clId="{72CEA336-3CF7-0740-9187-942BCF55D6BE}" dt="2023-08-30T04:39:04.896" v="6086" actId="478"/>
          <ac:picMkLst>
            <pc:docMk/>
            <pc:sldMk cId="3174288583" sldId="395"/>
            <ac:picMk id="13" creationId="{F7259755-009D-42EF-1AA3-65A92FFDE2CF}"/>
          </ac:picMkLst>
        </pc:picChg>
        <pc:picChg chg="add del mod">
          <ac:chgData name="Loc Huynh" userId="80c0383e323bd6ea" providerId="LiveId" clId="{72CEA336-3CF7-0740-9187-942BCF55D6BE}" dt="2023-08-30T04:40:36.705" v="6096" actId="478"/>
          <ac:picMkLst>
            <pc:docMk/>
            <pc:sldMk cId="3174288583" sldId="395"/>
            <ac:picMk id="19" creationId="{3C5CFD5E-DF08-8F77-D499-AF8C2B816FBA}"/>
          </ac:picMkLst>
        </pc:picChg>
      </pc:sldChg>
      <pc:sldChg chg="addSp delSp modSp add mod delAnim modNotes">
        <pc:chgData name="Loc Huynh" userId="80c0383e323bd6ea" providerId="LiveId" clId="{72CEA336-3CF7-0740-9187-942BCF55D6BE}" dt="2023-09-11T13:27:24.682" v="14358"/>
        <pc:sldMkLst>
          <pc:docMk/>
          <pc:sldMk cId="2324424646" sldId="396"/>
        </pc:sldMkLst>
        <pc:spChg chg="mod">
          <ac:chgData name="Loc Huynh" userId="80c0383e323bd6ea" providerId="LiveId" clId="{72CEA336-3CF7-0740-9187-942BCF55D6BE}" dt="2023-08-30T05:08:04.336" v="6754" actId="255"/>
          <ac:spMkLst>
            <pc:docMk/>
            <pc:sldMk cId="2324424646" sldId="396"/>
            <ac:spMk id="3" creationId="{7FFBE53D-29E6-6243-A558-44AA8B0D326B}"/>
          </ac:spMkLst>
        </pc:spChg>
        <pc:spChg chg="del">
          <ac:chgData name="Loc Huynh" userId="80c0383e323bd6ea" providerId="LiveId" clId="{72CEA336-3CF7-0740-9187-942BCF55D6BE}" dt="2023-08-30T04:50:52.194" v="6318" actId="478"/>
          <ac:spMkLst>
            <pc:docMk/>
            <pc:sldMk cId="2324424646" sldId="396"/>
            <ac:spMk id="9" creationId="{29DA5FFA-73C3-344D-465E-4D679C7E768D}"/>
          </ac:spMkLst>
        </pc:spChg>
        <pc:spChg chg="add mod">
          <ac:chgData name="Loc Huynh" userId="80c0383e323bd6ea" providerId="LiveId" clId="{72CEA336-3CF7-0740-9187-942BCF55D6BE}" dt="2023-08-30T05:05:52.833" v="6720" actId="1076"/>
          <ac:spMkLst>
            <pc:docMk/>
            <pc:sldMk cId="2324424646" sldId="396"/>
            <ac:spMk id="12" creationId="{A80A7D10-FDB1-CC49-D7A2-F3C3381EBD87}"/>
          </ac:spMkLst>
        </pc:spChg>
        <pc:spChg chg="add mod">
          <ac:chgData name="Loc Huynh" userId="80c0383e323bd6ea" providerId="LiveId" clId="{72CEA336-3CF7-0740-9187-942BCF55D6BE}" dt="2023-08-30T05:06:05.438" v="6722" actId="1076"/>
          <ac:spMkLst>
            <pc:docMk/>
            <pc:sldMk cId="2324424646" sldId="396"/>
            <ac:spMk id="13" creationId="{67FDA90E-24AE-F407-D11F-08A5F762BA9B}"/>
          </ac:spMkLst>
        </pc:spChg>
        <pc:spChg chg="add mod">
          <ac:chgData name="Loc Huynh" userId="80c0383e323bd6ea" providerId="LiveId" clId="{72CEA336-3CF7-0740-9187-942BCF55D6BE}" dt="2023-08-30T05:06:18.808" v="6724" actId="1076"/>
          <ac:spMkLst>
            <pc:docMk/>
            <pc:sldMk cId="2324424646" sldId="396"/>
            <ac:spMk id="14" creationId="{628BF46A-592D-41A2-E947-E7386036F1D1}"/>
          </ac:spMkLst>
        </pc:spChg>
        <pc:spChg chg="del">
          <ac:chgData name="Loc Huynh" userId="80c0383e323bd6ea" providerId="LiveId" clId="{72CEA336-3CF7-0740-9187-942BCF55D6BE}" dt="2023-08-30T04:49:40.573" v="6305" actId="478"/>
          <ac:spMkLst>
            <pc:docMk/>
            <pc:sldMk cId="2324424646" sldId="396"/>
            <ac:spMk id="15" creationId="{C1A99173-51A5-81F4-A212-11368D96C7AA}"/>
          </ac:spMkLst>
        </pc:spChg>
        <pc:spChg chg="add mod">
          <ac:chgData name="Loc Huynh" userId="80c0383e323bd6ea" providerId="LiveId" clId="{72CEA336-3CF7-0740-9187-942BCF55D6BE}" dt="2023-08-30T05:05:58.378" v="6721" actId="1076"/>
          <ac:spMkLst>
            <pc:docMk/>
            <pc:sldMk cId="2324424646" sldId="396"/>
            <ac:spMk id="16" creationId="{32FB3D61-8256-C923-784A-2694EBD435A6}"/>
          </ac:spMkLst>
        </pc:spChg>
        <pc:spChg chg="del">
          <ac:chgData name="Loc Huynh" userId="80c0383e323bd6ea" providerId="LiveId" clId="{72CEA336-3CF7-0740-9187-942BCF55D6BE}" dt="2023-08-30T04:49:42.486" v="6306" actId="478"/>
          <ac:spMkLst>
            <pc:docMk/>
            <pc:sldMk cId="2324424646" sldId="396"/>
            <ac:spMk id="17" creationId="{86F13403-ED64-6C50-9760-380A20232868}"/>
          </ac:spMkLst>
        </pc:spChg>
        <pc:picChg chg="add del">
          <ac:chgData name="Loc Huynh" userId="80c0383e323bd6ea" providerId="LiveId" clId="{72CEA336-3CF7-0740-9187-942BCF55D6BE}" dt="2023-08-30T04:49:43.760" v="6307" actId="478"/>
          <ac:picMkLst>
            <pc:docMk/>
            <pc:sldMk cId="2324424646" sldId="396"/>
            <ac:picMk id="7" creationId="{565BE024-A61F-947A-BFDD-717EA2C45BC8}"/>
          </ac:picMkLst>
        </pc:picChg>
        <pc:picChg chg="add mod">
          <ac:chgData name="Loc Huynh" userId="80c0383e323bd6ea" providerId="LiveId" clId="{72CEA336-3CF7-0740-9187-942BCF55D6BE}" dt="2023-08-30T05:06:29.682" v="6725" actId="1076"/>
          <ac:picMkLst>
            <pc:docMk/>
            <pc:sldMk cId="2324424646" sldId="396"/>
            <ac:picMk id="8" creationId="{40BC3BAC-0B0F-A5A1-5F98-FB5D26E4EEA4}"/>
          </ac:picMkLst>
        </pc:picChg>
        <pc:picChg chg="add del mod">
          <ac:chgData name="Loc Huynh" userId="80c0383e323bd6ea" providerId="LiveId" clId="{72CEA336-3CF7-0740-9187-942BCF55D6BE}" dt="2023-08-30T04:52:55.962" v="6329" actId="478"/>
          <ac:picMkLst>
            <pc:docMk/>
            <pc:sldMk cId="2324424646" sldId="396"/>
            <ac:picMk id="10" creationId="{B596650C-1320-A576-E389-8D722381BD8A}"/>
          </ac:picMkLst>
        </pc:picChg>
        <pc:picChg chg="del">
          <ac:chgData name="Loc Huynh" userId="80c0383e323bd6ea" providerId="LiveId" clId="{72CEA336-3CF7-0740-9187-942BCF55D6BE}" dt="2023-08-30T04:49:36.901" v="6304" actId="478"/>
          <ac:picMkLst>
            <pc:docMk/>
            <pc:sldMk cId="2324424646" sldId="396"/>
            <ac:picMk id="11" creationId="{0B094BA9-222C-F0CE-AF1E-3382A4CAABB6}"/>
          </ac:picMkLst>
        </pc:picChg>
      </pc:sldChg>
      <pc:sldChg chg="addSp delSp modSp add mod modNotes modNotesTx">
        <pc:chgData name="Loc Huynh" userId="80c0383e323bd6ea" providerId="LiveId" clId="{72CEA336-3CF7-0740-9187-942BCF55D6BE}" dt="2023-09-11T13:27:52.577" v="14359"/>
        <pc:sldMkLst>
          <pc:docMk/>
          <pc:sldMk cId="224955889" sldId="397"/>
        </pc:sldMkLst>
        <pc:spChg chg="mod">
          <ac:chgData name="Loc Huynh" userId="80c0383e323bd6ea" providerId="LiveId" clId="{72CEA336-3CF7-0740-9187-942BCF55D6BE}" dt="2023-09-11T00:58:53.454" v="7014" actId="20577"/>
          <ac:spMkLst>
            <pc:docMk/>
            <pc:sldMk cId="224955889" sldId="397"/>
            <ac:spMk id="3" creationId="{5511CC07-0D49-434E-8EE9-377DC0963F2A}"/>
          </ac:spMkLst>
        </pc:spChg>
        <pc:graphicFrameChg chg="add mod modGraphic">
          <ac:chgData name="Loc Huynh" userId="80c0383e323bd6ea" providerId="LiveId" clId="{72CEA336-3CF7-0740-9187-942BCF55D6BE}" dt="2023-09-11T02:59:09.725" v="7827" actId="20577"/>
          <ac:graphicFrameMkLst>
            <pc:docMk/>
            <pc:sldMk cId="224955889" sldId="397"/>
            <ac:graphicFrameMk id="6" creationId="{43276A9D-B6DE-3D37-4132-F6DC3E05677C}"/>
          </ac:graphicFrameMkLst>
        </pc:graphicFrameChg>
        <pc:graphicFrameChg chg="add del mod">
          <ac:chgData name="Loc Huynh" userId="80c0383e323bd6ea" providerId="LiveId" clId="{72CEA336-3CF7-0740-9187-942BCF55D6BE}" dt="2023-09-11T02:58:48.622" v="7820" actId="478"/>
          <ac:graphicFrameMkLst>
            <pc:docMk/>
            <pc:sldMk cId="224955889" sldId="397"/>
            <ac:graphicFrameMk id="7" creationId="{DA59DBFB-D8E7-3F3A-B146-F214FEBA0F52}"/>
          </ac:graphicFrameMkLst>
        </pc:graphicFrameChg>
      </pc:sldChg>
      <pc:sldChg chg="addSp modSp add mod modNotes modNotesTx">
        <pc:chgData name="Loc Huynh" userId="80c0383e323bd6ea" providerId="LiveId" clId="{72CEA336-3CF7-0740-9187-942BCF55D6BE}" dt="2023-09-11T13:27:52.577" v="14359"/>
        <pc:sldMkLst>
          <pc:docMk/>
          <pc:sldMk cId="4114821335" sldId="398"/>
        </pc:sldMkLst>
        <pc:spChg chg="mod">
          <ac:chgData name="Loc Huynh" userId="80c0383e323bd6ea" providerId="LiveId" clId="{72CEA336-3CF7-0740-9187-942BCF55D6BE}" dt="2023-09-11T03:06:07.981" v="8062" actId="207"/>
          <ac:spMkLst>
            <pc:docMk/>
            <pc:sldMk cId="4114821335" sldId="398"/>
            <ac:spMk id="3" creationId="{5511CC07-0D49-434E-8EE9-377DC0963F2A}"/>
          </ac:spMkLst>
        </pc:spChg>
        <pc:graphicFrameChg chg="add mod modGraphic">
          <ac:chgData name="Loc Huynh" userId="80c0383e323bd6ea" providerId="LiveId" clId="{72CEA336-3CF7-0740-9187-942BCF55D6BE}" dt="2023-09-11T03:13:10.758" v="8208" actId="20577"/>
          <ac:graphicFrameMkLst>
            <pc:docMk/>
            <pc:sldMk cId="4114821335" sldId="398"/>
            <ac:graphicFrameMk id="6" creationId="{9D7D518E-62F5-6761-B6DF-FD8C533EC8D0}"/>
          </ac:graphicFrameMkLst>
        </pc:graphicFrameChg>
      </pc:sldChg>
      <pc:sldChg chg="modSp add mod modNotes modNotesTx">
        <pc:chgData name="Loc Huynh" userId="80c0383e323bd6ea" providerId="LiveId" clId="{72CEA336-3CF7-0740-9187-942BCF55D6BE}" dt="2023-09-11T13:27:52.577" v="14359"/>
        <pc:sldMkLst>
          <pc:docMk/>
          <pc:sldMk cId="3033251506" sldId="399"/>
        </pc:sldMkLst>
        <pc:spChg chg="mod">
          <ac:chgData name="Loc Huynh" userId="80c0383e323bd6ea" providerId="LiveId" clId="{72CEA336-3CF7-0740-9187-942BCF55D6BE}" dt="2023-09-11T04:58:52.943" v="8484" actId="20577"/>
          <ac:spMkLst>
            <pc:docMk/>
            <pc:sldMk cId="3033251506" sldId="399"/>
            <ac:spMk id="3" creationId="{5511CC07-0D49-434E-8EE9-377DC0963F2A}"/>
          </ac:spMkLst>
        </pc:spChg>
        <pc:graphicFrameChg chg="modGraphic">
          <ac:chgData name="Loc Huynh" userId="80c0383e323bd6ea" providerId="LiveId" clId="{72CEA336-3CF7-0740-9187-942BCF55D6BE}" dt="2023-09-11T13:21:58.824" v="14350" actId="20577"/>
          <ac:graphicFrameMkLst>
            <pc:docMk/>
            <pc:sldMk cId="3033251506" sldId="399"/>
            <ac:graphicFrameMk id="6" creationId="{9D7D518E-62F5-6761-B6DF-FD8C533EC8D0}"/>
          </ac:graphicFrameMkLst>
        </pc:graphicFrameChg>
      </pc:sldChg>
      <pc:sldChg chg="modSp add mod modNotes modNotesTx">
        <pc:chgData name="Loc Huynh" userId="80c0383e323bd6ea" providerId="LiveId" clId="{72CEA336-3CF7-0740-9187-942BCF55D6BE}" dt="2023-09-11T13:27:52.577" v="14359"/>
        <pc:sldMkLst>
          <pc:docMk/>
          <pc:sldMk cId="400770477" sldId="400"/>
        </pc:sldMkLst>
        <pc:spChg chg="mod">
          <ac:chgData name="Loc Huynh" userId="80c0383e323bd6ea" providerId="LiveId" clId="{72CEA336-3CF7-0740-9187-942BCF55D6BE}" dt="2023-09-11T09:22:13.290" v="10859" actId="20577"/>
          <ac:spMkLst>
            <pc:docMk/>
            <pc:sldMk cId="400770477" sldId="400"/>
            <ac:spMk id="2" creationId="{1EC6BF10-FE2C-5345-B7B5-775DC6E3CB37}"/>
          </ac:spMkLst>
        </pc:spChg>
        <pc:spChg chg="mod">
          <ac:chgData name="Loc Huynh" userId="80c0383e323bd6ea" providerId="LiveId" clId="{72CEA336-3CF7-0740-9187-942BCF55D6BE}" dt="2023-09-11T10:58:30.848" v="13478" actId="20577"/>
          <ac:spMkLst>
            <pc:docMk/>
            <pc:sldMk cId="400770477" sldId="400"/>
            <ac:spMk id="3" creationId="{19F26957-3555-4C48-AE14-45801A0508A3}"/>
          </ac:spMkLst>
        </pc:spChg>
      </pc:sldChg>
      <pc:sldChg chg="modSp add mod">
        <pc:chgData name="Loc Huynh" userId="80c0383e323bd6ea" providerId="LiveId" clId="{72CEA336-3CF7-0740-9187-942BCF55D6BE}" dt="2023-09-11T11:58:04.266" v="14150" actId="20577"/>
        <pc:sldMkLst>
          <pc:docMk/>
          <pc:sldMk cId="1183980602" sldId="401"/>
        </pc:sldMkLst>
        <pc:spChg chg="mod">
          <ac:chgData name="Loc Huynh" userId="80c0383e323bd6ea" providerId="LiveId" clId="{72CEA336-3CF7-0740-9187-942BCF55D6BE}" dt="2023-09-11T11:58:04.266" v="14150" actId="20577"/>
          <ac:spMkLst>
            <pc:docMk/>
            <pc:sldMk cId="1183980602" sldId="401"/>
            <ac:spMk id="3" creationId="{19F26957-3555-4C48-AE14-45801A0508A3}"/>
          </ac:spMkLst>
        </pc:spChg>
      </pc:sldChg>
      <pc:sldChg chg="modSp add mod modNotes modNotesTx">
        <pc:chgData name="Loc Huynh" userId="80c0383e323bd6ea" providerId="LiveId" clId="{72CEA336-3CF7-0740-9187-942BCF55D6BE}" dt="2023-09-11T13:27:52.577" v="14359"/>
        <pc:sldMkLst>
          <pc:docMk/>
          <pc:sldMk cId="2768050575" sldId="402"/>
        </pc:sldMkLst>
        <pc:spChg chg="mod">
          <ac:chgData name="Loc Huynh" userId="80c0383e323bd6ea" providerId="LiveId" clId="{72CEA336-3CF7-0740-9187-942BCF55D6BE}" dt="2023-09-11T11:58:14.776" v="14156" actId="20577"/>
          <ac:spMkLst>
            <pc:docMk/>
            <pc:sldMk cId="2768050575" sldId="402"/>
            <ac:spMk id="3" creationId="{19F26957-3555-4C48-AE14-45801A0508A3}"/>
          </ac:spMkLst>
        </pc:spChg>
      </pc:sldChg>
      <pc:sldChg chg="modSp add mod">
        <pc:chgData name="Loc Huynh" userId="80c0383e323bd6ea" providerId="LiveId" clId="{72CEA336-3CF7-0740-9187-942BCF55D6BE}" dt="2023-09-11T11:58:41.241" v="14163" actId="20577"/>
        <pc:sldMkLst>
          <pc:docMk/>
          <pc:sldMk cId="1001971359" sldId="403"/>
        </pc:sldMkLst>
        <pc:spChg chg="mod">
          <ac:chgData name="Loc Huynh" userId="80c0383e323bd6ea" providerId="LiveId" clId="{72CEA336-3CF7-0740-9187-942BCF55D6BE}" dt="2023-09-11T11:58:41.241" v="14163" actId="20577"/>
          <ac:spMkLst>
            <pc:docMk/>
            <pc:sldMk cId="1001971359" sldId="403"/>
            <ac:spMk id="3" creationId="{19F26957-3555-4C48-AE14-45801A0508A3}"/>
          </ac:spMkLst>
        </pc:spChg>
      </pc:sldChg>
      <pc:sldChg chg="modSp add mod">
        <pc:chgData name="Loc Huynh" userId="80c0383e323bd6ea" providerId="LiveId" clId="{72CEA336-3CF7-0740-9187-942BCF55D6BE}" dt="2023-09-11T11:58:07.584" v="14152" actId="20577"/>
        <pc:sldMkLst>
          <pc:docMk/>
          <pc:sldMk cId="1675180054" sldId="404"/>
        </pc:sldMkLst>
        <pc:spChg chg="mod">
          <ac:chgData name="Loc Huynh" userId="80c0383e323bd6ea" providerId="LiveId" clId="{72CEA336-3CF7-0740-9187-942BCF55D6BE}" dt="2023-09-11T11:58:07.584" v="14152" actId="20577"/>
          <ac:spMkLst>
            <pc:docMk/>
            <pc:sldMk cId="1675180054" sldId="404"/>
            <ac:spMk id="3" creationId="{19F26957-3555-4C48-AE14-45801A0508A3}"/>
          </ac:spMkLst>
        </pc:spChg>
      </pc:sldChg>
      <pc:sldChg chg="modSp add mod ord">
        <pc:chgData name="Loc Huynh" userId="80c0383e323bd6ea" providerId="LiveId" clId="{72CEA336-3CF7-0740-9187-942BCF55D6BE}" dt="2023-09-11T11:58:10.986" v="14154" actId="20577"/>
        <pc:sldMkLst>
          <pc:docMk/>
          <pc:sldMk cId="323696544" sldId="405"/>
        </pc:sldMkLst>
        <pc:spChg chg="mod">
          <ac:chgData name="Loc Huynh" userId="80c0383e323bd6ea" providerId="LiveId" clId="{72CEA336-3CF7-0740-9187-942BCF55D6BE}" dt="2023-09-11T11:58:10.986" v="14154" actId="20577"/>
          <ac:spMkLst>
            <pc:docMk/>
            <pc:sldMk cId="323696544" sldId="405"/>
            <ac:spMk id="3" creationId="{19F26957-3555-4C48-AE14-45801A0508A3}"/>
          </ac:spMkLst>
        </pc:spChg>
      </pc:sldChg>
      <pc:sldChg chg="modSp add mod modNotes modNotesTx">
        <pc:chgData name="Loc Huynh" userId="80c0383e323bd6ea" providerId="LiveId" clId="{72CEA336-3CF7-0740-9187-942BCF55D6BE}" dt="2023-09-11T13:27:52.577" v="14359"/>
        <pc:sldMkLst>
          <pc:docMk/>
          <pc:sldMk cId="4233947355" sldId="406"/>
        </pc:sldMkLst>
        <pc:spChg chg="mod">
          <ac:chgData name="Loc Huynh" userId="80c0383e323bd6ea" providerId="LiveId" clId="{72CEA336-3CF7-0740-9187-942BCF55D6BE}" dt="2023-09-11T11:58:19.044" v="14158" actId="20577"/>
          <ac:spMkLst>
            <pc:docMk/>
            <pc:sldMk cId="4233947355" sldId="406"/>
            <ac:spMk id="3" creationId="{19F26957-3555-4C48-AE14-45801A0508A3}"/>
          </ac:spMkLst>
        </pc:spChg>
      </pc:sldChg>
      <pc:sldChg chg="modSp add mod">
        <pc:chgData name="Loc Huynh" userId="80c0383e323bd6ea" providerId="LiveId" clId="{72CEA336-3CF7-0740-9187-942BCF55D6BE}" dt="2023-09-11T11:58:33.246" v="14161" actId="20577"/>
        <pc:sldMkLst>
          <pc:docMk/>
          <pc:sldMk cId="3737314179" sldId="407"/>
        </pc:sldMkLst>
        <pc:spChg chg="mod">
          <ac:chgData name="Loc Huynh" userId="80c0383e323bd6ea" providerId="LiveId" clId="{72CEA336-3CF7-0740-9187-942BCF55D6BE}" dt="2023-09-11T11:58:33.246" v="14161" actId="20577"/>
          <ac:spMkLst>
            <pc:docMk/>
            <pc:sldMk cId="3737314179" sldId="407"/>
            <ac:spMk id="3" creationId="{19F26957-3555-4C48-AE14-45801A0508A3}"/>
          </ac:spMkLst>
        </pc:spChg>
      </pc:sldChg>
      <pc:sldChg chg="add del">
        <pc:chgData name="Loc Huynh" userId="80c0383e323bd6ea" providerId="LiveId" clId="{72CEA336-3CF7-0740-9187-942BCF55D6BE}" dt="2023-09-11T10:39:25.155" v="12901"/>
        <pc:sldMkLst>
          <pc:docMk/>
          <pc:sldMk cId="1116206445" sldId="408"/>
        </pc:sldMkLst>
      </pc:sldChg>
      <pc:sldChg chg="modSp add mod">
        <pc:chgData name="Loc Huynh" userId="80c0383e323bd6ea" providerId="LiveId" clId="{72CEA336-3CF7-0740-9187-942BCF55D6BE}" dt="2023-09-11T11:58:44.728" v="14165" actId="20577"/>
        <pc:sldMkLst>
          <pc:docMk/>
          <pc:sldMk cId="3674598150" sldId="408"/>
        </pc:sldMkLst>
        <pc:spChg chg="mod">
          <ac:chgData name="Loc Huynh" userId="80c0383e323bd6ea" providerId="LiveId" clId="{72CEA336-3CF7-0740-9187-942BCF55D6BE}" dt="2023-09-11T11:58:44.728" v="14165" actId="20577"/>
          <ac:spMkLst>
            <pc:docMk/>
            <pc:sldMk cId="3674598150" sldId="408"/>
            <ac:spMk id="3" creationId="{19F26957-3555-4C48-AE14-45801A0508A3}"/>
          </ac:spMkLst>
        </pc:spChg>
      </pc:sldChg>
      <pc:sldChg chg="modSp add mod modNotes">
        <pc:chgData name="Loc Huynh" userId="80c0383e323bd6ea" providerId="LiveId" clId="{72CEA336-3CF7-0740-9187-942BCF55D6BE}" dt="2023-09-11T13:27:52.577" v="14359"/>
        <pc:sldMkLst>
          <pc:docMk/>
          <pc:sldMk cId="3296418743" sldId="409"/>
        </pc:sldMkLst>
        <pc:spChg chg="mod">
          <ac:chgData name="Loc Huynh" userId="80c0383e323bd6ea" providerId="LiveId" clId="{72CEA336-3CF7-0740-9187-942BCF55D6BE}" dt="2023-09-11T11:58:55.387" v="14168" actId="20577"/>
          <ac:spMkLst>
            <pc:docMk/>
            <pc:sldMk cId="3296418743" sldId="409"/>
            <ac:spMk id="3" creationId="{19F26957-3555-4C48-AE14-45801A0508A3}"/>
          </ac:spMkLst>
        </pc:spChg>
      </pc:sldChg>
      <pc:sldChg chg="modSp add mod modNotes">
        <pc:chgData name="Loc Huynh" userId="80c0383e323bd6ea" providerId="LiveId" clId="{72CEA336-3CF7-0740-9187-942BCF55D6BE}" dt="2023-09-11T13:27:52.577" v="14359"/>
        <pc:sldMkLst>
          <pc:docMk/>
          <pc:sldMk cId="1727122677" sldId="410"/>
        </pc:sldMkLst>
        <pc:spChg chg="mod">
          <ac:chgData name="Loc Huynh" userId="80c0383e323bd6ea" providerId="LiveId" clId="{72CEA336-3CF7-0740-9187-942BCF55D6BE}" dt="2023-09-11T11:59:00.040" v="14171" actId="20577"/>
          <ac:spMkLst>
            <pc:docMk/>
            <pc:sldMk cId="1727122677" sldId="410"/>
            <ac:spMk id="3" creationId="{19F26957-3555-4C48-AE14-45801A0508A3}"/>
          </ac:spMkLst>
        </pc:spChg>
      </pc:sldChg>
      <pc:sldChg chg="addSp delSp modSp add mod modNotes">
        <pc:chgData name="Loc Huynh" userId="80c0383e323bd6ea" providerId="LiveId" clId="{72CEA336-3CF7-0740-9187-942BCF55D6BE}" dt="2023-09-11T13:27:52.577" v="14359"/>
        <pc:sldMkLst>
          <pc:docMk/>
          <pc:sldMk cId="3515211321" sldId="411"/>
        </pc:sldMkLst>
        <pc:spChg chg="mod">
          <ac:chgData name="Loc Huynh" userId="80c0383e323bd6ea" providerId="LiveId" clId="{72CEA336-3CF7-0740-9187-942BCF55D6BE}" dt="2023-09-11T11:59:03.395" v="14174" actId="20577"/>
          <ac:spMkLst>
            <pc:docMk/>
            <pc:sldMk cId="3515211321" sldId="411"/>
            <ac:spMk id="3" creationId="{19F26957-3555-4C48-AE14-45801A0508A3}"/>
          </ac:spMkLst>
        </pc:spChg>
        <pc:picChg chg="add del mod">
          <ac:chgData name="Loc Huynh" userId="80c0383e323bd6ea" providerId="LiveId" clId="{72CEA336-3CF7-0740-9187-942BCF55D6BE}" dt="2023-09-11T11:54:45.846" v="14100" actId="478"/>
          <ac:picMkLst>
            <pc:docMk/>
            <pc:sldMk cId="3515211321" sldId="411"/>
            <ac:picMk id="7" creationId="{AF805DD4-48B9-0B94-BD63-EB562D291A14}"/>
          </ac:picMkLst>
        </pc:picChg>
        <pc:picChg chg="add mod">
          <ac:chgData name="Loc Huynh" userId="80c0383e323bd6ea" providerId="LiveId" clId="{72CEA336-3CF7-0740-9187-942BCF55D6BE}" dt="2023-09-11T11:55:00.782" v="14105" actId="1076"/>
          <ac:picMkLst>
            <pc:docMk/>
            <pc:sldMk cId="3515211321" sldId="411"/>
            <ac:picMk id="9" creationId="{FAEF0607-FE5C-0846-0E0D-69AE736114DA}"/>
          </ac:picMkLst>
        </pc:picChg>
      </pc:sldChg>
      <pc:sldChg chg="modSp add mod">
        <pc:chgData name="Loc Huynh" userId="80c0383e323bd6ea" providerId="LiveId" clId="{72CEA336-3CF7-0740-9187-942BCF55D6BE}" dt="2023-09-11T12:00:56.700" v="14226" actId="20577"/>
        <pc:sldMkLst>
          <pc:docMk/>
          <pc:sldMk cId="4260985147" sldId="412"/>
        </pc:sldMkLst>
        <pc:spChg chg="mod">
          <ac:chgData name="Loc Huynh" userId="80c0383e323bd6ea" providerId="LiveId" clId="{72CEA336-3CF7-0740-9187-942BCF55D6BE}" dt="2023-09-11T12:00:56.700" v="14226" actId="20577"/>
          <ac:spMkLst>
            <pc:docMk/>
            <pc:sldMk cId="4260985147" sldId="412"/>
            <ac:spMk id="3" creationId="{19F26957-3555-4C48-AE14-45801A0508A3}"/>
          </ac:spMkLst>
        </pc:spChg>
      </pc:sldChg>
      <pc:sldChg chg="modSp add mod">
        <pc:chgData name="Loc Huynh" userId="80c0383e323bd6ea" providerId="LiveId" clId="{72CEA336-3CF7-0740-9187-942BCF55D6BE}" dt="2023-09-11T12:02:05.386" v="14236" actId="20577"/>
        <pc:sldMkLst>
          <pc:docMk/>
          <pc:sldMk cId="1680730362" sldId="413"/>
        </pc:sldMkLst>
        <pc:spChg chg="mod">
          <ac:chgData name="Loc Huynh" userId="80c0383e323bd6ea" providerId="LiveId" clId="{72CEA336-3CF7-0740-9187-942BCF55D6BE}" dt="2023-09-11T12:02:05.386" v="14236" actId="20577"/>
          <ac:spMkLst>
            <pc:docMk/>
            <pc:sldMk cId="1680730362" sldId="413"/>
            <ac:spMk id="3" creationId="{19F26957-3555-4C48-AE14-45801A0508A3}"/>
          </ac:spMkLst>
        </pc:spChg>
      </pc:sldChg>
      <pc:sldChg chg="modSp add mod">
        <pc:chgData name="Loc Huynh" userId="80c0383e323bd6ea" providerId="LiveId" clId="{72CEA336-3CF7-0740-9187-942BCF55D6BE}" dt="2023-09-11T12:05:33.189" v="14309" actId="20577"/>
        <pc:sldMkLst>
          <pc:docMk/>
          <pc:sldMk cId="527378509" sldId="414"/>
        </pc:sldMkLst>
        <pc:spChg chg="mod">
          <ac:chgData name="Loc Huynh" userId="80c0383e323bd6ea" providerId="LiveId" clId="{72CEA336-3CF7-0740-9187-942BCF55D6BE}" dt="2023-09-11T12:05:33.189" v="14309" actId="20577"/>
          <ac:spMkLst>
            <pc:docMk/>
            <pc:sldMk cId="527378509" sldId="414"/>
            <ac:spMk id="3" creationId="{19F26957-3555-4C48-AE14-45801A0508A3}"/>
          </ac:spMkLst>
        </pc:spChg>
      </pc:sldChg>
      <pc:sldChg chg="modSp add mod">
        <pc:chgData name="Loc Huynh" userId="80c0383e323bd6ea" providerId="LiveId" clId="{72CEA336-3CF7-0740-9187-942BCF55D6BE}" dt="2023-09-11T12:05:40.404" v="14312" actId="15"/>
        <pc:sldMkLst>
          <pc:docMk/>
          <pc:sldMk cId="1444418759" sldId="415"/>
        </pc:sldMkLst>
        <pc:spChg chg="mod">
          <ac:chgData name="Loc Huynh" userId="80c0383e323bd6ea" providerId="LiveId" clId="{72CEA336-3CF7-0740-9187-942BCF55D6BE}" dt="2023-09-11T12:05:40.404" v="14312" actId="15"/>
          <ac:spMkLst>
            <pc:docMk/>
            <pc:sldMk cId="1444418759" sldId="415"/>
            <ac:spMk id="3" creationId="{19F26957-3555-4C48-AE14-45801A0508A3}"/>
          </ac:spMkLst>
        </pc:spChg>
      </pc:sldChg>
      <pc:sldChg chg="modSp add del mod">
        <pc:chgData name="Loc Huynh" userId="80c0383e323bd6ea" providerId="LiveId" clId="{72CEA336-3CF7-0740-9187-942BCF55D6BE}" dt="2023-09-11T12:04:02.812" v="14272" actId="2696"/>
        <pc:sldMkLst>
          <pc:docMk/>
          <pc:sldMk cId="3120289679" sldId="415"/>
        </pc:sldMkLst>
        <pc:spChg chg="mod">
          <ac:chgData name="Loc Huynh" userId="80c0383e323bd6ea" providerId="LiveId" clId="{72CEA336-3CF7-0740-9187-942BCF55D6BE}" dt="2023-09-11T12:03:56.194" v="14270"/>
          <ac:spMkLst>
            <pc:docMk/>
            <pc:sldMk cId="3120289679" sldId="415"/>
            <ac:spMk id="3" creationId="{19F26957-3555-4C48-AE14-45801A0508A3}"/>
          </ac:spMkLst>
        </pc:spChg>
      </pc:sldChg>
      <pc:sldChg chg="modSp add mod">
        <pc:chgData name="Loc Huynh" userId="80c0383e323bd6ea" providerId="LiveId" clId="{72CEA336-3CF7-0740-9187-942BCF55D6BE}" dt="2023-09-11T12:05:18.534" v="14307" actId="20577"/>
        <pc:sldMkLst>
          <pc:docMk/>
          <pc:sldMk cId="1915011341" sldId="416"/>
        </pc:sldMkLst>
        <pc:spChg chg="mod">
          <ac:chgData name="Loc Huynh" userId="80c0383e323bd6ea" providerId="LiveId" clId="{72CEA336-3CF7-0740-9187-942BCF55D6BE}" dt="2023-09-11T12:05:18.534" v="14307" actId="20577"/>
          <ac:spMkLst>
            <pc:docMk/>
            <pc:sldMk cId="1915011341" sldId="416"/>
            <ac:spMk id="3" creationId="{19F26957-3555-4C48-AE14-45801A0508A3}"/>
          </ac:spMkLst>
        </pc:spChg>
      </pc:sldChg>
    </pc:docChg>
  </pc:docChgLst>
  <pc:docChgLst>
    <pc:chgData name="Loc Huynh" userId="80c0383e323bd6ea" providerId="LiveId" clId="{0436A769-9B8B-4871-8306-E47AD2895456}"/>
    <pc:docChg chg="undo custSel modSld">
      <pc:chgData name="Loc Huynh" userId="80c0383e323bd6ea" providerId="LiveId" clId="{0436A769-9B8B-4871-8306-E47AD2895456}" dt="2023-09-18T08:32:20.844" v="179" actId="13926"/>
      <pc:docMkLst>
        <pc:docMk/>
      </pc:docMkLst>
      <pc:sldChg chg="modSp mod">
        <pc:chgData name="Loc Huynh" userId="80c0383e323bd6ea" providerId="LiveId" clId="{0436A769-9B8B-4871-8306-E47AD2895456}" dt="2023-09-18T08:25:09.242" v="31" actId="14100"/>
        <pc:sldMkLst>
          <pc:docMk/>
          <pc:sldMk cId="3759166692" sldId="508"/>
        </pc:sldMkLst>
        <pc:spChg chg="mod">
          <ac:chgData name="Loc Huynh" userId="80c0383e323bd6ea" providerId="LiveId" clId="{0436A769-9B8B-4871-8306-E47AD2895456}" dt="2023-09-18T08:24:35.492" v="23" actId="20577"/>
          <ac:spMkLst>
            <pc:docMk/>
            <pc:sldMk cId="3759166692" sldId="508"/>
            <ac:spMk id="7" creationId="{9CF46A69-C370-BC4E-A1B6-0D08CD7E7D51}"/>
          </ac:spMkLst>
        </pc:spChg>
        <pc:spChg chg="mod">
          <ac:chgData name="Loc Huynh" userId="80c0383e323bd6ea" providerId="LiveId" clId="{0436A769-9B8B-4871-8306-E47AD2895456}" dt="2023-09-18T08:23:34.396" v="10" actId="1076"/>
          <ac:spMkLst>
            <pc:docMk/>
            <pc:sldMk cId="3759166692" sldId="508"/>
            <ac:spMk id="9" creationId="{ADBD2633-F9F7-50BE-2B7C-43FCA352AA7A}"/>
          </ac:spMkLst>
        </pc:spChg>
        <pc:spChg chg="mod">
          <ac:chgData name="Loc Huynh" userId="80c0383e323bd6ea" providerId="LiveId" clId="{0436A769-9B8B-4871-8306-E47AD2895456}" dt="2023-09-18T08:23:34.396" v="10" actId="1076"/>
          <ac:spMkLst>
            <pc:docMk/>
            <pc:sldMk cId="3759166692" sldId="508"/>
            <ac:spMk id="10" creationId="{BAEE126E-9848-765F-65E4-212604EB5975}"/>
          </ac:spMkLst>
        </pc:spChg>
        <pc:spChg chg="mod">
          <ac:chgData name="Loc Huynh" userId="80c0383e323bd6ea" providerId="LiveId" clId="{0436A769-9B8B-4871-8306-E47AD2895456}" dt="2023-09-18T08:23:34.396" v="10" actId="1076"/>
          <ac:spMkLst>
            <pc:docMk/>
            <pc:sldMk cId="3759166692" sldId="508"/>
            <ac:spMk id="24" creationId="{AE89153D-ED86-6D90-DF1D-45B1DE2007F8}"/>
          </ac:spMkLst>
        </pc:spChg>
        <pc:spChg chg="mod">
          <ac:chgData name="Loc Huynh" userId="80c0383e323bd6ea" providerId="LiveId" clId="{0436A769-9B8B-4871-8306-E47AD2895456}" dt="2023-09-18T08:23:34.396" v="10" actId="1076"/>
          <ac:spMkLst>
            <pc:docMk/>
            <pc:sldMk cId="3759166692" sldId="508"/>
            <ac:spMk id="29" creationId="{B1863B2D-FB45-1802-BBFF-C40E2A51FCC5}"/>
          </ac:spMkLst>
        </pc:spChg>
        <pc:spChg chg="mod">
          <ac:chgData name="Loc Huynh" userId="80c0383e323bd6ea" providerId="LiveId" clId="{0436A769-9B8B-4871-8306-E47AD2895456}" dt="2023-09-18T08:23:34.396" v="10" actId="1076"/>
          <ac:spMkLst>
            <pc:docMk/>
            <pc:sldMk cId="3759166692" sldId="508"/>
            <ac:spMk id="31" creationId="{AF212A66-DAC0-2A27-1E15-ECEF0CA36879}"/>
          </ac:spMkLst>
        </pc:spChg>
        <pc:spChg chg="mod">
          <ac:chgData name="Loc Huynh" userId="80c0383e323bd6ea" providerId="LiveId" clId="{0436A769-9B8B-4871-8306-E47AD2895456}" dt="2023-09-18T08:23:34.396" v="10" actId="1076"/>
          <ac:spMkLst>
            <pc:docMk/>
            <pc:sldMk cId="3759166692" sldId="508"/>
            <ac:spMk id="33" creationId="{159D4F7C-151A-0AC0-4B79-00E1DDAD2FCF}"/>
          </ac:spMkLst>
        </pc:spChg>
        <pc:spChg chg="mod">
          <ac:chgData name="Loc Huynh" userId="80c0383e323bd6ea" providerId="LiveId" clId="{0436A769-9B8B-4871-8306-E47AD2895456}" dt="2023-09-18T08:23:34.396" v="10" actId="1076"/>
          <ac:spMkLst>
            <pc:docMk/>
            <pc:sldMk cId="3759166692" sldId="508"/>
            <ac:spMk id="34" creationId="{ABF4CE5B-8275-31EC-0F97-2593B4609BBD}"/>
          </ac:spMkLst>
        </pc:spChg>
        <pc:spChg chg="mod">
          <ac:chgData name="Loc Huynh" userId="80c0383e323bd6ea" providerId="LiveId" clId="{0436A769-9B8B-4871-8306-E47AD2895456}" dt="2023-09-18T08:23:34.396" v="10" actId="1076"/>
          <ac:spMkLst>
            <pc:docMk/>
            <pc:sldMk cId="3759166692" sldId="508"/>
            <ac:spMk id="38" creationId="{630B6D47-0461-02AE-0BBB-D281D86642D2}"/>
          </ac:spMkLst>
        </pc:spChg>
        <pc:spChg chg="mod">
          <ac:chgData name="Loc Huynh" userId="80c0383e323bd6ea" providerId="LiveId" clId="{0436A769-9B8B-4871-8306-E47AD2895456}" dt="2023-09-18T08:23:34.396" v="10" actId="1076"/>
          <ac:spMkLst>
            <pc:docMk/>
            <pc:sldMk cId="3759166692" sldId="508"/>
            <ac:spMk id="43" creationId="{0641D8B1-E8A2-7C9E-00BC-D6FFF2589D1A}"/>
          </ac:spMkLst>
        </pc:spChg>
        <pc:spChg chg="mod">
          <ac:chgData name="Loc Huynh" userId="80c0383e323bd6ea" providerId="LiveId" clId="{0436A769-9B8B-4871-8306-E47AD2895456}" dt="2023-09-18T08:23:34.396" v="10" actId="1076"/>
          <ac:spMkLst>
            <pc:docMk/>
            <pc:sldMk cId="3759166692" sldId="508"/>
            <ac:spMk id="44" creationId="{337FB58C-A3E4-ED0C-0B4D-D4189BE87AF5}"/>
          </ac:spMkLst>
        </pc:spChg>
        <pc:spChg chg="mod">
          <ac:chgData name="Loc Huynh" userId="80c0383e323bd6ea" providerId="LiveId" clId="{0436A769-9B8B-4871-8306-E47AD2895456}" dt="2023-09-18T08:25:09.242" v="31" actId="14100"/>
          <ac:spMkLst>
            <pc:docMk/>
            <pc:sldMk cId="3759166692" sldId="508"/>
            <ac:spMk id="75" creationId="{54F5DAA9-1DBD-314C-9F95-F7990C0448CA}"/>
          </ac:spMkLst>
        </pc:spChg>
        <pc:grpChg chg="mod">
          <ac:chgData name="Loc Huynh" userId="80c0383e323bd6ea" providerId="LiveId" clId="{0436A769-9B8B-4871-8306-E47AD2895456}" dt="2023-09-18T08:23:34.396" v="10" actId="1076"/>
          <ac:grpSpMkLst>
            <pc:docMk/>
            <pc:sldMk cId="3759166692" sldId="508"/>
            <ac:grpSpMk id="6" creationId="{A39F8ECC-414E-5F7E-CCF1-0EDBF5AEFA1D}"/>
          </ac:grpSpMkLst>
        </pc:grpChg>
        <pc:grpChg chg="mod">
          <ac:chgData name="Loc Huynh" userId="80c0383e323bd6ea" providerId="LiveId" clId="{0436A769-9B8B-4871-8306-E47AD2895456}" dt="2023-09-18T08:23:34.396" v="10" actId="1076"/>
          <ac:grpSpMkLst>
            <pc:docMk/>
            <pc:sldMk cId="3759166692" sldId="508"/>
            <ac:grpSpMk id="8" creationId="{55908445-8A9B-5432-6F62-5AF134D23991}"/>
          </ac:grpSpMkLst>
        </pc:grpChg>
        <pc:grpChg chg="mod">
          <ac:chgData name="Loc Huynh" userId="80c0383e323bd6ea" providerId="LiveId" clId="{0436A769-9B8B-4871-8306-E47AD2895456}" dt="2023-09-18T08:23:34.396" v="10" actId="1076"/>
          <ac:grpSpMkLst>
            <pc:docMk/>
            <pc:sldMk cId="3759166692" sldId="508"/>
            <ac:grpSpMk id="11" creationId="{C6D7C670-D973-FA2F-4CDD-545649FF181E}"/>
          </ac:grpSpMkLst>
        </pc:grpChg>
        <pc:grpChg chg="mod">
          <ac:chgData name="Loc Huynh" userId="80c0383e323bd6ea" providerId="LiveId" clId="{0436A769-9B8B-4871-8306-E47AD2895456}" dt="2023-09-18T08:23:34.396" v="10" actId="1076"/>
          <ac:grpSpMkLst>
            <pc:docMk/>
            <pc:sldMk cId="3759166692" sldId="508"/>
            <ac:grpSpMk id="17" creationId="{DEE3D981-6399-D817-133A-76D4090D72C8}"/>
          </ac:grpSpMkLst>
        </pc:grpChg>
        <pc:grpChg chg="mod">
          <ac:chgData name="Loc Huynh" userId="80c0383e323bd6ea" providerId="LiveId" clId="{0436A769-9B8B-4871-8306-E47AD2895456}" dt="2023-09-18T08:23:34.396" v="10" actId="1076"/>
          <ac:grpSpMkLst>
            <pc:docMk/>
            <pc:sldMk cId="3759166692" sldId="508"/>
            <ac:grpSpMk id="19" creationId="{39EAE24A-9C43-1840-801B-9866E919CC02}"/>
          </ac:grpSpMkLst>
        </pc:grpChg>
        <pc:grpChg chg="mod">
          <ac:chgData name="Loc Huynh" userId="80c0383e323bd6ea" providerId="LiveId" clId="{0436A769-9B8B-4871-8306-E47AD2895456}" dt="2023-09-18T08:23:34.396" v="10" actId="1076"/>
          <ac:grpSpMkLst>
            <pc:docMk/>
            <pc:sldMk cId="3759166692" sldId="508"/>
            <ac:grpSpMk id="20" creationId="{69AB1228-60E0-8610-98C1-8441C60AA1DA}"/>
          </ac:grpSpMkLst>
        </pc:grpChg>
        <pc:grpChg chg="mod">
          <ac:chgData name="Loc Huynh" userId="80c0383e323bd6ea" providerId="LiveId" clId="{0436A769-9B8B-4871-8306-E47AD2895456}" dt="2023-09-18T08:23:34.396" v="10" actId="1076"/>
          <ac:grpSpMkLst>
            <pc:docMk/>
            <pc:sldMk cId="3759166692" sldId="508"/>
            <ac:grpSpMk id="21" creationId="{DECC8401-0424-EB79-0082-7651C5EFB1E9}"/>
          </ac:grpSpMkLst>
        </pc:grpChg>
        <pc:grpChg chg="mod">
          <ac:chgData name="Loc Huynh" userId="80c0383e323bd6ea" providerId="LiveId" clId="{0436A769-9B8B-4871-8306-E47AD2895456}" dt="2023-09-18T08:23:34.396" v="10" actId="1076"/>
          <ac:grpSpMkLst>
            <pc:docMk/>
            <pc:sldMk cId="3759166692" sldId="508"/>
            <ac:grpSpMk id="22" creationId="{4628B9D9-DCC3-21AF-3418-367277FAD7F6}"/>
          </ac:grpSpMkLst>
        </pc:grpChg>
        <pc:grpChg chg="mod">
          <ac:chgData name="Loc Huynh" userId="80c0383e323bd6ea" providerId="LiveId" clId="{0436A769-9B8B-4871-8306-E47AD2895456}" dt="2023-09-18T08:23:34.396" v="10" actId="1076"/>
          <ac:grpSpMkLst>
            <pc:docMk/>
            <pc:sldMk cId="3759166692" sldId="508"/>
            <ac:grpSpMk id="23" creationId="{42616145-134C-CEAA-0914-C6BE12951935}"/>
          </ac:grpSpMkLst>
        </pc:grpChg>
        <pc:grpChg chg="mod">
          <ac:chgData name="Loc Huynh" userId="80c0383e323bd6ea" providerId="LiveId" clId="{0436A769-9B8B-4871-8306-E47AD2895456}" dt="2023-09-18T08:23:34.396" v="10" actId="1076"/>
          <ac:grpSpMkLst>
            <pc:docMk/>
            <pc:sldMk cId="3759166692" sldId="508"/>
            <ac:grpSpMk id="25" creationId="{5CA87D3A-1BCD-8A1D-5865-C86C3CBB4E96}"/>
          </ac:grpSpMkLst>
        </pc:grpChg>
        <pc:picChg chg="mod">
          <ac:chgData name="Loc Huynh" userId="80c0383e323bd6ea" providerId="LiveId" clId="{0436A769-9B8B-4871-8306-E47AD2895456}" dt="2023-09-18T08:23:34.396" v="10" actId="1076"/>
          <ac:picMkLst>
            <pc:docMk/>
            <pc:sldMk cId="3759166692" sldId="508"/>
            <ac:picMk id="26" creationId="{4D58A209-37D5-6D4A-4D62-70748EF03DA0}"/>
          </ac:picMkLst>
        </pc:picChg>
        <pc:picChg chg="mod">
          <ac:chgData name="Loc Huynh" userId="80c0383e323bd6ea" providerId="LiveId" clId="{0436A769-9B8B-4871-8306-E47AD2895456}" dt="2023-09-18T08:23:34.396" v="10" actId="1076"/>
          <ac:picMkLst>
            <pc:docMk/>
            <pc:sldMk cId="3759166692" sldId="508"/>
            <ac:picMk id="27" creationId="{8DD9ED74-41EC-DBD1-4A4C-B4754E964077}"/>
          </ac:picMkLst>
        </pc:picChg>
        <pc:picChg chg="mod">
          <ac:chgData name="Loc Huynh" userId="80c0383e323bd6ea" providerId="LiveId" clId="{0436A769-9B8B-4871-8306-E47AD2895456}" dt="2023-09-18T08:23:34.396" v="10" actId="1076"/>
          <ac:picMkLst>
            <pc:docMk/>
            <pc:sldMk cId="3759166692" sldId="508"/>
            <ac:picMk id="30" creationId="{20A30D1C-6047-3ECC-04A4-581FC9502C1A}"/>
          </ac:picMkLst>
        </pc:picChg>
        <pc:picChg chg="mod">
          <ac:chgData name="Loc Huynh" userId="80c0383e323bd6ea" providerId="LiveId" clId="{0436A769-9B8B-4871-8306-E47AD2895456}" dt="2023-09-18T08:23:34.396" v="10" actId="1076"/>
          <ac:picMkLst>
            <pc:docMk/>
            <pc:sldMk cId="3759166692" sldId="508"/>
            <ac:picMk id="32" creationId="{77E73E7E-6853-3469-CBEF-1BBB4648D61A}"/>
          </ac:picMkLst>
        </pc:picChg>
        <pc:picChg chg="mod">
          <ac:chgData name="Loc Huynh" userId="80c0383e323bd6ea" providerId="LiveId" clId="{0436A769-9B8B-4871-8306-E47AD2895456}" dt="2023-09-18T08:23:34.396" v="10" actId="1076"/>
          <ac:picMkLst>
            <pc:docMk/>
            <pc:sldMk cId="3759166692" sldId="508"/>
            <ac:picMk id="36" creationId="{06A22A30-28EB-27A1-11DF-A1CD08939060}"/>
          </ac:picMkLst>
        </pc:picChg>
        <pc:cxnChg chg="mod">
          <ac:chgData name="Loc Huynh" userId="80c0383e323bd6ea" providerId="LiveId" clId="{0436A769-9B8B-4871-8306-E47AD2895456}" dt="2023-09-18T08:23:34.396" v="10" actId="1076"/>
          <ac:cxnSpMkLst>
            <pc:docMk/>
            <pc:sldMk cId="3759166692" sldId="508"/>
            <ac:cxnSpMk id="12" creationId="{8EAC334F-AD13-046F-2C80-8DFF4EF4F718}"/>
          </ac:cxnSpMkLst>
        </pc:cxnChg>
        <pc:cxnChg chg="mod">
          <ac:chgData name="Loc Huynh" userId="80c0383e323bd6ea" providerId="LiveId" clId="{0436A769-9B8B-4871-8306-E47AD2895456}" dt="2023-09-18T08:23:34.396" v="10" actId="1076"/>
          <ac:cxnSpMkLst>
            <pc:docMk/>
            <pc:sldMk cId="3759166692" sldId="508"/>
            <ac:cxnSpMk id="13" creationId="{85D1DE46-BE5E-43F0-AFEF-541163B54329}"/>
          </ac:cxnSpMkLst>
        </pc:cxnChg>
        <pc:cxnChg chg="mod">
          <ac:chgData name="Loc Huynh" userId="80c0383e323bd6ea" providerId="LiveId" clId="{0436A769-9B8B-4871-8306-E47AD2895456}" dt="2023-09-18T08:23:34.396" v="10" actId="1076"/>
          <ac:cxnSpMkLst>
            <pc:docMk/>
            <pc:sldMk cId="3759166692" sldId="508"/>
            <ac:cxnSpMk id="14" creationId="{C7D64C15-E77E-C7B6-8CA6-5AD3B7D8082A}"/>
          </ac:cxnSpMkLst>
        </pc:cxnChg>
        <pc:cxnChg chg="mod">
          <ac:chgData name="Loc Huynh" userId="80c0383e323bd6ea" providerId="LiveId" clId="{0436A769-9B8B-4871-8306-E47AD2895456}" dt="2023-09-18T08:23:34.396" v="10" actId="1076"/>
          <ac:cxnSpMkLst>
            <pc:docMk/>
            <pc:sldMk cId="3759166692" sldId="508"/>
            <ac:cxnSpMk id="15" creationId="{7AA85CC7-74BA-859A-D6DF-018142ADD981}"/>
          </ac:cxnSpMkLst>
        </pc:cxnChg>
        <pc:cxnChg chg="mod">
          <ac:chgData name="Loc Huynh" userId="80c0383e323bd6ea" providerId="LiveId" clId="{0436A769-9B8B-4871-8306-E47AD2895456}" dt="2023-09-18T08:23:34.396" v="10" actId="1076"/>
          <ac:cxnSpMkLst>
            <pc:docMk/>
            <pc:sldMk cId="3759166692" sldId="508"/>
            <ac:cxnSpMk id="18" creationId="{2B166F59-DEE3-46B9-26B0-30E49DB224F5}"/>
          </ac:cxnSpMkLst>
        </pc:cxnChg>
        <pc:cxnChg chg="mod">
          <ac:chgData name="Loc Huynh" userId="80c0383e323bd6ea" providerId="LiveId" clId="{0436A769-9B8B-4871-8306-E47AD2895456}" dt="2023-09-18T08:23:34.396" v="10" actId="1076"/>
          <ac:cxnSpMkLst>
            <pc:docMk/>
            <pc:sldMk cId="3759166692" sldId="508"/>
            <ac:cxnSpMk id="28" creationId="{B96C686C-AB60-89EE-4E6F-83710BE64F12}"/>
          </ac:cxnSpMkLst>
        </pc:cxnChg>
        <pc:cxnChg chg="mod">
          <ac:chgData name="Loc Huynh" userId="80c0383e323bd6ea" providerId="LiveId" clId="{0436A769-9B8B-4871-8306-E47AD2895456}" dt="2023-09-18T08:23:34.396" v="10" actId="1076"/>
          <ac:cxnSpMkLst>
            <pc:docMk/>
            <pc:sldMk cId="3759166692" sldId="508"/>
            <ac:cxnSpMk id="35" creationId="{5BA58D30-6DA1-DD7E-A863-BCC5C6D1E3F9}"/>
          </ac:cxnSpMkLst>
        </pc:cxnChg>
        <pc:cxnChg chg="mod">
          <ac:chgData name="Loc Huynh" userId="80c0383e323bd6ea" providerId="LiveId" clId="{0436A769-9B8B-4871-8306-E47AD2895456}" dt="2023-09-18T08:23:34.396" v="10" actId="1076"/>
          <ac:cxnSpMkLst>
            <pc:docMk/>
            <pc:sldMk cId="3759166692" sldId="508"/>
            <ac:cxnSpMk id="37" creationId="{06123F6E-66D2-FDB1-6D54-3B0C6BA45F04}"/>
          </ac:cxnSpMkLst>
        </pc:cxnChg>
      </pc:sldChg>
      <pc:sldChg chg="delSp modSp mod delAnim">
        <pc:chgData name="Loc Huynh" userId="80c0383e323bd6ea" providerId="LiveId" clId="{0436A769-9B8B-4871-8306-E47AD2895456}" dt="2023-09-18T08:28:21.562" v="148" actId="478"/>
        <pc:sldMkLst>
          <pc:docMk/>
          <pc:sldMk cId="1049359333" sldId="509"/>
        </pc:sldMkLst>
        <pc:spChg chg="mod">
          <ac:chgData name="Loc Huynh" userId="80c0383e323bd6ea" providerId="LiveId" clId="{0436A769-9B8B-4871-8306-E47AD2895456}" dt="2023-09-18T08:28:19.953" v="147" actId="1076"/>
          <ac:spMkLst>
            <pc:docMk/>
            <pc:sldMk cId="1049359333" sldId="509"/>
            <ac:spMk id="7" creationId="{9CF46A69-C370-BC4E-A1B6-0D08CD7E7D51}"/>
          </ac:spMkLst>
        </pc:spChg>
        <pc:spChg chg="mod">
          <ac:chgData name="Loc Huynh" userId="80c0383e323bd6ea" providerId="LiveId" clId="{0436A769-9B8B-4871-8306-E47AD2895456}" dt="2023-09-18T08:26:08.609" v="36" actId="14100"/>
          <ac:spMkLst>
            <pc:docMk/>
            <pc:sldMk cId="1049359333" sldId="509"/>
            <ac:spMk id="82" creationId="{7B61DDC1-8F16-C048-9DD8-1E84EA805EFF}"/>
          </ac:spMkLst>
        </pc:spChg>
        <pc:spChg chg="mod">
          <ac:chgData name="Loc Huynh" userId="80c0383e323bd6ea" providerId="LiveId" clId="{0436A769-9B8B-4871-8306-E47AD2895456}" dt="2023-09-18T08:26:08.609" v="36" actId="14100"/>
          <ac:spMkLst>
            <pc:docMk/>
            <pc:sldMk cId="1049359333" sldId="509"/>
            <ac:spMk id="85" creationId="{367590B3-3149-1D4D-B5C1-85488F26F9E3}"/>
          </ac:spMkLst>
        </pc:spChg>
        <pc:spChg chg="mod">
          <ac:chgData name="Loc Huynh" userId="80c0383e323bd6ea" providerId="LiveId" clId="{0436A769-9B8B-4871-8306-E47AD2895456}" dt="2023-09-18T08:26:08.609" v="36" actId="14100"/>
          <ac:spMkLst>
            <pc:docMk/>
            <pc:sldMk cId="1049359333" sldId="509"/>
            <ac:spMk id="90" creationId="{997E534F-BC79-0E43-AC9D-457C14295FB6}"/>
          </ac:spMkLst>
        </pc:spChg>
        <pc:spChg chg="mod">
          <ac:chgData name="Loc Huynh" userId="80c0383e323bd6ea" providerId="LiveId" clId="{0436A769-9B8B-4871-8306-E47AD2895456}" dt="2023-09-18T08:26:08.609" v="36" actId="14100"/>
          <ac:spMkLst>
            <pc:docMk/>
            <pc:sldMk cId="1049359333" sldId="509"/>
            <ac:spMk id="92" creationId="{7273AE01-9072-834F-BA16-0234394B7650}"/>
          </ac:spMkLst>
        </pc:spChg>
        <pc:spChg chg="mod">
          <ac:chgData name="Loc Huynh" userId="80c0383e323bd6ea" providerId="LiveId" clId="{0436A769-9B8B-4871-8306-E47AD2895456}" dt="2023-09-18T08:26:08.609" v="36" actId="14100"/>
          <ac:spMkLst>
            <pc:docMk/>
            <pc:sldMk cId="1049359333" sldId="509"/>
            <ac:spMk id="94" creationId="{4034932B-D5CA-ED4B-9F3B-B35CB0033B0E}"/>
          </ac:spMkLst>
        </pc:spChg>
        <pc:spChg chg="mod">
          <ac:chgData name="Loc Huynh" userId="80c0383e323bd6ea" providerId="LiveId" clId="{0436A769-9B8B-4871-8306-E47AD2895456}" dt="2023-09-18T08:26:08.609" v="36" actId="14100"/>
          <ac:spMkLst>
            <pc:docMk/>
            <pc:sldMk cId="1049359333" sldId="509"/>
            <ac:spMk id="95" creationId="{30B15CCD-6E3D-6740-9486-613FFBB9A2A6}"/>
          </ac:spMkLst>
        </pc:spChg>
        <pc:spChg chg="mod">
          <ac:chgData name="Loc Huynh" userId="80c0383e323bd6ea" providerId="LiveId" clId="{0436A769-9B8B-4871-8306-E47AD2895456}" dt="2023-09-18T08:26:08.609" v="36" actId="14100"/>
          <ac:spMkLst>
            <pc:docMk/>
            <pc:sldMk cId="1049359333" sldId="509"/>
            <ac:spMk id="100" creationId="{F9C70EA1-A016-4346-911D-EB9DAE2EDF69}"/>
          </ac:spMkLst>
        </pc:spChg>
        <pc:spChg chg="mod">
          <ac:chgData name="Loc Huynh" userId="80c0383e323bd6ea" providerId="LiveId" clId="{0436A769-9B8B-4871-8306-E47AD2895456}" dt="2023-09-18T08:26:08.609" v="36" actId="14100"/>
          <ac:spMkLst>
            <pc:docMk/>
            <pc:sldMk cId="1049359333" sldId="509"/>
            <ac:spMk id="101" creationId="{DA37094E-665D-8C4E-8F91-573BC1B4822E}"/>
          </ac:spMkLst>
        </pc:spChg>
        <pc:spChg chg="mod">
          <ac:chgData name="Loc Huynh" userId="80c0383e323bd6ea" providerId="LiveId" clId="{0436A769-9B8B-4871-8306-E47AD2895456}" dt="2023-09-18T08:26:08.609" v="36" actId="14100"/>
          <ac:spMkLst>
            <pc:docMk/>
            <pc:sldMk cId="1049359333" sldId="509"/>
            <ac:spMk id="102" creationId="{232B16C7-2832-6E46-93F2-9FB1C8BBCA32}"/>
          </ac:spMkLst>
        </pc:spChg>
        <pc:spChg chg="del mod">
          <ac:chgData name="Loc Huynh" userId="80c0383e323bd6ea" providerId="LiveId" clId="{0436A769-9B8B-4871-8306-E47AD2895456}" dt="2023-09-18T08:28:21.562" v="148" actId="478"/>
          <ac:spMkLst>
            <pc:docMk/>
            <pc:sldMk cId="1049359333" sldId="509"/>
            <ac:spMk id="103" creationId="{6EFD2CB0-6430-8943-8C28-01C900C29A33}"/>
          </ac:spMkLst>
        </pc:spChg>
        <pc:grpChg chg="mod">
          <ac:chgData name="Loc Huynh" userId="80c0383e323bd6ea" providerId="LiveId" clId="{0436A769-9B8B-4871-8306-E47AD2895456}" dt="2023-09-18T08:26:08.609" v="36" actId="14100"/>
          <ac:grpSpMkLst>
            <pc:docMk/>
            <pc:sldMk cId="1049359333" sldId="509"/>
            <ac:grpSpMk id="39" creationId="{88095472-AE5E-D040-9B3E-B5D4EA198180}"/>
          </ac:grpSpMkLst>
        </pc:grpChg>
        <pc:grpChg chg="mod">
          <ac:chgData name="Loc Huynh" userId="80c0383e323bd6ea" providerId="LiveId" clId="{0436A769-9B8B-4871-8306-E47AD2895456}" dt="2023-09-18T08:26:08.609" v="36" actId="14100"/>
          <ac:grpSpMkLst>
            <pc:docMk/>
            <pc:sldMk cId="1049359333" sldId="509"/>
            <ac:grpSpMk id="40" creationId="{4641CFDC-FDB9-EC4B-89EE-2B6984EB7017}"/>
          </ac:grpSpMkLst>
        </pc:grpChg>
        <pc:grpChg chg="mod">
          <ac:chgData name="Loc Huynh" userId="80c0383e323bd6ea" providerId="LiveId" clId="{0436A769-9B8B-4871-8306-E47AD2895456}" dt="2023-09-18T08:26:08.609" v="36" actId="14100"/>
          <ac:grpSpMkLst>
            <pc:docMk/>
            <pc:sldMk cId="1049359333" sldId="509"/>
            <ac:grpSpMk id="77" creationId="{240FF826-F0CA-F144-94D6-77B046FC9635}"/>
          </ac:grpSpMkLst>
        </pc:grpChg>
        <pc:grpChg chg="mod">
          <ac:chgData name="Loc Huynh" userId="80c0383e323bd6ea" providerId="LiveId" clId="{0436A769-9B8B-4871-8306-E47AD2895456}" dt="2023-09-18T08:26:08.609" v="36" actId="14100"/>
          <ac:grpSpMkLst>
            <pc:docMk/>
            <pc:sldMk cId="1049359333" sldId="509"/>
            <ac:grpSpMk id="78" creationId="{94702F33-CB4A-874E-A112-1702549E2D25}"/>
          </ac:grpSpMkLst>
        </pc:grpChg>
        <pc:grpChg chg="mod">
          <ac:chgData name="Loc Huynh" userId="80c0383e323bd6ea" providerId="LiveId" clId="{0436A769-9B8B-4871-8306-E47AD2895456}" dt="2023-09-18T08:26:08.609" v="36" actId="14100"/>
          <ac:grpSpMkLst>
            <pc:docMk/>
            <pc:sldMk cId="1049359333" sldId="509"/>
            <ac:grpSpMk id="79" creationId="{933C11B9-19C5-8040-B6F6-CEC12824A970}"/>
          </ac:grpSpMkLst>
        </pc:grpChg>
        <pc:grpChg chg="mod">
          <ac:chgData name="Loc Huynh" userId="80c0383e323bd6ea" providerId="LiveId" clId="{0436A769-9B8B-4871-8306-E47AD2895456}" dt="2023-09-18T08:26:08.609" v="36" actId="14100"/>
          <ac:grpSpMkLst>
            <pc:docMk/>
            <pc:sldMk cId="1049359333" sldId="509"/>
            <ac:grpSpMk id="80" creationId="{4B4369B9-CC22-6A42-A630-4DC06CFED449}"/>
          </ac:grpSpMkLst>
        </pc:grpChg>
        <pc:grpChg chg="mod">
          <ac:chgData name="Loc Huynh" userId="80c0383e323bd6ea" providerId="LiveId" clId="{0436A769-9B8B-4871-8306-E47AD2895456}" dt="2023-09-18T08:26:08.609" v="36" actId="14100"/>
          <ac:grpSpMkLst>
            <pc:docMk/>
            <pc:sldMk cId="1049359333" sldId="509"/>
            <ac:grpSpMk id="83" creationId="{E9BFEF29-EA7E-104D-8BEC-623C4749595B}"/>
          </ac:grpSpMkLst>
        </pc:grpChg>
        <pc:grpChg chg="mod">
          <ac:chgData name="Loc Huynh" userId="80c0383e323bd6ea" providerId="LiveId" clId="{0436A769-9B8B-4871-8306-E47AD2895456}" dt="2023-09-18T08:26:08.609" v="36" actId="14100"/>
          <ac:grpSpMkLst>
            <pc:docMk/>
            <pc:sldMk cId="1049359333" sldId="509"/>
            <ac:grpSpMk id="84" creationId="{305D9378-D67E-2F4C-905A-4AB3338D3083}"/>
          </ac:grpSpMkLst>
        </pc:grpChg>
        <pc:grpChg chg="mod">
          <ac:chgData name="Loc Huynh" userId="80c0383e323bd6ea" providerId="LiveId" clId="{0436A769-9B8B-4871-8306-E47AD2895456}" dt="2023-09-18T08:26:08.609" v="36" actId="14100"/>
          <ac:grpSpMkLst>
            <pc:docMk/>
            <pc:sldMk cId="1049359333" sldId="509"/>
            <ac:grpSpMk id="86" creationId="{B5F2297C-0EC3-7046-B618-0519159A8B5C}"/>
          </ac:grpSpMkLst>
        </pc:grpChg>
        <pc:picChg chg="mod">
          <ac:chgData name="Loc Huynh" userId="80c0383e323bd6ea" providerId="LiveId" clId="{0436A769-9B8B-4871-8306-E47AD2895456}" dt="2023-09-18T08:26:08.609" v="36" actId="14100"/>
          <ac:picMkLst>
            <pc:docMk/>
            <pc:sldMk cId="1049359333" sldId="509"/>
            <ac:picMk id="81" creationId="{58E14BB7-6FE2-F14F-8863-B87666253FB9}"/>
          </ac:picMkLst>
        </pc:picChg>
        <pc:picChg chg="mod">
          <ac:chgData name="Loc Huynh" userId="80c0383e323bd6ea" providerId="LiveId" clId="{0436A769-9B8B-4871-8306-E47AD2895456}" dt="2023-09-18T08:26:08.609" v="36" actId="14100"/>
          <ac:picMkLst>
            <pc:docMk/>
            <pc:sldMk cId="1049359333" sldId="509"/>
            <ac:picMk id="87" creationId="{5583E645-FFCB-4C41-BA71-85D83D884E7F}"/>
          </ac:picMkLst>
        </pc:picChg>
        <pc:picChg chg="mod">
          <ac:chgData name="Loc Huynh" userId="80c0383e323bd6ea" providerId="LiveId" clId="{0436A769-9B8B-4871-8306-E47AD2895456}" dt="2023-09-18T08:26:08.609" v="36" actId="14100"/>
          <ac:picMkLst>
            <pc:docMk/>
            <pc:sldMk cId="1049359333" sldId="509"/>
            <ac:picMk id="88" creationId="{E9CD2532-2DD4-CB4C-8D76-2353D9AB64AF}"/>
          </ac:picMkLst>
        </pc:picChg>
        <pc:picChg chg="mod">
          <ac:chgData name="Loc Huynh" userId="80c0383e323bd6ea" providerId="LiveId" clId="{0436A769-9B8B-4871-8306-E47AD2895456}" dt="2023-09-18T08:26:08.609" v="36" actId="14100"/>
          <ac:picMkLst>
            <pc:docMk/>
            <pc:sldMk cId="1049359333" sldId="509"/>
            <ac:picMk id="91" creationId="{D6B30C25-960F-2749-9236-188C705FFA6C}"/>
          </ac:picMkLst>
        </pc:picChg>
        <pc:picChg chg="mod">
          <ac:chgData name="Loc Huynh" userId="80c0383e323bd6ea" providerId="LiveId" clId="{0436A769-9B8B-4871-8306-E47AD2895456}" dt="2023-09-18T08:26:08.609" v="36" actId="14100"/>
          <ac:picMkLst>
            <pc:docMk/>
            <pc:sldMk cId="1049359333" sldId="509"/>
            <ac:picMk id="93" creationId="{3791A1D4-D8D3-3F4A-B7BB-FE5D4384A4E2}"/>
          </ac:picMkLst>
        </pc:picChg>
        <pc:picChg chg="mod">
          <ac:chgData name="Loc Huynh" userId="80c0383e323bd6ea" providerId="LiveId" clId="{0436A769-9B8B-4871-8306-E47AD2895456}" dt="2023-09-18T08:26:08.609" v="36" actId="14100"/>
          <ac:picMkLst>
            <pc:docMk/>
            <pc:sldMk cId="1049359333" sldId="509"/>
            <ac:picMk id="98" creationId="{DDC65079-16C6-7448-8081-423FFAA3D1B7}"/>
          </ac:picMkLst>
        </pc:picChg>
        <pc:cxnChg chg="mod">
          <ac:chgData name="Loc Huynh" userId="80c0383e323bd6ea" providerId="LiveId" clId="{0436A769-9B8B-4871-8306-E47AD2895456}" dt="2023-09-18T08:26:08.609" v="36" actId="14100"/>
          <ac:cxnSpMkLst>
            <pc:docMk/>
            <pc:sldMk cId="1049359333" sldId="509"/>
            <ac:cxnSpMk id="41" creationId="{C5649678-957B-4947-9EDF-BFB6E34CAF30}"/>
          </ac:cxnSpMkLst>
        </pc:cxnChg>
        <pc:cxnChg chg="mod">
          <ac:chgData name="Loc Huynh" userId="80c0383e323bd6ea" providerId="LiveId" clId="{0436A769-9B8B-4871-8306-E47AD2895456}" dt="2023-09-18T08:26:08.609" v="36" actId="14100"/>
          <ac:cxnSpMkLst>
            <pc:docMk/>
            <pc:sldMk cId="1049359333" sldId="509"/>
            <ac:cxnSpMk id="42" creationId="{010212D1-861C-8E4A-92AB-DB65D17E898A}"/>
          </ac:cxnSpMkLst>
        </pc:cxnChg>
        <pc:cxnChg chg="mod">
          <ac:chgData name="Loc Huynh" userId="80c0383e323bd6ea" providerId="LiveId" clId="{0436A769-9B8B-4871-8306-E47AD2895456}" dt="2023-09-18T08:26:08.609" v="36" actId="14100"/>
          <ac:cxnSpMkLst>
            <pc:docMk/>
            <pc:sldMk cId="1049359333" sldId="509"/>
            <ac:cxnSpMk id="74" creationId="{8C62451E-B747-754D-8965-469521784375}"/>
          </ac:cxnSpMkLst>
        </pc:cxnChg>
        <pc:cxnChg chg="mod">
          <ac:chgData name="Loc Huynh" userId="80c0383e323bd6ea" providerId="LiveId" clId="{0436A769-9B8B-4871-8306-E47AD2895456}" dt="2023-09-18T08:26:08.609" v="36" actId="14100"/>
          <ac:cxnSpMkLst>
            <pc:docMk/>
            <pc:sldMk cId="1049359333" sldId="509"/>
            <ac:cxnSpMk id="76" creationId="{10FB06B6-0E52-0A4B-A40B-91BBD91DE3B7}"/>
          </ac:cxnSpMkLst>
        </pc:cxnChg>
        <pc:cxnChg chg="mod">
          <ac:chgData name="Loc Huynh" userId="80c0383e323bd6ea" providerId="LiveId" clId="{0436A769-9B8B-4871-8306-E47AD2895456}" dt="2023-09-18T08:26:08.609" v="36" actId="14100"/>
          <ac:cxnSpMkLst>
            <pc:docMk/>
            <pc:sldMk cId="1049359333" sldId="509"/>
            <ac:cxnSpMk id="89" creationId="{AE1D2B91-7A8E-3341-8979-3C2EA88CD667}"/>
          </ac:cxnSpMkLst>
        </pc:cxnChg>
        <pc:cxnChg chg="mod">
          <ac:chgData name="Loc Huynh" userId="80c0383e323bd6ea" providerId="LiveId" clId="{0436A769-9B8B-4871-8306-E47AD2895456}" dt="2023-09-18T08:26:08.609" v="36" actId="14100"/>
          <ac:cxnSpMkLst>
            <pc:docMk/>
            <pc:sldMk cId="1049359333" sldId="509"/>
            <ac:cxnSpMk id="96" creationId="{0599B602-F261-404B-BC5D-FAFDCA6E0A17}"/>
          </ac:cxnSpMkLst>
        </pc:cxnChg>
        <pc:cxnChg chg="mod">
          <ac:chgData name="Loc Huynh" userId="80c0383e323bd6ea" providerId="LiveId" clId="{0436A769-9B8B-4871-8306-E47AD2895456}" dt="2023-09-18T08:26:08.609" v="36" actId="14100"/>
          <ac:cxnSpMkLst>
            <pc:docMk/>
            <pc:sldMk cId="1049359333" sldId="509"/>
            <ac:cxnSpMk id="97" creationId="{B3741FD8-E9BF-6B4C-8A88-48FEE43F21C3}"/>
          </ac:cxnSpMkLst>
        </pc:cxnChg>
        <pc:cxnChg chg="mod">
          <ac:chgData name="Loc Huynh" userId="80c0383e323bd6ea" providerId="LiveId" clId="{0436A769-9B8B-4871-8306-E47AD2895456}" dt="2023-09-18T08:26:08.609" v="36" actId="14100"/>
          <ac:cxnSpMkLst>
            <pc:docMk/>
            <pc:sldMk cId="1049359333" sldId="509"/>
            <ac:cxnSpMk id="99" creationId="{9158CD91-B723-4242-91F7-E50651374243}"/>
          </ac:cxnSpMkLst>
        </pc:cxnChg>
      </pc:sldChg>
      <pc:sldChg chg="modSp mod">
        <pc:chgData name="Loc Huynh" userId="80c0383e323bd6ea" providerId="LiveId" clId="{0436A769-9B8B-4871-8306-E47AD2895456}" dt="2023-09-18T08:30:25.092" v="158" actId="1076"/>
        <pc:sldMkLst>
          <pc:docMk/>
          <pc:sldMk cId="2257220275" sldId="514"/>
        </pc:sldMkLst>
        <pc:spChg chg="mod">
          <ac:chgData name="Loc Huynh" userId="80c0383e323bd6ea" providerId="LiveId" clId="{0436A769-9B8B-4871-8306-E47AD2895456}" dt="2023-09-18T08:30:21.608" v="157" actId="14100"/>
          <ac:spMkLst>
            <pc:docMk/>
            <pc:sldMk cId="2257220275" sldId="514"/>
            <ac:spMk id="6" creationId="{1E3FADEF-3FAC-6D48-BD63-D441D12BC0CE}"/>
          </ac:spMkLst>
        </pc:spChg>
        <pc:spChg chg="mod">
          <ac:chgData name="Loc Huynh" userId="80c0383e323bd6ea" providerId="LiveId" clId="{0436A769-9B8B-4871-8306-E47AD2895456}" dt="2023-09-18T08:30:18.905" v="156" actId="14100"/>
          <ac:spMkLst>
            <pc:docMk/>
            <pc:sldMk cId="2257220275" sldId="514"/>
            <ac:spMk id="7" creationId="{50E9B846-E819-A149-AFA7-F60DB45BA2C2}"/>
          </ac:spMkLst>
        </pc:spChg>
        <pc:spChg chg="mod">
          <ac:chgData name="Loc Huynh" userId="80c0383e323bd6ea" providerId="LiveId" clId="{0436A769-9B8B-4871-8306-E47AD2895456}" dt="2023-09-18T08:30:25.092" v="158" actId="1076"/>
          <ac:spMkLst>
            <pc:docMk/>
            <pc:sldMk cId="2257220275" sldId="514"/>
            <ac:spMk id="8" creationId="{64578F98-12A9-B845-918A-CBCC45EC4C3D}"/>
          </ac:spMkLst>
        </pc:spChg>
      </pc:sldChg>
      <pc:sldChg chg="modSp mod">
        <pc:chgData name="Loc Huynh" userId="80c0383e323bd6ea" providerId="LiveId" clId="{0436A769-9B8B-4871-8306-E47AD2895456}" dt="2023-09-18T08:32:20.844" v="179" actId="13926"/>
        <pc:sldMkLst>
          <pc:docMk/>
          <pc:sldMk cId="1954030159" sldId="516"/>
        </pc:sldMkLst>
        <pc:spChg chg="mod">
          <ac:chgData name="Loc Huynh" userId="80c0383e323bd6ea" providerId="LiveId" clId="{0436A769-9B8B-4871-8306-E47AD2895456}" dt="2023-09-18T08:31:48.031" v="173" actId="14100"/>
          <ac:spMkLst>
            <pc:docMk/>
            <pc:sldMk cId="1954030159" sldId="516"/>
            <ac:spMk id="6" creationId="{1E3FADEF-3FAC-6D48-BD63-D441D12BC0CE}"/>
          </ac:spMkLst>
        </pc:spChg>
        <pc:spChg chg="mod">
          <ac:chgData name="Loc Huynh" userId="80c0383e323bd6ea" providerId="LiveId" clId="{0436A769-9B8B-4871-8306-E47AD2895456}" dt="2023-09-18T08:32:20.844" v="179" actId="13926"/>
          <ac:spMkLst>
            <pc:docMk/>
            <pc:sldMk cId="1954030159" sldId="516"/>
            <ac:spMk id="7" creationId="{50E9B846-E819-A149-AFA7-F60DB45BA2C2}"/>
          </ac:spMkLst>
        </pc:spChg>
        <pc:spChg chg="mod">
          <ac:chgData name="Loc Huynh" userId="80c0383e323bd6ea" providerId="LiveId" clId="{0436A769-9B8B-4871-8306-E47AD2895456}" dt="2023-09-18T08:32:02.359" v="175" actId="14100"/>
          <ac:spMkLst>
            <pc:docMk/>
            <pc:sldMk cId="1954030159" sldId="516"/>
            <ac:spMk id="8" creationId="{64578F98-12A9-B845-918A-CBCC45EC4C3D}"/>
          </ac:spMkLst>
        </pc:spChg>
      </pc:sldChg>
    </pc:docChg>
  </pc:docChgLst>
  <pc:docChgLst>
    <pc:chgData name="Loc Huynh" userId="80c0383e323bd6ea" providerId="LiveId" clId="{45D23C15-8B6E-3442-9B58-7B186F27CDA3}"/>
    <pc:docChg chg="undo redo custSel addSld delSld modSld sldOrd">
      <pc:chgData name="Loc Huynh" userId="80c0383e323bd6ea" providerId="LiveId" clId="{45D23C15-8B6E-3442-9B58-7B186F27CDA3}" dt="2023-09-25T10:02:18.672" v="11661" actId="123"/>
      <pc:docMkLst>
        <pc:docMk/>
      </pc:docMkLst>
      <pc:sldChg chg="modSp add del mod">
        <pc:chgData name="Loc Huynh" userId="80c0383e323bd6ea" providerId="LiveId" clId="{45D23C15-8B6E-3442-9B58-7B186F27CDA3}" dt="2023-09-25T01:56:40.393" v="5120" actId="2696"/>
        <pc:sldMkLst>
          <pc:docMk/>
          <pc:sldMk cId="1841662302" sldId="300"/>
        </pc:sldMkLst>
        <pc:spChg chg="mod">
          <ac:chgData name="Loc Huynh" userId="80c0383e323bd6ea" providerId="LiveId" clId="{45D23C15-8B6E-3442-9B58-7B186F27CDA3}" dt="2023-09-25T01:52:16.006" v="4999" actId="27636"/>
          <ac:spMkLst>
            <pc:docMk/>
            <pc:sldMk cId="1841662302" sldId="300"/>
            <ac:spMk id="2" creationId="{707B5CBE-3939-F54D-A22C-69B71CE11473}"/>
          </ac:spMkLst>
        </pc:spChg>
      </pc:sldChg>
      <pc:sldChg chg="modSp add mod">
        <pc:chgData name="Loc Huynh" userId="80c0383e323bd6ea" providerId="LiveId" clId="{45D23C15-8B6E-3442-9B58-7B186F27CDA3}" dt="2023-09-25T07:40:49.876" v="9856" actId="20577"/>
        <pc:sldMkLst>
          <pc:docMk/>
          <pc:sldMk cId="1614817535" sldId="304"/>
        </pc:sldMkLst>
        <pc:spChg chg="mod">
          <ac:chgData name="Loc Huynh" userId="80c0383e323bd6ea" providerId="LiveId" clId="{45D23C15-8B6E-3442-9B58-7B186F27CDA3}" dt="2023-09-25T07:40:49.876" v="9856" actId="20577"/>
          <ac:spMkLst>
            <pc:docMk/>
            <pc:sldMk cId="1614817535" sldId="304"/>
            <ac:spMk id="3" creationId="{F68C27CE-6A1E-0840-BC2F-D1738F041307}"/>
          </ac:spMkLst>
        </pc:spChg>
      </pc:sldChg>
      <pc:sldChg chg="del">
        <pc:chgData name="Loc Huynh" userId="80c0383e323bd6ea" providerId="LiveId" clId="{45D23C15-8B6E-3442-9B58-7B186F27CDA3}" dt="2023-09-18T00:56:33.420" v="23" actId="2696"/>
        <pc:sldMkLst>
          <pc:docMk/>
          <pc:sldMk cId="2463610150" sldId="304"/>
        </pc:sldMkLst>
      </pc:sldChg>
      <pc:sldChg chg="addSp modSp add del mod">
        <pc:chgData name="Loc Huynh" userId="80c0383e323bd6ea" providerId="LiveId" clId="{45D23C15-8B6E-3442-9B58-7B186F27CDA3}" dt="2023-09-25T09:46:14.354" v="11230" actId="2696"/>
        <pc:sldMkLst>
          <pc:docMk/>
          <pc:sldMk cId="2538837064" sldId="385"/>
        </pc:sldMkLst>
        <pc:spChg chg="mod">
          <ac:chgData name="Loc Huynh" userId="80c0383e323bd6ea" providerId="LiveId" clId="{45D23C15-8B6E-3442-9B58-7B186F27CDA3}" dt="2023-09-25T01:52:17.324" v="5027" actId="27636"/>
          <ac:spMkLst>
            <pc:docMk/>
            <pc:sldMk cId="2538837064" sldId="385"/>
            <ac:spMk id="2" creationId="{B47FBB48-7296-B043-B166-77771F65499C}"/>
          </ac:spMkLst>
        </pc:spChg>
        <pc:spChg chg="add mod">
          <ac:chgData name="Loc Huynh" userId="80c0383e323bd6ea" providerId="LiveId" clId="{45D23C15-8B6E-3442-9B58-7B186F27CDA3}" dt="2023-09-25T01:58:04.034" v="5160"/>
          <ac:spMkLst>
            <pc:docMk/>
            <pc:sldMk cId="2538837064" sldId="385"/>
            <ac:spMk id="5" creationId="{811D58DA-2461-92FC-9178-9A4E5B92FEB2}"/>
          </ac:spMkLst>
        </pc:spChg>
      </pc:sldChg>
      <pc:sldChg chg="add del">
        <pc:chgData name="Loc Huynh" userId="80c0383e323bd6ea" providerId="LiveId" clId="{45D23C15-8B6E-3442-9B58-7B186F27CDA3}" dt="2023-09-25T01:57:12.385" v="5150" actId="2696"/>
        <pc:sldMkLst>
          <pc:docMk/>
          <pc:sldMk cId="2590096522" sldId="386"/>
        </pc:sldMkLst>
      </pc:sldChg>
      <pc:sldChg chg="del">
        <pc:chgData name="Loc Huynh" userId="80c0383e323bd6ea" providerId="LiveId" clId="{45D23C15-8B6E-3442-9B58-7B186F27CDA3}" dt="2023-09-18T00:59:18.261" v="77" actId="2696"/>
        <pc:sldMkLst>
          <pc:docMk/>
          <pc:sldMk cId="2103274842" sldId="389"/>
        </pc:sldMkLst>
      </pc:sldChg>
      <pc:sldChg chg="del">
        <pc:chgData name="Loc Huynh" userId="80c0383e323bd6ea" providerId="LiveId" clId="{45D23C15-8B6E-3442-9B58-7B186F27CDA3}" dt="2023-09-18T00:59:18.302" v="88" actId="2696"/>
        <pc:sldMkLst>
          <pc:docMk/>
          <pc:sldMk cId="3109192718" sldId="390"/>
        </pc:sldMkLst>
      </pc:sldChg>
      <pc:sldChg chg="modSp mod">
        <pc:chgData name="Loc Huynh" userId="80c0383e323bd6ea" providerId="LiveId" clId="{45D23C15-8B6E-3442-9B58-7B186F27CDA3}" dt="2023-09-25T01:52:26.258" v="5032" actId="20577"/>
        <pc:sldMkLst>
          <pc:docMk/>
          <pc:sldMk cId="4095758079" sldId="393"/>
        </pc:sldMkLst>
        <pc:spChg chg="mod">
          <ac:chgData name="Loc Huynh" userId="80c0383e323bd6ea" providerId="LiveId" clId="{45D23C15-8B6E-3442-9B58-7B186F27CDA3}" dt="2023-09-25T01:52:26.258" v="5032" actId="20577"/>
          <ac:spMkLst>
            <pc:docMk/>
            <pc:sldMk cId="4095758079" sldId="393"/>
            <ac:spMk id="2" creationId="{00000000-0000-0000-0000-000000000000}"/>
          </ac:spMkLst>
        </pc:spChg>
        <pc:spChg chg="mod">
          <ac:chgData name="Loc Huynh" userId="80c0383e323bd6ea" providerId="LiveId" clId="{45D23C15-8B6E-3442-9B58-7B186F27CDA3}" dt="2023-09-20T02:40:37.290" v="4997" actId="114"/>
          <ac:spMkLst>
            <pc:docMk/>
            <pc:sldMk cId="4095758079" sldId="393"/>
            <ac:spMk id="4" creationId="{FB84735A-F5BB-4C4D-93E0-8DCF8CEA9FB1}"/>
          </ac:spMkLst>
        </pc:spChg>
      </pc:sldChg>
      <pc:sldChg chg="del">
        <pc:chgData name="Loc Huynh" userId="80c0383e323bd6ea" providerId="LiveId" clId="{45D23C15-8B6E-3442-9B58-7B186F27CDA3}" dt="2023-09-18T00:59:18.557" v="133" actId="2696"/>
        <pc:sldMkLst>
          <pc:docMk/>
          <pc:sldMk cId="2252125456" sldId="417"/>
        </pc:sldMkLst>
      </pc:sldChg>
      <pc:sldChg chg="del">
        <pc:chgData name="Loc Huynh" userId="80c0383e323bd6ea" providerId="LiveId" clId="{45D23C15-8B6E-3442-9B58-7B186F27CDA3}" dt="2023-09-18T00:59:18.311" v="91" actId="2696"/>
        <pc:sldMkLst>
          <pc:docMk/>
          <pc:sldMk cId="4156242330" sldId="418"/>
        </pc:sldMkLst>
      </pc:sldChg>
      <pc:sldChg chg="del">
        <pc:chgData name="Loc Huynh" userId="80c0383e323bd6ea" providerId="LiveId" clId="{45D23C15-8B6E-3442-9B58-7B186F27CDA3}" dt="2023-09-18T00:59:18.550" v="130" actId="2696"/>
        <pc:sldMkLst>
          <pc:docMk/>
          <pc:sldMk cId="1060857223" sldId="423"/>
        </pc:sldMkLst>
      </pc:sldChg>
      <pc:sldChg chg="del">
        <pc:chgData name="Loc Huynh" userId="80c0383e323bd6ea" providerId="LiveId" clId="{45D23C15-8B6E-3442-9B58-7B186F27CDA3}" dt="2023-09-18T00:59:18.393" v="108" actId="2696"/>
        <pc:sldMkLst>
          <pc:docMk/>
          <pc:sldMk cId="1639710476" sldId="424"/>
        </pc:sldMkLst>
      </pc:sldChg>
      <pc:sldChg chg="del">
        <pc:chgData name="Loc Huynh" userId="80c0383e323bd6ea" providerId="LiveId" clId="{45D23C15-8B6E-3442-9B58-7B186F27CDA3}" dt="2023-09-18T00:59:18.415" v="115" actId="2696"/>
        <pc:sldMkLst>
          <pc:docMk/>
          <pc:sldMk cId="3333566873" sldId="425"/>
        </pc:sldMkLst>
      </pc:sldChg>
      <pc:sldChg chg="del">
        <pc:chgData name="Loc Huynh" userId="80c0383e323bd6ea" providerId="LiveId" clId="{45D23C15-8B6E-3442-9B58-7B186F27CDA3}" dt="2023-09-18T00:59:18.564" v="136" actId="2696"/>
        <pc:sldMkLst>
          <pc:docMk/>
          <pc:sldMk cId="42986778" sldId="426"/>
        </pc:sldMkLst>
      </pc:sldChg>
      <pc:sldChg chg="del">
        <pc:chgData name="Loc Huynh" userId="80c0383e323bd6ea" providerId="LiveId" clId="{45D23C15-8B6E-3442-9B58-7B186F27CDA3}" dt="2023-09-18T00:59:18.477" v="125" actId="2696"/>
        <pc:sldMkLst>
          <pc:docMk/>
          <pc:sldMk cId="3400533864" sldId="427"/>
        </pc:sldMkLst>
      </pc:sldChg>
      <pc:sldChg chg="del">
        <pc:chgData name="Loc Huynh" userId="80c0383e323bd6ea" providerId="LiveId" clId="{45D23C15-8B6E-3442-9B58-7B186F27CDA3}" dt="2023-09-18T00:59:18.434" v="121" actId="2696"/>
        <pc:sldMkLst>
          <pc:docMk/>
          <pc:sldMk cId="1376264870" sldId="428"/>
        </pc:sldMkLst>
      </pc:sldChg>
      <pc:sldChg chg="del">
        <pc:chgData name="Loc Huynh" userId="80c0383e323bd6ea" providerId="LiveId" clId="{45D23C15-8B6E-3442-9B58-7B186F27CDA3}" dt="2023-09-18T00:59:18.480" v="126" actId="2696"/>
        <pc:sldMkLst>
          <pc:docMk/>
          <pc:sldMk cId="2750843972" sldId="429"/>
        </pc:sldMkLst>
      </pc:sldChg>
      <pc:sldChg chg="del">
        <pc:chgData name="Loc Huynh" userId="80c0383e323bd6ea" providerId="LiveId" clId="{45D23C15-8B6E-3442-9B58-7B186F27CDA3}" dt="2023-09-18T00:59:18.342" v="101" actId="2696"/>
        <pc:sldMkLst>
          <pc:docMk/>
          <pc:sldMk cId="892916379" sldId="430"/>
        </pc:sldMkLst>
      </pc:sldChg>
      <pc:sldChg chg="del">
        <pc:chgData name="Loc Huynh" userId="80c0383e323bd6ea" providerId="LiveId" clId="{45D23C15-8B6E-3442-9B58-7B186F27CDA3}" dt="2023-09-18T00:59:18.574" v="140" actId="2696"/>
        <pc:sldMkLst>
          <pc:docMk/>
          <pc:sldMk cId="1943365552" sldId="433"/>
        </pc:sldMkLst>
      </pc:sldChg>
      <pc:sldChg chg="del">
        <pc:chgData name="Loc Huynh" userId="80c0383e323bd6ea" providerId="LiveId" clId="{45D23C15-8B6E-3442-9B58-7B186F27CDA3}" dt="2023-09-18T00:59:18.304" v="89" actId="2696"/>
        <pc:sldMkLst>
          <pc:docMk/>
          <pc:sldMk cId="1953601379" sldId="434"/>
        </pc:sldMkLst>
      </pc:sldChg>
      <pc:sldChg chg="del">
        <pc:chgData name="Loc Huynh" userId="80c0383e323bd6ea" providerId="LiveId" clId="{45D23C15-8B6E-3442-9B58-7B186F27CDA3}" dt="2023-09-18T00:59:18.314" v="92" actId="2696"/>
        <pc:sldMkLst>
          <pc:docMk/>
          <pc:sldMk cId="41131106" sldId="436"/>
        </pc:sldMkLst>
      </pc:sldChg>
      <pc:sldChg chg="del">
        <pc:chgData name="Loc Huynh" userId="80c0383e323bd6ea" providerId="LiveId" clId="{45D23C15-8B6E-3442-9B58-7B186F27CDA3}" dt="2023-09-18T00:59:18.420" v="117" actId="2696"/>
        <pc:sldMkLst>
          <pc:docMk/>
          <pc:sldMk cId="3186563993" sldId="439"/>
        </pc:sldMkLst>
      </pc:sldChg>
      <pc:sldChg chg="del">
        <pc:chgData name="Loc Huynh" userId="80c0383e323bd6ea" providerId="LiveId" clId="{45D23C15-8B6E-3442-9B58-7B186F27CDA3}" dt="2023-09-18T00:59:18.375" v="102" actId="2696"/>
        <pc:sldMkLst>
          <pc:docMk/>
          <pc:sldMk cId="4080267677" sldId="440"/>
        </pc:sldMkLst>
      </pc:sldChg>
      <pc:sldChg chg="del">
        <pc:chgData name="Loc Huynh" userId="80c0383e323bd6ea" providerId="LiveId" clId="{45D23C15-8B6E-3442-9B58-7B186F27CDA3}" dt="2023-09-18T00:59:18.413" v="114" actId="2696"/>
        <pc:sldMkLst>
          <pc:docMk/>
          <pc:sldMk cId="2359405987" sldId="442"/>
        </pc:sldMkLst>
      </pc:sldChg>
      <pc:sldChg chg="del">
        <pc:chgData name="Loc Huynh" userId="80c0383e323bd6ea" providerId="LiveId" clId="{45D23C15-8B6E-3442-9B58-7B186F27CDA3}" dt="2023-09-18T00:59:18.474" v="124" actId="2696"/>
        <pc:sldMkLst>
          <pc:docMk/>
          <pc:sldMk cId="2035529738" sldId="443"/>
        </pc:sldMkLst>
      </pc:sldChg>
      <pc:sldChg chg="del">
        <pc:chgData name="Loc Huynh" userId="80c0383e323bd6ea" providerId="LiveId" clId="{45D23C15-8B6E-3442-9B58-7B186F27CDA3}" dt="2023-09-18T00:59:18.471" v="123" actId="2696"/>
        <pc:sldMkLst>
          <pc:docMk/>
          <pc:sldMk cId="4105547035" sldId="448"/>
        </pc:sldMkLst>
      </pc:sldChg>
      <pc:sldChg chg="del">
        <pc:chgData name="Loc Huynh" userId="80c0383e323bd6ea" providerId="LiveId" clId="{45D23C15-8B6E-3442-9B58-7B186F27CDA3}" dt="2023-09-18T00:59:18.277" v="81" actId="2696"/>
        <pc:sldMkLst>
          <pc:docMk/>
          <pc:sldMk cId="3450026280" sldId="450"/>
        </pc:sldMkLst>
      </pc:sldChg>
      <pc:sldChg chg="addSp delSp modSp add mod chgLayout">
        <pc:chgData name="Loc Huynh" userId="80c0383e323bd6ea" providerId="LiveId" clId="{45D23C15-8B6E-3442-9B58-7B186F27CDA3}" dt="2023-09-25T08:32:11.625" v="10262" actId="1076"/>
        <pc:sldMkLst>
          <pc:docMk/>
          <pc:sldMk cId="3684564904" sldId="450"/>
        </pc:sldMkLst>
        <pc:spChg chg="mod ord">
          <ac:chgData name="Loc Huynh" userId="80c0383e323bd6ea" providerId="LiveId" clId="{45D23C15-8B6E-3442-9B58-7B186F27CDA3}" dt="2023-09-25T06:38:15.040" v="8522" actId="700"/>
          <ac:spMkLst>
            <pc:docMk/>
            <pc:sldMk cId="3684564904" sldId="450"/>
            <ac:spMk id="2" creationId="{67D965CF-1D55-5443-919B-AC77503498CA}"/>
          </ac:spMkLst>
        </pc:spChg>
        <pc:spChg chg="add mod ord">
          <ac:chgData name="Loc Huynh" userId="80c0383e323bd6ea" providerId="LiveId" clId="{45D23C15-8B6E-3442-9B58-7B186F27CDA3}" dt="2023-09-25T06:38:15.040" v="8522" actId="700"/>
          <ac:spMkLst>
            <pc:docMk/>
            <pc:sldMk cId="3684564904" sldId="450"/>
            <ac:spMk id="3" creationId="{EFB7109C-EBC6-2533-0138-FA394843C750}"/>
          </ac:spMkLst>
        </pc:spChg>
        <pc:spChg chg="mod ord">
          <ac:chgData name="Loc Huynh" userId="80c0383e323bd6ea" providerId="LiveId" clId="{45D23C15-8B6E-3442-9B58-7B186F27CDA3}" dt="2023-09-25T06:38:15.040" v="8522" actId="700"/>
          <ac:spMkLst>
            <pc:docMk/>
            <pc:sldMk cId="3684564904" sldId="450"/>
            <ac:spMk id="4" creationId="{D0B4835D-B712-474E-B6B8-6C1BBDD99FFD}"/>
          </ac:spMkLst>
        </pc:spChg>
        <pc:spChg chg="mod">
          <ac:chgData name="Loc Huynh" userId="80c0383e323bd6ea" providerId="LiveId" clId="{45D23C15-8B6E-3442-9B58-7B186F27CDA3}" dt="2023-09-25T06:40:35.435" v="8554" actId="1038"/>
          <ac:spMkLst>
            <pc:docMk/>
            <pc:sldMk cId="3684564904" sldId="450"/>
            <ac:spMk id="7" creationId="{9CF46A69-C370-BC4E-A1B6-0D08CD7E7D51}"/>
          </ac:spMkLst>
        </pc:spChg>
        <pc:spChg chg="mod topLvl">
          <ac:chgData name="Loc Huynh" userId="80c0383e323bd6ea" providerId="LiveId" clId="{45D23C15-8B6E-3442-9B58-7B186F27CDA3}" dt="2023-09-25T06:40:31.049" v="8552" actId="1037"/>
          <ac:spMkLst>
            <pc:docMk/>
            <pc:sldMk cId="3684564904" sldId="450"/>
            <ac:spMk id="17" creationId="{1D49ED6A-D2BF-904D-89D1-4D1A424F1D64}"/>
          </ac:spMkLst>
        </pc:spChg>
        <pc:spChg chg="mod topLvl modVis">
          <ac:chgData name="Loc Huynh" userId="80c0383e323bd6ea" providerId="LiveId" clId="{45D23C15-8B6E-3442-9B58-7B186F27CDA3}" dt="2023-09-25T06:40:31.049" v="8552" actId="1037"/>
          <ac:spMkLst>
            <pc:docMk/>
            <pc:sldMk cId="3684564904" sldId="450"/>
            <ac:spMk id="40" creationId="{4AD91694-FAB9-C045-8217-041E03E5601A}"/>
          </ac:spMkLst>
        </pc:spChg>
        <pc:spChg chg="add mod ord">
          <ac:chgData name="Loc Huynh" userId="80c0383e323bd6ea" providerId="LiveId" clId="{45D23C15-8B6E-3442-9B58-7B186F27CDA3}" dt="2023-09-25T06:40:31.049" v="8552" actId="1037"/>
          <ac:spMkLst>
            <pc:docMk/>
            <pc:sldMk cId="3684564904" sldId="450"/>
            <ac:spMk id="49" creationId="{2D19ED63-03B6-0322-1F2C-EDF2A33ABFD0}"/>
          </ac:spMkLst>
        </pc:spChg>
        <pc:spChg chg="add mod ord">
          <ac:chgData name="Loc Huynh" userId="80c0383e323bd6ea" providerId="LiveId" clId="{45D23C15-8B6E-3442-9B58-7B186F27CDA3}" dt="2023-09-25T06:40:05.288" v="8545" actId="20577"/>
          <ac:spMkLst>
            <pc:docMk/>
            <pc:sldMk cId="3684564904" sldId="450"/>
            <ac:spMk id="51" creationId="{D6CD0E19-517E-9FDB-C417-EAC226090B61}"/>
          </ac:spMkLst>
        </pc:spChg>
        <pc:spChg chg="mod topLvl modVis">
          <ac:chgData name="Loc Huynh" userId="80c0383e323bd6ea" providerId="LiveId" clId="{45D23C15-8B6E-3442-9B58-7B186F27CDA3}" dt="2023-09-25T06:40:31.049" v="8552" actId="1037"/>
          <ac:spMkLst>
            <pc:docMk/>
            <pc:sldMk cId="3684564904" sldId="450"/>
            <ac:spMk id="80" creationId="{84E1CBDB-0824-DE4A-B773-540E7DC41511}"/>
          </ac:spMkLst>
        </pc:spChg>
        <pc:spChg chg="mod topLvl modVis">
          <ac:chgData name="Loc Huynh" userId="80c0383e323bd6ea" providerId="LiveId" clId="{45D23C15-8B6E-3442-9B58-7B186F27CDA3}" dt="2023-09-25T06:40:31.049" v="8552" actId="1037"/>
          <ac:spMkLst>
            <pc:docMk/>
            <pc:sldMk cId="3684564904" sldId="450"/>
            <ac:spMk id="81" creationId="{B67B6D66-67A8-B346-93BE-46B7B6D04AB1}"/>
          </ac:spMkLst>
        </pc:spChg>
        <pc:spChg chg="mod topLvl modVis">
          <ac:chgData name="Loc Huynh" userId="80c0383e323bd6ea" providerId="LiveId" clId="{45D23C15-8B6E-3442-9B58-7B186F27CDA3}" dt="2023-09-25T06:40:31.049" v="8552" actId="1037"/>
          <ac:spMkLst>
            <pc:docMk/>
            <pc:sldMk cId="3684564904" sldId="450"/>
            <ac:spMk id="82" creationId="{FC606DEC-57F9-114F-BD6A-038454852C54}"/>
          </ac:spMkLst>
        </pc:spChg>
        <pc:spChg chg="mod topLvl">
          <ac:chgData name="Loc Huynh" userId="80c0383e323bd6ea" providerId="LiveId" clId="{45D23C15-8B6E-3442-9B58-7B186F27CDA3}" dt="2023-09-25T06:40:31.049" v="8552" actId="1037"/>
          <ac:spMkLst>
            <pc:docMk/>
            <pc:sldMk cId="3684564904" sldId="450"/>
            <ac:spMk id="84" creationId="{84F261A9-A37A-6B46-9F7C-184101463149}"/>
          </ac:spMkLst>
        </pc:spChg>
        <pc:spChg chg="mod topLvl">
          <ac:chgData name="Loc Huynh" userId="80c0383e323bd6ea" providerId="LiveId" clId="{45D23C15-8B6E-3442-9B58-7B186F27CDA3}" dt="2023-09-25T06:40:31.049" v="8552" actId="1037"/>
          <ac:spMkLst>
            <pc:docMk/>
            <pc:sldMk cId="3684564904" sldId="450"/>
            <ac:spMk id="87" creationId="{2C98DD2C-AE4F-194E-B071-DF7E69B106DA}"/>
          </ac:spMkLst>
        </pc:spChg>
        <pc:spChg chg="mod topLvl">
          <ac:chgData name="Loc Huynh" userId="80c0383e323bd6ea" providerId="LiveId" clId="{45D23C15-8B6E-3442-9B58-7B186F27CDA3}" dt="2023-09-25T08:32:11.625" v="10262" actId="1076"/>
          <ac:spMkLst>
            <pc:docMk/>
            <pc:sldMk cId="3684564904" sldId="450"/>
            <ac:spMk id="89" creationId="{0A2DDFBA-DB62-4A4A-8779-771F5B028FB1}"/>
          </ac:spMkLst>
        </pc:spChg>
        <pc:spChg chg="mod topLvl">
          <ac:chgData name="Loc Huynh" userId="80c0383e323bd6ea" providerId="LiveId" clId="{45D23C15-8B6E-3442-9B58-7B186F27CDA3}" dt="2023-09-25T06:40:31.049" v="8552" actId="1037"/>
          <ac:spMkLst>
            <pc:docMk/>
            <pc:sldMk cId="3684564904" sldId="450"/>
            <ac:spMk id="92" creationId="{DBCF9BF7-2520-C843-AC62-0FD754524924}"/>
          </ac:spMkLst>
        </pc:spChg>
        <pc:spChg chg="mod topLvl">
          <ac:chgData name="Loc Huynh" userId="80c0383e323bd6ea" providerId="LiveId" clId="{45D23C15-8B6E-3442-9B58-7B186F27CDA3}" dt="2023-09-25T06:40:31.049" v="8552" actId="1037"/>
          <ac:spMkLst>
            <pc:docMk/>
            <pc:sldMk cId="3684564904" sldId="450"/>
            <ac:spMk id="93" creationId="{D0AA4E62-97C1-F449-9653-4CC70B88416F}"/>
          </ac:spMkLst>
        </pc:spChg>
        <pc:spChg chg="mod topLvl">
          <ac:chgData name="Loc Huynh" userId="80c0383e323bd6ea" providerId="LiveId" clId="{45D23C15-8B6E-3442-9B58-7B186F27CDA3}" dt="2023-09-25T06:40:31.049" v="8552" actId="1037"/>
          <ac:spMkLst>
            <pc:docMk/>
            <pc:sldMk cId="3684564904" sldId="450"/>
            <ac:spMk id="94" creationId="{D6945DF8-6988-F848-98D2-04ECB4CE1416}"/>
          </ac:spMkLst>
        </pc:spChg>
        <pc:spChg chg="mod topLvl">
          <ac:chgData name="Loc Huynh" userId="80c0383e323bd6ea" providerId="LiveId" clId="{45D23C15-8B6E-3442-9B58-7B186F27CDA3}" dt="2023-09-25T06:40:31.049" v="8552" actId="1037"/>
          <ac:spMkLst>
            <pc:docMk/>
            <pc:sldMk cId="3684564904" sldId="450"/>
            <ac:spMk id="98" creationId="{B187D824-02DC-F64F-B8F6-D271566A4A00}"/>
          </ac:spMkLst>
        </pc:spChg>
        <pc:spChg chg="del mod">
          <ac:chgData name="Loc Huynh" userId="80c0383e323bd6ea" providerId="LiveId" clId="{45D23C15-8B6E-3442-9B58-7B186F27CDA3}" dt="2023-09-25T06:40:00.739" v="8542" actId="478"/>
          <ac:spMkLst>
            <pc:docMk/>
            <pc:sldMk cId="3684564904" sldId="450"/>
            <ac:spMk id="121" creationId="{B36BC8C5-A614-5D4B-A6AE-BAEE199BD9A3}"/>
          </ac:spMkLst>
        </pc:spChg>
        <pc:spChg chg="mod">
          <ac:chgData name="Loc Huynh" userId="80c0383e323bd6ea" providerId="LiveId" clId="{45D23C15-8B6E-3442-9B58-7B186F27CDA3}" dt="2023-09-25T06:39:49.788" v="8541" actId="13822"/>
          <ac:spMkLst>
            <pc:docMk/>
            <pc:sldMk cId="3684564904" sldId="450"/>
            <ac:spMk id="123" creationId="{78A7A473-FB99-6E46-BF38-131319B1554D}"/>
          </ac:spMkLst>
        </pc:spChg>
        <pc:grpChg chg="add del mod">
          <ac:chgData name="Loc Huynh" userId="80c0383e323bd6ea" providerId="LiveId" clId="{45D23C15-8B6E-3442-9B58-7B186F27CDA3}" dt="2023-09-25T06:27:23.297" v="8357" actId="165"/>
          <ac:grpSpMkLst>
            <pc:docMk/>
            <pc:sldMk cId="3684564904" sldId="450"/>
            <ac:grpSpMk id="38" creationId="{4E2C50E8-17A1-3844-9D79-1BCEEE250619}"/>
          </ac:grpSpMkLst>
        </pc:grpChg>
        <pc:grpChg chg="add del mod">
          <ac:chgData name="Loc Huynh" userId="80c0383e323bd6ea" providerId="LiveId" clId="{45D23C15-8B6E-3442-9B58-7B186F27CDA3}" dt="2023-09-25T06:27:36.150" v="8361" actId="164"/>
          <ac:grpSpMkLst>
            <pc:docMk/>
            <pc:sldMk cId="3684564904" sldId="450"/>
            <ac:grpSpMk id="46" creationId="{D721280D-6D3A-B7C0-7240-DCF571AD3379}"/>
          </ac:grpSpMkLst>
        </pc:grpChg>
        <pc:grpChg chg="add del mod">
          <ac:chgData name="Loc Huynh" userId="80c0383e323bd6ea" providerId="LiveId" clId="{45D23C15-8B6E-3442-9B58-7B186F27CDA3}" dt="2023-09-25T06:27:44.846" v="8365" actId="164"/>
          <ac:grpSpMkLst>
            <pc:docMk/>
            <pc:sldMk cId="3684564904" sldId="450"/>
            <ac:grpSpMk id="47" creationId="{01934FCD-7C3E-B5F0-6227-81A0A35A8F83}"/>
          </ac:grpSpMkLst>
        </pc:grpChg>
        <pc:grpChg chg="add del mod">
          <ac:chgData name="Loc Huynh" userId="80c0383e323bd6ea" providerId="LiveId" clId="{45D23C15-8B6E-3442-9B58-7B186F27CDA3}" dt="2023-09-25T06:34:38.790" v="8487" actId="165"/>
          <ac:grpSpMkLst>
            <pc:docMk/>
            <pc:sldMk cId="3684564904" sldId="450"/>
            <ac:grpSpMk id="48" creationId="{5D050586-A01D-7C4C-3DE1-DBA1D8EFD56E}"/>
          </ac:grpSpMkLst>
        </pc:grpChg>
        <pc:grpChg chg="add mod">
          <ac:chgData name="Loc Huynh" userId="80c0383e323bd6ea" providerId="LiveId" clId="{45D23C15-8B6E-3442-9B58-7B186F27CDA3}" dt="2023-09-25T06:40:31.049" v="8552" actId="1037"/>
          <ac:grpSpMkLst>
            <pc:docMk/>
            <pc:sldMk cId="3684564904" sldId="450"/>
            <ac:grpSpMk id="50" creationId="{0E6BA808-DA03-5513-FA80-71E393B22819}"/>
          </ac:grpSpMkLst>
        </pc:grpChg>
        <pc:picChg chg="del mod topLvl">
          <ac:chgData name="Loc Huynh" userId="80c0383e323bd6ea" providerId="LiveId" clId="{45D23C15-8B6E-3442-9B58-7B186F27CDA3}" dt="2023-09-25T06:33:51.576" v="8479" actId="478"/>
          <ac:picMkLst>
            <pc:docMk/>
            <pc:sldMk cId="3684564904" sldId="450"/>
            <ac:picMk id="74" creationId="{7A857FE1-E5E1-DE41-8D67-A7B83E15C810}"/>
          </ac:picMkLst>
        </pc:picChg>
        <pc:picChg chg="mod topLvl">
          <ac:chgData name="Loc Huynh" userId="80c0383e323bd6ea" providerId="LiveId" clId="{45D23C15-8B6E-3442-9B58-7B186F27CDA3}" dt="2023-09-25T06:40:31.049" v="8552" actId="1037"/>
          <ac:picMkLst>
            <pc:docMk/>
            <pc:sldMk cId="3684564904" sldId="450"/>
            <ac:picMk id="83" creationId="{717FAC44-AB35-8D4B-BA81-0342A7622107}"/>
          </ac:picMkLst>
        </pc:picChg>
        <pc:picChg chg="mod topLvl">
          <ac:chgData name="Loc Huynh" userId="80c0383e323bd6ea" providerId="LiveId" clId="{45D23C15-8B6E-3442-9B58-7B186F27CDA3}" dt="2023-09-25T06:40:31.049" v="8552" actId="1037"/>
          <ac:picMkLst>
            <pc:docMk/>
            <pc:sldMk cId="3684564904" sldId="450"/>
            <ac:picMk id="86" creationId="{31AB76A4-19C9-7744-98F4-93A2D3DB732F}"/>
          </ac:picMkLst>
        </pc:picChg>
        <pc:picChg chg="mod topLvl">
          <ac:chgData name="Loc Huynh" userId="80c0383e323bd6ea" providerId="LiveId" clId="{45D23C15-8B6E-3442-9B58-7B186F27CDA3}" dt="2023-09-25T06:40:31.049" v="8552" actId="1037"/>
          <ac:picMkLst>
            <pc:docMk/>
            <pc:sldMk cId="3684564904" sldId="450"/>
            <ac:picMk id="91" creationId="{DB3D45F2-48DA-3847-ACC0-88CCFFCCEE12}"/>
          </ac:picMkLst>
        </pc:picChg>
        <pc:picChg chg="mod topLvl">
          <ac:chgData name="Loc Huynh" userId="80c0383e323bd6ea" providerId="LiveId" clId="{45D23C15-8B6E-3442-9B58-7B186F27CDA3}" dt="2023-09-25T06:40:31.049" v="8552" actId="1037"/>
          <ac:picMkLst>
            <pc:docMk/>
            <pc:sldMk cId="3684564904" sldId="450"/>
            <ac:picMk id="97" creationId="{2E72505F-B940-A24F-8F92-5E19B0779AB3}"/>
          </ac:picMkLst>
        </pc:picChg>
        <pc:picChg chg="mod">
          <ac:chgData name="Loc Huynh" userId="80c0383e323bd6ea" providerId="LiveId" clId="{45D23C15-8B6E-3442-9B58-7B186F27CDA3}" dt="2023-09-25T06:30:40.898" v="8413" actId="1076"/>
          <ac:picMkLst>
            <pc:docMk/>
            <pc:sldMk cId="3684564904" sldId="450"/>
            <ac:picMk id="124" creationId="{2312048A-7D9D-E64D-B966-729B8FAC6CC5}"/>
          </ac:picMkLst>
        </pc:picChg>
        <pc:cxnChg chg="add mod topLvl">
          <ac:chgData name="Loc Huynh" userId="80c0383e323bd6ea" providerId="LiveId" clId="{45D23C15-8B6E-3442-9B58-7B186F27CDA3}" dt="2023-09-25T06:40:31.049" v="8552" actId="1037"/>
          <ac:cxnSpMkLst>
            <pc:docMk/>
            <pc:sldMk cId="3684564904" sldId="450"/>
            <ac:cxnSpMk id="21" creationId="{718837BC-81F8-7FA4-A39A-C68EF7C2A0EE}"/>
          </ac:cxnSpMkLst>
        </pc:cxnChg>
        <pc:cxnChg chg="add mod topLvl modVis">
          <ac:chgData name="Loc Huynh" userId="80c0383e323bd6ea" providerId="LiveId" clId="{45D23C15-8B6E-3442-9B58-7B186F27CDA3}" dt="2023-09-25T06:40:31.049" v="8552" actId="1037"/>
          <ac:cxnSpMkLst>
            <pc:docMk/>
            <pc:sldMk cId="3684564904" sldId="450"/>
            <ac:cxnSpMk id="32" creationId="{57C29BCB-13D2-FA2C-01C0-AC35ECF77386}"/>
          </ac:cxnSpMkLst>
        </pc:cxnChg>
        <pc:cxnChg chg="add mod topLvl">
          <ac:chgData name="Loc Huynh" userId="80c0383e323bd6ea" providerId="LiveId" clId="{45D23C15-8B6E-3442-9B58-7B186F27CDA3}" dt="2023-09-25T06:40:31.049" v="8552" actId="1037"/>
          <ac:cxnSpMkLst>
            <pc:docMk/>
            <pc:sldMk cId="3684564904" sldId="450"/>
            <ac:cxnSpMk id="37" creationId="{4AD55D6F-05B2-7378-B258-A2F66E4736B8}"/>
          </ac:cxnSpMkLst>
        </pc:cxnChg>
        <pc:cxnChg chg="del mod">
          <ac:chgData name="Loc Huynh" userId="80c0383e323bd6ea" providerId="LiveId" clId="{45D23C15-8B6E-3442-9B58-7B186F27CDA3}" dt="2023-09-25T06:21:55.022" v="8266" actId="478"/>
          <ac:cxnSpMkLst>
            <pc:docMk/>
            <pc:sldMk cId="3684564904" sldId="450"/>
            <ac:cxnSpMk id="41" creationId="{F3A05E0F-2B05-EF4E-B075-9CEF84799601}"/>
          </ac:cxnSpMkLst>
        </pc:cxnChg>
        <pc:cxnChg chg="del mod">
          <ac:chgData name="Loc Huynh" userId="80c0383e323bd6ea" providerId="LiveId" clId="{45D23C15-8B6E-3442-9B58-7B186F27CDA3}" dt="2023-09-25T06:25:37.292" v="8328" actId="478"/>
          <ac:cxnSpMkLst>
            <pc:docMk/>
            <pc:sldMk cId="3684564904" sldId="450"/>
            <ac:cxnSpMk id="42" creationId="{943CCA68-B923-4043-AF31-16C1C1AB5337}"/>
          </ac:cxnSpMkLst>
        </pc:cxnChg>
        <pc:cxnChg chg="mod topLvl">
          <ac:chgData name="Loc Huynh" userId="80c0383e323bd6ea" providerId="LiveId" clId="{45D23C15-8B6E-3442-9B58-7B186F27CDA3}" dt="2023-09-25T06:40:31.049" v="8552" actId="1037"/>
          <ac:cxnSpMkLst>
            <pc:docMk/>
            <pc:sldMk cId="3684564904" sldId="450"/>
            <ac:cxnSpMk id="76" creationId="{A1B789AE-D351-974F-A473-45348535C3D4}"/>
          </ac:cxnSpMkLst>
        </pc:cxnChg>
        <pc:cxnChg chg="mod topLvl">
          <ac:chgData name="Loc Huynh" userId="80c0383e323bd6ea" providerId="LiveId" clId="{45D23C15-8B6E-3442-9B58-7B186F27CDA3}" dt="2023-09-25T06:40:31.049" v="8552" actId="1037"/>
          <ac:cxnSpMkLst>
            <pc:docMk/>
            <pc:sldMk cId="3684564904" sldId="450"/>
            <ac:cxnSpMk id="85" creationId="{D2342530-755D-2640-8C9A-6782474FD317}"/>
          </ac:cxnSpMkLst>
        </pc:cxnChg>
        <pc:cxnChg chg="mod topLvl">
          <ac:chgData name="Loc Huynh" userId="80c0383e323bd6ea" providerId="LiveId" clId="{45D23C15-8B6E-3442-9B58-7B186F27CDA3}" dt="2023-09-25T06:40:31.049" v="8552" actId="1037"/>
          <ac:cxnSpMkLst>
            <pc:docMk/>
            <pc:sldMk cId="3684564904" sldId="450"/>
            <ac:cxnSpMk id="90" creationId="{4D1B8326-B687-8343-B61A-3A38218C805F}"/>
          </ac:cxnSpMkLst>
        </pc:cxnChg>
        <pc:cxnChg chg="mod topLvl">
          <ac:chgData name="Loc Huynh" userId="80c0383e323bd6ea" providerId="LiveId" clId="{45D23C15-8B6E-3442-9B58-7B186F27CDA3}" dt="2023-09-25T06:40:31.049" v="8552" actId="1037"/>
          <ac:cxnSpMkLst>
            <pc:docMk/>
            <pc:sldMk cId="3684564904" sldId="450"/>
            <ac:cxnSpMk id="95" creationId="{8443B2B4-0083-B04B-9755-471813F813F1}"/>
          </ac:cxnSpMkLst>
        </pc:cxnChg>
        <pc:cxnChg chg="del mod">
          <ac:chgData name="Loc Huynh" userId="80c0383e323bd6ea" providerId="LiveId" clId="{45D23C15-8B6E-3442-9B58-7B186F27CDA3}" dt="2023-09-25T06:25:41.149" v="8331" actId="478"/>
          <ac:cxnSpMkLst>
            <pc:docMk/>
            <pc:sldMk cId="3684564904" sldId="450"/>
            <ac:cxnSpMk id="96" creationId="{D56FEA62-87EB-5F49-9338-586D763D2DAC}"/>
          </ac:cxnSpMkLst>
        </pc:cxnChg>
      </pc:sldChg>
      <pc:sldChg chg="del">
        <pc:chgData name="Loc Huynh" userId="80c0383e323bd6ea" providerId="LiveId" clId="{45D23C15-8B6E-3442-9B58-7B186F27CDA3}" dt="2023-09-18T00:59:18.426" v="119" actId="2696"/>
        <pc:sldMkLst>
          <pc:docMk/>
          <pc:sldMk cId="2343509165" sldId="451"/>
        </pc:sldMkLst>
      </pc:sldChg>
      <pc:sldChg chg="del">
        <pc:chgData name="Loc Huynh" userId="80c0383e323bd6ea" providerId="LiveId" clId="{45D23C15-8B6E-3442-9B58-7B186F27CDA3}" dt="2023-09-18T00:59:18.430" v="120" actId="2696"/>
        <pc:sldMkLst>
          <pc:docMk/>
          <pc:sldMk cId="547251480" sldId="452"/>
        </pc:sldMkLst>
      </pc:sldChg>
      <pc:sldChg chg="del">
        <pc:chgData name="Loc Huynh" userId="80c0383e323bd6ea" providerId="LiveId" clId="{45D23C15-8B6E-3442-9B58-7B186F27CDA3}" dt="2023-09-18T00:59:18.272" v="80" actId="2696"/>
        <pc:sldMkLst>
          <pc:docMk/>
          <pc:sldMk cId="2538116365" sldId="455"/>
        </pc:sldMkLst>
      </pc:sldChg>
      <pc:sldChg chg="del">
        <pc:chgData name="Loc Huynh" userId="80c0383e323bd6ea" providerId="LiveId" clId="{45D23C15-8B6E-3442-9B58-7B186F27CDA3}" dt="2023-09-18T00:59:18.524" v="127" actId="2696"/>
        <pc:sldMkLst>
          <pc:docMk/>
          <pc:sldMk cId="336719145" sldId="456"/>
        </pc:sldMkLst>
      </pc:sldChg>
      <pc:sldChg chg="del">
        <pc:chgData name="Loc Huynh" userId="80c0383e323bd6ea" providerId="LiveId" clId="{45D23C15-8B6E-3442-9B58-7B186F27CDA3}" dt="2023-09-18T00:59:18.327" v="96" actId="2696"/>
        <pc:sldMkLst>
          <pc:docMk/>
          <pc:sldMk cId="844610759" sldId="457"/>
        </pc:sldMkLst>
      </pc:sldChg>
      <pc:sldChg chg="del">
        <pc:chgData name="Loc Huynh" userId="80c0383e323bd6ea" providerId="LiveId" clId="{45D23C15-8B6E-3442-9B58-7B186F27CDA3}" dt="2023-09-18T00:59:18.380" v="104" actId="2696"/>
        <pc:sldMkLst>
          <pc:docMk/>
          <pc:sldMk cId="1501404333" sldId="458"/>
        </pc:sldMkLst>
      </pc:sldChg>
      <pc:sldChg chg="del">
        <pc:chgData name="Loc Huynh" userId="80c0383e323bd6ea" providerId="LiveId" clId="{45D23C15-8B6E-3442-9B58-7B186F27CDA3}" dt="2023-09-18T00:59:18.330" v="97" actId="2696"/>
        <pc:sldMkLst>
          <pc:docMk/>
          <pc:sldMk cId="760621709" sldId="459"/>
        </pc:sldMkLst>
      </pc:sldChg>
      <pc:sldChg chg="del">
        <pc:chgData name="Loc Huynh" userId="80c0383e323bd6ea" providerId="LiveId" clId="{45D23C15-8B6E-3442-9B58-7B186F27CDA3}" dt="2023-09-18T00:59:18.265" v="78" actId="2696"/>
        <pc:sldMkLst>
          <pc:docMk/>
          <pc:sldMk cId="547033570" sldId="460"/>
        </pc:sldMkLst>
      </pc:sldChg>
      <pc:sldChg chg="del">
        <pc:chgData name="Loc Huynh" userId="80c0383e323bd6ea" providerId="LiveId" clId="{45D23C15-8B6E-3442-9B58-7B186F27CDA3}" dt="2023-09-18T00:59:18.545" v="128" actId="2696"/>
        <pc:sldMkLst>
          <pc:docMk/>
          <pc:sldMk cId="2304379650" sldId="461"/>
        </pc:sldMkLst>
      </pc:sldChg>
      <pc:sldChg chg="del">
        <pc:chgData name="Loc Huynh" userId="80c0383e323bd6ea" providerId="LiveId" clId="{45D23C15-8B6E-3442-9B58-7B186F27CDA3}" dt="2023-09-18T00:59:18.615" v="141" actId="2696"/>
        <pc:sldMkLst>
          <pc:docMk/>
          <pc:sldMk cId="1909827065" sldId="462"/>
        </pc:sldMkLst>
      </pc:sldChg>
      <pc:sldChg chg="del">
        <pc:chgData name="Loc Huynh" userId="80c0383e323bd6ea" providerId="LiveId" clId="{45D23C15-8B6E-3442-9B58-7B186F27CDA3}" dt="2023-09-18T00:59:18.555" v="132" actId="2696"/>
        <pc:sldMkLst>
          <pc:docMk/>
          <pc:sldMk cId="1184405224" sldId="463"/>
        </pc:sldMkLst>
      </pc:sldChg>
      <pc:sldChg chg="del">
        <pc:chgData name="Loc Huynh" userId="80c0383e323bd6ea" providerId="LiveId" clId="{45D23C15-8B6E-3442-9B58-7B186F27CDA3}" dt="2023-09-18T00:59:18.318" v="93" actId="2696"/>
        <pc:sldMkLst>
          <pc:docMk/>
          <pc:sldMk cId="3184868754" sldId="464"/>
        </pc:sldMkLst>
      </pc:sldChg>
      <pc:sldChg chg="del">
        <pc:chgData name="Loc Huynh" userId="80c0383e323bd6ea" providerId="LiveId" clId="{45D23C15-8B6E-3442-9B58-7B186F27CDA3}" dt="2023-09-18T00:59:18.339" v="100" actId="2696"/>
        <pc:sldMkLst>
          <pc:docMk/>
          <pc:sldMk cId="1313697068" sldId="465"/>
        </pc:sldMkLst>
      </pc:sldChg>
      <pc:sldChg chg="del">
        <pc:chgData name="Loc Huynh" userId="80c0383e323bd6ea" providerId="LiveId" clId="{45D23C15-8B6E-3442-9B58-7B186F27CDA3}" dt="2023-09-18T00:59:18.282" v="82" actId="2696"/>
        <pc:sldMkLst>
          <pc:docMk/>
          <pc:sldMk cId="1200658594" sldId="466"/>
        </pc:sldMkLst>
      </pc:sldChg>
      <pc:sldChg chg="del">
        <pc:chgData name="Loc Huynh" userId="80c0383e323bd6ea" providerId="LiveId" clId="{45D23C15-8B6E-3442-9B58-7B186F27CDA3}" dt="2023-09-18T00:59:18.570" v="138" actId="2696"/>
        <pc:sldMkLst>
          <pc:docMk/>
          <pc:sldMk cId="344793592" sldId="467"/>
        </pc:sldMkLst>
      </pc:sldChg>
      <pc:sldChg chg="del">
        <pc:chgData name="Loc Huynh" userId="80c0383e323bd6ea" providerId="LiveId" clId="{45D23C15-8B6E-3442-9B58-7B186F27CDA3}" dt="2023-09-18T00:59:18.308" v="90" actId="2696"/>
        <pc:sldMkLst>
          <pc:docMk/>
          <pc:sldMk cId="3122522420" sldId="468"/>
        </pc:sldMkLst>
      </pc:sldChg>
      <pc:sldChg chg="del">
        <pc:chgData name="Loc Huynh" userId="80c0383e323bd6ea" providerId="LiveId" clId="{45D23C15-8B6E-3442-9B58-7B186F27CDA3}" dt="2023-09-18T00:59:18.389" v="107" actId="2696"/>
        <pc:sldMkLst>
          <pc:docMk/>
          <pc:sldMk cId="1770153382" sldId="469"/>
        </pc:sldMkLst>
      </pc:sldChg>
      <pc:sldChg chg="del">
        <pc:chgData name="Loc Huynh" userId="80c0383e323bd6ea" providerId="LiveId" clId="{45D23C15-8B6E-3442-9B58-7B186F27CDA3}" dt="2023-09-18T00:59:18.297" v="87" actId="2696"/>
        <pc:sldMkLst>
          <pc:docMk/>
          <pc:sldMk cId="3684564904" sldId="470"/>
        </pc:sldMkLst>
      </pc:sldChg>
      <pc:sldChg chg="add del">
        <pc:chgData name="Loc Huynh" userId="80c0383e323bd6ea" providerId="LiveId" clId="{45D23C15-8B6E-3442-9B58-7B186F27CDA3}" dt="2023-09-25T01:52:31.796" v="5033" actId="2696"/>
        <pc:sldMkLst>
          <pc:docMk/>
          <pc:sldMk cId="0" sldId="471"/>
        </pc:sldMkLst>
      </pc:sldChg>
      <pc:sldChg chg="del">
        <pc:chgData name="Loc Huynh" userId="80c0383e323bd6ea" providerId="LiveId" clId="{45D23C15-8B6E-3442-9B58-7B186F27CDA3}" dt="2023-09-18T00:59:18.396" v="109" actId="2696"/>
        <pc:sldMkLst>
          <pc:docMk/>
          <pc:sldMk cId="1997632837" sldId="471"/>
        </pc:sldMkLst>
      </pc:sldChg>
      <pc:sldChg chg="addSp modSp add mod chgLayout">
        <pc:chgData name="Loc Huynh" userId="80c0383e323bd6ea" providerId="LiveId" clId="{45D23C15-8B6E-3442-9B58-7B186F27CDA3}" dt="2023-09-25T01:59:04.371" v="5172" actId="700"/>
        <pc:sldMkLst>
          <pc:docMk/>
          <pc:sldMk cId="2897397870" sldId="472"/>
        </pc:sldMkLst>
        <pc:spChg chg="mod ord">
          <ac:chgData name="Loc Huynh" userId="80c0383e323bd6ea" providerId="LiveId" clId="{45D23C15-8B6E-3442-9B58-7B186F27CDA3}" dt="2023-09-25T01:59:04.371" v="5172" actId="700"/>
          <ac:spMkLst>
            <pc:docMk/>
            <pc:sldMk cId="2897397870" sldId="472"/>
            <ac:spMk id="2" creationId="{1C111DD4-D6F5-0741-8C18-D64693B57757}"/>
          </ac:spMkLst>
        </pc:spChg>
        <pc:spChg chg="mod ord">
          <ac:chgData name="Loc Huynh" userId="80c0383e323bd6ea" providerId="LiveId" clId="{45D23C15-8B6E-3442-9B58-7B186F27CDA3}" dt="2023-09-25T01:59:04.371" v="5172" actId="700"/>
          <ac:spMkLst>
            <pc:docMk/>
            <pc:sldMk cId="2897397870" sldId="472"/>
            <ac:spMk id="3" creationId="{7F7DFE1E-8A2D-6145-BBE1-74889E55A8BD}"/>
          </ac:spMkLst>
        </pc:spChg>
        <pc:spChg chg="mod ord">
          <ac:chgData name="Loc Huynh" userId="80c0383e323bd6ea" providerId="LiveId" clId="{45D23C15-8B6E-3442-9B58-7B186F27CDA3}" dt="2023-09-25T01:59:04.371" v="5172" actId="700"/>
          <ac:spMkLst>
            <pc:docMk/>
            <pc:sldMk cId="2897397870" sldId="472"/>
            <ac:spMk id="4" creationId="{3DF2F3A0-B11D-C945-844B-13BB2613F0DD}"/>
          </ac:spMkLst>
        </pc:spChg>
        <pc:spChg chg="add mod ord">
          <ac:chgData name="Loc Huynh" userId="80c0383e323bd6ea" providerId="LiveId" clId="{45D23C15-8B6E-3442-9B58-7B186F27CDA3}" dt="2023-09-25T01:59:04.371" v="5172" actId="700"/>
          <ac:spMkLst>
            <pc:docMk/>
            <pc:sldMk cId="2897397870" sldId="472"/>
            <ac:spMk id="5" creationId="{AE9B00DB-2BC2-A0AC-90A9-F5195D96D6EB}"/>
          </ac:spMkLst>
        </pc:spChg>
        <pc:spChg chg="mod">
          <ac:chgData name="Loc Huynh" userId="80c0383e323bd6ea" providerId="LiveId" clId="{45D23C15-8B6E-3442-9B58-7B186F27CDA3}" dt="2023-09-25T01:58:53.748" v="5171" actId="1076"/>
          <ac:spMkLst>
            <pc:docMk/>
            <pc:sldMk cId="2897397870" sldId="472"/>
            <ac:spMk id="22" creationId="{852BC080-A509-8A4B-BAED-F357439042BD}"/>
          </ac:spMkLst>
        </pc:spChg>
        <pc:spChg chg="mod">
          <ac:chgData name="Loc Huynh" userId="80c0383e323bd6ea" providerId="LiveId" clId="{45D23C15-8B6E-3442-9B58-7B186F27CDA3}" dt="2023-09-25T01:58:53.748" v="5171" actId="1076"/>
          <ac:spMkLst>
            <pc:docMk/>
            <pc:sldMk cId="2897397870" sldId="472"/>
            <ac:spMk id="28" creationId="{F97F9C5A-2673-E141-A71B-DF826A4519F9}"/>
          </ac:spMkLst>
        </pc:spChg>
        <pc:spChg chg="mod">
          <ac:chgData name="Loc Huynh" userId="80c0383e323bd6ea" providerId="LiveId" clId="{45D23C15-8B6E-3442-9B58-7B186F27CDA3}" dt="2023-09-25T01:58:53.748" v="5171" actId="1076"/>
          <ac:spMkLst>
            <pc:docMk/>
            <pc:sldMk cId="2897397870" sldId="472"/>
            <ac:spMk id="37" creationId="{66D365A8-B33D-AC49-8495-1D0B4ADAE989}"/>
          </ac:spMkLst>
        </pc:spChg>
        <pc:spChg chg="mod">
          <ac:chgData name="Loc Huynh" userId="80c0383e323bd6ea" providerId="LiveId" clId="{45D23C15-8B6E-3442-9B58-7B186F27CDA3}" dt="2023-09-25T01:58:53.748" v="5171" actId="1076"/>
          <ac:spMkLst>
            <pc:docMk/>
            <pc:sldMk cId="2897397870" sldId="472"/>
            <ac:spMk id="44" creationId="{420A901D-7DF3-E245-89BF-F829927E709F}"/>
          </ac:spMkLst>
        </pc:spChg>
        <pc:spChg chg="mod">
          <ac:chgData name="Loc Huynh" userId="80c0383e323bd6ea" providerId="LiveId" clId="{45D23C15-8B6E-3442-9B58-7B186F27CDA3}" dt="2023-09-25T01:58:53.748" v="5171" actId="1076"/>
          <ac:spMkLst>
            <pc:docMk/>
            <pc:sldMk cId="2897397870" sldId="472"/>
            <ac:spMk id="58" creationId="{CF7F195D-1DB1-EB41-BC61-3834A17B72BE}"/>
          </ac:spMkLst>
        </pc:spChg>
        <pc:spChg chg="mod">
          <ac:chgData name="Loc Huynh" userId="80c0383e323bd6ea" providerId="LiveId" clId="{45D23C15-8B6E-3442-9B58-7B186F27CDA3}" dt="2023-09-25T01:58:53.748" v="5171" actId="1076"/>
          <ac:spMkLst>
            <pc:docMk/>
            <pc:sldMk cId="2897397870" sldId="472"/>
            <ac:spMk id="62" creationId="{7864799C-C7FC-3443-8A83-150599D91F4C}"/>
          </ac:spMkLst>
        </pc:spChg>
        <pc:spChg chg="mod">
          <ac:chgData name="Loc Huynh" userId="80c0383e323bd6ea" providerId="LiveId" clId="{45D23C15-8B6E-3442-9B58-7B186F27CDA3}" dt="2023-09-25T01:58:53.748" v="5171" actId="1076"/>
          <ac:spMkLst>
            <pc:docMk/>
            <pc:sldMk cId="2897397870" sldId="472"/>
            <ac:spMk id="69" creationId="{A2B97A80-C68E-3643-B84F-72A0F9B658B0}"/>
          </ac:spMkLst>
        </pc:spChg>
        <pc:grpChg chg="mod">
          <ac:chgData name="Loc Huynh" userId="80c0383e323bd6ea" providerId="LiveId" clId="{45D23C15-8B6E-3442-9B58-7B186F27CDA3}" dt="2023-09-25T01:58:53.748" v="5171" actId="1076"/>
          <ac:grpSpMkLst>
            <pc:docMk/>
            <pc:sldMk cId="2897397870" sldId="472"/>
            <ac:grpSpMk id="11" creationId="{25446E48-F079-B548-9F85-0AFA2B9C2F78}"/>
          </ac:grpSpMkLst>
        </pc:grpChg>
        <pc:grpChg chg="mod">
          <ac:chgData name="Loc Huynh" userId="80c0383e323bd6ea" providerId="LiveId" clId="{45D23C15-8B6E-3442-9B58-7B186F27CDA3}" dt="2023-09-25T01:58:53.748" v="5171" actId="1076"/>
          <ac:grpSpMkLst>
            <pc:docMk/>
            <pc:sldMk cId="2897397870" sldId="472"/>
            <ac:grpSpMk id="17" creationId="{D9EFFDEB-8339-6E4B-9EF3-C9E41856E525}"/>
          </ac:grpSpMkLst>
        </pc:grpChg>
        <pc:grpChg chg="mod">
          <ac:chgData name="Loc Huynh" userId="80c0383e323bd6ea" providerId="LiveId" clId="{45D23C15-8B6E-3442-9B58-7B186F27CDA3}" dt="2023-09-25T01:58:53.748" v="5171" actId="1076"/>
          <ac:grpSpMkLst>
            <pc:docMk/>
            <pc:sldMk cId="2897397870" sldId="472"/>
            <ac:grpSpMk id="46" creationId="{7EC73AF8-65CE-1B4F-AD3A-31DC268F9563}"/>
          </ac:grpSpMkLst>
        </pc:grpChg>
        <pc:grpChg chg="mod">
          <ac:chgData name="Loc Huynh" userId="80c0383e323bd6ea" providerId="LiveId" clId="{45D23C15-8B6E-3442-9B58-7B186F27CDA3}" dt="2023-09-25T01:58:53.748" v="5171" actId="1076"/>
          <ac:grpSpMkLst>
            <pc:docMk/>
            <pc:sldMk cId="2897397870" sldId="472"/>
            <ac:grpSpMk id="53" creationId="{529A317A-BDAC-6D46-8E9A-D28844DB60EC}"/>
          </ac:grpSpMkLst>
        </pc:grpChg>
        <pc:grpChg chg="mod">
          <ac:chgData name="Loc Huynh" userId="80c0383e323bd6ea" providerId="LiveId" clId="{45D23C15-8B6E-3442-9B58-7B186F27CDA3}" dt="2023-09-25T01:58:53.748" v="5171" actId="1076"/>
          <ac:grpSpMkLst>
            <pc:docMk/>
            <pc:sldMk cId="2897397870" sldId="472"/>
            <ac:grpSpMk id="54" creationId="{21B8CEC0-2CEA-6949-9E66-CF2078C9B446}"/>
          </ac:grpSpMkLst>
        </pc:grpChg>
        <pc:picChg chg="mod">
          <ac:chgData name="Loc Huynh" userId="80c0383e323bd6ea" providerId="LiveId" clId="{45D23C15-8B6E-3442-9B58-7B186F27CDA3}" dt="2023-09-25T01:58:53.748" v="5171" actId="1076"/>
          <ac:picMkLst>
            <pc:docMk/>
            <pc:sldMk cId="2897397870" sldId="472"/>
            <ac:picMk id="14" creationId="{E08986B9-FF5C-8249-9685-2F3A460F6149}"/>
          </ac:picMkLst>
        </pc:picChg>
        <pc:picChg chg="mod">
          <ac:chgData name="Loc Huynh" userId="80c0383e323bd6ea" providerId="LiveId" clId="{45D23C15-8B6E-3442-9B58-7B186F27CDA3}" dt="2023-09-25T01:58:53.748" v="5171" actId="1076"/>
          <ac:picMkLst>
            <pc:docMk/>
            <pc:sldMk cId="2897397870" sldId="472"/>
            <ac:picMk id="27" creationId="{C70A13B9-23E5-C643-A7EF-4E6B4FC98F1C}"/>
          </ac:picMkLst>
        </pc:picChg>
        <pc:picChg chg="mod">
          <ac:chgData name="Loc Huynh" userId="80c0383e323bd6ea" providerId="LiveId" clId="{45D23C15-8B6E-3442-9B58-7B186F27CDA3}" dt="2023-09-25T01:58:53.748" v="5171" actId="1076"/>
          <ac:picMkLst>
            <pc:docMk/>
            <pc:sldMk cId="2897397870" sldId="472"/>
            <ac:picMk id="36" creationId="{B168BAA9-A2BF-5E45-B7CE-3A4223EEB89B}"/>
          </ac:picMkLst>
        </pc:picChg>
        <pc:picChg chg="mod">
          <ac:chgData name="Loc Huynh" userId="80c0383e323bd6ea" providerId="LiveId" clId="{45D23C15-8B6E-3442-9B58-7B186F27CDA3}" dt="2023-09-25T01:58:53.748" v="5171" actId="1076"/>
          <ac:picMkLst>
            <pc:docMk/>
            <pc:sldMk cId="2897397870" sldId="472"/>
            <ac:picMk id="43" creationId="{EEE8352C-AD7F-C343-BE36-92D31739F14E}"/>
          </ac:picMkLst>
        </pc:picChg>
        <pc:picChg chg="mod">
          <ac:chgData name="Loc Huynh" userId="80c0383e323bd6ea" providerId="LiveId" clId="{45D23C15-8B6E-3442-9B58-7B186F27CDA3}" dt="2023-09-25T01:58:53.748" v="5171" actId="1076"/>
          <ac:picMkLst>
            <pc:docMk/>
            <pc:sldMk cId="2897397870" sldId="472"/>
            <ac:picMk id="57" creationId="{827E1E8F-6485-8049-AF74-1FFFFF592A66}"/>
          </ac:picMkLst>
        </pc:picChg>
        <pc:picChg chg="mod">
          <ac:chgData name="Loc Huynh" userId="80c0383e323bd6ea" providerId="LiveId" clId="{45D23C15-8B6E-3442-9B58-7B186F27CDA3}" dt="2023-09-25T01:58:53.748" v="5171" actId="1076"/>
          <ac:picMkLst>
            <pc:docMk/>
            <pc:sldMk cId="2897397870" sldId="472"/>
            <ac:picMk id="61" creationId="{95137742-D162-7F4E-AB59-EAC1B9D349B2}"/>
          </ac:picMkLst>
        </pc:picChg>
        <pc:picChg chg="mod">
          <ac:chgData name="Loc Huynh" userId="80c0383e323bd6ea" providerId="LiveId" clId="{45D23C15-8B6E-3442-9B58-7B186F27CDA3}" dt="2023-09-25T01:58:53.748" v="5171" actId="1076"/>
          <ac:picMkLst>
            <pc:docMk/>
            <pc:sldMk cId="2897397870" sldId="472"/>
            <ac:picMk id="68" creationId="{7546DCF6-2947-3641-9C2E-D57E9FA94F6B}"/>
          </ac:picMkLst>
        </pc:picChg>
        <pc:cxnChg chg="mod">
          <ac:chgData name="Loc Huynh" userId="80c0383e323bd6ea" providerId="LiveId" clId="{45D23C15-8B6E-3442-9B58-7B186F27CDA3}" dt="2023-09-25T01:58:53.748" v="5171" actId="1076"/>
          <ac:cxnSpMkLst>
            <pc:docMk/>
            <pc:sldMk cId="2897397870" sldId="472"/>
            <ac:cxnSpMk id="12" creationId="{2DF1DFE5-4863-1C40-9216-5BBC37FB6237}"/>
          </ac:cxnSpMkLst>
        </pc:cxnChg>
        <pc:cxnChg chg="mod">
          <ac:chgData name="Loc Huynh" userId="80c0383e323bd6ea" providerId="LiveId" clId="{45D23C15-8B6E-3442-9B58-7B186F27CDA3}" dt="2023-09-25T01:58:53.748" v="5171" actId="1076"/>
          <ac:cxnSpMkLst>
            <pc:docMk/>
            <pc:sldMk cId="2897397870" sldId="472"/>
            <ac:cxnSpMk id="19" creationId="{978ABF91-B5F1-7F46-A168-0E2C1F2454D7}"/>
          </ac:cxnSpMkLst>
        </pc:cxnChg>
        <pc:cxnChg chg="mod">
          <ac:chgData name="Loc Huynh" userId="80c0383e323bd6ea" providerId="LiveId" clId="{45D23C15-8B6E-3442-9B58-7B186F27CDA3}" dt="2023-09-25T01:58:53.748" v="5171" actId="1076"/>
          <ac:cxnSpMkLst>
            <pc:docMk/>
            <pc:sldMk cId="2897397870" sldId="472"/>
            <ac:cxnSpMk id="35" creationId="{80331034-1CA4-D64C-8FDD-C76F89E7EE7B}"/>
          </ac:cxnSpMkLst>
        </pc:cxnChg>
        <pc:cxnChg chg="mod">
          <ac:chgData name="Loc Huynh" userId="80c0383e323bd6ea" providerId="LiveId" clId="{45D23C15-8B6E-3442-9B58-7B186F27CDA3}" dt="2023-09-25T01:58:53.748" v="5171" actId="1076"/>
          <ac:cxnSpMkLst>
            <pc:docMk/>
            <pc:sldMk cId="2897397870" sldId="472"/>
            <ac:cxnSpMk id="56" creationId="{9D948698-AA02-7043-AFA0-475DB5915850}"/>
          </ac:cxnSpMkLst>
        </pc:cxnChg>
        <pc:cxnChg chg="mod">
          <ac:chgData name="Loc Huynh" userId="80c0383e323bd6ea" providerId="LiveId" clId="{45D23C15-8B6E-3442-9B58-7B186F27CDA3}" dt="2023-09-25T01:58:53.748" v="5171" actId="1076"/>
          <ac:cxnSpMkLst>
            <pc:docMk/>
            <pc:sldMk cId="2897397870" sldId="472"/>
            <ac:cxnSpMk id="59" creationId="{912E2E09-E57E-1546-9AB3-0D2077603004}"/>
          </ac:cxnSpMkLst>
        </pc:cxnChg>
        <pc:cxnChg chg="mod">
          <ac:chgData name="Loc Huynh" userId="80c0383e323bd6ea" providerId="LiveId" clId="{45D23C15-8B6E-3442-9B58-7B186F27CDA3}" dt="2023-09-25T01:58:53.748" v="5171" actId="1076"/>
          <ac:cxnSpMkLst>
            <pc:docMk/>
            <pc:sldMk cId="2897397870" sldId="472"/>
            <ac:cxnSpMk id="67" creationId="{53AD6959-3BD4-B94B-9478-8E29C40F1950}"/>
          </ac:cxnSpMkLst>
        </pc:cxnChg>
      </pc:sldChg>
      <pc:sldChg chg="del">
        <pc:chgData name="Loc Huynh" userId="80c0383e323bd6ea" providerId="LiveId" clId="{45D23C15-8B6E-3442-9B58-7B186F27CDA3}" dt="2023-09-18T00:59:18.335" v="99" actId="2696"/>
        <pc:sldMkLst>
          <pc:docMk/>
          <pc:sldMk cId="3934483243" sldId="472"/>
        </pc:sldMkLst>
      </pc:sldChg>
      <pc:sldChg chg="addSp delSp modSp add mod chgLayout">
        <pc:chgData name="Loc Huynh" userId="80c0383e323bd6ea" providerId="LiveId" clId="{45D23C15-8B6E-3442-9B58-7B186F27CDA3}" dt="2023-09-25T04:07:58.358" v="6881" actId="20577"/>
        <pc:sldMkLst>
          <pc:docMk/>
          <pc:sldMk cId="3466914255" sldId="473"/>
        </pc:sldMkLst>
        <pc:spChg chg="mod ord">
          <ac:chgData name="Loc Huynh" userId="80c0383e323bd6ea" providerId="LiveId" clId="{45D23C15-8B6E-3442-9B58-7B186F27CDA3}" dt="2023-09-25T02:01:12.037" v="5195" actId="700"/>
          <ac:spMkLst>
            <pc:docMk/>
            <pc:sldMk cId="3466914255" sldId="473"/>
            <ac:spMk id="2" creationId="{636479E2-C0D6-904F-B5C5-2271728A96C3}"/>
          </ac:spMkLst>
        </pc:spChg>
        <pc:spChg chg="mod ord">
          <ac:chgData name="Loc Huynh" userId="80c0383e323bd6ea" providerId="LiveId" clId="{45D23C15-8B6E-3442-9B58-7B186F27CDA3}" dt="2023-09-25T04:07:58.358" v="6881" actId="20577"/>
          <ac:spMkLst>
            <pc:docMk/>
            <pc:sldMk cId="3466914255" sldId="473"/>
            <ac:spMk id="3" creationId="{C0C21A69-FB3A-5848-81E0-17A1514E605F}"/>
          </ac:spMkLst>
        </pc:spChg>
        <pc:spChg chg="mod ord">
          <ac:chgData name="Loc Huynh" userId="80c0383e323bd6ea" providerId="LiveId" clId="{45D23C15-8B6E-3442-9B58-7B186F27CDA3}" dt="2023-09-25T02:01:12.037" v="5195" actId="700"/>
          <ac:spMkLst>
            <pc:docMk/>
            <pc:sldMk cId="3466914255" sldId="473"/>
            <ac:spMk id="4" creationId="{961813DB-F3F2-A844-9A22-9324D7622836}"/>
          </ac:spMkLst>
        </pc:spChg>
        <pc:spChg chg="add mod ord">
          <ac:chgData name="Loc Huynh" userId="80c0383e323bd6ea" providerId="LiveId" clId="{45D23C15-8B6E-3442-9B58-7B186F27CDA3}" dt="2023-09-25T02:01:12.037" v="5195" actId="700"/>
          <ac:spMkLst>
            <pc:docMk/>
            <pc:sldMk cId="3466914255" sldId="473"/>
            <ac:spMk id="5" creationId="{4436D314-94F5-493F-F0FA-81B15FB9E193}"/>
          </ac:spMkLst>
        </pc:spChg>
        <pc:spChg chg="mod">
          <ac:chgData name="Loc Huynh" userId="80c0383e323bd6ea" providerId="LiveId" clId="{45D23C15-8B6E-3442-9B58-7B186F27CDA3}" dt="2023-09-25T02:05:11.836" v="5246" actId="14100"/>
          <ac:spMkLst>
            <pc:docMk/>
            <pc:sldMk cId="3466914255" sldId="473"/>
            <ac:spMk id="7" creationId="{9FEB9D25-74D1-2DB2-7460-A2CB79A03DB0}"/>
          </ac:spMkLst>
        </pc:spChg>
        <pc:spChg chg="mod">
          <ac:chgData name="Loc Huynh" userId="80c0383e323bd6ea" providerId="LiveId" clId="{45D23C15-8B6E-3442-9B58-7B186F27CDA3}" dt="2023-09-25T02:04:07.877" v="5234" actId="1076"/>
          <ac:spMkLst>
            <pc:docMk/>
            <pc:sldMk cId="3466914255" sldId="473"/>
            <ac:spMk id="12" creationId="{AAB695DA-7C48-E740-6E6E-974510D64C38}"/>
          </ac:spMkLst>
        </pc:spChg>
        <pc:spChg chg="mod">
          <ac:chgData name="Loc Huynh" userId="80c0383e323bd6ea" providerId="LiveId" clId="{45D23C15-8B6E-3442-9B58-7B186F27CDA3}" dt="2023-09-25T02:06:11.449" v="5257" actId="1076"/>
          <ac:spMkLst>
            <pc:docMk/>
            <pc:sldMk cId="3466914255" sldId="473"/>
            <ac:spMk id="13" creationId="{38AEA4B8-AA4F-9706-C4E2-C3776B606622}"/>
          </ac:spMkLst>
        </pc:spChg>
        <pc:spChg chg="mod">
          <ac:chgData name="Loc Huynh" userId="80c0383e323bd6ea" providerId="LiveId" clId="{45D23C15-8B6E-3442-9B58-7B186F27CDA3}" dt="2023-09-25T02:05:09.736" v="5245" actId="1076"/>
          <ac:spMkLst>
            <pc:docMk/>
            <pc:sldMk cId="3466914255" sldId="473"/>
            <ac:spMk id="14" creationId="{32DC6C03-A7A2-7726-CCB7-937DBFB2DA62}"/>
          </ac:spMkLst>
        </pc:spChg>
        <pc:spChg chg="mod">
          <ac:chgData name="Loc Huynh" userId="80c0383e323bd6ea" providerId="LiveId" clId="{45D23C15-8B6E-3442-9B58-7B186F27CDA3}" dt="2023-09-25T02:05:17.598" v="5247" actId="1076"/>
          <ac:spMkLst>
            <pc:docMk/>
            <pc:sldMk cId="3466914255" sldId="473"/>
            <ac:spMk id="15" creationId="{5C37F613-E2CB-C5B9-6861-B4051343E843}"/>
          </ac:spMkLst>
        </pc:spChg>
        <pc:spChg chg="mod">
          <ac:chgData name="Loc Huynh" userId="80c0383e323bd6ea" providerId="LiveId" clId="{45D23C15-8B6E-3442-9B58-7B186F27CDA3}" dt="2023-09-25T02:05:01.876" v="5242" actId="1076"/>
          <ac:spMkLst>
            <pc:docMk/>
            <pc:sldMk cId="3466914255" sldId="473"/>
            <ac:spMk id="16" creationId="{E1A526F3-12D6-BBD9-2749-F5759EBB79F1}"/>
          </ac:spMkLst>
        </pc:spChg>
        <pc:spChg chg="mod">
          <ac:chgData name="Loc Huynh" userId="80c0383e323bd6ea" providerId="LiveId" clId="{45D23C15-8B6E-3442-9B58-7B186F27CDA3}" dt="2023-09-25T02:04:07.877" v="5234" actId="1076"/>
          <ac:spMkLst>
            <pc:docMk/>
            <pc:sldMk cId="3466914255" sldId="473"/>
            <ac:spMk id="17" creationId="{E0928800-CB08-81E4-0A29-A18ABD27ED42}"/>
          </ac:spMkLst>
        </pc:spChg>
        <pc:grpChg chg="add del mod">
          <ac:chgData name="Loc Huynh" userId="80c0383e323bd6ea" providerId="LiveId" clId="{45D23C15-8B6E-3442-9B58-7B186F27CDA3}" dt="2023-09-25T02:23:42.290" v="5436" actId="478"/>
          <ac:grpSpMkLst>
            <pc:docMk/>
            <pc:sldMk cId="3466914255" sldId="473"/>
            <ac:grpSpMk id="6" creationId="{6F932F85-3C33-F2E5-CE9C-DD1E4C0A30C9}"/>
          </ac:grpSpMkLst>
        </pc:grpChg>
        <pc:picChg chg="mod">
          <ac:chgData name="Loc Huynh" userId="80c0383e323bd6ea" providerId="LiveId" clId="{45D23C15-8B6E-3442-9B58-7B186F27CDA3}" dt="2023-09-25T02:04:07.877" v="5234" actId="1076"/>
          <ac:picMkLst>
            <pc:docMk/>
            <pc:sldMk cId="3466914255" sldId="473"/>
            <ac:picMk id="10" creationId="{7096ED63-C864-D807-B4FE-D564CC604976}"/>
          </ac:picMkLst>
        </pc:picChg>
        <pc:cxnChg chg="mod">
          <ac:chgData name="Loc Huynh" userId="80c0383e323bd6ea" providerId="LiveId" clId="{45D23C15-8B6E-3442-9B58-7B186F27CDA3}" dt="2023-09-25T02:04:52.336" v="5241" actId="14100"/>
          <ac:cxnSpMkLst>
            <pc:docMk/>
            <pc:sldMk cId="3466914255" sldId="473"/>
            <ac:cxnSpMk id="8" creationId="{DAC65972-9484-CB38-3962-C2B096BE6364}"/>
          </ac:cxnSpMkLst>
        </pc:cxnChg>
        <pc:cxnChg chg="del mod">
          <ac:chgData name="Loc Huynh" userId="80c0383e323bd6ea" providerId="LiveId" clId="{45D23C15-8B6E-3442-9B58-7B186F27CDA3}" dt="2023-09-25T02:05:43.312" v="5252" actId="478"/>
          <ac:cxnSpMkLst>
            <pc:docMk/>
            <pc:sldMk cId="3466914255" sldId="473"/>
            <ac:cxnSpMk id="9" creationId="{9BCD6C2B-F67E-6729-59FB-B8BB0A8B18F2}"/>
          </ac:cxnSpMkLst>
        </pc:cxnChg>
        <pc:cxnChg chg="mod">
          <ac:chgData name="Loc Huynh" userId="80c0383e323bd6ea" providerId="LiveId" clId="{45D23C15-8B6E-3442-9B58-7B186F27CDA3}" dt="2023-09-25T02:04:07.877" v="5234" actId="1076"/>
          <ac:cxnSpMkLst>
            <pc:docMk/>
            <pc:sldMk cId="3466914255" sldId="473"/>
            <ac:cxnSpMk id="11" creationId="{164D6CA9-2BC4-1B93-EC36-3A43F71FBD0E}"/>
          </ac:cxnSpMkLst>
        </pc:cxnChg>
        <pc:cxnChg chg="add del mod">
          <ac:chgData name="Loc Huynh" userId="80c0383e323bd6ea" providerId="LiveId" clId="{45D23C15-8B6E-3442-9B58-7B186F27CDA3}" dt="2023-09-25T02:23:49.640" v="5437" actId="478"/>
          <ac:cxnSpMkLst>
            <pc:docMk/>
            <pc:sldMk cId="3466914255" sldId="473"/>
            <ac:cxnSpMk id="26" creationId="{9F497B63-C7D5-E5CB-7F67-A1C4EAAD9612}"/>
          </ac:cxnSpMkLst>
        </pc:cxnChg>
      </pc:sldChg>
      <pc:sldChg chg="del">
        <pc:chgData name="Loc Huynh" userId="80c0383e323bd6ea" providerId="LiveId" clId="{45D23C15-8B6E-3442-9B58-7B186F27CDA3}" dt="2023-09-18T00:59:18.562" v="135" actId="2696"/>
        <pc:sldMkLst>
          <pc:docMk/>
          <pc:sldMk cId="3915191108" sldId="473"/>
        </pc:sldMkLst>
      </pc:sldChg>
      <pc:sldChg chg="del">
        <pc:chgData name="Loc Huynh" userId="80c0383e323bd6ea" providerId="LiveId" clId="{45D23C15-8B6E-3442-9B58-7B186F27CDA3}" dt="2023-09-18T00:59:18.572" v="139" actId="2696"/>
        <pc:sldMkLst>
          <pc:docMk/>
          <pc:sldMk cId="1242105478" sldId="474"/>
        </pc:sldMkLst>
      </pc:sldChg>
      <pc:sldChg chg="del">
        <pc:chgData name="Loc Huynh" userId="80c0383e323bd6ea" providerId="LiveId" clId="{45D23C15-8B6E-3442-9B58-7B186F27CDA3}" dt="2023-09-18T00:59:18.560" v="134" actId="2696"/>
        <pc:sldMkLst>
          <pc:docMk/>
          <pc:sldMk cId="4292046202" sldId="475"/>
        </pc:sldMkLst>
      </pc:sldChg>
      <pc:sldChg chg="del">
        <pc:chgData name="Loc Huynh" userId="80c0383e323bd6ea" providerId="LiveId" clId="{45D23C15-8B6E-3442-9B58-7B186F27CDA3}" dt="2023-09-18T00:59:18.407" v="112" actId="2696"/>
        <pc:sldMkLst>
          <pc:docMk/>
          <pc:sldMk cId="950542315" sldId="476"/>
        </pc:sldMkLst>
      </pc:sldChg>
      <pc:sldChg chg="del">
        <pc:chgData name="Loc Huynh" userId="80c0383e323bd6ea" providerId="LiveId" clId="{45D23C15-8B6E-3442-9B58-7B186F27CDA3}" dt="2023-09-18T00:59:18.548" v="129" actId="2696"/>
        <pc:sldMkLst>
          <pc:docMk/>
          <pc:sldMk cId="1686432855" sldId="477"/>
        </pc:sldMkLst>
      </pc:sldChg>
      <pc:sldChg chg="del">
        <pc:chgData name="Loc Huynh" userId="80c0383e323bd6ea" providerId="LiveId" clId="{45D23C15-8B6E-3442-9B58-7B186F27CDA3}" dt="2023-09-18T00:59:18.320" v="94" actId="2696"/>
        <pc:sldMkLst>
          <pc:docMk/>
          <pc:sldMk cId="422089934" sldId="478"/>
        </pc:sldMkLst>
      </pc:sldChg>
      <pc:sldChg chg="del">
        <pc:chgData name="Loc Huynh" userId="80c0383e323bd6ea" providerId="LiveId" clId="{45D23C15-8B6E-3442-9B58-7B186F27CDA3}" dt="2023-09-18T00:59:18.293" v="86" actId="2696"/>
        <pc:sldMkLst>
          <pc:docMk/>
          <pc:sldMk cId="1634204803" sldId="479"/>
        </pc:sldMkLst>
      </pc:sldChg>
      <pc:sldChg chg="del">
        <pc:chgData name="Loc Huynh" userId="80c0383e323bd6ea" providerId="LiveId" clId="{45D23C15-8B6E-3442-9B58-7B186F27CDA3}" dt="2023-09-18T00:59:18.400" v="110" actId="2696"/>
        <pc:sldMkLst>
          <pc:docMk/>
          <pc:sldMk cId="1875871481" sldId="480"/>
        </pc:sldMkLst>
      </pc:sldChg>
      <pc:sldChg chg="del">
        <pc:chgData name="Loc Huynh" userId="80c0383e323bd6ea" providerId="LiveId" clId="{45D23C15-8B6E-3442-9B58-7B186F27CDA3}" dt="2023-09-18T00:59:18.404" v="111" actId="2696"/>
        <pc:sldMkLst>
          <pc:docMk/>
          <pc:sldMk cId="920391041" sldId="481"/>
        </pc:sldMkLst>
      </pc:sldChg>
      <pc:sldChg chg="del">
        <pc:chgData name="Loc Huynh" userId="80c0383e323bd6ea" providerId="LiveId" clId="{45D23C15-8B6E-3442-9B58-7B186F27CDA3}" dt="2023-09-18T00:59:18.436" v="122" actId="2696"/>
        <pc:sldMkLst>
          <pc:docMk/>
          <pc:sldMk cId="3148386529" sldId="482"/>
        </pc:sldMkLst>
      </pc:sldChg>
      <pc:sldChg chg="del">
        <pc:chgData name="Loc Huynh" userId="80c0383e323bd6ea" providerId="LiveId" clId="{45D23C15-8B6E-3442-9B58-7B186F27CDA3}" dt="2023-09-18T00:59:18.333" v="98" actId="2696"/>
        <pc:sldMkLst>
          <pc:docMk/>
          <pc:sldMk cId="325634289" sldId="483"/>
        </pc:sldMkLst>
      </pc:sldChg>
      <pc:sldChg chg="del">
        <pc:chgData name="Loc Huynh" userId="80c0383e323bd6ea" providerId="LiveId" clId="{45D23C15-8B6E-3442-9B58-7B186F27CDA3}" dt="2023-09-18T00:59:18.268" v="79" actId="2696"/>
        <pc:sldMkLst>
          <pc:docMk/>
          <pc:sldMk cId="468758230" sldId="484"/>
        </pc:sldMkLst>
      </pc:sldChg>
      <pc:sldChg chg="del">
        <pc:chgData name="Loc Huynh" userId="80c0383e323bd6ea" providerId="LiveId" clId="{45D23C15-8B6E-3442-9B58-7B186F27CDA3}" dt="2023-09-18T00:59:18.290" v="85" actId="2696"/>
        <pc:sldMkLst>
          <pc:docMk/>
          <pc:sldMk cId="1211839815" sldId="485"/>
        </pc:sldMkLst>
      </pc:sldChg>
      <pc:sldChg chg="del">
        <pc:chgData name="Loc Huynh" userId="80c0383e323bd6ea" providerId="LiveId" clId="{45D23C15-8B6E-3442-9B58-7B186F27CDA3}" dt="2023-09-18T00:59:18.698" v="142" actId="2696"/>
        <pc:sldMkLst>
          <pc:docMk/>
          <pc:sldMk cId="4108101354" sldId="486"/>
        </pc:sldMkLst>
      </pc:sldChg>
      <pc:sldChg chg="del">
        <pc:chgData name="Loc Huynh" userId="80c0383e323bd6ea" providerId="LiveId" clId="{45D23C15-8B6E-3442-9B58-7B186F27CDA3}" dt="2023-09-18T00:59:18.552" v="131" actId="2696"/>
        <pc:sldMkLst>
          <pc:docMk/>
          <pc:sldMk cId="4007891925" sldId="487"/>
        </pc:sldMkLst>
      </pc:sldChg>
      <pc:sldChg chg="addSp modSp add mod ord chgLayout">
        <pc:chgData name="Loc Huynh" userId="80c0383e323bd6ea" providerId="LiveId" clId="{45D23C15-8B6E-3442-9B58-7B186F27CDA3}" dt="2023-09-25T04:28:20.770" v="7354" actId="20577"/>
        <pc:sldMkLst>
          <pc:docMk/>
          <pc:sldMk cId="612608965" sldId="488"/>
        </pc:sldMkLst>
        <pc:spChg chg="mod ord">
          <ac:chgData name="Loc Huynh" userId="80c0383e323bd6ea" providerId="LiveId" clId="{45D23C15-8B6E-3442-9B58-7B186F27CDA3}" dt="2023-09-25T04:25:58.676" v="7143"/>
          <ac:spMkLst>
            <pc:docMk/>
            <pc:sldMk cId="612608965" sldId="488"/>
            <ac:spMk id="2" creationId="{636479E2-C0D6-904F-B5C5-2271728A96C3}"/>
          </ac:spMkLst>
        </pc:spChg>
        <pc:spChg chg="mod ord">
          <ac:chgData name="Loc Huynh" userId="80c0383e323bd6ea" providerId="LiveId" clId="{45D23C15-8B6E-3442-9B58-7B186F27CDA3}" dt="2023-09-25T04:28:20.770" v="7354" actId="20577"/>
          <ac:spMkLst>
            <pc:docMk/>
            <pc:sldMk cId="612608965" sldId="488"/>
            <ac:spMk id="3" creationId="{C0C21A69-FB3A-5848-81E0-17A1514E605F}"/>
          </ac:spMkLst>
        </pc:spChg>
        <pc:spChg chg="mod ord">
          <ac:chgData name="Loc Huynh" userId="80c0383e323bd6ea" providerId="LiveId" clId="{45D23C15-8B6E-3442-9B58-7B186F27CDA3}" dt="2023-09-25T04:25:17.118" v="7140" actId="700"/>
          <ac:spMkLst>
            <pc:docMk/>
            <pc:sldMk cId="612608965" sldId="488"/>
            <ac:spMk id="4" creationId="{961813DB-F3F2-A844-9A22-9324D7622836}"/>
          </ac:spMkLst>
        </pc:spChg>
        <pc:spChg chg="add mod ord">
          <ac:chgData name="Loc Huynh" userId="80c0383e323bd6ea" providerId="LiveId" clId="{45D23C15-8B6E-3442-9B58-7B186F27CDA3}" dt="2023-09-25T04:25:17.118" v="7140" actId="700"/>
          <ac:spMkLst>
            <pc:docMk/>
            <pc:sldMk cId="612608965" sldId="488"/>
            <ac:spMk id="5" creationId="{6EF756C4-9B74-3662-E580-49C62FB78300}"/>
          </ac:spMkLst>
        </pc:spChg>
      </pc:sldChg>
      <pc:sldChg chg="del">
        <pc:chgData name="Loc Huynh" userId="80c0383e323bd6ea" providerId="LiveId" clId="{45D23C15-8B6E-3442-9B58-7B186F27CDA3}" dt="2023-09-18T00:59:18.377" v="103" actId="2696"/>
        <pc:sldMkLst>
          <pc:docMk/>
          <pc:sldMk cId="1413876724" sldId="488"/>
        </pc:sldMkLst>
      </pc:sldChg>
      <pc:sldChg chg="addSp modSp add mod chgLayout">
        <pc:chgData name="Loc Huynh" userId="80c0383e323bd6ea" providerId="LiveId" clId="{45D23C15-8B6E-3442-9B58-7B186F27CDA3}" dt="2023-09-25T01:59:54.824" v="5184"/>
        <pc:sldMkLst>
          <pc:docMk/>
          <pc:sldMk cId="2073377484" sldId="489"/>
        </pc:sldMkLst>
        <pc:spChg chg="mod ord">
          <ac:chgData name="Loc Huynh" userId="80c0383e323bd6ea" providerId="LiveId" clId="{45D23C15-8B6E-3442-9B58-7B186F27CDA3}" dt="2023-09-25T01:59:54.824" v="5184"/>
          <ac:spMkLst>
            <pc:docMk/>
            <pc:sldMk cId="2073377484" sldId="489"/>
            <ac:spMk id="2" creationId="{1C111DD4-D6F5-0741-8C18-D64693B57757}"/>
          </ac:spMkLst>
        </pc:spChg>
        <pc:spChg chg="mod ord">
          <ac:chgData name="Loc Huynh" userId="80c0383e323bd6ea" providerId="LiveId" clId="{45D23C15-8B6E-3442-9B58-7B186F27CDA3}" dt="2023-09-25T01:59:20.188" v="5175" actId="207"/>
          <ac:spMkLst>
            <pc:docMk/>
            <pc:sldMk cId="2073377484" sldId="489"/>
            <ac:spMk id="3" creationId="{7F7DFE1E-8A2D-6145-BBE1-74889E55A8BD}"/>
          </ac:spMkLst>
        </pc:spChg>
        <pc:spChg chg="mod ord">
          <ac:chgData name="Loc Huynh" userId="80c0383e323bd6ea" providerId="LiveId" clId="{45D23C15-8B6E-3442-9B58-7B186F27CDA3}" dt="2023-09-25T01:59:06.951" v="5173" actId="700"/>
          <ac:spMkLst>
            <pc:docMk/>
            <pc:sldMk cId="2073377484" sldId="489"/>
            <ac:spMk id="4" creationId="{3DF2F3A0-B11D-C945-844B-13BB2613F0DD}"/>
          </ac:spMkLst>
        </pc:spChg>
        <pc:spChg chg="add mod ord">
          <ac:chgData name="Loc Huynh" userId="80c0383e323bd6ea" providerId="LiveId" clId="{45D23C15-8B6E-3442-9B58-7B186F27CDA3}" dt="2023-09-25T01:59:06.951" v="5173" actId="700"/>
          <ac:spMkLst>
            <pc:docMk/>
            <pc:sldMk cId="2073377484" sldId="489"/>
            <ac:spMk id="5" creationId="{CF4AB96F-E34E-F6A5-0686-C7C06CAAAC54}"/>
          </ac:spMkLst>
        </pc:spChg>
        <pc:spChg chg="mod">
          <ac:chgData name="Loc Huynh" userId="80c0383e323bd6ea" providerId="LiveId" clId="{45D23C15-8B6E-3442-9B58-7B186F27CDA3}" dt="2023-09-25T01:59:16.291" v="5174" actId="1076"/>
          <ac:spMkLst>
            <pc:docMk/>
            <pc:sldMk cId="2073377484" sldId="489"/>
            <ac:spMk id="22" creationId="{852BC080-A509-8A4B-BAED-F357439042BD}"/>
          </ac:spMkLst>
        </pc:spChg>
        <pc:spChg chg="mod">
          <ac:chgData name="Loc Huynh" userId="80c0383e323bd6ea" providerId="LiveId" clId="{45D23C15-8B6E-3442-9B58-7B186F27CDA3}" dt="2023-09-25T01:59:16.291" v="5174" actId="1076"/>
          <ac:spMkLst>
            <pc:docMk/>
            <pc:sldMk cId="2073377484" sldId="489"/>
            <ac:spMk id="28" creationId="{F97F9C5A-2673-E141-A71B-DF826A4519F9}"/>
          </ac:spMkLst>
        </pc:spChg>
        <pc:spChg chg="mod">
          <ac:chgData name="Loc Huynh" userId="80c0383e323bd6ea" providerId="LiveId" clId="{45D23C15-8B6E-3442-9B58-7B186F27CDA3}" dt="2023-09-25T01:59:48.874" v="5183" actId="1076"/>
          <ac:spMkLst>
            <pc:docMk/>
            <pc:sldMk cId="2073377484" sldId="489"/>
            <ac:spMk id="31" creationId="{A7BFFFEB-031A-BF4F-9D1D-8040287B935E}"/>
          </ac:spMkLst>
        </pc:spChg>
        <pc:spChg chg="mod">
          <ac:chgData name="Loc Huynh" userId="80c0383e323bd6ea" providerId="LiveId" clId="{45D23C15-8B6E-3442-9B58-7B186F27CDA3}" dt="2023-09-25T01:59:26.359" v="5177" actId="207"/>
          <ac:spMkLst>
            <pc:docMk/>
            <pc:sldMk cId="2073377484" sldId="489"/>
            <ac:spMk id="37" creationId="{66D365A8-B33D-AC49-8495-1D0B4ADAE989}"/>
          </ac:spMkLst>
        </pc:spChg>
        <pc:spChg chg="mod">
          <ac:chgData name="Loc Huynh" userId="80c0383e323bd6ea" providerId="LiveId" clId="{45D23C15-8B6E-3442-9B58-7B186F27CDA3}" dt="2023-09-25T01:59:23.778" v="5176" actId="207"/>
          <ac:spMkLst>
            <pc:docMk/>
            <pc:sldMk cId="2073377484" sldId="489"/>
            <ac:spMk id="44" creationId="{420A901D-7DF3-E245-89BF-F829927E709F}"/>
          </ac:spMkLst>
        </pc:spChg>
        <pc:spChg chg="mod">
          <ac:chgData name="Loc Huynh" userId="80c0383e323bd6ea" providerId="LiveId" clId="{45D23C15-8B6E-3442-9B58-7B186F27CDA3}" dt="2023-09-25T01:59:29.344" v="5178" actId="207"/>
          <ac:spMkLst>
            <pc:docMk/>
            <pc:sldMk cId="2073377484" sldId="489"/>
            <ac:spMk id="58" creationId="{CF7F195D-1DB1-EB41-BC61-3834A17B72BE}"/>
          </ac:spMkLst>
        </pc:spChg>
        <pc:spChg chg="mod">
          <ac:chgData name="Loc Huynh" userId="80c0383e323bd6ea" providerId="LiveId" clId="{45D23C15-8B6E-3442-9B58-7B186F27CDA3}" dt="2023-09-25T01:59:31.726" v="5179" actId="207"/>
          <ac:spMkLst>
            <pc:docMk/>
            <pc:sldMk cId="2073377484" sldId="489"/>
            <ac:spMk id="62" creationId="{7864799C-C7FC-3443-8A83-150599D91F4C}"/>
          </ac:spMkLst>
        </pc:spChg>
        <pc:spChg chg="mod">
          <ac:chgData name="Loc Huynh" userId="80c0383e323bd6ea" providerId="LiveId" clId="{45D23C15-8B6E-3442-9B58-7B186F27CDA3}" dt="2023-09-25T01:59:33.829" v="5180" actId="207"/>
          <ac:spMkLst>
            <pc:docMk/>
            <pc:sldMk cId="2073377484" sldId="489"/>
            <ac:spMk id="69" creationId="{A2B97A80-C68E-3643-B84F-72A0F9B658B0}"/>
          </ac:spMkLst>
        </pc:spChg>
        <pc:grpChg chg="mod">
          <ac:chgData name="Loc Huynh" userId="80c0383e323bd6ea" providerId="LiveId" clId="{45D23C15-8B6E-3442-9B58-7B186F27CDA3}" dt="2023-09-25T01:59:16.291" v="5174" actId="1076"/>
          <ac:grpSpMkLst>
            <pc:docMk/>
            <pc:sldMk cId="2073377484" sldId="489"/>
            <ac:grpSpMk id="11" creationId="{25446E48-F079-B548-9F85-0AFA2B9C2F78}"/>
          </ac:grpSpMkLst>
        </pc:grpChg>
        <pc:grpChg chg="mod">
          <ac:chgData name="Loc Huynh" userId="80c0383e323bd6ea" providerId="LiveId" clId="{45D23C15-8B6E-3442-9B58-7B186F27CDA3}" dt="2023-09-25T01:59:16.291" v="5174" actId="1076"/>
          <ac:grpSpMkLst>
            <pc:docMk/>
            <pc:sldMk cId="2073377484" sldId="489"/>
            <ac:grpSpMk id="17" creationId="{D9EFFDEB-8339-6E4B-9EF3-C9E41856E525}"/>
          </ac:grpSpMkLst>
        </pc:grpChg>
        <pc:grpChg chg="mod">
          <ac:chgData name="Loc Huynh" userId="80c0383e323bd6ea" providerId="LiveId" clId="{45D23C15-8B6E-3442-9B58-7B186F27CDA3}" dt="2023-09-25T01:59:16.291" v="5174" actId="1076"/>
          <ac:grpSpMkLst>
            <pc:docMk/>
            <pc:sldMk cId="2073377484" sldId="489"/>
            <ac:grpSpMk id="46" creationId="{7EC73AF8-65CE-1B4F-AD3A-31DC268F9563}"/>
          </ac:grpSpMkLst>
        </pc:grpChg>
        <pc:grpChg chg="mod">
          <ac:chgData name="Loc Huynh" userId="80c0383e323bd6ea" providerId="LiveId" clId="{45D23C15-8B6E-3442-9B58-7B186F27CDA3}" dt="2023-09-25T01:59:16.291" v="5174" actId="1076"/>
          <ac:grpSpMkLst>
            <pc:docMk/>
            <pc:sldMk cId="2073377484" sldId="489"/>
            <ac:grpSpMk id="53" creationId="{529A317A-BDAC-6D46-8E9A-D28844DB60EC}"/>
          </ac:grpSpMkLst>
        </pc:grpChg>
        <pc:grpChg chg="mod">
          <ac:chgData name="Loc Huynh" userId="80c0383e323bd6ea" providerId="LiveId" clId="{45D23C15-8B6E-3442-9B58-7B186F27CDA3}" dt="2023-09-25T01:59:16.291" v="5174" actId="1076"/>
          <ac:grpSpMkLst>
            <pc:docMk/>
            <pc:sldMk cId="2073377484" sldId="489"/>
            <ac:grpSpMk id="54" creationId="{21B8CEC0-2CEA-6949-9E66-CF2078C9B446}"/>
          </ac:grpSpMkLst>
        </pc:grpChg>
        <pc:picChg chg="mod">
          <ac:chgData name="Loc Huynh" userId="80c0383e323bd6ea" providerId="LiveId" clId="{45D23C15-8B6E-3442-9B58-7B186F27CDA3}" dt="2023-09-25T01:59:16.291" v="5174" actId="1076"/>
          <ac:picMkLst>
            <pc:docMk/>
            <pc:sldMk cId="2073377484" sldId="489"/>
            <ac:picMk id="14" creationId="{E08986B9-FF5C-8249-9685-2F3A460F6149}"/>
          </ac:picMkLst>
        </pc:picChg>
        <pc:picChg chg="mod">
          <ac:chgData name="Loc Huynh" userId="80c0383e323bd6ea" providerId="LiveId" clId="{45D23C15-8B6E-3442-9B58-7B186F27CDA3}" dt="2023-09-25T01:59:16.291" v="5174" actId="1076"/>
          <ac:picMkLst>
            <pc:docMk/>
            <pc:sldMk cId="2073377484" sldId="489"/>
            <ac:picMk id="27" creationId="{C70A13B9-23E5-C643-A7EF-4E6B4FC98F1C}"/>
          </ac:picMkLst>
        </pc:picChg>
        <pc:picChg chg="mod">
          <ac:chgData name="Loc Huynh" userId="80c0383e323bd6ea" providerId="LiveId" clId="{45D23C15-8B6E-3442-9B58-7B186F27CDA3}" dt="2023-09-25T01:59:16.291" v="5174" actId="1076"/>
          <ac:picMkLst>
            <pc:docMk/>
            <pc:sldMk cId="2073377484" sldId="489"/>
            <ac:picMk id="36" creationId="{B168BAA9-A2BF-5E45-B7CE-3A4223EEB89B}"/>
          </ac:picMkLst>
        </pc:picChg>
        <pc:picChg chg="mod">
          <ac:chgData name="Loc Huynh" userId="80c0383e323bd6ea" providerId="LiveId" clId="{45D23C15-8B6E-3442-9B58-7B186F27CDA3}" dt="2023-09-25T01:59:16.291" v="5174" actId="1076"/>
          <ac:picMkLst>
            <pc:docMk/>
            <pc:sldMk cId="2073377484" sldId="489"/>
            <ac:picMk id="43" creationId="{EEE8352C-AD7F-C343-BE36-92D31739F14E}"/>
          </ac:picMkLst>
        </pc:picChg>
        <pc:picChg chg="mod">
          <ac:chgData name="Loc Huynh" userId="80c0383e323bd6ea" providerId="LiveId" clId="{45D23C15-8B6E-3442-9B58-7B186F27CDA3}" dt="2023-09-25T01:59:16.291" v="5174" actId="1076"/>
          <ac:picMkLst>
            <pc:docMk/>
            <pc:sldMk cId="2073377484" sldId="489"/>
            <ac:picMk id="57" creationId="{827E1E8F-6485-8049-AF74-1FFFFF592A66}"/>
          </ac:picMkLst>
        </pc:picChg>
        <pc:picChg chg="mod">
          <ac:chgData name="Loc Huynh" userId="80c0383e323bd6ea" providerId="LiveId" clId="{45D23C15-8B6E-3442-9B58-7B186F27CDA3}" dt="2023-09-25T01:59:16.291" v="5174" actId="1076"/>
          <ac:picMkLst>
            <pc:docMk/>
            <pc:sldMk cId="2073377484" sldId="489"/>
            <ac:picMk id="61" creationId="{95137742-D162-7F4E-AB59-EAC1B9D349B2}"/>
          </ac:picMkLst>
        </pc:picChg>
        <pc:picChg chg="mod">
          <ac:chgData name="Loc Huynh" userId="80c0383e323bd6ea" providerId="LiveId" clId="{45D23C15-8B6E-3442-9B58-7B186F27CDA3}" dt="2023-09-25T01:59:16.291" v="5174" actId="1076"/>
          <ac:picMkLst>
            <pc:docMk/>
            <pc:sldMk cId="2073377484" sldId="489"/>
            <ac:picMk id="68" creationId="{7546DCF6-2947-3641-9C2E-D57E9FA94F6B}"/>
          </ac:picMkLst>
        </pc:picChg>
        <pc:cxnChg chg="mod">
          <ac:chgData name="Loc Huynh" userId="80c0383e323bd6ea" providerId="LiveId" clId="{45D23C15-8B6E-3442-9B58-7B186F27CDA3}" dt="2023-09-25T01:59:16.291" v="5174" actId="1076"/>
          <ac:cxnSpMkLst>
            <pc:docMk/>
            <pc:sldMk cId="2073377484" sldId="489"/>
            <ac:cxnSpMk id="12" creationId="{2DF1DFE5-4863-1C40-9216-5BBC37FB6237}"/>
          </ac:cxnSpMkLst>
        </pc:cxnChg>
        <pc:cxnChg chg="mod">
          <ac:chgData name="Loc Huynh" userId="80c0383e323bd6ea" providerId="LiveId" clId="{45D23C15-8B6E-3442-9B58-7B186F27CDA3}" dt="2023-09-25T01:59:16.291" v="5174" actId="1076"/>
          <ac:cxnSpMkLst>
            <pc:docMk/>
            <pc:sldMk cId="2073377484" sldId="489"/>
            <ac:cxnSpMk id="19" creationId="{978ABF91-B5F1-7F46-A168-0E2C1F2454D7}"/>
          </ac:cxnSpMkLst>
        </pc:cxnChg>
        <pc:cxnChg chg="mod">
          <ac:chgData name="Loc Huynh" userId="80c0383e323bd6ea" providerId="LiveId" clId="{45D23C15-8B6E-3442-9B58-7B186F27CDA3}" dt="2023-09-25T01:59:16.291" v="5174" actId="1076"/>
          <ac:cxnSpMkLst>
            <pc:docMk/>
            <pc:sldMk cId="2073377484" sldId="489"/>
            <ac:cxnSpMk id="35" creationId="{80331034-1CA4-D64C-8FDD-C76F89E7EE7B}"/>
          </ac:cxnSpMkLst>
        </pc:cxnChg>
        <pc:cxnChg chg="mod">
          <ac:chgData name="Loc Huynh" userId="80c0383e323bd6ea" providerId="LiveId" clId="{45D23C15-8B6E-3442-9B58-7B186F27CDA3}" dt="2023-09-25T01:59:16.291" v="5174" actId="1076"/>
          <ac:cxnSpMkLst>
            <pc:docMk/>
            <pc:sldMk cId="2073377484" sldId="489"/>
            <ac:cxnSpMk id="56" creationId="{9D948698-AA02-7043-AFA0-475DB5915850}"/>
          </ac:cxnSpMkLst>
        </pc:cxnChg>
        <pc:cxnChg chg="mod">
          <ac:chgData name="Loc Huynh" userId="80c0383e323bd6ea" providerId="LiveId" clId="{45D23C15-8B6E-3442-9B58-7B186F27CDA3}" dt="2023-09-25T01:59:16.291" v="5174" actId="1076"/>
          <ac:cxnSpMkLst>
            <pc:docMk/>
            <pc:sldMk cId="2073377484" sldId="489"/>
            <ac:cxnSpMk id="59" creationId="{912E2E09-E57E-1546-9AB3-0D2077603004}"/>
          </ac:cxnSpMkLst>
        </pc:cxnChg>
        <pc:cxnChg chg="mod">
          <ac:chgData name="Loc Huynh" userId="80c0383e323bd6ea" providerId="LiveId" clId="{45D23C15-8B6E-3442-9B58-7B186F27CDA3}" dt="2023-09-25T01:59:16.291" v="5174" actId="1076"/>
          <ac:cxnSpMkLst>
            <pc:docMk/>
            <pc:sldMk cId="2073377484" sldId="489"/>
            <ac:cxnSpMk id="67" creationId="{53AD6959-3BD4-B94B-9478-8E29C40F1950}"/>
          </ac:cxnSpMkLst>
        </pc:cxnChg>
      </pc:sldChg>
      <pc:sldChg chg="del">
        <pc:chgData name="Loc Huynh" userId="80c0383e323bd6ea" providerId="LiveId" clId="{45D23C15-8B6E-3442-9B58-7B186F27CDA3}" dt="2023-09-18T00:59:18.566" v="137" actId="2696"/>
        <pc:sldMkLst>
          <pc:docMk/>
          <pc:sldMk cId="2855966079" sldId="489"/>
        </pc:sldMkLst>
      </pc:sldChg>
      <pc:sldChg chg="del">
        <pc:chgData name="Loc Huynh" userId="80c0383e323bd6ea" providerId="LiveId" clId="{45D23C15-8B6E-3442-9B58-7B186F27CDA3}" dt="2023-09-18T00:59:18.288" v="84" actId="2696"/>
        <pc:sldMkLst>
          <pc:docMk/>
          <pc:sldMk cId="123613759" sldId="490"/>
        </pc:sldMkLst>
      </pc:sldChg>
      <pc:sldChg chg="addSp modSp add mod">
        <pc:chgData name="Loc Huynh" userId="80c0383e323bd6ea" providerId="LiveId" clId="{45D23C15-8B6E-3442-9B58-7B186F27CDA3}" dt="2023-09-25T02:00:37.214" v="5193" actId="207"/>
        <pc:sldMkLst>
          <pc:docMk/>
          <pc:sldMk cId="603624601" sldId="490"/>
        </pc:sldMkLst>
        <pc:spChg chg="mod">
          <ac:chgData name="Loc Huynh" userId="80c0383e323bd6ea" providerId="LiveId" clId="{45D23C15-8B6E-3442-9B58-7B186F27CDA3}" dt="2023-09-25T01:59:57.592" v="5185"/>
          <ac:spMkLst>
            <pc:docMk/>
            <pc:sldMk cId="603624601" sldId="490"/>
            <ac:spMk id="2" creationId="{1C111DD4-D6F5-0741-8C18-D64693B57757}"/>
          </ac:spMkLst>
        </pc:spChg>
        <pc:spChg chg="mod">
          <ac:chgData name="Loc Huynh" userId="80c0383e323bd6ea" providerId="LiveId" clId="{45D23C15-8B6E-3442-9B58-7B186F27CDA3}" dt="2023-09-25T02:00:15.126" v="5187" actId="207"/>
          <ac:spMkLst>
            <pc:docMk/>
            <pc:sldMk cId="603624601" sldId="490"/>
            <ac:spMk id="3" creationId="{7F7DFE1E-8A2D-6145-BBE1-74889E55A8BD}"/>
          </ac:spMkLst>
        </pc:spChg>
        <pc:spChg chg="add mod">
          <ac:chgData name="Loc Huynh" userId="80c0383e323bd6ea" providerId="LiveId" clId="{45D23C15-8B6E-3442-9B58-7B186F27CDA3}" dt="2023-09-25T01:58:04.034" v="5160"/>
          <ac:spMkLst>
            <pc:docMk/>
            <pc:sldMk cId="603624601" sldId="490"/>
            <ac:spMk id="5" creationId="{6A7A7553-F9B1-2D6A-5262-63519449EAFB}"/>
          </ac:spMkLst>
        </pc:spChg>
        <pc:spChg chg="mod">
          <ac:chgData name="Loc Huynh" userId="80c0383e323bd6ea" providerId="LiveId" clId="{45D23C15-8B6E-3442-9B58-7B186F27CDA3}" dt="2023-09-25T02:00:09.707" v="5186" actId="1076"/>
          <ac:spMkLst>
            <pc:docMk/>
            <pc:sldMk cId="603624601" sldId="490"/>
            <ac:spMk id="22" creationId="{852BC080-A509-8A4B-BAED-F357439042BD}"/>
          </ac:spMkLst>
        </pc:spChg>
        <pc:spChg chg="mod">
          <ac:chgData name="Loc Huynh" userId="80c0383e323bd6ea" providerId="LiveId" clId="{45D23C15-8B6E-3442-9B58-7B186F27CDA3}" dt="2023-09-25T02:00:37.214" v="5193" actId="207"/>
          <ac:spMkLst>
            <pc:docMk/>
            <pc:sldMk cId="603624601" sldId="490"/>
            <ac:spMk id="31" creationId="{A7BFFFEB-031A-BF4F-9D1D-8040287B935E}"/>
          </ac:spMkLst>
        </pc:spChg>
        <pc:spChg chg="mod">
          <ac:chgData name="Loc Huynh" userId="80c0383e323bd6ea" providerId="LiveId" clId="{45D23C15-8B6E-3442-9B58-7B186F27CDA3}" dt="2023-09-25T02:00:31.287" v="5191" actId="1076"/>
          <ac:spMkLst>
            <pc:docMk/>
            <pc:sldMk cId="603624601" sldId="490"/>
            <ac:spMk id="32" creationId="{E92F1009-0B61-4A42-B2AD-18AB08EFB065}"/>
          </ac:spMkLst>
        </pc:spChg>
        <pc:spChg chg="mod">
          <ac:chgData name="Loc Huynh" userId="80c0383e323bd6ea" providerId="LiveId" clId="{45D23C15-8B6E-3442-9B58-7B186F27CDA3}" dt="2023-09-25T02:00:20.891" v="5189" actId="207"/>
          <ac:spMkLst>
            <pc:docMk/>
            <pc:sldMk cId="603624601" sldId="490"/>
            <ac:spMk id="37" creationId="{66D365A8-B33D-AC49-8495-1D0B4ADAE989}"/>
          </ac:spMkLst>
        </pc:spChg>
        <pc:spChg chg="mod">
          <ac:chgData name="Loc Huynh" userId="80c0383e323bd6ea" providerId="LiveId" clId="{45D23C15-8B6E-3442-9B58-7B186F27CDA3}" dt="2023-09-25T02:00:18.415" v="5188" actId="207"/>
          <ac:spMkLst>
            <pc:docMk/>
            <pc:sldMk cId="603624601" sldId="490"/>
            <ac:spMk id="44" creationId="{420A901D-7DF3-E245-89BF-F829927E709F}"/>
          </ac:spMkLst>
        </pc:spChg>
        <pc:spChg chg="mod">
          <ac:chgData name="Loc Huynh" userId="80c0383e323bd6ea" providerId="LiveId" clId="{45D23C15-8B6E-3442-9B58-7B186F27CDA3}" dt="2023-09-25T02:00:22.855" v="5190" actId="207"/>
          <ac:spMkLst>
            <pc:docMk/>
            <pc:sldMk cId="603624601" sldId="490"/>
            <ac:spMk id="58" creationId="{CF7F195D-1DB1-EB41-BC61-3834A17B72BE}"/>
          </ac:spMkLst>
        </pc:spChg>
        <pc:grpChg chg="mod">
          <ac:chgData name="Loc Huynh" userId="80c0383e323bd6ea" providerId="LiveId" clId="{45D23C15-8B6E-3442-9B58-7B186F27CDA3}" dt="2023-09-25T02:00:09.707" v="5186" actId="1076"/>
          <ac:grpSpMkLst>
            <pc:docMk/>
            <pc:sldMk cId="603624601" sldId="490"/>
            <ac:grpSpMk id="11" creationId="{25446E48-F079-B548-9F85-0AFA2B9C2F78}"/>
          </ac:grpSpMkLst>
        </pc:grpChg>
        <pc:grpChg chg="mod">
          <ac:chgData name="Loc Huynh" userId="80c0383e323bd6ea" providerId="LiveId" clId="{45D23C15-8B6E-3442-9B58-7B186F27CDA3}" dt="2023-09-25T02:00:09.707" v="5186" actId="1076"/>
          <ac:grpSpMkLst>
            <pc:docMk/>
            <pc:sldMk cId="603624601" sldId="490"/>
            <ac:grpSpMk id="17" creationId="{D9EFFDEB-8339-6E4B-9EF3-C9E41856E525}"/>
          </ac:grpSpMkLst>
        </pc:grpChg>
        <pc:grpChg chg="mod">
          <ac:chgData name="Loc Huynh" userId="80c0383e323bd6ea" providerId="LiveId" clId="{45D23C15-8B6E-3442-9B58-7B186F27CDA3}" dt="2023-09-25T02:00:09.707" v="5186" actId="1076"/>
          <ac:grpSpMkLst>
            <pc:docMk/>
            <pc:sldMk cId="603624601" sldId="490"/>
            <ac:grpSpMk id="46" creationId="{7EC73AF8-65CE-1B4F-AD3A-31DC268F9563}"/>
          </ac:grpSpMkLst>
        </pc:grpChg>
        <pc:grpChg chg="mod">
          <ac:chgData name="Loc Huynh" userId="80c0383e323bd6ea" providerId="LiveId" clId="{45D23C15-8B6E-3442-9B58-7B186F27CDA3}" dt="2023-09-25T02:00:09.707" v="5186" actId="1076"/>
          <ac:grpSpMkLst>
            <pc:docMk/>
            <pc:sldMk cId="603624601" sldId="490"/>
            <ac:grpSpMk id="53" creationId="{529A317A-BDAC-6D46-8E9A-D28844DB60EC}"/>
          </ac:grpSpMkLst>
        </pc:grpChg>
        <pc:grpChg chg="mod">
          <ac:chgData name="Loc Huynh" userId="80c0383e323bd6ea" providerId="LiveId" clId="{45D23C15-8B6E-3442-9B58-7B186F27CDA3}" dt="2023-09-25T02:00:09.707" v="5186" actId="1076"/>
          <ac:grpSpMkLst>
            <pc:docMk/>
            <pc:sldMk cId="603624601" sldId="490"/>
            <ac:grpSpMk id="54" creationId="{21B8CEC0-2CEA-6949-9E66-CF2078C9B446}"/>
          </ac:grpSpMkLst>
        </pc:grpChg>
        <pc:picChg chg="mod">
          <ac:chgData name="Loc Huynh" userId="80c0383e323bd6ea" providerId="LiveId" clId="{45D23C15-8B6E-3442-9B58-7B186F27CDA3}" dt="2023-09-25T02:00:09.707" v="5186" actId="1076"/>
          <ac:picMkLst>
            <pc:docMk/>
            <pc:sldMk cId="603624601" sldId="490"/>
            <ac:picMk id="14" creationId="{E08986B9-FF5C-8249-9685-2F3A460F6149}"/>
          </ac:picMkLst>
        </pc:picChg>
        <pc:picChg chg="mod">
          <ac:chgData name="Loc Huynh" userId="80c0383e323bd6ea" providerId="LiveId" clId="{45D23C15-8B6E-3442-9B58-7B186F27CDA3}" dt="2023-09-25T02:00:09.707" v="5186" actId="1076"/>
          <ac:picMkLst>
            <pc:docMk/>
            <pc:sldMk cId="603624601" sldId="490"/>
            <ac:picMk id="36" creationId="{B168BAA9-A2BF-5E45-B7CE-3A4223EEB89B}"/>
          </ac:picMkLst>
        </pc:picChg>
        <pc:picChg chg="mod">
          <ac:chgData name="Loc Huynh" userId="80c0383e323bd6ea" providerId="LiveId" clId="{45D23C15-8B6E-3442-9B58-7B186F27CDA3}" dt="2023-09-25T02:00:09.707" v="5186" actId="1076"/>
          <ac:picMkLst>
            <pc:docMk/>
            <pc:sldMk cId="603624601" sldId="490"/>
            <ac:picMk id="43" creationId="{EEE8352C-AD7F-C343-BE36-92D31739F14E}"/>
          </ac:picMkLst>
        </pc:picChg>
        <pc:picChg chg="mod">
          <ac:chgData name="Loc Huynh" userId="80c0383e323bd6ea" providerId="LiveId" clId="{45D23C15-8B6E-3442-9B58-7B186F27CDA3}" dt="2023-09-25T02:00:09.707" v="5186" actId="1076"/>
          <ac:picMkLst>
            <pc:docMk/>
            <pc:sldMk cId="603624601" sldId="490"/>
            <ac:picMk id="57" creationId="{827E1E8F-6485-8049-AF74-1FFFFF592A66}"/>
          </ac:picMkLst>
        </pc:picChg>
        <pc:cxnChg chg="mod">
          <ac:chgData name="Loc Huynh" userId="80c0383e323bd6ea" providerId="LiveId" clId="{45D23C15-8B6E-3442-9B58-7B186F27CDA3}" dt="2023-09-25T02:00:09.707" v="5186" actId="1076"/>
          <ac:cxnSpMkLst>
            <pc:docMk/>
            <pc:sldMk cId="603624601" sldId="490"/>
            <ac:cxnSpMk id="19" creationId="{978ABF91-B5F1-7F46-A168-0E2C1F2454D7}"/>
          </ac:cxnSpMkLst>
        </pc:cxnChg>
        <pc:cxnChg chg="mod">
          <ac:chgData name="Loc Huynh" userId="80c0383e323bd6ea" providerId="LiveId" clId="{45D23C15-8B6E-3442-9B58-7B186F27CDA3}" dt="2023-09-25T02:00:09.707" v="5186" actId="1076"/>
          <ac:cxnSpMkLst>
            <pc:docMk/>
            <pc:sldMk cId="603624601" sldId="490"/>
            <ac:cxnSpMk id="35" creationId="{80331034-1CA4-D64C-8FDD-C76F89E7EE7B}"/>
          </ac:cxnSpMkLst>
        </pc:cxnChg>
        <pc:cxnChg chg="mod">
          <ac:chgData name="Loc Huynh" userId="80c0383e323bd6ea" providerId="LiveId" clId="{45D23C15-8B6E-3442-9B58-7B186F27CDA3}" dt="2023-09-25T02:00:09.707" v="5186" actId="1076"/>
          <ac:cxnSpMkLst>
            <pc:docMk/>
            <pc:sldMk cId="603624601" sldId="490"/>
            <ac:cxnSpMk id="56" creationId="{9D948698-AA02-7043-AFA0-475DB5915850}"/>
          </ac:cxnSpMkLst>
        </pc:cxnChg>
        <pc:cxnChg chg="mod">
          <ac:chgData name="Loc Huynh" userId="80c0383e323bd6ea" providerId="LiveId" clId="{45D23C15-8B6E-3442-9B58-7B186F27CDA3}" dt="2023-09-25T02:00:09.707" v="5186" actId="1076"/>
          <ac:cxnSpMkLst>
            <pc:docMk/>
            <pc:sldMk cId="603624601" sldId="490"/>
            <ac:cxnSpMk id="59" creationId="{912E2E09-E57E-1546-9AB3-0D2077603004}"/>
          </ac:cxnSpMkLst>
        </pc:cxnChg>
      </pc:sldChg>
      <pc:sldChg chg="addSp delSp modSp add mod delAnim modAnim chgLayout">
        <pc:chgData name="Loc Huynh" userId="80c0383e323bd6ea" providerId="LiveId" clId="{45D23C15-8B6E-3442-9B58-7B186F27CDA3}" dt="2023-09-25T06:55:55.652" v="8926" actId="207"/>
        <pc:sldMkLst>
          <pc:docMk/>
          <pc:sldMk cId="3018077777" sldId="491"/>
        </pc:sldMkLst>
        <pc:spChg chg="mod ord">
          <ac:chgData name="Loc Huynh" userId="80c0383e323bd6ea" providerId="LiveId" clId="{45D23C15-8B6E-3442-9B58-7B186F27CDA3}" dt="2023-09-25T06:16:08.656" v="8210" actId="20577"/>
          <ac:spMkLst>
            <pc:docMk/>
            <pc:sldMk cId="3018077777" sldId="491"/>
            <ac:spMk id="2" creationId="{636479E2-C0D6-904F-B5C5-2271728A96C3}"/>
          </ac:spMkLst>
        </pc:spChg>
        <pc:spChg chg="add mod ord">
          <ac:chgData name="Loc Huynh" userId="80c0383e323bd6ea" providerId="LiveId" clId="{45D23C15-8B6E-3442-9B58-7B186F27CDA3}" dt="2023-09-25T06:00:50.582" v="7807" actId="700"/>
          <ac:spMkLst>
            <pc:docMk/>
            <pc:sldMk cId="3018077777" sldId="491"/>
            <ac:spMk id="3" creationId="{C151C64D-853C-855B-5405-058781AE0921}"/>
          </ac:spMkLst>
        </pc:spChg>
        <pc:spChg chg="mod ord">
          <ac:chgData name="Loc Huynh" userId="80c0383e323bd6ea" providerId="LiveId" clId="{45D23C15-8B6E-3442-9B58-7B186F27CDA3}" dt="2023-09-25T06:00:50.582" v="7807" actId="700"/>
          <ac:spMkLst>
            <pc:docMk/>
            <pc:sldMk cId="3018077777" sldId="491"/>
            <ac:spMk id="4" creationId="{961813DB-F3F2-A844-9A22-9324D7622836}"/>
          </ac:spMkLst>
        </pc:spChg>
        <pc:spChg chg="add mod ord">
          <ac:chgData name="Loc Huynh" userId="80c0383e323bd6ea" providerId="LiveId" clId="{45D23C15-8B6E-3442-9B58-7B186F27CDA3}" dt="2023-09-25T06:55:55.652" v="8926" actId="207"/>
          <ac:spMkLst>
            <pc:docMk/>
            <pc:sldMk cId="3018077777" sldId="491"/>
            <ac:spMk id="5" creationId="{F243FB4A-00ED-CB3E-A6A8-98843A9A9A5F}"/>
          </ac:spMkLst>
        </pc:spChg>
        <pc:spChg chg="add del mod">
          <ac:chgData name="Loc Huynh" userId="80c0383e323bd6ea" providerId="LiveId" clId="{45D23C15-8B6E-3442-9B58-7B186F27CDA3}" dt="2023-09-25T06:11:27.329" v="8180" actId="478"/>
          <ac:spMkLst>
            <pc:docMk/>
            <pc:sldMk cId="3018077777" sldId="491"/>
            <ac:spMk id="6" creationId="{6AEA4208-1D84-0C6B-0424-1D3CDD6A289A}"/>
          </ac:spMkLst>
        </pc:spChg>
        <pc:spChg chg="mod">
          <ac:chgData name="Loc Huynh" userId="80c0383e323bd6ea" providerId="LiveId" clId="{45D23C15-8B6E-3442-9B58-7B186F27CDA3}" dt="2023-09-25T06:07:42.495" v="8111"/>
          <ac:spMkLst>
            <pc:docMk/>
            <pc:sldMk cId="3018077777" sldId="491"/>
            <ac:spMk id="13" creationId="{465A026C-9CF8-97CC-6726-C83F1DAA04F6}"/>
          </ac:spMkLst>
        </pc:spChg>
        <pc:spChg chg="mod">
          <ac:chgData name="Loc Huynh" userId="80c0383e323bd6ea" providerId="LiveId" clId="{45D23C15-8B6E-3442-9B58-7B186F27CDA3}" dt="2023-09-25T06:07:42.495" v="8111"/>
          <ac:spMkLst>
            <pc:docMk/>
            <pc:sldMk cId="3018077777" sldId="491"/>
            <ac:spMk id="21" creationId="{E3CEFD30-8B5D-5F52-E68E-B5EBDB927490}"/>
          </ac:spMkLst>
        </pc:spChg>
        <pc:spChg chg="mod">
          <ac:chgData name="Loc Huynh" userId="80c0383e323bd6ea" providerId="LiveId" clId="{45D23C15-8B6E-3442-9B58-7B186F27CDA3}" dt="2023-09-25T06:07:42.495" v="8111"/>
          <ac:spMkLst>
            <pc:docMk/>
            <pc:sldMk cId="3018077777" sldId="491"/>
            <ac:spMk id="23" creationId="{6983F133-FA44-85C6-6779-D13C2C55A069}"/>
          </ac:spMkLst>
        </pc:spChg>
        <pc:spChg chg="mod">
          <ac:chgData name="Loc Huynh" userId="80c0383e323bd6ea" providerId="LiveId" clId="{45D23C15-8B6E-3442-9B58-7B186F27CDA3}" dt="2023-09-25T06:07:42.495" v="8111"/>
          <ac:spMkLst>
            <pc:docMk/>
            <pc:sldMk cId="3018077777" sldId="491"/>
            <ac:spMk id="24" creationId="{85ADD710-3777-3234-F2ED-647079B2F9E3}"/>
          </ac:spMkLst>
        </pc:spChg>
        <pc:spChg chg="mod">
          <ac:chgData name="Loc Huynh" userId="80c0383e323bd6ea" providerId="LiveId" clId="{45D23C15-8B6E-3442-9B58-7B186F27CDA3}" dt="2023-09-25T06:07:42.495" v="8111"/>
          <ac:spMkLst>
            <pc:docMk/>
            <pc:sldMk cId="3018077777" sldId="491"/>
            <ac:spMk id="26" creationId="{5C76AF95-41AE-EAC3-E068-A22CB0777F7D}"/>
          </ac:spMkLst>
        </pc:spChg>
        <pc:spChg chg="mod">
          <ac:chgData name="Loc Huynh" userId="80c0383e323bd6ea" providerId="LiveId" clId="{45D23C15-8B6E-3442-9B58-7B186F27CDA3}" dt="2023-09-25T06:07:42.495" v="8111"/>
          <ac:spMkLst>
            <pc:docMk/>
            <pc:sldMk cId="3018077777" sldId="491"/>
            <ac:spMk id="27" creationId="{7EEC4D5E-B851-191A-40AF-2F2015CE0D66}"/>
          </ac:spMkLst>
        </pc:spChg>
        <pc:spChg chg="mod">
          <ac:chgData name="Loc Huynh" userId="80c0383e323bd6ea" providerId="LiveId" clId="{45D23C15-8B6E-3442-9B58-7B186F27CDA3}" dt="2023-09-25T06:07:42.495" v="8111"/>
          <ac:spMkLst>
            <pc:docMk/>
            <pc:sldMk cId="3018077777" sldId="491"/>
            <ac:spMk id="28" creationId="{9B6010EE-BC13-7957-DFFB-62E0FFEB6829}"/>
          </ac:spMkLst>
        </pc:spChg>
        <pc:spChg chg="add del mod">
          <ac:chgData name="Loc Huynh" userId="80c0383e323bd6ea" providerId="LiveId" clId="{45D23C15-8B6E-3442-9B58-7B186F27CDA3}" dt="2023-09-25T06:11:47.771" v="8182" actId="478"/>
          <ac:spMkLst>
            <pc:docMk/>
            <pc:sldMk cId="3018077777" sldId="491"/>
            <ac:spMk id="32" creationId="{5CC47F12-CC57-D0A6-3F68-180BBE66D086}"/>
          </ac:spMkLst>
        </pc:spChg>
        <pc:spChg chg="mod">
          <ac:chgData name="Loc Huynh" userId="80c0383e323bd6ea" providerId="LiveId" clId="{45D23C15-8B6E-3442-9B58-7B186F27CDA3}" dt="2023-09-25T06:11:21.593" v="8178"/>
          <ac:spMkLst>
            <pc:docMk/>
            <pc:sldMk cId="3018077777" sldId="491"/>
            <ac:spMk id="34" creationId="{9512CDA4-ED88-7357-4DB2-AC9AA2885251}"/>
          </ac:spMkLst>
        </pc:spChg>
        <pc:spChg chg="mod">
          <ac:chgData name="Loc Huynh" userId="80c0383e323bd6ea" providerId="LiveId" clId="{45D23C15-8B6E-3442-9B58-7B186F27CDA3}" dt="2023-09-25T06:11:21.593" v="8178"/>
          <ac:spMkLst>
            <pc:docMk/>
            <pc:sldMk cId="3018077777" sldId="491"/>
            <ac:spMk id="35" creationId="{9978BEBB-F1BC-42DB-10AF-2E6A6D637FFA}"/>
          </ac:spMkLst>
        </pc:spChg>
        <pc:spChg chg="mod">
          <ac:chgData name="Loc Huynh" userId="80c0383e323bd6ea" providerId="LiveId" clId="{45D23C15-8B6E-3442-9B58-7B186F27CDA3}" dt="2023-09-25T06:53:44.195" v="8882" actId="20577"/>
          <ac:spMkLst>
            <pc:docMk/>
            <pc:sldMk cId="3018077777" sldId="491"/>
            <ac:spMk id="36" creationId="{549F8CD9-A67A-E240-AF9A-7E009166CC07}"/>
          </ac:spMkLst>
        </pc:spChg>
        <pc:spChg chg="mod">
          <ac:chgData name="Loc Huynh" userId="80c0383e323bd6ea" providerId="LiveId" clId="{45D23C15-8B6E-3442-9B58-7B186F27CDA3}" dt="2023-09-25T06:11:21.593" v="8178"/>
          <ac:spMkLst>
            <pc:docMk/>
            <pc:sldMk cId="3018077777" sldId="491"/>
            <ac:spMk id="37" creationId="{14BB76A5-C39B-E92D-C0DB-C879F4EC8C30}"/>
          </ac:spMkLst>
        </pc:spChg>
        <pc:spChg chg="del">
          <ac:chgData name="Loc Huynh" userId="80c0383e323bd6ea" providerId="LiveId" clId="{45D23C15-8B6E-3442-9B58-7B186F27CDA3}" dt="2023-09-25T05:54:47.082" v="7804" actId="478"/>
          <ac:spMkLst>
            <pc:docMk/>
            <pc:sldMk cId="3018077777" sldId="491"/>
            <ac:spMk id="38" creationId="{737D78E6-EE8D-8B4B-83E3-0C077F56A07B}"/>
          </ac:spMkLst>
        </pc:spChg>
        <pc:spChg chg="mod">
          <ac:chgData name="Loc Huynh" userId="80c0383e323bd6ea" providerId="LiveId" clId="{45D23C15-8B6E-3442-9B58-7B186F27CDA3}" dt="2023-09-25T06:11:21.593" v="8178"/>
          <ac:spMkLst>
            <pc:docMk/>
            <pc:sldMk cId="3018077777" sldId="491"/>
            <ac:spMk id="39" creationId="{48EC6434-7899-E8C4-3D5C-EBD440119C81}"/>
          </ac:spMkLst>
        </pc:spChg>
        <pc:spChg chg="mod">
          <ac:chgData name="Loc Huynh" userId="80c0383e323bd6ea" providerId="LiveId" clId="{45D23C15-8B6E-3442-9B58-7B186F27CDA3}" dt="2023-09-25T06:11:21.593" v="8178"/>
          <ac:spMkLst>
            <pc:docMk/>
            <pc:sldMk cId="3018077777" sldId="491"/>
            <ac:spMk id="40" creationId="{6054C3AC-C4C8-8FD7-A2C2-1B324B3B6FF3}"/>
          </ac:spMkLst>
        </pc:spChg>
        <pc:spChg chg="mod">
          <ac:chgData name="Loc Huynh" userId="80c0383e323bd6ea" providerId="LiveId" clId="{45D23C15-8B6E-3442-9B58-7B186F27CDA3}" dt="2023-09-25T06:11:21.593" v="8178"/>
          <ac:spMkLst>
            <pc:docMk/>
            <pc:sldMk cId="3018077777" sldId="491"/>
            <ac:spMk id="41" creationId="{B346629C-0FEF-E205-0BF8-D808CFECE843}"/>
          </ac:spMkLst>
        </pc:spChg>
        <pc:spChg chg="mod">
          <ac:chgData name="Loc Huynh" userId="80c0383e323bd6ea" providerId="LiveId" clId="{45D23C15-8B6E-3442-9B58-7B186F27CDA3}" dt="2023-09-25T06:11:21.593" v="8178"/>
          <ac:spMkLst>
            <pc:docMk/>
            <pc:sldMk cId="3018077777" sldId="491"/>
            <ac:spMk id="42" creationId="{0E8DFC3D-2CC8-875E-00F9-A36DFE6DA587}"/>
          </ac:spMkLst>
        </pc:spChg>
        <pc:spChg chg="mod">
          <ac:chgData name="Loc Huynh" userId="80c0383e323bd6ea" providerId="LiveId" clId="{45D23C15-8B6E-3442-9B58-7B186F27CDA3}" dt="2023-09-25T06:11:21.593" v="8178"/>
          <ac:spMkLst>
            <pc:docMk/>
            <pc:sldMk cId="3018077777" sldId="491"/>
            <ac:spMk id="47" creationId="{64DAEF19-CA3B-2759-8C99-00A113106577}"/>
          </ac:spMkLst>
        </pc:spChg>
        <pc:spChg chg="mod">
          <ac:chgData name="Loc Huynh" userId="80c0383e323bd6ea" providerId="LiveId" clId="{45D23C15-8B6E-3442-9B58-7B186F27CDA3}" dt="2023-09-25T06:11:21.593" v="8178"/>
          <ac:spMkLst>
            <pc:docMk/>
            <pc:sldMk cId="3018077777" sldId="491"/>
            <ac:spMk id="48" creationId="{1552595B-CC89-2D37-4523-71E299435EE0}"/>
          </ac:spMkLst>
        </pc:spChg>
        <pc:spChg chg="mod">
          <ac:chgData name="Loc Huynh" userId="80c0383e323bd6ea" providerId="LiveId" clId="{45D23C15-8B6E-3442-9B58-7B186F27CDA3}" dt="2023-09-25T06:12:57.119" v="8207"/>
          <ac:spMkLst>
            <pc:docMk/>
            <pc:sldMk cId="3018077777" sldId="491"/>
            <ac:spMk id="50" creationId="{21987024-6B23-1C5C-E7B3-478CC24B0895}"/>
          </ac:spMkLst>
        </pc:spChg>
        <pc:spChg chg="mod">
          <ac:chgData name="Loc Huynh" userId="80c0383e323bd6ea" providerId="LiveId" clId="{45D23C15-8B6E-3442-9B58-7B186F27CDA3}" dt="2023-09-25T06:12:57.119" v="8207"/>
          <ac:spMkLst>
            <pc:docMk/>
            <pc:sldMk cId="3018077777" sldId="491"/>
            <ac:spMk id="52" creationId="{0F8C716F-F04C-84E0-A691-5E122B8BFC21}"/>
          </ac:spMkLst>
        </pc:spChg>
        <pc:spChg chg="mod">
          <ac:chgData name="Loc Huynh" userId="80c0383e323bd6ea" providerId="LiveId" clId="{45D23C15-8B6E-3442-9B58-7B186F27CDA3}" dt="2023-09-25T06:12:57.119" v="8207"/>
          <ac:spMkLst>
            <pc:docMk/>
            <pc:sldMk cId="3018077777" sldId="491"/>
            <ac:spMk id="53" creationId="{E3246A49-9AB0-624F-31F4-2379D6F7A9D3}"/>
          </ac:spMkLst>
        </pc:spChg>
        <pc:spChg chg="mod">
          <ac:chgData name="Loc Huynh" userId="80c0383e323bd6ea" providerId="LiveId" clId="{45D23C15-8B6E-3442-9B58-7B186F27CDA3}" dt="2023-09-25T06:12:57.119" v="8207"/>
          <ac:spMkLst>
            <pc:docMk/>
            <pc:sldMk cId="3018077777" sldId="491"/>
            <ac:spMk id="54" creationId="{C38B7BBD-30F4-55CF-E9A7-30967D621AD4}"/>
          </ac:spMkLst>
        </pc:spChg>
        <pc:spChg chg="mod">
          <ac:chgData name="Loc Huynh" userId="80c0383e323bd6ea" providerId="LiveId" clId="{45D23C15-8B6E-3442-9B58-7B186F27CDA3}" dt="2023-09-25T06:12:57.119" v="8207"/>
          <ac:spMkLst>
            <pc:docMk/>
            <pc:sldMk cId="3018077777" sldId="491"/>
            <ac:spMk id="55" creationId="{47FDEEEB-048E-747F-0369-A604C472C564}"/>
          </ac:spMkLst>
        </pc:spChg>
        <pc:spChg chg="mod">
          <ac:chgData name="Loc Huynh" userId="80c0383e323bd6ea" providerId="LiveId" clId="{45D23C15-8B6E-3442-9B58-7B186F27CDA3}" dt="2023-09-25T06:12:57.119" v="8207"/>
          <ac:spMkLst>
            <pc:docMk/>
            <pc:sldMk cId="3018077777" sldId="491"/>
            <ac:spMk id="56" creationId="{623511E0-5DF2-E719-0149-1BCCA5A0CBB7}"/>
          </ac:spMkLst>
        </pc:spChg>
        <pc:spChg chg="mod">
          <ac:chgData name="Loc Huynh" userId="80c0383e323bd6ea" providerId="LiveId" clId="{45D23C15-8B6E-3442-9B58-7B186F27CDA3}" dt="2023-09-25T06:12:57.119" v="8207"/>
          <ac:spMkLst>
            <pc:docMk/>
            <pc:sldMk cId="3018077777" sldId="491"/>
            <ac:spMk id="57" creationId="{D93C6BBE-0CB0-1C73-A9DF-B21CC413C144}"/>
          </ac:spMkLst>
        </pc:spChg>
        <pc:spChg chg="mod">
          <ac:chgData name="Loc Huynh" userId="80c0383e323bd6ea" providerId="LiveId" clId="{45D23C15-8B6E-3442-9B58-7B186F27CDA3}" dt="2023-09-25T06:12:57.119" v="8207"/>
          <ac:spMkLst>
            <pc:docMk/>
            <pc:sldMk cId="3018077777" sldId="491"/>
            <ac:spMk id="61" creationId="{0CA4049D-02E4-A168-7AB9-C448E679F780}"/>
          </ac:spMkLst>
        </pc:spChg>
        <pc:spChg chg="mod">
          <ac:chgData name="Loc Huynh" userId="80c0383e323bd6ea" providerId="LiveId" clId="{45D23C15-8B6E-3442-9B58-7B186F27CDA3}" dt="2023-09-25T06:12:57.119" v="8207"/>
          <ac:spMkLst>
            <pc:docMk/>
            <pc:sldMk cId="3018077777" sldId="491"/>
            <ac:spMk id="62" creationId="{21C99886-E5EE-B4CB-5928-54501847FB2F}"/>
          </ac:spMkLst>
        </pc:spChg>
        <pc:spChg chg="add mod">
          <ac:chgData name="Loc Huynh" userId="80c0383e323bd6ea" providerId="LiveId" clId="{45D23C15-8B6E-3442-9B58-7B186F27CDA3}" dt="2023-09-25T06:13:07.525" v="8208" actId="1076"/>
          <ac:spMkLst>
            <pc:docMk/>
            <pc:sldMk cId="3018077777" sldId="491"/>
            <ac:spMk id="63" creationId="{B16CCAD7-5122-1AE9-3BF6-BC277D96605F}"/>
          </ac:spMkLst>
        </pc:spChg>
        <pc:grpChg chg="del">
          <ac:chgData name="Loc Huynh" userId="80c0383e323bd6ea" providerId="LiveId" clId="{45D23C15-8B6E-3442-9B58-7B186F27CDA3}" dt="2023-09-25T05:54:44.298" v="7803" actId="478"/>
          <ac:grpSpMkLst>
            <pc:docMk/>
            <pc:sldMk cId="3018077777" sldId="491"/>
            <ac:grpSpMk id="7" creationId="{BEF44796-12EE-AB42-825B-5C46CA954EE9}"/>
          </ac:grpSpMkLst>
        </pc:grpChg>
        <pc:grpChg chg="add del mod">
          <ac:chgData name="Loc Huynh" userId="80c0383e323bd6ea" providerId="LiveId" clId="{45D23C15-8B6E-3442-9B58-7B186F27CDA3}" dt="2023-09-25T06:11:23.459" v="8179" actId="478"/>
          <ac:grpSpMkLst>
            <pc:docMk/>
            <pc:sldMk cId="3018077777" sldId="491"/>
            <ac:grpSpMk id="10" creationId="{7FC61DB9-2DEC-BBA6-CEA1-37AF971B7B55}"/>
          </ac:grpSpMkLst>
        </pc:grpChg>
        <pc:grpChg chg="add del mod">
          <ac:chgData name="Loc Huynh" userId="80c0383e323bd6ea" providerId="LiveId" clId="{45D23C15-8B6E-3442-9B58-7B186F27CDA3}" dt="2023-09-25T06:11:47.771" v="8182" actId="478"/>
          <ac:grpSpMkLst>
            <pc:docMk/>
            <pc:sldMk cId="3018077777" sldId="491"/>
            <ac:grpSpMk id="33" creationId="{25CD4D6B-CEBD-5EE3-0E6B-AC325B105689}"/>
          </ac:grpSpMkLst>
        </pc:grpChg>
        <pc:grpChg chg="add mod">
          <ac:chgData name="Loc Huynh" userId="80c0383e323bd6ea" providerId="LiveId" clId="{45D23C15-8B6E-3442-9B58-7B186F27CDA3}" dt="2023-09-25T06:13:07.525" v="8208" actId="1076"/>
          <ac:grpSpMkLst>
            <pc:docMk/>
            <pc:sldMk cId="3018077777" sldId="491"/>
            <ac:grpSpMk id="49" creationId="{165032D5-4D92-0EB0-D5C7-F813027A5437}"/>
          </ac:grpSpMkLst>
        </pc:grpChg>
        <pc:cxnChg chg="mod">
          <ac:chgData name="Loc Huynh" userId="80c0383e323bd6ea" providerId="LiveId" clId="{45D23C15-8B6E-3442-9B58-7B186F27CDA3}" dt="2023-09-25T06:07:42.495" v="8111"/>
          <ac:cxnSpMkLst>
            <pc:docMk/>
            <pc:sldMk cId="3018077777" sldId="491"/>
            <ac:cxnSpMk id="14" creationId="{A1FE8A6A-92AA-4F07-5A7E-7DAD7E60E3F0}"/>
          </ac:cxnSpMkLst>
        </pc:cxnChg>
        <pc:cxnChg chg="mod">
          <ac:chgData name="Loc Huynh" userId="80c0383e323bd6ea" providerId="LiveId" clId="{45D23C15-8B6E-3442-9B58-7B186F27CDA3}" dt="2023-09-25T06:07:42.495" v="8111"/>
          <ac:cxnSpMkLst>
            <pc:docMk/>
            <pc:sldMk cId="3018077777" sldId="491"/>
            <ac:cxnSpMk id="29" creationId="{94BE5307-E1FC-C5D6-F82D-441B193F9B4F}"/>
          </ac:cxnSpMkLst>
        </pc:cxnChg>
        <pc:cxnChg chg="mod">
          <ac:chgData name="Loc Huynh" userId="80c0383e323bd6ea" providerId="LiveId" clId="{45D23C15-8B6E-3442-9B58-7B186F27CDA3}" dt="2023-09-25T06:07:42.495" v="8111"/>
          <ac:cxnSpMkLst>
            <pc:docMk/>
            <pc:sldMk cId="3018077777" sldId="491"/>
            <ac:cxnSpMk id="30" creationId="{9BF1723E-6F0E-687A-3469-C55318D5010D}"/>
          </ac:cxnSpMkLst>
        </pc:cxnChg>
        <pc:cxnChg chg="mod">
          <ac:chgData name="Loc Huynh" userId="80c0383e323bd6ea" providerId="LiveId" clId="{45D23C15-8B6E-3442-9B58-7B186F27CDA3}" dt="2023-09-25T06:11:23.459" v="8179" actId="478"/>
          <ac:cxnSpMkLst>
            <pc:docMk/>
            <pc:sldMk cId="3018077777" sldId="491"/>
            <ac:cxnSpMk id="31" creationId="{B4A95945-E4D8-414D-40A6-CD7DC51A5071}"/>
          </ac:cxnSpMkLst>
        </pc:cxnChg>
        <pc:cxnChg chg="mod">
          <ac:chgData name="Loc Huynh" userId="80c0383e323bd6ea" providerId="LiveId" clId="{45D23C15-8B6E-3442-9B58-7B186F27CDA3}" dt="2023-09-25T06:11:21.593" v="8178"/>
          <ac:cxnSpMkLst>
            <pc:docMk/>
            <pc:sldMk cId="3018077777" sldId="491"/>
            <ac:cxnSpMk id="43" creationId="{D2B8F97B-A3D4-6A30-8F8C-0B34397EE48B}"/>
          </ac:cxnSpMkLst>
        </pc:cxnChg>
        <pc:cxnChg chg="mod">
          <ac:chgData name="Loc Huynh" userId="80c0383e323bd6ea" providerId="LiveId" clId="{45D23C15-8B6E-3442-9B58-7B186F27CDA3}" dt="2023-09-25T06:11:21.593" v="8178"/>
          <ac:cxnSpMkLst>
            <pc:docMk/>
            <pc:sldMk cId="3018077777" sldId="491"/>
            <ac:cxnSpMk id="44" creationId="{80822B13-8EE0-02F7-0699-CAAA34BD4A47}"/>
          </ac:cxnSpMkLst>
        </pc:cxnChg>
        <pc:cxnChg chg="mod">
          <ac:chgData name="Loc Huynh" userId="80c0383e323bd6ea" providerId="LiveId" clId="{45D23C15-8B6E-3442-9B58-7B186F27CDA3}" dt="2023-09-25T06:11:21.593" v="8178"/>
          <ac:cxnSpMkLst>
            <pc:docMk/>
            <pc:sldMk cId="3018077777" sldId="491"/>
            <ac:cxnSpMk id="45" creationId="{10235D92-9440-3BB1-9896-7D0FB3227251}"/>
          </ac:cxnSpMkLst>
        </pc:cxnChg>
        <pc:cxnChg chg="mod">
          <ac:chgData name="Loc Huynh" userId="80c0383e323bd6ea" providerId="LiveId" clId="{45D23C15-8B6E-3442-9B58-7B186F27CDA3}" dt="2023-09-25T06:11:21.593" v="8178"/>
          <ac:cxnSpMkLst>
            <pc:docMk/>
            <pc:sldMk cId="3018077777" sldId="491"/>
            <ac:cxnSpMk id="46" creationId="{5F24AF54-FFB1-9F6D-3584-93E54359FDD6}"/>
          </ac:cxnSpMkLst>
        </pc:cxnChg>
        <pc:cxnChg chg="mod">
          <ac:chgData name="Loc Huynh" userId="80c0383e323bd6ea" providerId="LiveId" clId="{45D23C15-8B6E-3442-9B58-7B186F27CDA3}" dt="2023-09-25T06:12:57.119" v="8207"/>
          <ac:cxnSpMkLst>
            <pc:docMk/>
            <pc:sldMk cId="3018077777" sldId="491"/>
            <ac:cxnSpMk id="51" creationId="{B4D51D3F-D82F-07DD-0E90-929680271690}"/>
          </ac:cxnSpMkLst>
        </pc:cxnChg>
        <pc:cxnChg chg="mod">
          <ac:chgData name="Loc Huynh" userId="80c0383e323bd6ea" providerId="LiveId" clId="{45D23C15-8B6E-3442-9B58-7B186F27CDA3}" dt="2023-09-25T06:12:57.119" v="8207"/>
          <ac:cxnSpMkLst>
            <pc:docMk/>
            <pc:sldMk cId="3018077777" sldId="491"/>
            <ac:cxnSpMk id="58" creationId="{5E0C3219-EE20-E618-C6C8-CB72B01DE1B5}"/>
          </ac:cxnSpMkLst>
        </pc:cxnChg>
        <pc:cxnChg chg="mod">
          <ac:chgData name="Loc Huynh" userId="80c0383e323bd6ea" providerId="LiveId" clId="{45D23C15-8B6E-3442-9B58-7B186F27CDA3}" dt="2023-09-25T06:12:57.119" v="8207"/>
          <ac:cxnSpMkLst>
            <pc:docMk/>
            <pc:sldMk cId="3018077777" sldId="491"/>
            <ac:cxnSpMk id="59" creationId="{08D2E420-3A7F-FD62-FC0B-6F81FC35D0FF}"/>
          </ac:cxnSpMkLst>
        </pc:cxnChg>
        <pc:cxnChg chg="mod">
          <ac:chgData name="Loc Huynh" userId="80c0383e323bd6ea" providerId="LiveId" clId="{45D23C15-8B6E-3442-9B58-7B186F27CDA3}" dt="2023-09-25T06:12:57.119" v="8207"/>
          <ac:cxnSpMkLst>
            <pc:docMk/>
            <pc:sldMk cId="3018077777" sldId="491"/>
            <ac:cxnSpMk id="60" creationId="{2898E76F-0B72-CA73-F4D6-346AB4EBCE77}"/>
          </ac:cxnSpMkLst>
        </pc:cxnChg>
      </pc:sldChg>
      <pc:sldChg chg="modSp mod">
        <pc:chgData name="Loc Huynh" userId="80c0383e323bd6ea" providerId="LiveId" clId="{45D23C15-8B6E-3442-9B58-7B186F27CDA3}" dt="2023-09-25T09:46:10.756" v="11229" actId="20577"/>
        <pc:sldMkLst>
          <pc:docMk/>
          <pc:sldMk cId="2539440922" sldId="492"/>
        </pc:sldMkLst>
        <pc:spChg chg="mod">
          <ac:chgData name="Loc Huynh" userId="80c0383e323bd6ea" providerId="LiveId" clId="{45D23C15-8B6E-3442-9B58-7B186F27CDA3}" dt="2023-09-25T09:45:58.291" v="11227" actId="20577"/>
          <ac:spMkLst>
            <pc:docMk/>
            <pc:sldMk cId="2539440922" sldId="492"/>
            <ac:spMk id="3" creationId="{5AF176FD-7669-EF49-B2D4-CDB406817E64}"/>
          </ac:spMkLst>
        </pc:spChg>
        <pc:spChg chg="mod">
          <ac:chgData name="Loc Huynh" userId="80c0383e323bd6ea" providerId="LiveId" clId="{45D23C15-8B6E-3442-9B58-7B186F27CDA3}" dt="2023-09-25T09:46:10.756" v="11229" actId="20577"/>
          <ac:spMkLst>
            <pc:docMk/>
            <pc:sldMk cId="2539440922" sldId="492"/>
            <ac:spMk id="7" creationId="{0C974B13-B1B8-E148-903B-85C71136A561}"/>
          </ac:spMkLst>
        </pc:spChg>
      </pc:sldChg>
      <pc:sldChg chg="del">
        <pc:chgData name="Loc Huynh" userId="80c0383e323bd6ea" providerId="LiveId" clId="{45D23C15-8B6E-3442-9B58-7B186F27CDA3}" dt="2023-09-18T00:59:18.418" v="116" actId="2696"/>
        <pc:sldMkLst>
          <pc:docMk/>
          <pc:sldMk cId="2353403814" sldId="493"/>
        </pc:sldMkLst>
      </pc:sldChg>
      <pc:sldChg chg="addSp delSp modSp add mod chgLayout modNotesTx">
        <pc:chgData name="Loc Huynh" userId="80c0383e323bd6ea" providerId="LiveId" clId="{45D23C15-8B6E-3442-9B58-7B186F27CDA3}" dt="2023-09-25T09:59:05.873" v="11625" actId="207"/>
        <pc:sldMkLst>
          <pc:docMk/>
          <pc:sldMk cId="2440061235" sldId="493"/>
        </pc:sldMkLst>
        <pc:spChg chg="mod ord">
          <ac:chgData name="Loc Huynh" userId="80c0383e323bd6ea" providerId="LiveId" clId="{45D23C15-8B6E-3442-9B58-7B186F27CDA3}" dt="2023-09-25T06:57:50.916" v="8930"/>
          <ac:spMkLst>
            <pc:docMk/>
            <pc:sldMk cId="2440061235" sldId="493"/>
            <ac:spMk id="2" creationId="{67D965CF-1D55-5443-919B-AC77503498CA}"/>
          </ac:spMkLst>
        </pc:spChg>
        <pc:spChg chg="add mod ord">
          <ac:chgData name="Loc Huynh" userId="80c0383e323bd6ea" providerId="LiveId" clId="{45D23C15-8B6E-3442-9B58-7B186F27CDA3}" dt="2023-09-25T06:56:11.968" v="8927" actId="700"/>
          <ac:spMkLst>
            <pc:docMk/>
            <pc:sldMk cId="2440061235" sldId="493"/>
            <ac:spMk id="3" creationId="{DC0C7F19-60DB-9CE8-1E4B-3434E88AE034}"/>
          </ac:spMkLst>
        </pc:spChg>
        <pc:spChg chg="mod ord">
          <ac:chgData name="Loc Huynh" userId="80c0383e323bd6ea" providerId="LiveId" clId="{45D23C15-8B6E-3442-9B58-7B186F27CDA3}" dt="2023-09-25T06:56:11.968" v="8927" actId="700"/>
          <ac:spMkLst>
            <pc:docMk/>
            <pc:sldMk cId="2440061235" sldId="493"/>
            <ac:spMk id="4" creationId="{D0B4835D-B712-474E-B6B8-6C1BBDD99FFD}"/>
          </ac:spMkLst>
        </pc:spChg>
        <pc:spChg chg="add mod ord">
          <ac:chgData name="Loc Huynh" userId="80c0383e323bd6ea" providerId="LiveId" clId="{45D23C15-8B6E-3442-9B58-7B186F27CDA3}" dt="2023-09-25T06:58:40.255" v="8938" actId="20577"/>
          <ac:spMkLst>
            <pc:docMk/>
            <pc:sldMk cId="2440061235" sldId="493"/>
            <ac:spMk id="5" creationId="{825C8F6B-2ACF-781A-2E4C-0F53576EA7AB}"/>
          </ac:spMkLst>
        </pc:spChg>
        <pc:spChg chg="mod">
          <ac:chgData name="Loc Huynh" userId="80c0383e323bd6ea" providerId="LiveId" clId="{45D23C15-8B6E-3442-9B58-7B186F27CDA3}" dt="2023-09-25T09:59:05.873" v="11625" actId="207"/>
          <ac:spMkLst>
            <pc:docMk/>
            <pc:sldMk cId="2440061235" sldId="493"/>
            <ac:spMk id="7" creationId="{9CF46A69-C370-BC4E-A1B6-0D08CD7E7D51}"/>
          </ac:spMkLst>
        </pc:spChg>
        <pc:spChg chg="mod">
          <ac:chgData name="Loc Huynh" userId="80c0383e323bd6ea" providerId="LiveId" clId="{45D23C15-8B6E-3442-9B58-7B186F27CDA3}" dt="2023-09-25T07:08:25.880" v="8999" actId="14100"/>
          <ac:spMkLst>
            <pc:docMk/>
            <pc:sldMk cId="2440061235" sldId="493"/>
            <ac:spMk id="32" creationId="{FD4C66F0-EC9B-6748-BF22-802E4429C96F}"/>
          </ac:spMkLst>
        </pc:spChg>
        <pc:spChg chg="mod">
          <ac:chgData name="Loc Huynh" userId="80c0383e323bd6ea" providerId="LiveId" clId="{45D23C15-8B6E-3442-9B58-7B186F27CDA3}" dt="2023-09-25T07:08:56.182" v="9007" actId="14100"/>
          <ac:spMkLst>
            <pc:docMk/>
            <pc:sldMk cId="2440061235" sldId="493"/>
            <ac:spMk id="40" creationId="{4AD91694-FAB9-C045-8217-041E03E5601A}"/>
          </ac:spMkLst>
        </pc:spChg>
        <pc:spChg chg="mod">
          <ac:chgData name="Loc Huynh" userId="80c0383e323bd6ea" providerId="LiveId" clId="{45D23C15-8B6E-3442-9B58-7B186F27CDA3}" dt="2023-09-25T07:01:16.634" v="8976" actId="1076"/>
          <ac:spMkLst>
            <pc:docMk/>
            <pc:sldMk cId="2440061235" sldId="493"/>
            <ac:spMk id="80" creationId="{84E1CBDB-0824-DE4A-B773-540E7DC41511}"/>
          </ac:spMkLst>
        </pc:spChg>
        <pc:spChg chg="mod">
          <ac:chgData name="Loc Huynh" userId="80c0383e323bd6ea" providerId="LiveId" clId="{45D23C15-8B6E-3442-9B58-7B186F27CDA3}" dt="2023-09-25T07:01:16.634" v="8976" actId="1076"/>
          <ac:spMkLst>
            <pc:docMk/>
            <pc:sldMk cId="2440061235" sldId="493"/>
            <ac:spMk id="81" creationId="{B67B6D66-67A8-B346-93BE-46B7B6D04AB1}"/>
          </ac:spMkLst>
        </pc:spChg>
        <pc:spChg chg="mod">
          <ac:chgData name="Loc Huynh" userId="80c0383e323bd6ea" providerId="LiveId" clId="{45D23C15-8B6E-3442-9B58-7B186F27CDA3}" dt="2023-09-25T07:01:16.634" v="8976" actId="1076"/>
          <ac:spMkLst>
            <pc:docMk/>
            <pc:sldMk cId="2440061235" sldId="493"/>
            <ac:spMk id="82" creationId="{FC606DEC-57F9-114F-BD6A-038454852C54}"/>
          </ac:spMkLst>
        </pc:spChg>
        <pc:spChg chg="mod">
          <ac:chgData name="Loc Huynh" userId="80c0383e323bd6ea" providerId="LiveId" clId="{45D23C15-8B6E-3442-9B58-7B186F27CDA3}" dt="2023-09-25T07:01:16.634" v="8976" actId="1076"/>
          <ac:spMkLst>
            <pc:docMk/>
            <pc:sldMk cId="2440061235" sldId="493"/>
            <ac:spMk id="84" creationId="{84F261A9-A37A-6B46-9F7C-184101463149}"/>
          </ac:spMkLst>
        </pc:spChg>
        <pc:spChg chg="mod">
          <ac:chgData name="Loc Huynh" userId="80c0383e323bd6ea" providerId="LiveId" clId="{45D23C15-8B6E-3442-9B58-7B186F27CDA3}" dt="2023-09-25T07:01:16.634" v="8976" actId="1076"/>
          <ac:spMkLst>
            <pc:docMk/>
            <pc:sldMk cId="2440061235" sldId="493"/>
            <ac:spMk id="87" creationId="{2C98DD2C-AE4F-194E-B071-DF7E69B106DA}"/>
          </ac:spMkLst>
        </pc:spChg>
        <pc:spChg chg="mod">
          <ac:chgData name="Loc Huynh" userId="80c0383e323bd6ea" providerId="LiveId" clId="{45D23C15-8B6E-3442-9B58-7B186F27CDA3}" dt="2023-09-25T07:01:16.634" v="8976" actId="1076"/>
          <ac:spMkLst>
            <pc:docMk/>
            <pc:sldMk cId="2440061235" sldId="493"/>
            <ac:spMk id="98" creationId="{B187D824-02DC-F64F-B8F6-D271566A4A00}"/>
          </ac:spMkLst>
        </pc:spChg>
        <pc:spChg chg="del">
          <ac:chgData name="Loc Huynh" userId="80c0383e323bd6ea" providerId="LiveId" clId="{45D23C15-8B6E-3442-9B58-7B186F27CDA3}" dt="2023-09-25T06:58:11.165" v="8934" actId="478"/>
          <ac:spMkLst>
            <pc:docMk/>
            <pc:sldMk cId="2440061235" sldId="493"/>
            <ac:spMk id="121" creationId="{B36BC8C5-A614-5D4B-A6AE-BAEE199BD9A3}"/>
          </ac:spMkLst>
        </pc:spChg>
        <pc:grpChg chg="mod">
          <ac:chgData name="Loc Huynh" userId="80c0383e323bd6ea" providerId="LiveId" clId="{45D23C15-8B6E-3442-9B58-7B186F27CDA3}" dt="2023-09-25T07:01:16.634" v="8976" actId="1076"/>
          <ac:grpSpMkLst>
            <pc:docMk/>
            <pc:sldMk cId="2440061235" sldId="493"/>
            <ac:grpSpMk id="38" creationId="{4E2C50E8-17A1-3844-9D79-1BCEEE250619}"/>
          </ac:grpSpMkLst>
        </pc:grpChg>
        <pc:picChg chg="mod">
          <ac:chgData name="Loc Huynh" userId="80c0383e323bd6ea" providerId="LiveId" clId="{45D23C15-8B6E-3442-9B58-7B186F27CDA3}" dt="2023-09-25T07:08:15.290" v="8995" actId="1076"/>
          <ac:picMkLst>
            <pc:docMk/>
            <pc:sldMk cId="2440061235" sldId="493"/>
            <ac:picMk id="54" creationId="{693F9D02-F308-804B-8FF8-1DCB29DCED72}"/>
          </ac:picMkLst>
        </pc:picChg>
        <pc:picChg chg="mod">
          <ac:chgData name="Loc Huynh" userId="80c0383e323bd6ea" providerId="LiveId" clId="{45D23C15-8B6E-3442-9B58-7B186F27CDA3}" dt="2023-09-25T07:01:16.634" v="8976" actId="1076"/>
          <ac:picMkLst>
            <pc:docMk/>
            <pc:sldMk cId="2440061235" sldId="493"/>
            <ac:picMk id="74" creationId="{7A857FE1-E5E1-DE41-8D67-A7B83E15C810}"/>
          </ac:picMkLst>
        </pc:picChg>
        <pc:picChg chg="mod">
          <ac:chgData name="Loc Huynh" userId="80c0383e323bd6ea" providerId="LiveId" clId="{45D23C15-8B6E-3442-9B58-7B186F27CDA3}" dt="2023-09-25T07:01:16.634" v="8976" actId="1076"/>
          <ac:picMkLst>
            <pc:docMk/>
            <pc:sldMk cId="2440061235" sldId="493"/>
            <ac:picMk id="83" creationId="{717FAC44-AB35-8D4B-BA81-0342A7622107}"/>
          </ac:picMkLst>
        </pc:picChg>
        <pc:picChg chg="mod">
          <ac:chgData name="Loc Huynh" userId="80c0383e323bd6ea" providerId="LiveId" clId="{45D23C15-8B6E-3442-9B58-7B186F27CDA3}" dt="2023-09-25T07:01:16.634" v="8976" actId="1076"/>
          <ac:picMkLst>
            <pc:docMk/>
            <pc:sldMk cId="2440061235" sldId="493"/>
            <ac:picMk id="86" creationId="{31AB76A4-19C9-7744-98F4-93A2D3DB732F}"/>
          </ac:picMkLst>
        </pc:picChg>
        <pc:picChg chg="mod">
          <ac:chgData name="Loc Huynh" userId="80c0383e323bd6ea" providerId="LiveId" clId="{45D23C15-8B6E-3442-9B58-7B186F27CDA3}" dt="2023-09-25T07:01:16.634" v="8976" actId="1076"/>
          <ac:picMkLst>
            <pc:docMk/>
            <pc:sldMk cId="2440061235" sldId="493"/>
            <ac:picMk id="97" creationId="{2E72505F-B940-A24F-8F92-5E19B0779AB3}"/>
          </ac:picMkLst>
        </pc:picChg>
        <pc:cxnChg chg="mod">
          <ac:chgData name="Loc Huynh" userId="80c0383e323bd6ea" providerId="LiveId" clId="{45D23C15-8B6E-3442-9B58-7B186F27CDA3}" dt="2023-09-25T07:01:16.634" v="8976" actId="1076"/>
          <ac:cxnSpMkLst>
            <pc:docMk/>
            <pc:sldMk cId="2440061235" sldId="493"/>
            <ac:cxnSpMk id="41" creationId="{F3A05E0F-2B05-EF4E-B075-9CEF84799601}"/>
          </ac:cxnSpMkLst>
        </pc:cxnChg>
        <pc:cxnChg chg="mod">
          <ac:chgData name="Loc Huynh" userId="80c0383e323bd6ea" providerId="LiveId" clId="{45D23C15-8B6E-3442-9B58-7B186F27CDA3}" dt="2023-09-25T07:01:16.634" v="8976" actId="1076"/>
          <ac:cxnSpMkLst>
            <pc:docMk/>
            <pc:sldMk cId="2440061235" sldId="493"/>
            <ac:cxnSpMk id="42" creationId="{943CCA68-B923-4043-AF31-16C1C1AB5337}"/>
          </ac:cxnSpMkLst>
        </pc:cxnChg>
        <pc:cxnChg chg="mod">
          <ac:chgData name="Loc Huynh" userId="80c0383e323bd6ea" providerId="LiveId" clId="{45D23C15-8B6E-3442-9B58-7B186F27CDA3}" dt="2023-09-25T07:01:16.634" v="8976" actId="1076"/>
          <ac:cxnSpMkLst>
            <pc:docMk/>
            <pc:sldMk cId="2440061235" sldId="493"/>
            <ac:cxnSpMk id="76" creationId="{A1B789AE-D351-974F-A473-45348535C3D4}"/>
          </ac:cxnSpMkLst>
        </pc:cxnChg>
        <pc:cxnChg chg="mod">
          <ac:chgData name="Loc Huynh" userId="80c0383e323bd6ea" providerId="LiveId" clId="{45D23C15-8B6E-3442-9B58-7B186F27CDA3}" dt="2023-09-25T07:01:16.634" v="8976" actId="1076"/>
          <ac:cxnSpMkLst>
            <pc:docMk/>
            <pc:sldMk cId="2440061235" sldId="493"/>
            <ac:cxnSpMk id="85" creationId="{D2342530-755D-2640-8C9A-6782474FD317}"/>
          </ac:cxnSpMkLst>
        </pc:cxnChg>
      </pc:sldChg>
      <pc:sldChg chg="addSp modSp add mod">
        <pc:chgData name="Loc Huynh" userId="80c0383e323bd6ea" providerId="LiveId" clId="{45D23C15-8B6E-3442-9B58-7B186F27CDA3}" dt="2023-09-25T09:39:44.910" v="10951" actId="20577"/>
        <pc:sldMkLst>
          <pc:docMk/>
          <pc:sldMk cId="899869156" sldId="494"/>
        </pc:sldMkLst>
        <pc:spChg chg="mod">
          <ac:chgData name="Loc Huynh" userId="80c0383e323bd6ea" providerId="LiveId" clId="{45D23C15-8B6E-3442-9B58-7B186F27CDA3}" dt="2023-09-25T06:40:48.750" v="8555"/>
          <ac:spMkLst>
            <pc:docMk/>
            <pc:sldMk cId="899869156" sldId="494"/>
            <ac:spMk id="2" creationId="{7CA9AA29-0FE1-3540-AB70-E79494FB3039}"/>
          </ac:spMkLst>
        </pc:spChg>
        <pc:spChg chg="mod">
          <ac:chgData name="Loc Huynh" userId="80c0383e323bd6ea" providerId="LiveId" clId="{45D23C15-8B6E-3442-9B58-7B186F27CDA3}" dt="2023-09-25T09:39:44.910" v="10951" actId="20577"/>
          <ac:spMkLst>
            <pc:docMk/>
            <pc:sldMk cId="899869156" sldId="494"/>
            <ac:spMk id="3" creationId="{2AEC478E-BD5B-CB40-B57E-2A14FA7E7E11}"/>
          </ac:spMkLst>
        </pc:spChg>
        <pc:spChg chg="add mod">
          <ac:chgData name="Loc Huynh" userId="80c0383e323bd6ea" providerId="LiveId" clId="{45D23C15-8B6E-3442-9B58-7B186F27CDA3}" dt="2023-09-25T01:58:04.034" v="5160"/>
          <ac:spMkLst>
            <pc:docMk/>
            <pc:sldMk cId="899869156" sldId="494"/>
            <ac:spMk id="5" creationId="{47C6482F-CA6C-F271-A9F3-987DDA2DD126}"/>
          </ac:spMkLst>
        </pc:spChg>
      </pc:sldChg>
      <pc:sldChg chg="del">
        <pc:chgData name="Loc Huynh" userId="80c0383e323bd6ea" providerId="LiveId" clId="{45D23C15-8B6E-3442-9B58-7B186F27CDA3}" dt="2023-09-18T00:59:18.410" v="113" actId="2696"/>
        <pc:sldMkLst>
          <pc:docMk/>
          <pc:sldMk cId="1075784339" sldId="494"/>
        </pc:sldMkLst>
      </pc:sldChg>
      <pc:sldChg chg="addSp modSp add mod">
        <pc:chgData name="Loc Huynh" userId="80c0383e323bd6ea" providerId="LiveId" clId="{45D23C15-8B6E-3442-9B58-7B186F27CDA3}" dt="2023-09-25T07:09:53.592" v="9015" actId="207"/>
        <pc:sldMkLst>
          <pc:docMk/>
          <pc:sldMk cId="1782875541" sldId="495"/>
        </pc:sldMkLst>
        <pc:spChg chg="mod">
          <ac:chgData name="Loc Huynh" userId="80c0383e323bd6ea" providerId="LiveId" clId="{45D23C15-8B6E-3442-9B58-7B186F27CDA3}" dt="2023-09-25T07:09:05.605" v="9008"/>
          <ac:spMkLst>
            <pc:docMk/>
            <pc:sldMk cId="1782875541" sldId="495"/>
            <ac:spMk id="2" creationId="{7CA9AA29-0FE1-3540-AB70-E79494FB3039}"/>
          </ac:spMkLst>
        </pc:spChg>
        <pc:spChg chg="mod">
          <ac:chgData name="Loc Huynh" userId="80c0383e323bd6ea" providerId="LiveId" clId="{45D23C15-8B6E-3442-9B58-7B186F27CDA3}" dt="2023-09-25T07:09:53.592" v="9015" actId="207"/>
          <ac:spMkLst>
            <pc:docMk/>
            <pc:sldMk cId="1782875541" sldId="495"/>
            <ac:spMk id="3" creationId="{2AEC478E-BD5B-CB40-B57E-2A14FA7E7E11}"/>
          </ac:spMkLst>
        </pc:spChg>
        <pc:spChg chg="add mod">
          <ac:chgData name="Loc Huynh" userId="80c0383e323bd6ea" providerId="LiveId" clId="{45D23C15-8B6E-3442-9B58-7B186F27CDA3}" dt="2023-09-25T01:58:04.034" v="5160"/>
          <ac:spMkLst>
            <pc:docMk/>
            <pc:sldMk cId="1782875541" sldId="495"/>
            <ac:spMk id="5" creationId="{82F70B65-4FB3-2CBD-BD38-2B5A37298C53}"/>
          </ac:spMkLst>
        </pc:spChg>
      </pc:sldChg>
      <pc:sldChg chg="del">
        <pc:chgData name="Loc Huynh" userId="80c0383e323bd6ea" providerId="LiveId" clId="{45D23C15-8B6E-3442-9B58-7B186F27CDA3}" dt="2023-09-18T00:59:18.386" v="106" actId="2696"/>
        <pc:sldMkLst>
          <pc:docMk/>
          <pc:sldMk cId="3887065777" sldId="495"/>
        </pc:sldMkLst>
      </pc:sldChg>
      <pc:sldChg chg="addSp modSp add mod chgLayout">
        <pc:chgData name="Loc Huynh" userId="80c0383e323bd6ea" providerId="LiveId" clId="{45D23C15-8B6E-3442-9B58-7B186F27CDA3}" dt="2023-09-25T09:59:23.077" v="11627" actId="207"/>
        <pc:sldMkLst>
          <pc:docMk/>
          <pc:sldMk cId="1176549881" sldId="496"/>
        </pc:sldMkLst>
        <pc:spChg chg="mod ord">
          <ac:chgData name="Loc Huynh" userId="80c0383e323bd6ea" providerId="LiveId" clId="{45D23C15-8B6E-3442-9B58-7B186F27CDA3}" dt="2023-09-25T07:19:27.600" v="9125" actId="700"/>
          <ac:spMkLst>
            <pc:docMk/>
            <pc:sldMk cId="1176549881" sldId="496"/>
            <ac:spMk id="2" creationId="{8449C904-8229-3F4A-B5DC-9CCA09B255CD}"/>
          </ac:spMkLst>
        </pc:spChg>
        <pc:spChg chg="mod ord">
          <ac:chgData name="Loc Huynh" userId="80c0383e323bd6ea" providerId="LiveId" clId="{45D23C15-8B6E-3442-9B58-7B186F27CDA3}" dt="2023-09-25T07:24:20.592" v="9254" actId="20577"/>
          <ac:spMkLst>
            <pc:docMk/>
            <pc:sldMk cId="1176549881" sldId="496"/>
            <ac:spMk id="3" creationId="{E71E1CD6-B17B-BC44-9447-5B8A3062A2A5}"/>
          </ac:spMkLst>
        </pc:spChg>
        <pc:spChg chg="mod ord">
          <ac:chgData name="Loc Huynh" userId="80c0383e323bd6ea" providerId="LiveId" clId="{45D23C15-8B6E-3442-9B58-7B186F27CDA3}" dt="2023-09-25T07:19:27.600" v="9125" actId="700"/>
          <ac:spMkLst>
            <pc:docMk/>
            <pc:sldMk cId="1176549881" sldId="496"/>
            <ac:spMk id="4" creationId="{6B5CBD79-AEDD-A247-99AA-1CA98E0A1BDD}"/>
          </ac:spMkLst>
        </pc:spChg>
        <pc:spChg chg="add mod ord">
          <ac:chgData name="Loc Huynh" userId="80c0383e323bd6ea" providerId="LiveId" clId="{45D23C15-8B6E-3442-9B58-7B186F27CDA3}" dt="2023-09-25T07:19:27.600" v="9125" actId="700"/>
          <ac:spMkLst>
            <pc:docMk/>
            <pc:sldMk cId="1176549881" sldId="496"/>
            <ac:spMk id="5" creationId="{8B4EC7AB-DE7F-519B-53A5-6894A4771A5D}"/>
          </ac:spMkLst>
        </pc:spChg>
        <pc:spChg chg="mod">
          <ac:chgData name="Loc Huynh" userId="80c0383e323bd6ea" providerId="LiveId" clId="{45D23C15-8B6E-3442-9B58-7B186F27CDA3}" dt="2023-09-25T09:59:23.077" v="11627" actId="207"/>
          <ac:spMkLst>
            <pc:docMk/>
            <pc:sldMk cId="1176549881" sldId="496"/>
            <ac:spMk id="6" creationId="{F9C6793A-5743-3040-B826-3EEE3AA6A32F}"/>
          </ac:spMkLst>
        </pc:spChg>
        <pc:spChg chg="mod">
          <ac:chgData name="Loc Huynh" userId="80c0383e323bd6ea" providerId="LiveId" clId="{45D23C15-8B6E-3442-9B58-7B186F27CDA3}" dt="2023-09-25T07:34:36.847" v="9603" actId="207"/>
          <ac:spMkLst>
            <pc:docMk/>
            <pc:sldMk cId="1176549881" sldId="496"/>
            <ac:spMk id="8" creationId="{4631B393-7D32-C142-9FC2-D2217A439825}"/>
          </ac:spMkLst>
        </pc:spChg>
      </pc:sldChg>
      <pc:sldChg chg="del">
        <pc:chgData name="Loc Huynh" userId="80c0383e323bd6ea" providerId="LiveId" clId="{45D23C15-8B6E-3442-9B58-7B186F27CDA3}" dt="2023-09-18T00:59:18.383" v="105" actId="2696"/>
        <pc:sldMkLst>
          <pc:docMk/>
          <pc:sldMk cId="1922161333" sldId="496"/>
        </pc:sldMkLst>
      </pc:sldChg>
      <pc:sldChg chg="del">
        <pc:chgData name="Loc Huynh" userId="80c0383e323bd6ea" providerId="LiveId" clId="{45D23C15-8B6E-3442-9B58-7B186F27CDA3}" dt="2023-09-18T00:59:18.323" v="95" actId="2696"/>
        <pc:sldMkLst>
          <pc:docMk/>
          <pc:sldMk cId="1152783581" sldId="497"/>
        </pc:sldMkLst>
      </pc:sldChg>
      <pc:sldChg chg="addSp delSp modSp add del mod addAnim delAnim modAnim chgLayout">
        <pc:chgData name="Loc Huynh" userId="80c0383e323bd6ea" providerId="LiveId" clId="{45D23C15-8B6E-3442-9B58-7B186F27CDA3}" dt="2023-09-25T07:39:42.623" v="9800" actId="2696"/>
        <pc:sldMkLst>
          <pc:docMk/>
          <pc:sldMk cId="3225402939" sldId="497"/>
        </pc:sldMkLst>
        <pc:spChg chg="mod ord">
          <ac:chgData name="Loc Huynh" userId="80c0383e323bd6ea" providerId="LiveId" clId="{45D23C15-8B6E-3442-9B58-7B186F27CDA3}" dt="2023-09-25T07:27:01.920" v="9289" actId="700"/>
          <ac:spMkLst>
            <pc:docMk/>
            <pc:sldMk cId="3225402939" sldId="497"/>
            <ac:spMk id="2" creationId="{8449C904-8229-3F4A-B5DC-9CCA09B255CD}"/>
          </ac:spMkLst>
        </pc:spChg>
        <pc:spChg chg="mod ord">
          <ac:chgData name="Loc Huynh" userId="80c0383e323bd6ea" providerId="LiveId" clId="{45D23C15-8B6E-3442-9B58-7B186F27CDA3}" dt="2023-09-25T07:31:59.606" v="9578" actId="20577"/>
          <ac:spMkLst>
            <pc:docMk/>
            <pc:sldMk cId="3225402939" sldId="497"/>
            <ac:spMk id="3" creationId="{E71E1CD6-B17B-BC44-9447-5B8A3062A2A5}"/>
          </ac:spMkLst>
        </pc:spChg>
        <pc:spChg chg="mod ord">
          <ac:chgData name="Loc Huynh" userId="80c0383e323bd6ea" providerId="LiveId" clId="{45D23C15-8B6E-3442-9B58-7B186F27CDA3}" dt="2023-09-25T07:27:01.920" v="9289" actId="700"/>
          <ac:spMkLst>
            <pc:docMk/>
            <pc:sldMk cId="3225402939" sldId="497"/>
            <ac:spMk id="4" creationId="{6B5CBD79-AEDD-A247-99AA-1CA98E0A1BDD}"/>
          </ac:spMkLst>
        </pc:spChg>
        <pc:spChg chg="add mod ord">
          <ac:chgData name="Loc Huynh" userId="80c0383e323bd6ea" providerId="LiveId" clId="{45D23C15-8B6E-3442-9B58-7B186F27CDA3}" dt="2023-09-25T07:27:01.920" v="9289" actId="700"/>
          <ac:spMkLst>
            <pc:docMk/>
            <pc:sldMk cId="3225402939" sldId="497"/>
            <ac:spMk id="5" creationId="{CDE0F8E3-D708-FDE5-518E-9E63CA29D368}"/>
          </ac:spMkLst>
        </pc:spChg>
        <pc:spChg chg="add del mod">
          <ac:chgData name="Loc Huynh" userId="80c0383e323bd6ea" providerId="LiveId" clId="{45D23C15-8B6E-3442-9B58-7B186F27CDA3}" dt="2023-09-25T07:29:40.114" v="9362" actId="478"/>
          <ac:spMkLst>
            <pc:docMk/>
            <pc:sldMk cId="3225402939" sldId="497"/>
            <ac:spMk id="6" creationId="{5E96F5E5-4986-859F-EA45-388F068EA616}"/>
          </ac:spMkLst>
        </pc:spChg>
        <pc:spChg chg="mod">
          <ac:chgData name="Loc Huynh" userId="80c0383e323bd6ea" providerId="LiveId" clId="{45D23C15-8B6E-3442-9B58-7B186F27CDA3}" dt="2023-09-25T07:32:06.348" v="9580" actId="14100"/>
          <ac:spMkLst>
            <pc:docMk/>
            <pc:sldMk cId="3225402939" sldId="497"/>
            <ac:spMk id="7" creationId="{1D74AD71-046C-7D4E-89A6-3E979F5DF46A}"/>
          </ac:spMkLst>
        </pc:spChg>
        <pc:spChg chg="del mod">
          <ac:chgData name="Loc Huynh" userId="80c0383e323bd6ea" providerId="LiveId" clId="{45D23C15-8B6E-3442-9B58-7B186F27CDA3}" dt="2023-09-25T07:29:34.889" v="9360" actId="478"/>
          <ac:spMkLst>
            <pc:docMk/>
            <pc:sldMk cId="3225402939" sldId="497"/>
            <ac:spMk id="8" creationId="{AC80A877-9816-634D-81A7-6FE16B32548E}"/>
          </ac:spMkLst>
        </pc:spChg>
        <pc:spChg chg="add del mod">
          <ac:chgData name="Loc Huynh" userId="80c0383e323bd6ea" providerId="LiveId" clId="{45D23C15-8B6E-3442-9B58-7B186F27CDA3}" dt="2023-09-25T07:32:33.528" v="9586" actId="1076"/>
          <ac:spMkLst>
            <pc:docMk/>
            <pc:sldMk cId="3225402939" sldId="497"/>
            <ac:spMk id="9" creationId="{ABE5426C-07EF-1843-9C26-E0D6A0159646}"/>
          </ac:spMkLst>
        </pc:spChg>
        <pc:spChg chg="del">
          <ac:chgData name="Loc Huynh" userId="80c0383e323bd6ea" providerId="LiveId" clId="{45D23C15-8B6E-3442-9B58-7B186F27CDA3}" dt="2023-09-25T07:30:04.466" v="9387" actId="478"/>
          <ac:spMkLst>
            <pc:docMk/>
            <pc:sldMk cId="3225402939" sldId="497"/>
            <ac:spMk id="10" creationId="{C2AE81C6-5BEC-914B-87ED-875DB098AFD0}"/>
          </ac:spMkLst>
        </pc:spChg>
        <pc:spChg chg="add mod">
          <ac:chgData name="Loc Huynh" userId="80c0383e323bd6ea" providerId="LiveId" clId="{45D23C15-8B6E-3442-9B58-7B186F27CDA3}" dt="2023-09-25T07:32:14.251" v="9582" actId="1076"/>
          <ac:spMkLst>
            <pc:docMk/>
            <pc:sldMk cId="3225402939" sldId="497"/>
            <ac:spMk id="11" creationId="{26B710F4-C956-414C-3FB6-D257AC17840E}"/>
          </ac:spMkLst>
        </pc:spChg>
        <pc:spChg chg="add mod">
          <ac:chgData name="Loc Huynh" userId="80c0383e323bd6ea" providerId="LiveId" clId="{45D23C15-8B6E-3442-9B58-7B186F27CDA3}" dt="2023-09-25T07:32:28.684" v="9585" actId="1076"/>
          <ac:spMkLst>
            <pc:docMk/>
            <pc:sldMk cId="3225402939" sldId="497"/>
            <ac:spMk id="12" creationId="{842EDBD0-63B3-42E4-F339-59C6F75E9079}"/>
          </ac:spMkLst>
        </pc:spChg>
      </pc:sldChg>
      <pc:sldChg chg="addSp delSp modSp add mod chgLayout">
        <pc:chgData name="Loc Huynh" userId="80c0383e323bd6ea" providerId="LiveId" clId="{45D23C15-8B6E-3442-9B58-7B186F27CDA3}" dt="2023-09-25T09:12:48.028" v="10370" actId="1076"/>
        <pc:sldMkLst>
          <pc:docMk/>
          <pc:sldMk cId="878530208" sldId="498"/>
        </pc:sldMkLst>
        <pc:spChg chg="mod ord">
          <ac:chgData name="Loc Huynh" userId="80c0383e323bd6ea" providerId="LiveId" clId="{45D23C15-8B6E-3442-9B58-7B186F27CDA3}" dt="2023-09-25T07:41:18.704" v="9876" actId="20577"/>
          <ac:spMkLst>
            <pc:docMk/>
            <pc:sldMk cId="878530208" sldId="498"/>
            <ac:spMk id="2" creationId="{636479E2-C0D6-904F-B5C5-2271728A96C3}"/>
          </ac:spMkLst>
        </pc:spChg>
        <pc:spChg chg="add mod ord">
          <ac:chgData name="Loc Huynh" userId="80c0383e323bd6ea" providerId="LiveId" clId="{45D23C15-8B6E-3442-9B58-7B186F27CDA3}" dt="2023-09-25T07:41:12.740" v="9859" actId="700"/>
          <ac:spMkLst>
            <pc:docMk/>
            <pc:sldMk cId="878530208" sldId="498"/>
            <ac:spMk id="3" creationId="{830B65A9-C939-5BD4-72C1-733BD696C7AD}"/>
          </ac:spMkLst>
        </pc:spChg>
        <pc:spChg chg="mod ord">
          <ac:chgData name="Loc Huynh" userId="80c0383e323bd6ea" providerId="LiveId" clId="{45D23C15-8B6E-3442-9B58-7B186F27CDA3}" dt="2023-09-25T07:41:12.740" v="9859" actId="700"/>
          <ac:spMkLst>
            <pc:docMk/>
            <pc:sldMk cId="878530208" sldId="498"/>
            <ac:spMk id="4" creationId="{961813DB-F3F2-A844-9A22-9324D7622836}"/>
          </ac:spMkLst>
        </pc:spChg>
        <pc:spChg chg="add mod ord">
          <ac:chgData name="Loc Huynh" userId="80c0383e323bd6ea" providerId="LiveId" clId="{45D23C15-8B6E-3442-9B58-7B186F27CDA3}" dt="2023-09-25T09:12:39.235" v="10369" actId="123"/>
          <ac:spMkLst>
            <pc:docMk/>
            <pc:sldMk cId="878530208" sldId="498"/>
            <ac:spMk id="5" creationId="{5E85DD47-24DD-5191-8E8A-3A0762817BB7}"/>
          </ac:spMkLst>
        </pc:spChg>
        <pc:spChg chg="add mod">
          <ac:chgData name="Loc Huynh" userId="80c0383e323bd6ea" providerId="LiveId" clId="{45D23C15-8B6E-3442-9B58-7B186F27CDA3}" dt="2023-09-25T08:30:11.902" v="10235" actId="13926"/>
          <ac:spMkLst>
            <pc:docMk/>
            <pc:sldMk cId="878530208" sldId="498"/>
            <ac:spMk id="6" creationId="{2B82BEB3-FB58-21A8-BB0E-2A05B8CE8F7B}"/>
          </ac:spMkLst>
        </pc:spChg>
        <pc:spChg chg="add mod ord">
          <ac:chgData name="Loc Huynh" userId="80c0383e323bd6ea" providerId="LiveId" clId="{45D23C15-8B6E-3442-9B58-7B186F27CDA3}" dt="2023-09-25T08:35:31.292" v="10295" actId="1076"/>
          <ac:spMkLst>
            <pc:docMk/>
            <pc:sldMk cId="878530208" sldId="498"/>
            <ac:spMk id="7" creationId="{21D71393-8758-F53E-2ECD-26A2C4F7F9FF}"/>
          </ac:spMkLst>
        </pc:spChg>
        <pc:spChg chg="mod topLvl">
          <ac:chgData name="Loc Huynh" userId="80c0383e323bd6ea" providerId="LiveId" clId="{45D23C15-8B6E-3442-9B58-7B186F27CDA3}" dt="2023-09-25T08:39:50.514" v="10355" actId="1038"/>
          <ac:spMkLst>
            <pc:docMk/>
            <pc:sldMk cId="878530208" sldId="498"/>
            <ac:spMk id="26" creationId="{BF0BFF0C-B43D-4844-889F-67B318DBD81F}"/>
          </ac:spMkLst>
        </pc:spChg>
        <pc:spChg chg="mod topLvl">
          <ac:chgData name="Loc Huynh" userId="80c0383e323bd6ea" providerId="LiveId" clId="{45D23C15-8B6E-3442-9B58-7B186F27CDA3}" dt="2023-09-25T08:40:08.139" v="10360" actId="14100"/>
          <ac:spMkLst>
            <pc:docMk/>
            <pc:sldMk cId="878530208" sldId="498"/>
            <ac:spMk id="27" creationId="{E1BD5EAA-26CD-0740-BAB8-10657C17D858}"/>
          </ac:spMkLst>
        </pc:spChg>
        <pc:spChg chg="mod topLvl">
          <ac:chgData name="Loc Huynh" userId="80c0383e323bd6ea" providerId="LiveId" clId="{45D23C15-8B6E-3442-9B58-7B186F27CDA3}" dt="2023-09-25T08:35:05.463" v="10286" actId="1076"/>
          <ac:spMkLst>
            <pc:docMk/>
            <pc:sldMk cId="878530208" sldId="498"/>
            <ac:spMk id="32" creationId="{FBD84D75-209F-634F-87C9-8DF440110956}"/>
          </ac:spMkLst>
        </pc:spChg>
        <pc:spChg chg="del mod topLvl">
          <ac:chgData name="Loc Huynh" userId="80c0383e323bd6ea" providerId="LiveId" clId="{45D23C15-8B6E-3442-9B58-7B186F27CDA3}" dt="2023-09-25T08:36:53.094" v="10309" actId="478"/>
          <ac:spMkLst>
            <pc:docMk/>
            <pc:sldMk cId="878530208" sldId="498"/>
            <ac:spMk id="33" creationId="{31DD3468-F24F-CD43-AF68-3E8EC6F59A92}"/>
          </ac:spMkLst>
        </pc:spChg>
        <pc:spChg chg="mod topLvl">
          <ac:chgData name="Loc Huynh" userId="80c0383e323bd6ea" providerId="LiveId" clId="{45D23C15-8B6E-3442-9B58-7B186F27CDA3}" dt="2023-09-25T08:36:23.660" v="10304" actId="1076"/>
          <ac:spMkLst>
            <pc:docMk/>
            <pc:sldMk cId="878530208" sldId="498"/>
            <ac:spMk id="34" creationId="{80F633CB-0172-2249-B741-9D61E6EB93F4}"/>
          </ac:spMkLst>
        </pc:spChg>
        <pc:spChg chg="mod topLvl">
          <ac:chgData name="Loc Huynh" userId="80c0383e323bd6ea" providerId="LiveId" clId="{45D23C15-8B6E-3442-9B58-7B186F27CDA3}" dt="2023-09-25T08:37:24.573" v="10316" actId="1076"/>
          <ac:spMkLst>
            <pc:docMk/>
            <pc:sldMk cId="878530208" sldId="498"/>
            <ac:spMk id="35" creationId="{11F4ABED-12D2-7E4C-800D-9958F2A256A8}"/>
          </ac:spMkLst>
        </pc:spChg>
        <pc:spChg chg="mod topLvl">
          <ac:chgData name="Loc Huynh" userId="80c0383e323bd6ea" providerId="LiveId" clId="{45D23C15-8B6E-3442-9B58-7B186F27CDA3}" dt="2023-09-25T08:37:53.959" v="10325" actId="1076"/>
          <ac:spMkLst>
            <pc:docMk/>
            <pc:sldMk cId="878530208" sldId="498"/>
            <ac:spMk id="36" creationId="{CAA6EF0E-5D46-CF49-9965-83CC008F8566}"/>
          </ac:spMkLst>
        </pc:spChg>
        <pc:spChg chg="mod topLvl">
          <ac:chgData name="Loc Huynh" userId="80c0383e323bd6ea" providerId="LiveId" clId="{45D23C15-8B6E-3442-9B58-7B186F27CDA3}" dt="2023-09-25T08:35:56.149" v="10298" actId="1076"/>
          <ac:spMkLst>
            <pc:docMk/>
            <pc:sldMk cId="878530208" sldId="498"/>
            <ac:spMk id="37" creationId="{D5E943B4-6C89-1D46-B34C-B15855C7BE0B}"/>
          </ac:spMkLst>
        </pc:spChg>
        <pc:spChg chg="del">
          <ac:chgData name="Loc Huynh" userId="80c0383e323bd6ea" providerId="LiveId" clId="{45D23C15-8B6E-3442-9B58-7B186F27CDA3}" dt="2023-09-25T07:57:44.042" v="9920" actId="478"/>
          <ac:spMkLst>
            <pc:docMk/>
            <pc:sldMk cId="878530208" sldId="498"/>
            <ac:spMk id="38" creationId="{E0CC27D2-AE58-C341-B15A-955DC6458818}"/>
          </ac:spMkLst>
        </pc:spChg>
        <pc:spChg chg="mod topLvl">
          <ac:chgData name="Loc Huynh" userId="80c0383e323bd6ea" providerId="LiveId" clId="{45D23C15-8B6E-3442-9B58-7B186F27CDA3}" dt="2023-09-25T08:34:50.927" v="10282" actId="688"/>
          <ac:spMkLst>
            <pc:docMk/>
            <pc:sldMk cId="878530208" sldId="498"/>
            <ac:spMk id="41" creationId="{ABF7DE78-3359-B54D-A30C-3514D8EC3A7C}"/>
          </ac:spMkLst>
        </pc:spChg>
        <pc:spChg chg="mod topLvl">
          <ac:chgData name="Loc Huynh" userId="80c0383e323bd6ea" providerId="LiveId" clId="{45D23C15-8B6E-3442-9B58-7B186F27CDA3}" dt="2023-09-25T08:39:38.420" v="10349" actId="1038"/>
          <ac:spMkLst>
            <pc:docMk/>
            <pc:sldMk cId="878530208" sldId="498"/>
            <ac:spMk id="47" creationId="{02255104-D179-1F49-92F1-0E58D8280721}"/>
          </ac:spMkLst>
        </pc:spChg>
        <pc:spChg chg="del mod">
          <ac:chgData name="Loc Huynh" userId="80c0383e323bd6ea" providerId="LiveId" clId="{45D23C15-8B6E-3442-9B58-7B186F27CDA3}" dt="2023-09-25T08:06:16.185" v="10211" actId="478"/>
          <ac:spMkLst>
            <pc:docMk/>
            <pc:sldMk cId="878530208" sldId="498"/>
            <ac:spMk id="54" creationId="{3631130A-E161-5641-8F14-A16BEA1FA1D1}"/>
          </ac:spMkLst>
        </pc:spChg>
        <pc:grpChg chg="del mod">
          <ac:chgData name="Loc Huynh" userId="80c0383e323bd6ea" providerId="LiveId" clId="{45D23C15-8B6E-3442-9B58-7B186F27CDA3}" dt="2023-09-25T08:33:09.813" v="10268" actId="165"/>
          <ac:grpSpMkLst>
            <pc:docMk/>
            <pc:sldMk cId="878530208" sldId="498"/>
            <ac:grpSpMk id="15" creationId="{79EC7509-8C47-C54A-9219-E8017DF38566}"/>
          </ac:grpSpMkLst>
        </pc:grpChg>
        <pc:grpChg chg="del mod topLvl">
          <ac:chgData name="Loc Huynh" userId="80c0383e323bd6ea" providerId="LiveId" clId="{45D23C15-8B6E-3442-9B58-7B186F27CDA3}" dt="2023-09-25T08:33:20.056" v="10269" actId="165"/>
          <ac:grpSpMkLst>
            <pc:docMk/>
            <pc:sldMk cId="878530208" sldId="498"/>
            <ac:grpSpMk id="24" creationId="{31F62B9A-1CDF-734B-9E9A-C066B3926F99}"/>
          </ac:grpSpMkLst>
        </pc:grpChg>
        <pc:grpChg chg="del mod topLvl">
          <ac:chgData name="Loc Huynh" userId="80c0383e323bd6ea" providerId="LiveId" clId="{45D23C15-8B6E-3442-9B58-7B186F27CDA3}" dt="2023-09-25T08:33:27.273" v="10270" actId="165"/>
          <ac:grpSpMkLst>
            <pc:docMk/>
            <pc:sldMk cId="878530208" sldId="498"/>
            <ac:grpSpMk id="25" creationId="{F687876F-C32A-D64A-B328-258DA1F61270}"/>
          </ac:grpSpMkLst>
        </pc:grpChg>
        <pc:grpChg chg="add mod modVis">
          <ac:chgData name="Loc Huynh" userId="80c0383e323bd6ea" providerId="LiveId" clId="{45D23C15-8B6E-3442-9B58-7B186F27CDA3}" dt="2023-09-25T09:12:48.028" v="10370" actId="1076"/>
          <ac:grpSpMkLst>
            <pc:docMk/>
            <pc:sldMk cId="878530208" sldId="498"/>
            <ac:grpSpMk id="52" creationId="{1DB2020B-5B02-BE64-6AE4-FFB408990F6A}"/>
          </ac:grpSpMkLst>
        </pc:grpChg>
        <pc:picChg chg="del mod">
          <ac:chgData name="Loc Huynh" userId="80c0383e323bd6ea" providerId="LiveId" clId="{45D23C15-8B6E-3442-9B58-7B186F27CDA3}" dt="2023-09-25T08:08:20.346" v="10218" actId="478"/>
          <ac:picMkLst>
            <pc:docMk/>
            <pc:sldMk cId="878530208" sldId="498"/>
            <ac:picMk id="30" creationId="{E3F26345-1AE2-F64C-9C7D-E14E86E45943}"/>
          </ac:picMkLst>
        </pc:picChg>
        <pc:cxnChg chg="add mod">
          <ac:chgData name="Loc Huynh" userId="80c0383e323bd6ea" providerId="LiveId" clId="{45D23C15-8B6E-3442-9B58-7B186F27CDA3}" dt="2023-09-25T08:37:16.067" v="10315" actId="208"/>
          <ac:cxnSpMkLst>
            <pc:docMk/>
            <pc:sldMk cId="878530208" sldId="498"/>
            <ac:cxnSpMk id="20" creationId="{5485DA76-7C14-5BC3-40EC-9C283160307A}"/>
          </ac:cxnSpMkLst>
        </pc:cxnChg>
        <pc:cxnChg chg="del mod topLvl">
          <ac:chgData name="Loc Huynh" userId="80c0383e323bd6ea" providerId="LiveId" clId="{45D23C15-8B6E-3442-9B58-7B186F27CDA3}" dt="2023-09-25T08:37:39.134" v="10320" actId="478"/>
          <ac:cxnSpMkLst>
            <pc:docMk/>
            <pc:sldMk cId="878530208" sldId="498"/>
            <ac:cxnSpMk id="28" creationId="{F11BB4D9-05A1-D047-83EC-D749E68D1308}"/>
          </ac:cxnSpMkLst>
        </pc:cxnChg>
        <pc:cxnChg chg="mod topLvl">
          <ac:chgData name="Loc Huynh" userId="80c0383e323bd6ea" providerId="LiveId" clId="{45D23C15-8B6E-3442-9B58-7B186F27CDA3}" dt="2023-09-25T08:39:59.166" v="10357" actId="14100"/>
          <ac:cxnSpMkLst>
            <pc:docMk/>
            <pc:sldMk cId="878530208" sldId="498"/>
            <ac:cxnSpMk id="29" creationId="{FD9C02A6-FB14-A44E-80B2-2F17D721D0B8}"/>
          </ac:cxnSpMkLst>
        </pc:cxnChg>
        <pc:cxnChg chg="mod topLvl">
          <ac:chgData name="Loc Huynh" userId="80c0383e323bd6ea" providerId="LiveId" clId="{45D23C15-8B6E-3442-9B58-7B186F27CDA3}" dt="2023-09-25T08:34:57.302" v="10284" actId="14100"/>
          <ac:cxnSpMkLst>
            <pc:docMk/>
            <pc:sldMk cId="878530208" sldId="498"/>
            <ac:cxnSpMk id="31" creationId="{8FFDF533-201A-5A4D-95DF-3AAEE02CF131}"/>
          </ac:cxnSpMkLst>
        </pc:cxnChg>
        <pc:cxnChg chg="add mod">
          <ac:chgData name="Loc Huynh" userId="80c0383e323bd6ea" providerId="LiveId" clId="{45D23C15-8B6E-3442-9B58-7B186F27CDA3}" dt="2023-09-25T08:37:50.383" v="10324" actId="208"/>
          <ac:cxnSpMkLst>
            <pc:docMk/>
            <pc:sldMk cId="878530208" sldId="498"/>
            <ac:cxnSpMk id="40" creationId="{878E5B07-98EB-A7FB-78EF-6E6823CA7B03}"/>
          </ac:cxnSpMkLst>
        </pc:cxnChg>
        <pc:cxnChg chg="mod topLvl">
          <ac:chgData name="Loc Huynh" userId="80c0383e323bd6ea" providerId="LiveId" clId="{45D23C15-8B6E-3442-9B58-7B186F27CDA3}" dt="2023-09-25T08:35:31.292" v="10295" actId="1076"/>
          <ac:cxnSpMkLst>
            <pc:docMk/>
            <pc:sldMk cId="878530208" sldId="498"/>
            <ac:cxnSpMk id="42" creationId="{92E3197F-7D67-EF4E-9C84-36F9C8615244}"/>
          </ac:cxnSpMkLst>
        </pc:cxnChg>
        <pc:cxnChg chg="add mod">
          <ac:chgData name="Loc Huynh" userId="80c0383e323bd6ea" providerId="LiveId" clId="{45D23C15-8B6E-3442-9B58-7B186F27CDA3}" dt="2023-09-25T08:39:45.847" v="10351" actId="14100"/>
          <ac:cxnSpMkLst>
            <pc:docMk/>
            <pc:sldMk cId="878530208" sldId="498"/>
            <ac:cxnSpMk id="44" creationId="{4A9AF37F-C03F-FCEB-AF1C-B31C235B6D28}"/>
          </ac:cxnSpMkLst>
        </pc:cxnChg>
      </pc:sldChg>
      <pc:sldChg chg="del">
        <pc:chgData name="Loc Huynh" userId="80c0383e323bd6ea" providerId="LiveId" clId="{45D23C15-8B6E-3442-9B58-7B186F27CDA3}" dt="2023-09-18T00:59:18.423" v="118" actId="2696"/>
        <pc:sldMkLst>
          <pc:docMk/>
          <pc:sldMk cId="2317161822" sldId="498"/>
        </pc:sldMkLst>
      </pc:sldChg>
      <pc:sldChg chg="addSp delSp modSp add mod delAnim modAnim">
        <pc:chgData name="Loc Huynh" userId="80c0383e323bd6ea" providerId="LiveId" clId="{45D23C15-8B6E-3442-9B58-7B186F27CDA3}" dt="2023-09-25T09:17:48.921" v="10433" actId="1076"/>
        <pc:sldMkLst>
          <pc:docMk/>
          <pc:sldMk cId="655906729" sldId="499"/>
        </pc:sldMkLst>
        <pc:spChg chg="mod">
          <ac:chgData name="Loc Huynh" userId="80c0383e323bd6ea" providerId="LiveId" clId="{45D23C15-8B6E-3442-9B58-7B186F27CDA3}" dt="2023-09-25T07:41:23.159" v="9877"/>
          <ac:spMkLst>
            <pc:docMk/>
            <pc:sldMk cId="655906729" sldId="499"/>
            <ac:spMk id="2" creationId="{636479E2-C0D6-904F-B5C5-2271728A96C3}"/>
          </ac:spMkLst>
        </pc:spChg>
        <pc:spChg chg="add mod">
          <ac:chgData name="Loc Huynh" userId="80c0383e323bd6ea" providerId="LiveId" clId="{45D23C15-8B6E-3442-9B58-7B186F27CDA3}" dt="2023-09-25T01:58:04.034" v="5160"/>
          <ac:spMkLst>
            <pc:docMk/>
            <pc:sldMk cId="655906729" sldId="499"/>
            <ac:spMk id="3" creationId="{F5631894-5BC8-4F9A-6E81-3B7E60684D18}"/>
          </ac:spMkLst>
        </pc:spChg>
        <pc:spChg chg="mod">
          <ac:chgData name="Loc Huynh" userId="80c0383e323bd6ea" providerId="LiveId" clId="{45D23C15-8B6E-3442-9B58-7B186F27CDA3}" dt="2023-09-25T09:13:06.071" v="10371"/>
          <ac:spMkLst>
            <pc:docMk/>
            <pc:sldMk cId="655906729" sldId="499"/>
            <ac:spMk id="8" creationId="{54A346E6-49C3-EE90-BAE6-6DA3E3363D09}"/>
          </ac:spMkLst>
        </pc:spChg>
        <pc:spChg chg="mod">
          <ac:chgData name="Loc Huynh" userId="80c0383e323bd6ea" providerId="LiveId" clId="{45D23C15-8B6E-3442-9B58-7B186F27CDA3}" dt="2023-09-25T09:13:06.071" v="10371"/>
          <ac:spMkLst>
            <pc:docMk/>
            <pc:sldMk cId="655906729" sldId="499"/>
            <ac:spMk id="11" creationId="{65F378FC-D5DD-3173-70C4-7620345F355F}"/>
          </ac:spMkLst>
        </pc:spChg>
        <pc:spChg chg="mod">
          <ac:chgData name="Loc Huynh" userId="80c0383e323bd6ea" providerId="LiveId" clId="{45D23C15-8B6E-3442-9B58-7B186F27CDA3}" dt="2023-09-25T09:13:06.071" v="10371"/>
          <ac:spMkLst>
            <pc:docMk/>
            <pc:sldMk cId="655906729" sldId="499"/>
            <ac:spMk id="12" creationId="{B5A5DA19-CB27-A062-641B-4637CD021D44}"/>
          </ac:spMkLst>
        </pc:spChg>
        <pc:spChg chg="mod">
          <ac:chgData name="Loc Huynh" userId="80c0383e323bd6ea" providerId="LiveId" clId="{45D23C15-8B6E-3442-9B58-7B186F27CDA3}" dt="2023-09-25T09:13:06.071" v="10371"/>
          <ac:spMkLst>
            <pc:docMk/>
            <pc:sldMk cId="655906729" sldId="499"/>
            <ac:spMk id="13" creationId="{60DBA620-FE1E-507F-5D08-D0B917855A1A}"/>
          </ac:spMkLst>
        </pc:spChg>
        <pc:spChg chg="mod">
          <ac:chgData name="Loc Huynh" userId="80c0383e323bd6ea" providerId="LiveId" clId="{45D23C15-8B6E-3442-9B58-7B186F27CDA3}" dt="2023-09-25T09:13:06.071" v="10371"/>
          <ac:spMkLst>
            <pc:docMk/>
            <pc:sldMk cId="655906729" sldId="499"/>
            <ac:spMk id="14" creationId="{06C73834-61A5-8A60-9ADC-FC3E2544DD27}"/>
          </ac:spMkLst>
        </pc:spChg>
        <pc:spChg chg="mod">
          <ac:chgData name="Loc Huynh" userId="80c0383e323bd6ea" providerId="LiveId" clId="{45D23C15-8B6E-3442-9B58-7B186F27CDA3}" dt="2023-09-25T09:13:06.071" v="10371"/>
          <ac:spMkLst>
            <pc:docMk/>
            <pc:sldMk cId="655906729" sldId="499"/>
            <ac:spMk id="16" creationId="{2B449339-9CD8-AD9D-A741-25660E4914A0}"/>
          </ac:spMkLst>
        </pc:spChg>
        <pc:spChg chg="mod">
          <ac:chgData name="Loc Huynh" userId="80c0383e323bd6ea" providerId="LiveId" clId="{45D23C15-8B6E-3442-9B58-7B186F27CDA3}" dt="2023-09-25T09:13:06.071" v="10371"/>
          <ac:spMkLst>
            <pc:docMk/>
            <pc:sldMk cId="655906729" sldId="499"/>
            <ac:spMk id="17" creationId="{88EDA553-3919-F9E2-1699-D20395A31A6D}"/>
          </ac:spMkLst>
        </pc:spChg>
        <pc:spChg chg="mod">
          <ac:chgData name="Loc Huynh" userId="80c0383e323bd6ea" providerId="LiveId" clId="{45D23C15-8B6E-3442-9B58-7B186F27CDA3}" dt="2023-09-25T09:13:06.071" v="10371"/>
          <ac:spMkLst>
            <pc:docMk/>
            <pc:sldMk cId="655906729" sldId="499"/>
            <ac:spMk id="18" creationId="{344D8FEE-1BA0-97BA-BD52-F233E2E3D694}"/>
          </ac:spMkLst>
        </pc:spChg>
        <pc:spChg chg="mod">
          <ac:chgData name="Loc Huynh" userId="80c0383e323bd6ea" providerId="LiveId" clId="{45D23C15-8B6E-3442-9B58-7B186F27CDA3}" dt="2023-09-25T09:13:06.071" v="10371"/>
          <ac:spMkLst>
            <pc:docMk/>
            <pc:sldMk cId="655906729" sldId="499"/>
            <ac:spMk id="19" creationId="{77EB3903-2547-BE8E-C1B2-7AC39523A172}"/>
          </ac:spMkLst>
        </pc:spChg>
        <pc:spChg chg="mod">
          <ac:chgData name="Loc Huynh" userId="80c0383e323bd6ea" providerId="LiveId" clId="{45D23C15-8B6E-3442-9B58-7B186F27CDA3}" dt="2023-09-25T09:13:06.071" v="10371"/>
          <ac:spMkLst>
            <pc:docMk/>
            <pc:sldMk cId="655906729" sldId="499"/>
            <ac:spMk id="21" creationId="{6D70714D-B4DB-B042-33D7-E79AB23187AF}"/>
          </ac:spMkLst>
        </pc:spChg>
        <pc:spChg chg="del mod topLvl">
          <ac:chgData name="Loc Huynh" userId="80c0383e323bd6ea" providerId="LiveId" clId="{45D23C15-8B6E-3442-9B58-7B186F27CDA3}" dt="2023-09-25T09:15:43.409" v="10403" actId="478"/>
          <ac:spMkLst>
            <pc:docMk/>
            <pc:sldMk cId="655906729" sldId="499"/>
            <ac:spMk id="45" creationId="{71AC779C-65A2-3644-BFF5-B69FB881D028}"/>
          </ac:spMkLst>
        </pc:spChg>
        <pc:spChg chg="add del mod">
          <ac:chgData name="Loc Huynh" userId="80c0383e323bd6ea" providerId="LiveId" clId="{45D23C15-8B6E-3442-9B58-7B186F27CDA3}" dt="2023-09-25T09:17:16.178" v="10429" actId="478"/>
          <ac:spMkLst>
            <pc:docMk/>
            <pc:sldMk cId="655906729" sldId="499"/>
            <ac:spMk id="48" creationId="{070DDDC1-6174-9250-A7A6-BAB942A21166}"/>
          </ac:spMkLst>
        </pc:spChg>
        <pc:spChg chg="add del mod">
          <ac:chgData name="Loc Huynh" userId="80c0383e323bd6ea" providerId="LiveId" clId="{45D23C15-8B6E-3442-9B58-7B186F27CDA3}" dt="2023-09-25T09:17:15.375" v="10428" actId="478"/>
          <ac:spMkLst>
            <pc:docMk/>
            <pc:sldMk cId="655906729" sldId="499"/>
            <ac:spMk id="49" creationId="{99CC9C6D-666B-4D1B-A3C9-DDC0C756CCFC}"/>
          </ac:spMkLst>
        </pc:spChg>
        <pc:spChg chg="mod">
          <ac:chgData name="Loc Huynh" userId="80c0383e323bd6ea" providerId="LiveId" clId="{45D23C15-8B6E-3442-9B58-7B186F27CDA3}" dt="2023-09-25T09:17:44.616" v="10432" actId="1076"/>
          <ac:spMkLst>
            <pc:docMk/>
            <pc:sldMk cId="655906729" sldId="499"/>
            <ac:spMk id="51" creationId="{593249D7-27D3-E747-26E4-A8115C38DFE0}"/>
          </ac:spMkLst>
        </pc:spChg>
        <pc:spChg chg="mod">
          <ac:chgData name="Loc Huynh" userId="80c0383e323bd6ea" providerId="LiveId" clId="{45D23C15-8B6E-3442-9B58-7B186F27CDA3}" dt="2023-09-25T09:17:48.921" v="10433" actId="1076"/>
          <ac:spMkLst>
            <pc:docMk/>
            <pc:sldMk cId="655906729" sldId="499"/>
            <ac:spMk id="54" creationId="{3631130A-E161-5641-8F14-A16BEA1FA1D1}"/>
          </ac:spMkLst>
        </pc:spChg>
        <pc:spChg chg="mod">
          <ac:chgData name="Loc Huynh" userId="80c0383e323bd6ea" providerId="LiveId" clId="{45D23C15-8B6E-3442-9B58-7B186F27CDA3}" dt="2023-09-25T09:17:44.616" v="10432" actId="1076"/>
          <ac:spMkLst>
            <pc:docMk/>
            <pc:sldMk cId="655906729" sldId="499"/>
            <ac:spMk id="56" creationId="{982D6A65-2522-9729-661C-AAA23B7BF7B2}"/>
          </ac:spMkLst>
        </pc:spChg>
        <pc:spChg chg="mod">
          <ac:chgData name="Loc Huynh" userId="80c0383e323bd6ea" providerId="LiveId" clId="{45D23C15-8B6E-3442-9B58-7B186F27CDA3}" dt="2023-09-25T09:17:44.616" v="10432" actId="1076"/>
          <ac:spMkLst>
            <pc:docMk/>
            <pc:sldMk cId="655906729" sldId="499"/>
            <ac:spMk id="57" creationId="{7A140200-3961-F6DC-91FD-8BF84D97CA3C}"/>
          </ac:spMkLst>
        </pc:spChg>
        <pc:spChg chg="mod">
          <ac:chgData name="Loc Huynh" userId="80c0383e323bd6ea" providerId="LiveId" clId="{45D23C15-8B6E-3442-9B58-7B186F27CDA3}" dt="2023-09-25T09:17:44.616" v="10432" actId="1076"/>
          <ac:spMkLst>
            <pc:docMk/>
            <pc:sldMk cId="655906729" sldId="499"/>
            <ac:spMk id="58" creationId="{7C9AB795-0CE3-1EE8-A1B6-F8F67B35F908}"/>
          </ac:spMkLst>
        </pc:spChg>
        <pc:spChg chg="mod">
          <ac:chgData name="Loc Huynh" userId="80c0383e323bd6ea" providerId="LiveId" clId="{45D23C15-8B6E-3442-9B58-7B186F27CDA3}" dt="2023-09-25T09:17:44.616" v="10432" actId="1076"/>
          <ac:spMkLst>
            <pc:docMk/>
            <pc:sldMk cId="655906729" sldId="499"/>
            <ac:spMk id="59" creationId="{B22E3F52-E86C-E058-4282-F776960B7B46}"/>
          </ac:spMkLst>
        </pc:spChg>
        <pc:spChg chg="mod">
          <ac:chgData name="Loc Huynh" userId="80c0383e323bd6ea" providerId="LiveId" clId="{45D23C15-8B6E-3442-9B58-7B186F27CDA3}" dt="2023-09-25T09:17:44.616" v="10432" actId="1076"/>
          <ac:spMkLst>
            <pc:docMk/>
            <pc:sldMk cId="655906729" sldId="499"/>
            <ac:spMk id="61" creationId="{755EE5F7-7A2A-63B4-A26B-AFD64F0EBA32}"/>
          </ac:spMkLst>
        </pc:spChg>
        <pc:spChg chg="mod">
          <ac:chgData name="Loc Huynh" userId="80c0383e323bd6ea" providerId="LiveId" clId="{45D23C15-8B6E-3442-9B58-7B186F27CDA3}" dt="2023-09-25T09:17:44.616" v="10432" actId="1076"/>
          <ac:spMkLst>
            <pc:docMk/>
            <pc:sldMk cId="655906729" sldId="499"/>
            <ac:spMk id="64" creationId="{720CD30F-C2BE-4FD1-398C-4A1AB381B10C}"/>
          </ac:spMkLst>
        </pc:spChg>
        <pc:spChg chg="mod">
          <ac:chgData name="Loc Huynh" userId="80c0383e323bd6ea" providerId="LiveId" clId="{45D23C15-8B6E-3442-9B58-7B186F27CDA3}" dt="2023-09-25T09:17:44.616" v="10432" actId="1076"/>
          <ac:spMkLst>
            <pc:docMk/>
            <pc:sldMk cId="655906729" sldId="499"/>
            <ac:spMk id="65" creationId="{026B778A-1385-8EB2-072B-DC2D7CA759CB}"/>
          </ac:spMkLst>
        </pc:spChg>
        <pc:spChg chg="mod">
          <ac:chgData name="Loc Huynh" userId="80c0383e323bd6ea" providerId="LiveId" clId="{45D23C15-8B6E-3442-9B58-7B186F27CDA3}" dt="2023-09-25T09:17:44.616" v="10432" actId="1076"/>
          <ac:spMkLst>
            <pc:docMk/>
            <pc:sldMk cId="655906729" sldId="499"/>
            <ac:spMk id="66" creationId="{34E03275-9363-3C93-44DD-9D607E6580A3}"/>
          </ac:spMkLst>
        </pc:spChg>
        <pc:spChg chg="mod">
          <ac:chgData name="Loc Huynh" userId="80c0383e323bd6ea" providerId="LiveId" clId="{45D23C15-8B6E-3442-9B58-7B186F27CDA3}" dt="2023-09-25T09:17:44.616" v="10432" actId="1076"/>
          <ac:spMkLst>
            <pc:docMk/>
            <pc:sldMk cId="655906729" sldId="499"/>
            <ac:spMk id="69" creationId="{2E5BA385-54B2-BB65-CF8A-233EC4B3F08B}"/>
          </ac:spMkLst>
        </pc:spChg>
        <pc:spChg chg="mod">
          <ac:chgData name="Loc Huynh" userId="80c0383e323bd6ea" providerId="LiveId" clId="{45D23C15-8B6E-3442-9B58-7B186F27CDA3}" dt="2023-09-25T09:17:44.616" v="10432" actId="1076"/>
          <ac:spMkLst>
            <pc:docMk/>
            <pc:sldMk cId="655906729" sldId="499"/>
            <ac:spMk id="70" creationId="{42BDCD40-57B6-096C-C181-8E87F964E9C8}"/>
          </ac:spMkLst>
        </pc:spChg>
        <pc:spChg chg="mod">
          <ac:chgData name="Loc Huynh" userId="80c0383e323bd6ea" providerId="LiveId" clId="{45D23C15-8B6E-3442-9B58-7B186F27CDA3}" dt="2023-09-25T09:17:44.616" v="10432" actId="1076"/>
          <ac:spMkLst>
            <pc:docMk/>
            <pc:sldMk cId="655906729" sldId="499"/>
            <ac:spMk id="71" creationId="{861B4895-C36E-5BAA-8B95-A03B4E32BBB7}"/>
          </ac:spMkLst>
        </pc:spChg>
        <pc:spChg chg="mod">
          <ac:chgData name="Loc Huynh" userId="80c0383e323bd6ea" providerId="LiveId" clId="{45D23C15-8B6E-3442-9B58-7B186F27CDA3}" dt="2023-09-25T09:17:44.616" v="10432" actId="1076"/>
          <ac:spMkLst>
            <pc:docMk/>
            <pc:sldMk cId="655906729" sldId="499"/>
            <ac:spMk id="73" creationId="{C4966C9F-313D-8996-3F2A-B4949B62ACAD}"/>
          </ac:spMkLst>
        </pc:spChg>
        <pc:grpChg chg="add del mod">
          <ac:chgData name="Loc Huynh" userId="80c0383e323bd6ea" providerId="LiveId" clId="{45D23C15-8B6E-3442-9B58-7B186F27CDA3}" dt="2023-09-25T09:17:38.905" v="10430" actId="478"/>
          <ac:grpSpMkLst>
            <pc:docMk/>
            <pc:sldMk cId="655906729" sldId="499"/>
            <ac:grpSpMk id="5" creationId="{134CB9EC-0036-7D4F-7F4D-FA78E9AA3BFB}"/>
          </ac:grpSpMkLst>
        </pc:grpChg>
        <pc:grpChg chg="del mod">
          <ac:chgData name="Loc Huynh" userId="80c0383e323bd6ea" providerId="LiveId" clId="{45D23C15-8B6E-3442-9B58-7B186F27CDA3}" dt="2023-09-25T09:15:37.821" v="10400" actId="478"/>
          <ac:grpSpMkLst>
            <pc:docMk/>
            <pc:sldMk cId="655906729" sldId="499"/>
            <ac:grpSpMk id="7" creationId="{36548564-728E-B040-9E4A-0C60B2515492}"/>
          </ac:grpSpMkLst>
        </pc:grpChg>
        <pc:grpChg chg="del">
          <ac:chgData name="Loc Huynh" userId="80c0383e323bd6ea" providerId="LiveId" clId="{45D23C15-8B6E-3442-9B58-7B186F27CDA3}" dt="2023-09-25T09:13:08.688" v="10372" actId="478"/>
          <ac:grpSpMkLst>
            <pc:docMk/>
            <pc:sldMk cId="655906729" sldId="499"/>
            <ac:grpSpMk id="15" creationId="{79EC7509-8C47-C54A-9219-E8017DF38566}"/>
          </ac:grpSpMkLst>
        </pc:grpChg>
        <pc:grpChg chg="del">
          <ac:chgData name="Loc Huynh" userId="80c0383e323bd6ea" providerId="LiveId" clId="{45D23C15-8B6E-3442-9B58-7B186F27CDA3}" dt="2023-09-25T09:15:38.932" v="10401" actId="478"/>
          <ac:grpSpMkLst>
            <pc:docMk/>
            <pc:sldMk cId="655906729" sldId="499"/>
            <ac:grpSpMk id="39" creationId="{961D4563-2C36-134D-B55A-D1E11C9FC4ED}"/>
          </ac:grpSpMkLst>
        </pc:grpChg>
        <pc:grpChg chg="del">
          <ac:chgData name="Loc Huynh" userId="80c0383e323bd6ea" providerId="LiveId" clId="{45D23C15-8B6E-3442-9B58-7B186F27CDA3}" dt="2023-09-25T09:15:43.409" v="10403" actId="478"/>
          <ac:grpSpMkLst>
            <pc:docMk/>
            <pc:sldMk cId="655906729" sldId="499"/>
            <ac:grpSpMk id="44" creationId="{0E589623-BA58-994C-ABA9-69E1358C4E97}"/>
          </ac:grpSpMkLst>
        </pc:grpChg>
        <pc:grpChg chg="add mod">
          <ac:chgData name="Loc Huynh" userId="80c0383e323bd6ea" providerId="LiveId" clId="{45D23C15-8B6E-3442-9B58-7B186F27CDA3}" dt="2023-09-25T09:17:44.616" v="10432" actId="1076"/>
          <ac:grpSpMkLst>
            <pc:docMk/>
            <pc:sldMk cId="655906729" sldId="499"/>
            <ac:grpSpMk id="50" creationId="{CCE7B3A9-0ED7-44A0-DAC9-ED393627F5A4}"/>
          </ac:grpSpMkLst>
        </pc:grpChg>
        <pc:picChg chg="mod">
          <ac:chgData name="Loc Huynh" userId="80c0383e323bd6ea" providerId="LiveId" clId="{45D23C15-8B6E-3442-9B58-7B186F27CDA3}" dt="2023-09-25T09:17:44.616" v="10432" actId="1076"/>
          <ac:picMkLst>
            <pc:docMk/>
            <pc:sldMk cId="655906729" sldId="499"/>
            <ac:picMk id="60" creationId="{C7A28D52-7CE8-532A-0DDD-C12449C0449E}"/>
          </ac:picMkLst>
        </pc:picChg>
        <pc:picChg chg="mod">
          <ac:chgData name="Loc Huynh" userId="80c0383e323bd6ea" providerId="LiveId" clId="{45D23C15-8B6E-3442-9B58-7B186F27CDA3}" dt="2023-09-25T09:17:44.616" v="10432" actId="1076"/>
          <ac:picMkLst>
            <pc:docMk/>
            <pc:sldMk cId="655906729" sldId="499"/>
            <ac:picMk id="63" creationId="{1F79AAFB-7BD2-4192-93F7-9E835DCF338E}"/>
          </ac:picMkLst>
        </pc:picChg>
        <pc:picChg chg="mod">
          <ac:chgData name="Loc Huynh" userId="80c0383e323bd6ea" providerId="LiveId" clId="{45D23C15-8B6E-3442-9B58-7B186F27CDA3}" dt="2023-09-25T09:17:44.616" v="10432" actId="1076"/>
          <ac:picMkLst>
            <pc:docMk/>
            <pc:sldMk cId="655906729" sldId="499"/>
            <ac:picMk id="68" creationId="{FA20E879-9874-535A-E1A8-CAB226A5539D}"/>
          </ac:picMkLst>
        </pc:picChg>
        <pc:picChg chg="mod">
          <ac:chgData name="Loc Huynh" userId="80c0383e323bd6ea" providerId="LiveId" clId="{45D23C15-8B6E-3442-9B58-7B186F27CDA3}" dt="2023-09-25T09:17:44.616" v="10432" actId="1076"/>
          <ac:picMkLst>
            <pc:docMk/>
            <pc:sldMk cId="655906729" sldId="499"/>
            <ac:picMk id="72" creationId="{3667240D-6D9F-420C-02D3-992D851B862C}"/>
          </ac:picMkLst>
        </pc:picChg>
        <pc:cxnChg chg="mod">
          <ac:chgData name="Loc Huynh" userId="80c0383e323bd6ea" providerId="LiveId" clId="{45D23C15-8B6E-3442-9B58-7B186F27CDA3}" dt="2023-09-25T09:15:37.821" v="10400" actId="478"/>
          <ac:cxnSpMkLst>
            <pc:docMk/>
            <pc:sldMk cId="655906729" sldId="499"/>
            <ac:cxnSpMk id="6" creationId="{10113F01-F5CC-9B4A-B93E-801B9EF4C31B}"/>
          </ac:cxnSpMkLst>
        </pc:cxnChg>
        <pc:cxnChg chg="mod">
          <ac:chgData name="Loc Huynh" userId="80c0383e323bd6ea" providerId="LiveId" clId="{45D23C15-8B6E-3442-9B58-7B186F27CDA3}" dt="2023-09-25T09:17:38.905" v="10430" actId="478"/>
          <ac:cxnSpMkLst>
            <pc:docMk/>
            <pc:sldMk cId="655906729" sldId="499"/>
            <ac:cxnSpMk id="9" creationId="{A3189FC0-93D2-A9E9-89F8-6151C96F483A}"/>
          </ac:cxnSpMkLst>
        </pc:cxnChg>
        <pc:cxnChg chg="mod">
          <ac:chgData name="Loc Huynh" userId="80c0383e323bd6ea" providerId="LiveId" clId="{45D23C15-8B6E-3442-9B58-7B186F27CDA3}" dt="2023-09-25T09:17:38.905" v="10430" actId="478"/>
          <ac:cxnSpMkLst>
            <pc:docMk/>
            <pc:sldMk cId="655906729" sldId="499"/>
            <ac:cxnSpMk id="10" creationId="{7F634B28-FD77-D177-448D-F9941750A402}"/>
          </ac:cxnSpMkLst>
        </pc:cxnChg>
        <pc:cxnChg chg="mod">
          <ac:chgData name="Loc Huynh" userId="80c0383e323bd6ea" providerId="LiveId" clId="{45D23C15-8B6E-3442-9B58-7B186F27CDA3}" dt="2023-09-25T09:17:38.905" v="10430" actId="478"/>
          <ac:cxnSpMkLst>
            <pc:docMk/>
            <pc:sldMk cId="655906729" sldId="499"/>
            <ac:cxnSpMk id="20" creationId="{E28987FD-0EF8-B54C-1AFD-E7AA9E5E5F15}"/>
          </ac:cxnSpMkLst>
        </pc:cxnChg>
        <pc:cxnChg chg="mod">
          <ac:chgData name="Loc Huynh" userId="80c0383e323bd6ea" providerId="LiveId" clId="{45D23C15-8B6E-3442-9B58-7B186F27CDA3}" dt="2023-09-25T09:13:06.071" v="10371"/>
          <ac:cxnSpMkLst>
            <pc:docMk/>
            <pc:sldMk cId="655906729" sldId="499"/>
            <ac:cxnSpMk id="22" creationId="{B6451863-6108-5D79-2A92-3190FEAAE5FD}"/>
          </ac:cxnSpMkLst>
        </pc:cxnChg>
        <pc:cxnChg chg="mod">
          <ac:chgData name="Loc Huynh" userId="80c0383e323bd6ea" providerId="LiveId" clId="{45D23C15-8B6E-3442-9B58-7B186F27CDA3}" dt="2023-09-25T09:17:38.905" v="10430" actId="478"/>
          <ac:cxnSpMkLst>
            <pc:docMk/>
            <pc:sldMk cId="655906729" sldId="499"/>
            <ac:cxnSpMk id="23" creationId="{C8DA8773-F2B9-5025-C53F-9F20FFD157C2}"/>
          </ac:cxnSpMkLst>
        </pc:cxnChg>
        <pc:cxnChg chg="mod">
          <ac:chgData name="Loc Huynh" userId="80c0383e323bd6ea" providerId="LiveId" clId="{45D23C15-8B6E-3442-9B58-7B186F27CDA3}" dt="2023-09-25T09:17:38.905" v="10430" actId="478"/>
          <ac:cxnSpMkLst>
            <pc:docMk/>
            <pc:sldMk cId="655906729" sldId="499"/>
            <ac:cxnSpMk id="38" creationId="{C2CD988A-CDB6-CEE5-7EB9-BD010FC86F6C}"/>
          </ac:cxnSpMkLst>
        </pc:cxnChg>
        <pc:cxnChg chg="mod">
          <ac:chgData name="Loc Huynh" userId="80c0383e323bd6ea" providerId="LiveId" clId="{45D23C15-8B6E-3442-9B58-7B186F27CDA3}" dt="2023-09-25T09:15:38.932" v="10401" actId="478"/>
          <ac:cxnSpMkLst>
            <pc:docMk/>
            <pc:sldMk cId="655906729" sldId="499"/>
            <ac:cxnSpMk id="43" creationId="{9578731D-71C5-E841-AC67-021281F9F434}"/>
          </ac:cxnSpMkLst>
        </pc:cxnChg>
        <pc:cxnChg chg="del topLvl">
          <ac:chgData name="Loc Huynh" userId="80c0383e323bd6ea" providerId="LiveId" clId="{45D23C15-8B6E-3442-9B58-7B186F27CDA3}" dt="2023-09-25T09:17:14.606" v="10427" actId="478"/>
          <ac:cxnSpMkLst>
            <pc:docMk/>
            <pc:sldMk cId="655906729" sldId="499"/>
            <ac:cxnSpMk id="46" creationId="{E89FAA27-98F6-A944-871D-C97B5DA52FD2}"/>
          </ac:cxnSpMkLst>
        </pc:cxnChg>
        <pc:cxnChg chg="mod">
          <ac:chgData name="Loc Huynh" userId="80c0383e323bd6ea" providerId="LiveId" clId="{45D23C15-8B6E-3442-9B58-7B186F27CDA3}" dt="2023-09-25T09:17:44.616" v="10432" actId="1076"/>
          <ac:cxnSpMkLst>
            <pc:docMk/>
            <pc:sldMk cId="655906729" sldId="499"/>
            <ac:cxnSpMk id="52" creationId="{D06F28F4-A61D-EC75-3EF2-1AE3169F17CC}"/>
          </ac:cxnSpMkLst>
        </pc:cxnChg>
        <pc:cxnChg chg="mod">
          <ac:chgData name="Loc Huynh" userId="80c0383e323bd6ea" providerId="LiveId" clId="{45D23C15-8B6E-3442-9B58-7B186F27CDA3}" dt="2023-09-25T09:17:44.616" v="10432" actId="1076"/>
          <ac:cxnSpMkLst>
            <pc:docMk/>
            <pc:sldMk cId="655906729" sldId="499"/>
            <ac:cxnSpMk id="55" creationId="{A2786087-3F28-1B9C-7B9B-439CA9EC3D18}"/>
          </ac:cxnSpMkLst>
        </pc:cxnChg>
        <pc:cxnChg chg="mod">
          <ac:chgData name="Loc Huynh" userId="80c0383e323bd6ea" providerId="LiveId" clId="{45D23C15-8B6E-3442-9B58-7B186F27CDA3}" dt="2023-09-25T09:17:44.616" v="10432" actId="1076"/>
          <ac:cxnSpMkLst>
            <pc:docMk/>
            <pc:sldMk cId="655906729" sldId="499"/>
            <ac:cxnSpMk id="62" creationId="{C5808FB8-6ADE-D779-54E7-12E6BB916E08}"/>
          </ac:cxnSpMkLst>
        </pc:cxnChg>
        <pc:cxnChg chg="mod">
          <ac:chgData name="Loc Huynh" userId="80c0383e323bd6ea" providerId="LiveId" clId="{45D23C15-8B6E-3442-9B58-7B186F27CDA3}" dt="2023-09-25T09:17:44.616" v="10432" actId="1076"/>
          <ac:cxnSpMkLst>
            <pc:docMk/>
            <pc:sldMk cId="655906729" sldId="499"/>
            <ac:cxnSpMk id="67" creationId="{D33519F7-528E-93B7-2239-62C230E82693}"/>
          </ac:cxnSpMkLst>
        </pc:cxnChg>
        <pc:cxnChg chg="mod">
          <ac:chgData name="Loc Huynh" userId="80c0383e323bd6ea" providerId="LiveId" clId="{45D23C15-8B6E-3442-9B58-7B186F27CDA3}" dt="2023-09-25T09:17:44.616" v="10432" actId="1076"/>
          <ac:cxnSpMkLst>
            <pc:docMk/>
            <pc:sldMk cId="655906729" sldId="499"/>
            <ac:cxnSpMk id="74" creationId="{8950F800-2B22-3044-B6A6-942D2E4F1E0E}"/>
          </ac:cxnSpMkLst>
        </pc:cxnChg>
        <pc:cxnChg chg="mod">
          <ac:chgData name="Loc Huynh" userId="80c0383e323bd6ea" providerId="LiveId" clId="{45D23C15-8B6E-3442-9B58-7B186F27CDA3}" dt="2023-09-25T09:17:44.616" v="10432" actId="1076"/>
          <ac:cxnSpMkLst>
            <pc:docMk/>
            <pc:sldMk cId="655906729" sldId="499"/>
            <ac:cxnSpMk id="75" creationId="{196769C2-A8AB-0966-37AA-B06B4B1D5EA1}"/>
          </ac:cxnSpMkLst>
        </pc:cxnChg>
        <pc:cxnChg chg="mod">
          <ac:chgData name="Loc Huynh" userId="80c0383e323bd6ea" providerId="LiveId" clId="{45D23C15-8B6E-3442-9B58-7B186F27CDA3}" dt="2023-09-25T09:17:44.616" v="10432" actId="1076"/>
          <ac:cxnSpMkLst>
            <pc:docMk/>
            <pc:sldMk cId="655906729" sldId="499"/>
            <ac:cxnSpMk id="76" creationId="{53CE8C72-EFF2-CAC4-D72E-B69716C9E941}"/>
          </ac:cxnSpMkLst>
        </pc:cxnChg>
      </pc:sldChg>
      <pc:sldChg chg="del">
        <pc:chgData name="Loc Huynh" userId="80c0383e323bd6ea" providerId="LiveId" clId="{45D23C15-8B6E-3442-9B58-7B186F27CDA3}" dt="2023-09-18T00:59:18.285" v="83" actId="2696"/>
        <pc:sldMkLst>
          <pc:docMk/>
          <pc:sldMk cId="3028732016" sldId="499"/>
        </pc:sldMkLst>
      </pc:sldChg>
      <pc:sldChg chg="add del">
        <pc:chgData name="Loc Huynh" userId="80c0383e323bd6ea" providerId="LiveId" clId="{45D23C15-8B6E-3442-9B58-7B186F27CDA3}" dt="2023-09-18T00:57:00.061" v="60" actId="2696"/>
        <pc:sldMkLst>
          <pc:docMk/>
          <pc:sldMk cId="4156012545" sldId="500"/>
        </pc:sldMkLst>
        <pc:spChg chg="del mod">
          <ac:chgData name="Loc Huynh" userId="80c0383e323bd6ea" providerId="LiveId" clId="{45D23C15-8B6E-3442-9B58-7B186F27CDA3}" dt="2023-09-25T09:19:00.785" v="10441" actId="478"/>
          <ac:spMkLst>
            <pc:docMk/>
            <pc:sldMk cId="4156012545" sldId="500"/>
            <ac:spMk id="2" creationId="{3F8E0AC9-EB5D-E844-94A3-BE0F455A6779}"/>
          </ac:spMkLst>
        </pc:spChg>
        <pc:spChg chg="del mod">
          <ac:chgData name="Loc Huynh" userId="80c0383e323bd6ea" providerId="LiveId" clId="{45D23C15-8B6E-3442-9B58-7B186F27CDA3}" dt="2023-09-25T09:18:51.041" v="10440" actId="478"/>
          <ac:spMkLst>
            <pc:docMk/>
            <pc:sldMk cId="4156012545" sldId="500"/>
            <ac:spMk id="3" creationId="{04365B51-E5ED-D74E-9C6D-5C1E310157DE}"/>
          </ac:spMkLst>
        </pc:spChg>
        <pc:spChg chg="add mod ord">
          <ac:chgData name="Loc Huynh" userId="80c0383e323bd6ea" providerId="LiveId" clId="{45D23C15-8B6E-3442-9B58-7B186F27CDA3}" dt="2023-09-25T09:23:54.104" v="10509" actId="700"/>
          <ac:spMkLst>
            <pc:docMk/>
            <pc:sldMk cId="4156012545" sldId="500"/>
            <ac:spMk id="4" creationId="{6734BCE8-BB35-4681-FB06-6E983F67388A}"/>
          </ac:spMkLst>
        </pc:spChg>
        <pc:spChg chg="mod ord">
          <ac:chgData name="Loc Huynh" userId="80c0383e323bd6ea" providerId="LiveId" clId="{45D23C15-8B6E-3442-9B58-7B186F27CDA3}" dt="2023-09-25T09:23:54.104" v="10509" actId="700"/>
          <ac:spMkLst>
            <pc:docMk/>
            <pc:sldMk cId="4156012545" sldId="500"/>
            <ac:spMk id="6" creationId="{261D4001-7741-254C-B28F-56E968C53BCE}"/>
          </ac:spMkLst>
        </pc:spChg>
        <pc:spChg chg="add del mod ord">
          <ac:chgData name="Loc Huynh" userId="80c0383e323bd6ea" providerId="LiveId" clId="{45D23C15-8B6E-3442-9B58-7B186F27CDA3}" dt="2023-09-25T09:20:12.168" v="10460" actId="700"/>
          <ac:spMkLst>
            <pc:docMk/>
            <pc:sldMk cId="4156012545" sldId="500"/>
            <ac:spMk id="7" creationId="{0F3A2DB0-F3CC-9C15-A14F-DB04B1F93FA0}"/>
          </ac:spMkLst>
        </pc:spChg>
        <pc:spChg chg="mod ord">
          <ac:chgData name="Loc Huynh" userId="80c0383e323bd6ea" providerId="LiveId" clId="{45D23C15-8B6E-3442-9B58-7B186F27CDA3}" dt="2023-09-25T09:23:54.104" v="10509" actId="700"/>
          <ac:spMkLst>
            <pc:docMk/>
            <pc:sldMk cId="4156012545" sldId="500"/>
            <ac:spMk id="8" creationId="{07B2A140-56DC-584D-B8DA-50D6F1C670B3}"/>
          </ac:spMkLst>
        </pc:spChg>
        <pc:spChg chg="del mod ord">
          <ac:chgData name="Loc Huynh" userId="80c0383e323bd6ea" providerId="LiveId" clId="{45D23C15-8B6E-3442-9B58-7B186F27CDA3}" dt="2023-09-25T09:20:09.573" v="10459" actId="478"/>
          <ac:spMkLst>
            <pc:docMk/>
            <pc:sldMk cId="4156012545" sldId="500"/>
            <ac:spMk id="9" creationId="{DF89DBF5-22FC-9F44-8BED-A2813AB20432}"/>
          </ac:spMkLst>
        </pc:spChg>
        <pc:spChg chg="mod ord">
          <ac:chgData name="Loc Huynh" userId="80c0383e323bd6ea" providerId="LiveId" clId="{45D23C15-8B6E-3442-9B58-7B186F27CDA3}" dt="2023-09-25T09:28:31.785" v="10657" actId="1037"/>
          <ac:spMkLst>
            <pc:docMk/>
            <pc:sldMk cId="4156012545" sldId="500"/>
            <ac:spMk id="10" creationId="{4DDAD599-FE3B-EA4B-9C4F-FBB94418B85C}"/>
          </ac:spMkLst>
        </pc:spChg>
        <pc:spChg chg="mod">
          <ac:chgData name="Loc Huynh" userId="80c0383e323bd6ea" providerId="LiveId" clId="{45D23C15-8B6E-3442-9B58-7B186F27CDA3}" dt="2023-09-25T09:28:37.978" v="10663" actId="1036"/>
          <ac:spMkLst>
            <pc:docMk/>
            <pc:sldMk cId="4156012545" sldId="500"/>
            <ac:spMk id="11" creationId="{AB15C0C9-3938-7E45-ACED-94CFD7A65172}"/>
          </ac:spMkLst>
        </pc:spChg>
        <pc:spChg chg="mod ord">
          <ac:chgData name="Loc Huynh" userId="80c0383e323bd6ea" providerId="LiveId" clId="{45D23C15-8B6E-3442-9B58-7B186F27CDA3}" dt="2023-09-25T09:30:17.477" v="10686" actId="14100"/>
          <ac:spMkLst>
            <pc:docMk/>
            <pc:sldMk cId="4156012545" sldId="500"/>
            <ac:spMk id="13" creationId="{FFC3A21D-BBEB-D642-B958-090307DD5AD4}"/>
          </ac:spMkLst>
        </pc:spChg>
        <pc:spChg chg="add del mod">
          <ac:chgData name="Loc Huynh" userId="80c0383e323bd6ea" providerId="LiveId" clId="{45D23C15-8B6E-3442-9B58-7B186F27CDA3}" dt="2023-09-25T09:20:12.168" v="10460" actId="700"/>
          <ac:spMkLst>
            <pc:docMk/>
            <pc:sldMk cId="4156012545" sldId="500"/>
            <ac:spMk id="14" creationId="{EAE6328B-9B4E-DF86-6FF5-3436C7CA5F9E}"/>
          </ac:spMkLst>
        </pc:spChg>
        <pc:spChg chg="mod ord">
          <ac:chgData name="Loc Huynh" userId="80c0383e323bd6ea" providerId="LiveId" clId="{45D23C15-8B6E-3442-9B58-7B186F27CDA3}" dt="2023-09-25T09:30:49.760" v="10695" actId="14100"/>
          <ac:spMkLst>
            <pc:docMk/>
            <pc:sldMk cId="4156012545" sldId="500"/>
            <ac:spMk id="15" creationId="{B4F4480E-BC9C-0C45-BD26-9F950198D5C3}"/>
          </ac:spMkLst>
        </pc:spChg>
        <pc:spChg chg="mod">
          <ac:chgData name="Loc Huynh" userId="80c0383e323bd6ea" providerId="LiveId" clId="{45D23C15-8B6E-3442-9B58-7B186F27CDA3}" dt="2023-09-25T09:30:58.099" v="10698" actId="14100"/>
          <ac:spMkLst>
            <pc:docMk/>
            <pc:sldMk cId="4156012545" sldId="500"/>
            <ac:spMk id="16" creationId="{F68F6CEA-4569-B940-A627-74A9FDD0CEAF}"/>
          </ac:spMkLst>
        </pc:spChg>
        <pc:spChg chg="mod">
          <ac:chgData name="Loc Huynh" userId="80c0383e323bd6ea" providerId="LiveId" clId="{45D23C15-8B6E-3442-9B58-7B186F27CDA3}" dt="2023-09-25T09:31:13.715" v="10699" actId="1076"/>
          <ac:spMkLst>
            <pc:docMk/>
            <pc:sldMk cId="4156012545" sldId="500"/>
            <ac:spMk id="17" creationId="{DDF1C444-5E7E-244B-A05B-90DB2E45BB0E}"/>
          </ac:spMkLst>
        </pc:spChg>
        <pc:spChg chg="add del mod ord">
          <ac:chgData name="Loc Huynh" userId="80c0383e323bd6ea" providerId="LiveId" clId="{45D23C15-8B6E-3442-9B58-7B186F27CDA3}" dt="2023-09-25T09:19:14.906" v="10443" actId="700"/>
          <ac:spMkLst>
            <pc:docMk/>
            <pc:sldMk cId="4156012545" sldId="500"/>
            <ac:spMk id="18" creationId="{13A99F17-5641-5451-13CC-20937CA54998}"/>
          </ac:spMkLst>
        </pc:spChg>
        <pc:spChg chg="add del mod ord">
          <ac:chgData name="Loc Huynh" userId="80c0383e323bd6ea" providerId="LiveId" clId="{45D23C15-8B6E-3442-9B58-7B186F27CDA3}" dt="2023-09-25T09:19:14.906" v="10443" actId="700"/>
          <ac:spMkLst>
            <pc:docMk/>
            <pc:sldMk cId="4156012545" sldId="500"/>
            <ac:spMk id="19" creationId="{3A54CF60-37BA-E11F-04BC-09797BE4F3DC}"/>
          </ac:spMkLst>
        </pc:spChg>
        <pc:spChg chg="add mod">
          <ac:chgData name="Loc Huynh" userId="80c0383e323bd6ea" providerId="LiveId" clId="{45D23C15-8B6E-3442-9B58-7B186F27CDA3}" dt="2023-09-25T09:28:31.785" v="10657" actId="1037"/>
          <ac:spMkLst>
            <pc:docMk/>
            <pc:sldMk cId="4156012545" sldId="500"/>
            <ac:spMk id="20" creationId="{178FD997-A115-064D-A04A-0FF07508A8F9}"/>
          </ac:spMkLst>
        </pc:spChg>
        <pc:spChg chg="add del mod">
          <ac:chgData name="Loc Huynh" userId="80c0383e323bd6ea" providerId="LiveId" clId="{45D23C15-8B6E-3442-9B58-7B186F27CDA3}" dt="2023-09-25T09:20:12.168" v="10460" actId="700"/>
          <ac:spMkLst>
            <pc:docMk/>
            <pc:sldMk cId="4156012545" sldId="500"/>
            <ac:spMk id="22" creationId="{B3003FB5-C0CD-F051-0BBF-2906EE415A4C}"/>
          </ac:spMkLst>
        </pc:spChg>
        <pc:spChg chg="add del mod ord">
          <ac:chgData name="Loc Huynh" userId="80c0383e323bd6ea" providerId="LiveId" clId="{45D23C15-8B6E-3442-9B58-7B186F27CDA3}" dt="2023-09-25T09:23:54.104" v="10509" actId="700"/>
          <ac:spMkLst>
            <pc:docMk/>
            <pc:sldMk cId="4156012545" sldId="500"/>
            <ac:spMk id="23" creationId="{A0CF3568-6F1F-DB0A-8F6E-999CF34661E4}"/>
          </ac:spMkLst>
        </pc:spChg>
        <pc:spChg chg="add del mod ord">
          <ac:chgData name="Loc Huynh" userId="80c0383e323bd6ea" providerId="LiveId" clId="{45D23C15-8B6E-3442-9B58-7B186F27CDA3}" dt="2023-09-25T09:23:54.104" v="10509" actId="700"/>
          <ac:spMkLst>
            <pc:docMk/>
            <pc:sldMk cId="4156012545" sldId="500"/>
            <ac:spMk id="24" creationId="{FFACD496-CA8F-6B54-0682-3372E5CFF711}"/>
          </ac:spMkLst>
        </pc:spChg>
        <pc:spChg chg="add del mod ord">
          <ac:chgData name="Loc Huynh" userId="80c0383e323bd6ea" providerId="LiveId" clId="{45D23C15-8B6E-3442-9B58-7B186F27CDA3}" dt="2023-09-25T09:23:54.104" v="10509" actId="700"/>
          <ac:spMkLst>
            <pc:docMk/>
            <pc:sldMk cId="4156012545" sldId="500"/>
            <ac:spMk id="25" creationId="{C4806521-04FE-1E5C-35AE-7B03992A5F9C}"/>
          </ac:spMkLst>
        </pc:spChg>
        <pc:spChg chg="add del mod ord">
          <ac:chgData name="Loc Huynh" userId="80c0383e323bd6ea" providerId="LiveId" clId="{45D23C15-8B6E-3442-9B58-7B186F27CDA3}" dt="2023-09-25T09:23:26.206" v="10505" actId="700"/>
          <ac:spMkLst>
            <pc:docMk/>
            <pc:sldMk cId="4156012545" sldId="500"/>
            <ac:spMk id="26" creationId="{13A1883B-55C0-F206-2A0B-8E1B29594F3E}"/>
          </ac:spMkLst>
        </pc:spChg>
        <pc:spChg chg="add del mod ord">
          <ac:chgData name="Loc Huynh" userId="80c0383e323bd6ea" providerId="LiveId" clId="{45D23C15-8B6E-3442-9B58-7B186F27CDA3}" dt="2023-09-25T09:23:26.206" v="10505" actId="700"/>
          <ac:spMkLst>
            <pc:docMk/>
            <pc:sldMk cId="4156012545" sldId="500"/>
            <ac:spMk id="27" creationId="{901A2EA8-BF21-1373-A126-BB826C8A319D}"/>
          </ac:spMkLst>
        </pc:spChg>
        <pc:spChg chg="add del mod ord">
          <ac:chgData name="Loc Huynh" userId="80c0383e323bd6ea" providerId="LiveId" clId="{45D23C15-8B6E-3442-9B58-7B186F27CDA3}" dt="2023-09-25T09:23:26.206" v="10505" actId="700"/>
          <ac:spMkLst>
            <pc:docMk/>
            <pc:sldMk cId="4156012545" sldId="500"/>
            <ac:spMk id="28" creationId="{67D1B3C4-EAA7-3C29-66F8-1726D3413516}"/>
          </ac:spMkLst>
        </pc:spChg>
        <pc:spChg chg="add mod">
          <ac:chgData name="Loc Huynh" userId="80c0383e323bd6ea" providerId="LiveId" clId="{45D23C15-8B6E-3442-9B58-7B186F27CDA3}" dt="2023-09-25T09:28:23.873" v="10644" actId="1037"/>
          <ac:spMkLst>
            <pc:docMk/>
            <pc:sldMk cId="4156012545" sldId="500"/>
            <ac:spMk id="29" creationId="{41379332-2B09-994B-2635-B25FC32195F9}"/>
          </ac:spMkLst>
        </pc:spChg>
        <pc:spChg chg="add mod ord">
          <ac:chgData name="Loc Huynh" userId="80c0383e323bd6ea" providerId="LiveId" clId="{45D23C15-8B6E-3442-9B58-7B186F27CDA3}" dt="2023-09-25T09:28:23.873" v="10644" actId="1037"/>
          <ac:spMkLst>
            <pc:docMk/>
            <pc:sldMk cId="4156012545" sldId="500"/>
            <ac:spMk id="30" creationId="{C68CF742-4E1B-C5F8-439B-FF3BC3C8787D}"/>
          </ac:spMkLst>
        </pc:spChg>
        <pc:spChg chg="add del mod ord">
          <ac:chgData name="Loc Huynh" userId="80c0383e323bd6ea" providerId="LiveId" clId="{45D23C15-8B6E-3442-9B58-7B186F27CDA3}" dt="2023-09-25T09:28:53.310" v="10665" actId="478"/>
          <ac:spMkLst>
            <pc:docMk/>
            <pc:sldMk cId="4156012545" sldId="500"/>
            <ac:spMk id="31" creationId="{7C34540D-43E8-897C-B511-A2820D0C19C2}"/>
          </ac:spMkLst>
        </pc:spChg>
        <pc:spChg chg="add del mod ord">
          <ac:chgData name="Loc Huynh" userId="80c0383e323bd6ea" providerId="LiveId" clId="{45D23C15-8B6E-3442-9B58-7B186F27CDA3}" dt="2023-09-25T09:28:55.311" v="10666" actId="478"/>
          <ac:spMkLst>
            <pc:docMk/>
            <pc:sldMk cId="4156012545" sldId="500"/>
            <ac:spMk id="32" creationId="{8623804D-0AC3-DBDF-F5AC-6B3FF4B1B20E}"/>
          </ac:spMkLst>
        </pc:spChg>
      </pc:sldChg>
      <pc:sldChg chg="modSp add del mod">
        <pc:chgData name="Loc Huynh" userId="80c0383e323bd6ea" providerId="LiveId" clId="{45D23C15-8B6E-3442-9B58-7B186F27CDA3}" dt="2023-09-25T01:58:18.460" v="5162" actId="2696"/>
        <pc:sldMkLst>
          <pc:docMk/>
          <pc:sldMk cId="738534587" sldId="501"/>
        </pc:sldMkLst>
        <pc:spChg chg="mod">
          <ac:chgData name="Loc Huynh" userId="80c0383e323bd6ea" providerId="LiveId" clId="{45D23C15-8B6E-3442-9B58-7B186F27CDA3}" dt="2023-09-25T01:57:25.536" v="5159" actId="20577"/>
          <ac:spMkLst>
            <pc:docMk/>
            <pc:sldMk cId="738534587" sldId="501"/>
            <ac:spMk id="2" creationId="{1C111DD4-D6F5-0741-8C18-D64693B57757}"/>
          </ac:spMkLst>
        </pc:spChg>
      </pc:sldChg>
      <pc:sldChg chg="modSp add del mod ord chgLayout">
        <pc:chgData name="Loc Huynh" userId="80c0383e323bd6ea" providerId="LiveId" clId="{45D23C15-8B6E-3442-9B58-7B186F27CDA3}" dt="2023-09-25T01:57:16.376" v="5153" actId="2696"/>
        <pc:sldMkLst>
          <pc:docMk/>
          <pc:sldMk cId="3519274192" sldId="501"/>
        </pc:sldMkLst>
        <pc:spChg chg="mod ord">
          <ac:chgData name="Loc Huynh" userId="80c0383e323bd6ea" providerId="LiveId" clId="{45D23C15-8B6E-3442-9B58-7B186F27CDA3}" dt="2023-09-18T01:26:58.755" v="934" actId="700"/>
          <ac:spMkLst>
            <pc:docMk/>
            <pc:sldMk cId="3519274192" sldId="501"/>
            <ac:spMk id="2" creationId="{1C111DD4-D6F5-0741-8C18-D64693B57757}"/>
          </ac:spMkLst>
        </pc:spChg>
        <pc:spChg chg="mod ord">
          <ac:chgData name="Loc Huynh" userId="80c0383e323bd6ea" providerId="LiveId" clId="{45D23C15-8B6E-3442-9B58-7B186F27CDA3}" dt="2023-09-18T01:30:13.943" v="1025" actId="1076"/>
          <ac:spMkLst>
            <pc:docMk/>
            <pc:sldMk cId="3519274192" sldId="501"/>
            <ac:spMk id="3" creationId="{7F7DFE1E-8A2D-6145-BBE1-74889E55A8BD}"/>
          </ac:spMkLst>
        </pc:spChg>
        <pc:spChg chg="mod ord">
          <ac:chgData name="Loc Huynh" userId="80c0383e323bd6ea" providerId="LiveId" clId="{45D23C15-8B6E-3442-9B58-7B186F27CDA3}" dt="2023-09-18T01:26:58.755" v="934" actId="700"/>
          <ac:spMkLst>
            <pc:docMk/>
            <pc:sldMk cId="3519274192" sldId="501"/>
            <ac:spMk id="4" creationId="{3DF2F3A0-B11D-C945-844B-13BB2613F0DD}"/>
          </ac:spMkLst>
        </pc:spChg>
        <pc:spChg chg="mod ord">
          <ac:chgData name="Loc Huynh" userId="80c0383e323bd6ea" providerId="LiveId" clId="{45D23C15-8B6E-3442-9B58-7B186F27CDA3}" dt="2023-09-18T01:26:58.755" v="934" actId="700"/>
          <ac:spMkLst>
            <pc:docMk/>
            <pc:sldMk cId="3519274192" sldId="501"/>
            <ac:spMk id="5" creationId="{28BD6334-3AC2-5B46-97CE-C371AE126E0A}"/>
          </ac:spMkLst>
        </pc:spChg>
        <pc:spChg chg="mod">
          <ac:chgData name="Loc Huynh" userId="80c0383e323bd6ea" providerId="LiveId" clId="{45D23C15-8B6E-3442-9B58-7B186F27CDA3}" dt="2023-09-18T01:31:41.190" v="1042" actId="207"/>
          <ac:spMkLst>
            <pc:docMk/>
            <pc:sldMk cId="3519274192" sldId="501"/>
            <ac:spMk id="8" creationId="{7C6BAE47-AFD0-2040-B28C-BEAA14F4E77A}"/>
          </ac:spMkLst>
        </pc:spChg>
        <pc:spChg chg="mod">
          <ac:chgData name="Loc Huynh" userId="80c0383e323bd6ea" providerId="LiveId" clId="{45D23C15-8B6E-3442-9B58-7B186F27CDA3}" dt="2023-09-18T01:30:22.335" v="1026" actId="1076"/>
          <ac:spMkLst>
            <pc:docMk/>
            <pc:sldMk cId="3519274192" sldId="501"/>
            <ac:spMk id="22" creationId="{852BC080-A509-8A4B-BAED-F357439042BD}"/>
          </ac:spMkLst>
        </pc:spChg>
        <pc:spChg chg="mod">
          <ac:chgData name="Loc Huynh" userId="80c0383e323bd6ea" providerId="LiveId" clId="{45D23C15-8B6E-3442-9B58-7B186F27CDA3}" dt="2023-09-18T01:30:22.335" v="1026" actId="1076"/>
          <ac:spMkLst>
            <pc:docMk/>
            <pc:sldMk cId="3519274192" sldId="501"/>
            <ac:spMk id="28" creationId="{F97F9C5A-2673-E141-A71B-DF826A4519F9}"/>
          </ac:spMkLst>
        </pc:spChg>
        <pc:spChg chg="mod">
          <ac:chgData name="Loc Huynh" userId="80c0383e323bd6ea" providerId="LiveId" clId="{45D23C15-8B6E-3442-9B58-7B186F27CDA3}" dt="2023-09-18T01:30:22.335" v="1026" actId="1076"/>
          <ac:spMkLst>
            <pc:docMk/>
            <pc:sldMk cId="3519274192" sldId="501"/>
            <ac:spMk id="32" creationId="{25609249-3E7A-EF4C-9519-60505B18938B}"/>
          </ac:spMkLst>
        </pc:spChg>
        <pc:spChg chg="mod">
          <ac:chgData name="Loc Huynh" userId="80c0383e323bd6ea" providerId="LiveId" clId="{45D23C15-8B6E-3442-9B58-7B186F27CDA3}" dt="2023-09-18T01:30:22.335" v="1026" actId="1076"/>
          <ac:spMkLst>
            <pc:docMk/>
            <pc:sldMk cId="3519274192" sldId="501"/>
            <ac:spMk id="34" creationId="{3FFA2580-FF4D-DF46-867E-556CDA0B053E}"/>
          </ac:spMkLst>
        </pc:spChg>
        <pc:spChg chg="mod">
          <ac:chgData name="Loc Huynh" userId="80c0383e323bd6ea" providerId="LiveId" clId="{45D23C15-8B6E-3442-9B58-7B186F27CDA3}" dt="2023-09-18T01:30:22.335" v="1026" actId="1076"/>
          <ac:spMkLst>
            <pc:docMk/>
            <pc:sldMk cId="3519274192" sldId="501"/>
            <ac:spMk id="44" creationId="{420A901D-7DF3-E245-89BF-F829927E709F}"/>
          </ac:spMkLst>
        </pc:spChg>
        <pc:spChg chg="mod">
          <ac:chgData name="Loc Huynh" userId="80c0383e323bd6ea" providerId="LiveId" clId="{45D23C15-8B6E-3442-9B58-7B186F27CDA3}" dt="2023-09-18T01:30:22.335" v="1026" actId="1076"/>
          <ac:spMkLst>
            <pc:docMk/>
            <pc:sldMk cId="3519274192" sldId="501"/>
            <ac:spMk id="66" creationId="{0979238A-877B-E044-83BA-EC18C08245A4}"/>
          </ac:spMkLst>
        </pc:spChg>
        <pc:grpChg chg="mod">
          <ac:chgData name="Loc Huynh" userId="80c0383e323bd6ea" providerId="LiveId" clId="{45D23C15-8B6E-3442-9B58-7B186F27CDA3}" dt="2023-09-18T01:30:22.335" v="1026" actId="1076"/>
          <ac:grpSpMkLst>
            <pc:docMk/>
            <pc:sldMk cId="3519274192" sldId="501"/>
            <ac:grpSpMk id="11" creationId="{25446E48-F079-B548-9F85-0AFA2B9C2F78}"/>
          </ac:grpSpMkLst>
        </pc:grpChg>
        <pc:grpChg chg="mod">
          <ac:chgData name="Loc Huynh" userId="80c0383e323bd6ea" providerId="LiveId" clId="{45D23C15-8B6E-3442-9B58-7B186F27CDA3}" dt="2023-09-18T01:30:22.335" v="1026" actId="1076"/>
          <ac:grpSpMkLst>
            <pc:docMk/>
            <pc:sldMk cId="3519274192" sldId="501"/>
            <ac:grpSpMk id="53" creationId="{529A317A-BDAC-6D46-8E9A-D28844DB60EC}"/>
          </ac:grpSpMkLst>
        </pc:grpChg>
        <pc:grpChg chg="mod">
          <ac:chgData name="Loc Huynh" userId="80c0383e323bd6ea" providerId="LiveId" clId="{45D23C15-8B6E-3442-9B58-7B186F27CDA3}" dt="2023-09-18T01:30:22.335" v="1026" actId="1076"/>
          <ac:grpSpMkLst>
            <pc:docMk/>
            <pc:sldMk cId="3519274192" sldId="501"/>
            <ac:grpSpMk id="54" creationId="{21B8CEC0-2CEA-6949-9E66-CF2078C9B446}"/>
          </ac:grpSpMkLst>
        </pc:grpChg>
        <pc:grpChg chg="mod">
          <ac:chgData name="Loc Huynh" userId="80c0383e323bd6ea" providerId="LiveId" clId="{45D23C15-8B6E-3442-9B58-7B186F27CDA3}" dt="2023-09-18T01:30:22.335" v="1026" actId="1076"/>
          <ac:grpSpMkLst>
            <pc:docMk/>
            <pc:sldMk cId="3519274192" sldId="501"/>
            <ac:grpSpMk id="55" creationId="{6862D82D-7B8E-F64C-BA33-6EFCA7095BE2}"/>
          </ac:grpSpMkLst>
        </pc:grpChg>
        <pc:grpChg chg="mod">
          <ac:chgData name="Loc Huynh" userId="80c0383e323bd6ea" providerId="LiveId" clId="{45D23C15-8B6E-3442-9B58-7B186F27CDA3}" dt="2023-09-18T01:30:22.335" v="1026" actId="1076"/>
          <ac:grpSpMkLst>
            <pc:docMk/>
            <pc:sldMk cId="3519274192" sldId="501"/>
            <ac:grpSpMk id="63" creationId="{C1A6FA30-DCFD-2441-A3BE-57A6F45198A3}"/>
          </ac:grpSpMkLst>
        </pc:grpChg>
        <pc:grpChg chg="mod">
          <ac:chgData name="Loc Huynh" userId="80c0383e323bd6ea" providerId="LiveId" clId="{45D23C15-8B6E-3442-9B58-7B186F27CDA3}" dt="2023-09-18T01:30:22.335" v="1026" actId="1076"/>
          <ac:grpSpMkLst>
            <pc:docMk/>
            <pc:sldMk cId="3519274192" sldId="501"/>
            <ac:grpSpMk id="64" creationId="{80634512-FEE3-E14C-8029-A8CA99249471}"/>
          </ac:grpSpMkLst>
        </pc:grpChg>
        <pc:grpChg chg="mod">
          <ac:chgData name="Loc Huynh" userId="80c0383e323bd6ea" providerId="LiveId" clId="{45D23C15-8B6E-3442-9B58-7B186F27CDA3}" dt="2023-09-18T01:30:22.335" v="1026" actId="1076"/>
          <ac:grpSpMkLst>
            <pc:docMk/>
            <pc:sldMk cId="3519274192" sldId="501"/>
            <ac:grpSpMk id="65" creationId="{D3C55C00-04F4-5946-8CD6-5709450CF9CB}"/>
          </ac:grpSpMkLst>
        </pc:grpChg>
        <pc:picChg chg="mod">
          <ac:chgData name="Loc Huynh" userId="80c0383e323bd6ea" providerId="LiveId" clId="{45D23C15-8B6E-3442-9B58-7B186F27CDA3}" dt="2023-09-18T01:30:22.335" v="1026" actId="1076"/>
          <ac:picMkLst>
            <pc:docMk/>
            <pc:sldMk cId="3519274192" sldId="501"/>
            <ac:picMk id="14" creationId="{E08986B9-FF5C-8249-9685-2F3A460F6149}"/>
          </ac:picMkLst>
        </pc:picChg>
        <pc:picChg chg="mod">
          <ac:chgData name="Loc Huynh" userId="80c0383e323bd6ea" providerId="LiveId" clId="{45D23C15-8B6E-3442-9B58-7B186F27CDA3}" dt="2023-09-18T01:30:22.335" v="1026" actId="1076"/>
          <ac:picMkLst>
            <pc:docMk/>
            <pc:sldMk cId="3519274192" sldId="501"/>
            <ac:picMk id="27" creationId="{C70A13B9-23E5-C643-A7EF-4E6B4FC98F1C}"/>
          </ac:picMkLst>
        </pc:picChg>
        <pc:picChg chg="mod">
          <ac:chgData name="Loc Huynh" userId="80c0383e323bd6ea" providerId="LiveId" clId="{45D23C15-8B6E-3442-9B58-7B186F27CDA3}" dt="2023-09-18T01:30:22.335" v="1026" actId="1076"/>
          <ac:picMkLst>
            <pc:docMk/>
            <pc:sldMk cId="3519274192" sldId="501"/>
            <ac:picMk id="31" creationId="{FAC8C118-3728-394A-B7EE-9411D96A2CEB}"/>
          </ac:picMkLst>
        </pc:picChg>
        <pc:picChg chg="mod">
          <ac:chgData name="Loc Huynh" userId="80c0383e323bd6ea" providerId="LiveId" clId="{45D23C15-8B6E-3442-9B58-7B186F27CDA3}" dt="2023-09-18T01:30:22.335" v="1026" actId="1076"/>
          <ac:picMkLst>
            <pc:docMk/>
            <pc:sldMk cId="3519274192" sldId="501"/>
            <ac:picMk id="33" creationId="{5799DDCF-96A8-2F4B-B4D0-0AFA43F3CE3B}"/>
          </ac:picMkLst>
        </pc:picChg>
        <pc:picChg chg="mod">
          <ac:chgData name="Loc Huynh" userId="80c0383e323bd6ea" providerId="LiveId" clId="{45D23C15-8B6E-3442-9B58-7B186F27CDA3}" dt="2023-09-18T01:30:22.335" v="1026" actId="1076"/>
          <ac:picMkLst>
            <pc:docMk/>
            <pc:sldMk cId="3519274192" sldId="501"/>
            <ac:picMk id="43" creationId="{EEE8352C-AD7F-C343-BE36-92D31739F14E}"/>
          </ac:picMkLst>
        </pc:picChg>
        <pc:cxnChg chg="mod">
          <ac:chgData name="Loc Huynh" userId="80c0383e323bd6ea" providerId="LiveId" clId="{45D23C15-8B6E-3442-9B58-7B186F27CDA3}" dt="2023-09-18T01:30:22.335" v="1026" actId="1076"/>
          <ac:cxnSpMkLst>
            <pc:docMk/>
            <pc:sldMk cId="3519274192" sldId="501"/>
            <ac:cxnSpMk id="12" creationId="{2DF1DFE5-4863-1C40-9216-5BBC37FB6237}"/>
          </ac:cxnSpMkLst>
        </pc:cxnChg>
        <pc:cxnChg chg="mod">
          <ac:chgData name="Loc Huynh" userId="80c0383e323bd6ea" providerId="LiveId" clId="{45D23C15-8B6E-3442-9B58-7B186F27CDA3}" dt="2023-09-18T01:30:22.335" v="1026" actId="1076"/>
          <ac:cxnSpMkLst>
            <pc:docMk/>
            <pc:sldMk cId="3519274192" sldId="501"/>
            <ac:cxnSpMk id="13" creationId="{9A38952E-125F-954F-8DC5-124983BDC67E}"/>
          </ac:cxnSpMkLst>
        </pc:cxnChg>
        <pc:cxnChg chg="mod">
          <ac:chgData name="Loc Huynh" userId="80c0383e323bd6ea" providerId="LiveId" clId="{45D23C15-8B6E-3442-9B58-7B186F27CDA3}" dt="2023-09-18T01:30:22.335" v="1026" actId="1076"/>
          <ac:cxnSpMkLst>
            <pc:docMk/>
            <pc:sldMk cId="3519274192" sldId="501"/>
            <ac:cxnSpMk id="19" creationId="{978ABF91-B5F1-7F46-A168-0E2C1F2454D7}"/>
          </ac:cxnSpMkLst>
        </pc:cxnChg>
        <pc:cxnChg chg="mod">
          <ac:chgData name="Loc Huynh" userId="80c0383e323bd6ea" providerId="LiveId" clId="{45D23C15-8B6E-3442-9B58-7B186F27CDA3}" dt="2023-09-18T01:30:22.335" v="1026" actId="1076"/>
          <ac:cxnSpMkLst>
            <pc:docMk/>
            <pc:sldMk cId="3519274192" sldId="501"/>
            <ac:cxnSpMk id="60" creationId="{1F6B4763-03FE-CB41-8FE9-28A6E5AA9D70}"/>
          </ac:cxnSpMkLst>
        </pc:cxnChg>
      </pc:sldChg>
      <pc:sldChg chg="addSp delSp modSp add del mod delAnim modAnim">
        <pc:chgData name="Loc Huynh" userId="80c0383e323bd6ea" providerId="LiveId" clId="{45D23C15-8B6E-3442-9B58-7B186F27CDA3}" dt="2023-09-25T01:57:07.706" v="5131" actId="2696"/>
        <pc:sldMkLst>
          <pc:docMk/>
          <pc:sldMk cId="989988788" sldId="502"/>
        </pc:sldMkLst>
        <pc:spChg chg="mod">
          <ac:chgData name="Loc Huynh" userId="80c0383e323bd6ea" providerId="LiveId" clId="{45D23C15-8B6E-3442-9B58-7B186F27CDA3}" dt="2023-09-18T01:07:16.133" v="404"/>
          <ac:spMkLst>
            <pc:docMk/>
            <pc:sldMk cId="989988788" sldId="502"/>
            <ac:spMk id="2" creationId="{636479E2-C0D6-904F-B5C5-2271728A96C3}"/>
          </ac:spMkLst>
        </pc:spChg>
        <pc:spChg chg="mod">
          <ac:chgData name="Loc Huynh" userId="80c0383e323bd6ea" providerId="LiveId" clId="{45D23C15-8B6E-3442-9B58-7B186F27CDA3}" dt="2023-09-18T01:19:46.684" v="788" actId="20577"/>
          <ac:spMkLst>
            <pc:docMk/>
            <pc:sldMk cId="989988788" sldId="502"/>
            <ac:spMk id="3" creationId="{C0C21A69-FB3A-5848-81E0-17A1514E605F}"/>
          </ac:spMkLst>
        </pc:spChg>
        <pc:spChg chg="del mod">
          <ac:chgData name="Loc Huynh" userId="80c0383e323bd6ea" providerId="LiveId" clId="{45D23C15-8B6E-3442-9B58-7B186F27CDA3}" dt="2023-09-18T01:20:19.496" v="794" actId="478"/>
          <ac:spMkLst>
            <pc:docMk/>
            <pc:sldMk cId="989988788" sldId="502"/>
            <ac:spMk id="6" creationId="{BE4269D0-7B03-9243-8BB4-303505BE87FE}"/>
          </ac:spMkLst>
        </pc:spChg>
        <pc:spChg chg="mod">
          <ac:chgData name="Loc Huynh" userId="80c0383e323bd6ea" providerId="LiveId" clId="{45D23C15-8B6E-3442-9B58-7B186F27CDA3}" dt="2023-09-18T01:24:16.191" v="913" actId="14100"/>
          <ac:spMkLst>
            <pc:docMk/>
            <pc:sldMk cId="989988788" sldId="502"/>
            <ac:spMk id="15" creationId="{0EA707EE-3C3A-754A-A507-6E69052638AB}"/>
          </ac:spMkLst>
        </pc:spChg>
        <pc:spChg chg="mod">
          <ac:chgData name="Loc Huynh" userId="80c0383e323bd6ea" providerId="LiveId" clId="{45D23C15-8B6E-3442-9B58-7B186F27CDA3}" dt="2023-09-18T01:24:16.191" v="913" actId="14100"/>
          <ac:spMkLst>
            <pc:docMk/>
            <pc:sldMk cId="989988788" sldId="502"/>
            <ac:spMk id="16" creationId="{F0F10D6E-F959-BC4B-BF82-6DF0624F419E}"/>
          </ac:spMkLst>
        </pc:spChg>
        <pc:spChg chg="mod">
          <ac:chgData name="Loc Huynh" userId="80c0383e323bd6ea" providerId="LiveId" clId="{45D23C15-8B6E-3442-9B58-7B186F27CDA3}" dt="2023-09-18T01:24:37.030" v="917" actId="1037"/>
          <ac:spMkLst>
            <pc:docMk/>
            <pc:sldMk cId="989988788" sldId="502"/>
            <ac:spMk id="17" creationId="{CC4809B5-31EC-7444-A009-D99E87766B7D}"/>
          </ac:spMkLst>
        </pc:spChg>
        <pc:spChg chg="mod">
          <ac:chgData name="Loc Huynh" userId="80c0383e323bd6ea" providerId="LiveId" clId="{45D23C15-8B6E-3442-9B58-7B186F27CDA3}" dt="2023-09-18T01:24:16.191" v="913" actId="14100"/>
          <ac:spMkLst>
            <pc:docMk/>
            <pc:sldMk cId="989988788" sldId="502"/>
            <ac:spMk id="18" creationId="{05B32A83-D7E1-174D-9322-5D54EDC9C483}"/>
          </ac:spMkLst>
        </pc:spChg>
        <pc:spChg chg="mod">
          <ac:chgData name="Loc Huynh" userId="80c0383e323bd6ea" providerId="LiveId" clId="{45D23C15-8B6E-3442-9B58-7B186F27CDA3}" dt="2023-09-18T01:24:16.191" v="913" actId="14100"/>
          <ac:spMkLst>
            <pc:docMk/>
            <pc:sldMk cId="989988788" sldId="502"/>
            <ac:spMk id="19" creationId="{F0F7439D-7CF6-FC47-97DB-0F9827356118}"/>
          </ac:spMkLst>
        </pc:spChg>
        <pc:spChg chg="mod">
          <ac:chgData name="Loc Huynh" userId="80c0383e323bd6ea" providerId="LiveId" clId="{45D23C15-8B6E-3442-9B58-7B186F27CDA3}" dt="2023-09-18T01:24:23.350" v="915" actId="14100"/>
          <ac:spMkLst>
            <pc:docMk/>
            <pc:sldMk cId="989988788" sldId="502"/>
            <ac:spMk id="20" creationId="{64374040-34DA-ED49-8068-E4F32B628326}"/>
          </ac:spMkLst>
        </pc:spChg>
        <pc:spChg chg="mod">
          <ac:chgData name="Loc Huynh" userId="80c0383e323bd6ea" providerId="LiveId" clId="{45D23C15-8B6E-3442-9B58-7B186F27CDA3}" dt="2023-09-18T01:24:16.191" v="913" actId="14100"/>
          <ac:spMkLst>
            <pc:docMk/>
            <pc:sldMk cId="989988788" sldId="502"/>
            <ac:spMk id="22" creationId="{46B79D35-6142-D34C-94F6-5281D46E757E}"/>
          </ac:spMkLst>
        </pc:spChg>
        <pc:spChg chg="add mod">
          <ac:chgData name="Loc Huynh" userId="80c0383e323bd6ea" providerId="LiveId" clId="{45D23C15-8B6E-3442-9B58-7B186F27CDA3}" dt="2023-09-18T01:24:08.334" v="911" actId="1036"/>
          <ac:spMkLst>
            <pc:docMk/>
            <pc:sldMk cId="989988788" sldId="502"/>
            <ac:spMk id="33" creationId="{3D12F168-8BE8-A84F-1669-DC28F7FFFDAF}"/>
          </ac:spMkLst>
        </pc:spChg>
        <pc:grpChg chg="mod">
          <ac:chgData name="Loc Huynh" userId="80c0383e323bd6ea" providerId="LiveId" clId="{45D23C15-8B6E-3442-9B58-7B186F27CDA3}" dt="2023-09-18T01:24:16.191" v="913" actId="14100"/>
          <ac:grpSpMkLst>
            <pc:docMk/>
            <pc:sldMk cId="989988788" sldId="502"/>
            <ac:grpSpMk id="25" creationId="{52EB860E-B878-944A-881D-3F2E505585C4}"/>
          </ac:grpSpMkLst>
        </pc:grpChg>
        <pc:picChg chg="del mod">
          <ac:chgData name="Loc Huynh" userId="80c0383e323bd6ea" providerId="LiveId" clId="{45D23C15-8B6E-3442-9B58-7B186F27CDA3}" dt="2023-09-18T01:19:35.919" v="782" actId="478"/>
          <ac:picMkLst>
            <pc:docMk/>
            <pc:sldMk cId="989988788" sldId="502"/>
            <ac:picMk id="7" creationId="{09749128-1F8C-E148-B218-51D252A2F98A}"/>
          </ac:picMkLst>
        </pc:picChg>
        <pc:picChg chg="mod">
          <ac:chgData name="Loc Huynh" userId="80c0383e323bd6ea" providerId="LiveId" clId="{45D23C15-8B6E-3442-9B58-7B186F27CDA3}" dt="2023-09-18T01:24:16.191" v="913" actId="14100"/>
          <ac:picMkLst>
            <pc:docMk/>
            <pc:sldMk cId="989988788" sldId="502"/>
            <ac:picMk id="8" creationId="{501E36B7-5A61-7140-8434-642F15684F9A}"/>
          </ac:picMkLst>
        </pc:picChg>
        <pc:cxnChg chg="mod">
          <ac:chgData name="Loc Huynh" userId="80c0383e323bd6ea" providerId="LiveId" clId="{45D23C15-8B6E-3442-9B58-7B186F27CDA3}" dt="2023-09-18T01:24:16.191" v="913" actId="14100"/>
          <ac:cxnSpMkLst>
            <pc:docMk/>
            <pc:sldMk cId="989988788" sldId="502"/>
            <ac:cxnSpMk id="9" creationId="{71FC5D96-C203-BD4C-9662-ED2CDC41B16F}"/>
          </ac:cxnSpMkLst>
        </pc:cxnChg>
        <pc:cxnChg chg="mod">
          <ac:chgData name="Loc Huynh" userId="80c0383e323bd6ea" providerId="LiveId" clId="{45D23C15-8B6E-3442-9B58-7B186F27CDA3}" dt="2023-09-18T01:24:16.191" v="913" actId="14100"/>
          <ac:cxnSpMkLst>
            <pc:docMk/>
            <pc:sldMk cId="989988788" sldId="502"/>
            <ac:cxnSpMk id="11" creationId="{9769BCF3-EA58-D848-82B0-EF82362CE6C0}"/>
          </ac:cxnSpMkLst>
        </pc:cxnChg>
        <pc:cxnChg chg="mod">
          <ac:chgData name="Loc Huynh" userId="80c0383e323bd6ea" providerId="LiveId" clId="{45D23C15-8B6E-3442-9B58-7B186F27CDA3}" dt="2023-09-18T01:24:16.191" v="913" actId="14100"/>
          <ac:cxnSpMkLst>
            <pc:docMk/>
            <pc:sldMk cId="989988788" sldId="502"/>
            <ac:cxnSpMk id="12" creationId="{05D943C5-2D55-5D4B-BF84-AD7DADDBFA5F}"/>
          </ac:cxnSpMkLst>
        </pc:cxnChg>
        <pc:cxnChg chg="add mod">
          <ac:chgData name="Loc Huynh" userId="80c0383e323bd6ea" providerId="LiveId" clId="{45D23C15-8B6E-3442-9B58-7B186F27CDA3}" dt="2023-09-18T01:24:37.030" v="917" actId="1037"/>
          <ac:cxnSpMkLst>
            <pc:docMk/>
            <pc:sldMk cId="989988788" sldId="502"/>
            <ac:cxnSpMk id="30" creationId="{780957C6-1A15-E4AB-CCAC-F49197A3CDF3}"/>
          </ac:cxnSpMkLst>
        </pc:cxnChg>
        <pc:cxnChg chg="add mod">
          <ac:chgData name="Loc Huynh" userId="80c0383e323bd6ea" providerId="LiveId" clId="{45D23C15-8B6E-3442-9B58-7B186F27CDA3}" dt="2023-09-18T01:23:27.629" v="826" actId="1076"/>
          <ac:cxnSpMkLst>
            <pc:docMk/>
            <pc:sldMk cId="989988788" sldId="502"/>
            <ac:cxnSpMk id="32" creationId="{CBF432D7-6A67-68A9-4E78-B3FCC24C61EE}"/>
          </ac:cxnSpMkLst>
        </pc:cxnChg>
      </pc:sldChg>
      <pc:sldChg chg="delSp modSp add del mod delAnim chgLayout">
        <pc:chgData name="Loc Huynh" userId="80c0383e323bd6ea" providerId="LiveId" clId="{45D23C15-8B6E-3442-9B58-7B186F27CDA3}" dt="2023-09-25T01:57:07.742" v="5147" actId="2696"/>
        <pc:sldMkLst>
          <pc:docMk/>
          <pc:sldMk cId="2896080346" sldId="503"/>
        </pc:sldMkLst>
        <pc:spChg chg="mod ord">
          <ac:chgData name="Loc Huynh" userId="80c0383e323bd6ea" providerId="LiveId" clId="{45D23C15-8B6E-3442-9B58-7B186F27CDA3}" dt="2023-09-18T05:47:19.477" v="1056" actId="700"/>
          <ac:spMkLst>
            <pc:docMk/>
            <pc:sldMk cId="2896080346" sldId="503"/>
            <ac:spMk id="2" creationId="{636479E2-C0D6-904F-B5C5-2271728A96C3}"/>
          </ac:spMkLst>
        </pc:spChg>
        <pc:spChg chg="mod ord">
          <ac:chgData name="Loc Huynh" userId="80c0383e323bd6ea" providerId="LiveId" clId="{45D23C15-8B6E-3442-9B58-7B186F27CDA3}" dt="2023-09-18T05:47:19.477" v="1056" actId="700"/>
          <ac:spMkLst>
            <pc:docMk/>
            <pc:sldMk cId="2896080346" sldId="503"/>
            <ac:spMk id="3" creationId="{C0C21A69-FB3A-5848-81E0-17A1514E605F}"/>
          </ac:spMkLst>
        </pc:spChg>
        <pc:spChg chg="mod ord">
          <ac:chgData name="Loc Huynh" userId="80c0383e323bd6ea" providerId="LiveId" clId="{45D23C15-8B6E-3442-9B58-7B186F27CDA3}" dt="2023-09-18T05:47:19.477" v="1056" actId="700"/>
          <ac:spMkLst>
            <pc:docMk/>
            <pc:sldMk cId="2896080346" sldId="503"/>
            <ac:spMk id="4" creationId="{961813DB-F3F2-A844-9A22-9324D7622836}"/>
          </ac:spMkLst>
        </pc:spChg>
        <pc:spChg chg="mod ord">
          <ac:chgData name="Loc Huynh" userId="80c0383e323bd6ea" providerId="LiveId" clId="{45D23C15-8B6E-3442-9B58-7B186F27CDA3}" dt="2023-09-18T05:47:19.477" v="1056" actId="700"/>
          <ac:spMkLst>
            <pc:docMk/>
            <pc:sldMk cId="2896080346" sldId="503"/>
            <ac:spMk id="5" creationId="{FA4B7677-0B6E-3943-B277-ADD7EE6E6F2D}"/>
          </ac:spMkLst>
        </pc:spChg>
        <pc:spChg chg="mod">
          <ac:chgData name="Loc Huynh" userId="80c0383e323bd6ea" providerId="LiveId" clId="{45D23C15-8B6E-3442-9B58-7B186F27CDA3}" dt="2023-09-18T05:47:38.988" v="1057" actId="1076"/>
          <ac:spMkLst>
            <pc:docMk/>
            <pc:sldMk cId="2896080346" sldId="503"/>
            <ac:spMk id="18" creationId="{05B32A83-D7E1-174D-9322-5D54EDC9C483}"/>
          </ac:spMkLst>
        </pc:spChg>
        <pc:spChg chg="mod">
          <ac:chgData name="Loc Huynh" userId="80c0383e323bd6ea" providerId="LiveId" clId="{45D23C15-8B6E-3442-9B58-7B186F27CDA3}" dt="2023-09-18T05:47:38.988" v="1057" actId="1076"/>
          <ac:spMkLst>
            <pc:docMk/>
            <pc:sldMk cId="2896080346" sldId="503"/>
            <ac:spMk id="19" creationId="{F0F7439D-7CF6-FC47-97DB-0F9827356118}"/>
          </ac:spMkLst>
        </pc:spChg>
        <pc:spChg chg="mod">
          <ac:chgData name="Loc Huynh" userId="80c0383e323bd6ea" providerId="LiveId" clId="{45D23C15-8B6E-3442-9B58-7B186F27CDA3}" dt="2023-09-18T05:47:38.988" v="1057" actId="1076"/>
          <ac:spMkLst>
            <pc:docMk/>
            <pc:sldMk cId="2896080346" sldId="503"/>
            <ac:spMk id="20" creationId="{64374040-34DA-ED49-8068-E4F32B628326}"/>
          </ac:spMkLst>
        </pc:spChg>
        <pc:spChg chg="mod">
          <ac:chgData name="Loc Huynh" userId="80c0383e323bd6ea" providerId="LiveId" clId="{45D23C15-8B6E-3442-9B58-7B186F27CDA3}" dt="2023-09-18T05:48:00.346" v="1060" actId="13926"/>
          <ac:spMkLst>
            <pc:docMk/>
            <pc:sldMk cId="2896080346" sldId="503"/>
            <ac:spMk id="22" creationId="{46B79D35-6142-D34C-94F6-5281D46E757E}"/>
          </ac:spMkLst>
        </pc:spChg>
        <pc:spChg chg="mod">
          <ac:chgData name="Loc Huynh" userId="80c0383e323bd6ea" providerId="LiveId" clId="{45D23C15-8B6E-3442-9B58-7B186F27CDA3}" dt="2023-09-18T05:47:38.988" v="1057" actId="1076"/>
          <ac:spMkLst>
            <pc:docMk/>
            <pc:sldMk cId="2896080346" sldId="503"/>
            <ac:spMk id="29" creationId="{DC6B2538-AFB7-8147-B28A-945317E366EF}"/>
          </ac:spMkLst>
        </pc:spChg>
        <pc:spChg chg="mod">
          <ac:chgData name="Loc Huynh" userId="80c0383e323bd6ea" providerId="LiveId" clId="{45D23C15-8B6E-3442-9B58-7B186F27CDA3}" dt="2023-09-18T05:47:38.988" v="1057" actId="1076"/>
          <ac:spMkLst>
            <pc:docMk/>
            <pc:sldMk cId="2896080346" sldId="503"/>
            <ac:spMk id="32" creationId="{BF2CA5C5-0EBE-9D49-AD7D-DEF7CB707D7D}"/>
          </ac:spMkLst>
        </pc:spChg>
        <pc:spChg chg="mod">
          <ac:chgData name="Loc Huynh" userId="80c0383e323bd6ea" providerId="LiveId" clId="{45D23C15-8B6E-3442-9B58-7B186F27CDA3}" dt="2023-09-18T05:47:38.988" v="1057" actId="1076"/>
          <ac:spMkLst>
            <pc:docMk/>
            <pc:sldMk cId="2896080346" sldId="503"/>
            <ac:spMk id="39" creationId="{864C34BB-47D3-AB4D-B22B-A3239914681E}"/>
          </ac:spMkLst>
        </pc:spChg>
        <pc:spChg chg="mod">
          <ac:chgData name="Loc Huynh" userId="80c0383e323bd6ea" providerId="LiveId" clId="{45D23C15-8B6E-3442-9B58-7B186F27CDA3}" dt="2023-09-18T05:47:38.988" v="1057" actId="1076"/>
          <ac:spMkLst>
            <pc:docMk/>
            <pc:sldMk cId="2896080346" sldId="503"/>
            <ac:spMk id="41" creationId="{3223F34C-52BF-1944-805F-237C45E0B5F3}"/>
          </ac:spMkLst>
        </pc:spChg>
        <pc:spChg chg="mod">
          <ac:chgData name="Loc Huynh" userId="80c0383e323bd6ea" providerId="LiveId" clId="{45D23C15-8B6E-3442-9B58-7B186F27CDA3}" dt="2023-09-18T05:47:38.988" v="1057" actId="1076"/>
          <ac:spMkLst>
            <pc:docMk/>
            <pc:sldMk cId="2896080346" sldId="503"/>
            <ac:spMk id="43" creationId="{1C043D60-3498-B540-A27D-F2926F28F86D}"/>
          </ac:spMkLst>
        </pc:spChg>
        <pc:spChg chg="del mod">
          <ac:chgData name="Loc Huynh" userId="80c0383e323bd6ea" providerId="LiveId" clId="{45D23C15-8B6E-3442-9B58-7B186F27CDA3}" dt="2023-09-18T07:39:06.676" v="4070" actId="478"/>
          <ac:spMkLst>
            <pc:docMk/>
            <pc:sldMk cId="2896080346" sldId="503"/>
            <ac:spMk id="70" creationId="{26258327-1155-2947-8FA7-42DBF3D5FF12}"/>
          </ac:spMkLst>
        </pc:spChg>
        <pc:spChg chg="mod">
          <ac:chgData name="Loc Huynh" userId="80c0383e323bd6ea" providerId="LiveId" clId="{45D23C15-8B6E-3442-9B58-7B186F27CDA3}" dt="2023-09-18T05:47:38.988" v="1057" actId="1076"/>
          <ac:spMkLst>
            <pc:docMk/>
            <pc:sldMk cId="2896080346" sldId="503"/>
            <ac:spMk id="287" creationId="{8519FBEA-6B51-5B41-ADB8-B6A58EEE90F4}"/>
          </ac:spMkLst>
        </pc:spChg>
        <pc:spChg chg="mod">
          <ac:chgData name="Loc Huynh" userId="80c0383e323bd6ea" providerId="LiveId" clId="{45D23C15-8B6E-3442-9B58-7B186F27CDA3}" dt="2023-09-18T05:47:38.988" v="1057" actId="1076"/>
          <ac:spMkLst>
            <pc:docMk/>
            <pc:sldMk cId="2896080346" sldId="503"/>
            <ac:spMk id="290" creationId="{4B914365-6900-B14B-89FD-61D58254F38A}"/>
          </ac:spMkLst>
        </pc:spChg>
        <pc:spChg chg="mod">
          <ac:chgData name="Loc Huynh" userId="80c0383e323bd6ea" providerId="LiveId" clId="{45D23C15-8B6E-3442-9B58-7B186F27CDA3}" dt="2023-09-18T05:47:38.988" v="1057" actId="1076"/>
          <ac:spMkLst>
            <pc:docMk/>
            <pc:sldMk cId="2896080346" sldId="503"/>
            <ac:spMk id="295" creationId="{A429E02B-483F-6F4A-9A78-E0F24433334B}"/>
          </ac:spMkLst>
        </pc:spChg>
        <pc:spChg chg="mod">
          <ac:chgData name="Loc Huynh" userId="80c0383e323bd6ea" providerId="LiveId" clId="{45D23C15-8B6E-3442-9B58-7B186F27CDA3}" dt="2023-09-18T05:47:38.988" v="1057" actId="1076"/>
          <ac:spMkLst>
            <pc:docMk/>
            <pc:sldMk cId="2896080346" sldId="503"/>
            <ac:spMk id="297" creationId="{0D852643-D7F9-4444-8E58-BBAE9D945351}"/>
          </ac:spMkLst>
        </pc:spChg>
        <pc:spChg chg="mod">
          <ac:chgData name="Loc Huynh" userId="80c0383e323bd6ea" providerId="LiveId" clId="{45D23C15-8B6E-3442-9B58-7B186F27CDA3}" dt="2023-09-18T05:47:38.988" v="1057" actId="1076"/>
          <ac:spMkLst>
            <pc:docMk/>
            <pc:sldMk cId="2896080346" sldId="503"/>
            <ac:spMk id="299" creationId="{5AA38928-682A-0744-93B1-A49A42C70EB6}"/>
          </ac:spMkLst>
        </pc:spChg>
        <pc:spChg chg="mod">
          <ac:chgData name="Loc Huynh" userId="80c0383e323bd6ea" providerId="LiveId" clId="{45D23C15-8B6E-3442-9B58-7B186F27CDA3}" dt="2023-09-18T05:47:38.988" v="1057" actId="1076"/>
          <ac:spMkLst>
            <pc:docMk/>
            <pc:sldMk cId="2896080346" sldId="503"/>
            <ac:spMk id="300" creationId="{500C06FC-9309-9542-95F5-C06AC8756058}"/>
          </ac:spMkLst>
        </pc:spChg>
        <pc:spChg chg="mod">
          <ac:chgData name="Loc Huynh" userId="80c0383e323bd6ea" providerId="LiveId" clId="{45D23C15-8B6E-3442-9B58-7B186F27CDA3}" dt="2023-09-18T05:47:38.988" v="1057" actId="1076"/>
          <ac:spMkLst>
            <pc:docMk/>
            <pc:sldMk cId="2896080346" sldId="503"/>
            <ac:spMk id="305" creationId="{6F6710BF-CAF2-7D4B-B0F4-01F2EDCAADB1}"/>
          </ac:spMkLst>
        </pc:spChg>
        <pc:spChg chg="mod">
          <ac:chgData name="Loc Huynh" userId="80c0383e323bd6ea" providerId="LiveId" clId="{45D23C15-8B6E-3442-9B58-7B186F27CDA3}" dt="2023-09-18T05:47:38.988" v="1057" actId="1076"/>
          <ac:spMkLst>
            <pc:docMk/>
            <pc:sldMk cId="2896080346" sldId="503"/>
            <ac:spMk id="306" creationId="{1B4AA0B4-29F4-034A-B3C4-E855AD7FB9E3}"/>
          </ac:spMkLst>
        </pc:spChg>
        <pc:spChg chg="mod">
          <ac:chgData name="Loc Huynh" userId="80c0383e323bd6ea" providerId="LiveId" clId="{45D23C15-8B6E-3442-9B58-7B186F27CDA3}" dt="2023-09-18T05:47:54.062" v="1059" actId="13926"/>
          <ac:spMkLst>
            <pc:docMk/>
            <pc:sldMk cId="2896080346" sldId="503"/>
            <ac:spMk id="307" creationId="{072BBA43-9F63-D74C-B846-9B31509A7A00}"/>
          </ac:spMkLst>
        </pc:spChg>
        <pc:grpChg chg="mod">
          <ac:chgData name="Loc Huynh" userId="80c0383e323bd6ea" providerId="LiveId" clId="{45D23C15-8B6E-3442-9B58-7B186F27CDA3}" dt="2023-09-18T05:47:38.988" v="1057" actId="1076"/>
          <ac:grpSpMkLst>
            <pc:docMk/>
            <pc:sldMk cId="2896080346" sldId="503"/>
            <ac:grpSpMk id="23" creationId="{2F5AD5B7-315E-8F4B-9F87-BA5E59BA497D}"/>
          </ac:grpSpMkLst>
        </pc:grpChg>
        <pc:grpChg chg="mod">
          <ac:chgData name="Loc Huynh" userId="80c0383e323bd6ea" providerId="LiveId" clId="{45D23C15-8B6E-3442-9B58-7B186F27CDA3}" dt="2023-09-18T05:47:38.988" v="1057" actId="1076"/>
          <ac:grpSpMkLst>
            <pc:docMk/>
            <pc:sldMk cId="2896080346" sldId="503"/>
            <ac:grpSpMk id="25" creationId="{52EB860E-B878-944A-881D-3F2E505585C4}"/>
          </ac:grpSpMkLst>
        </pc:grpChg>
        <pc:grpChg chg="mod">
          <ac:chgData name="Loc Huynh" userId="80c0383e323bd6ea" providerId="LiveId" clId="{45D23C15-8B6E-3442-9B58-7B186F27CDA3}" dt="2023-09-18T05:47:38.988" v="1057" actId="1076"/>
          <ac:grpSpMkLst>
            <pc:docMk/>
            <pc:sldMk cId="2896080346" sldId="503"/>
            <ac:grpSpMk id="26" creationId="{26C7835F-7FD5-4145-AC33-D1F035EF613D}"/>
          </ac:grpSpMkLst>
        </pc:grpChg>
        <pc:grpChg chg="mod">
          <ac:chgData name="Loc Huynh" userId="80c0383e323bd6ea" providerId="LiveId" clId="{45D23C15-8B6E-3442-9B58-7B186F27CDA3}" dt="2023-09-18T05:47:38.988" v="1057" actId="1076"/>
          <ac:grpSpMkLst>
            <pc:docMk/>
            <pc:sldMk cId="2896080346" sldId="503"/>
            <ac:grpSpMk id="27" creationId="{C44AA796-8AD1-4347-9FA2-13EBCB496EF6}"/>
          </ac:grpSpMkLst>
        </pc:grpChg>
        <pc:grpChg chg="mod">
          <ac:chgData name="Loc Huynh" userId="80c0383e323bd6ea" providerId="LiveId" clId="{45D23C15-8B6E-3442-9B58-7B186F27CDA3}" dt="2023-09-18T05:47:38.988" v="1057" actId="1076"/>
          <ac:grpSpMkLst>
            <pc:docMk/>
            <pc:sldMk cId="2896080346" sldId="503"/>
            <ac:grpSpMk id="30" creationId="{55D8C2F4-659F-694F-B8F0-D797F7068C47}"/>
          </ac:grpSpMkLst>
        </pc:grpChg>
        <pc:grpChg chg="mod">
          <ac:chgData name="Loc Huynh" userId="80c0383e323bd6ea" providerId="LiveId" clId="{45D23C15-8B6E-3442-9B58-7B186F27CDA3}" dt="2023-09-18T05:47:38.988" v="1057" actId="1076"/>
          <ac:grpSpMkLst>
            <pc:docMk/>
            <pc:sldMk cId="2896080346" sldId="503"/>
            <ac:grpSpMk id="31" creationId="{A5B91EC4-F179-D747-AD7D-02F76686D026}"/>
          </ac:grpSpMkLst>
        </pc:grpChg>
        <pc:grpChg chg="mod">
          <ac:chgData name="Loc Huynh" userId="80c0383e323bd6ea" providerId="LiveId" clId="{45D23C15-8B6E-3442-9B58-7B186F27CDA3}" dt="2023-09-18T05:47:38.988" v="1057" actId="1076"/>
          <ac:grpSpMkLst>
            <pc:docMk/>
            <pc:sldMk cId="2896080346" sldId="503"/>
            <ac:grpSpMk id="33" creationId="{73C207F9-DBCC-1243-8394-6EDA2D7EB0F7}"/>
          </ac:grpSpMkLst>
        </pc:grpChg>
        <pc:grpChg chg="mod">
          <ac:chgData name="Loc Huynh" userId="80c0383e323bd6ea" providerId="LiveId" clId="{45D23C15-8B6E-3442-9B58-7B186F27CDA3}" dt="2023-09-18T05:47:38.988" v="1057" actId="1076"/>
          <ac:grpSpMkLst>
            <pc:docMk/>
            <pc:sldMk cId="2896080346" sldId="503"/>
            <ac:grpSpMk id="67" creationId="{3DF1DC16-A562-6849-9D40-9BA8650ECDD4}"/>
          </ac:grpSpMkLst>
        </pc:grpChg>
        <pc:grpChg chg="mod">
          <ac:chgData name="Loc Huynh" userId="80c0383e323bd6ea" providerId="LiveId" clId="{45D23C15-8B6E-3442-9B58-7B186F27CDA3}" dt="2023-09-18T05:47:38.988" v="1057" actId="1076"/>
          <ac:grpSpMkLst>
            <pc:docMk/>
            <pc:sldMk cId="2896080346" sldId="503"/>
            <ac:grpSpMk id="136" creationId="{5466DA01-9B99-884B-9F6D-2B230E73EA8E}"/>
          </ac:grpSpMkLst>
        </pc:grpChg>
        <pc:grpChg chg="mod">
          <ac:chgData name="Loc Huynh" userId="80c0383e323bd6ea" providerId="LiveId" clId="{45D23C15-8B6E-3442-9B58-7B186F27CDA3}" dt="2023-09-18T05:47:38.988" v="1057" actId="1076"/>
          <ac:grpSpMkLst>
            <pc:docMk/>
            <pc:sldMk cId="2896080346" sldId="503"/>
            <ac:grpSpMk id="276" creationId="{A5212F4D-AB59-BD4F-9410-57992AFFD8A5}"/>
          </ac:grpSpMkLst>
        </pc:grpChg>
        <pc:grpChg chg="mod">
          <ac:chgData name="Loc Huynh" userId="80c0383e323bd6ea" providerId="LiveId" clId="{45D23C15-8B6E-3442-9B58-7B186F27CDA3}" dt="2023-09-18T05:47:38.988" v="1057" actId="1076"/>
          <ac:grpSpMkLst>
            <pc:docMk/>
            <pc:sldMk cId="2896080346" sldId="503"/>
            <ac:grpSpMk id="277" creationId="{4AD9A38A-002A-6F4C-9261-140FA1B83832}"/>
          </ac:grpSpMkLst>
        </pc:grpChg>
        <pc:grpChg chg="mod">
          <ac:chgData name="Loc Huynh" userId="80c0383e323bd6ea" providerId="LiveId" clId="{45D23C15-8B6E-3442-9B58-7B186F27CDA3}" dt="2023-09-18T05:47:38.988" v="1057" actId="1076"/>
          <ac:grpSpMkLst>
            <pc:docMk/>
            <pc:sldMk cId="2896080346" sldId="503"/>
            <ac:grpSpMk id="282" creationId="{E9D70910-A99C-6847-9828-6F909F0DA9F6}"/>
          </ac:grpSpMkLst>
        </pc:grpChg>
        <pc:grpChg chg="mod">
          <ac:chgData name="Loc Huynh" userId="80c0383e323bd6ea" providerId="LiveId" clId="{45D23C15-8B6E-3442-9B58-7B186F27CDA3}" dt="2023-09-18T05:47:38.988" v="1057" actId="1076"/>
          <ac:grpSpMkLst>
            <pc:docMk/>
            <pc:sldMk cId="2896080346" sldId="503"/>
            <ac:grpSpMk id="283" creationId="{8E42DED5-8EB3-5E4D-ADC5-7E9BA969AE91}"/>
          </ac:grpSpMkLst>
        </pc:grpChg>
        <pc:grpChg chg="mod">
          <ac:chgData name="Loc Huynh" userId="80c0383e323bd6ea" providerId="LiveId" clId="{45D23C15-8B6E-3442-9B58-7B186F27CDA3}" dt="2023-09-18T05:47:38.988" v="1057" actId="1076"/>
          <ac:grpSpMkLst>
            <pc:docMk/>
            <pc:sldMk cId="2896080346" sldId="503"/>
            <ac:grpSpMk id="284" creationId="{8F511502-D15D-8945-A977-27E0E6D2F03E}"/>
          </ac:grpSpMkLst>
        </pc:grpChg>
        <pc:grpChg chg="mod">
          <ac:chgData name="Loc Huynh" userId="80c0383e323bd6ea" providerId="LiveId" clId="{45D23C15-8B6E-3442-9B58-7B186F27CDA3}" dt="2023-09-18T05:47:38.988" v="1057" actId="1076"/>
          <ac:grpSpMkLst>
            <pc:docMk/>
            <pc:sldMk cId="2896080346" sldId="503"/>
            <ac:grpSpMk id="285" creationId="{1DC892B2-4DC8-AD4A-A613-A281679C01CC}"/>
          </ac:grpSpMkLst>
        </pc:grpChg>
        <pc:grpChg chg="mod">
          <ac:chgData name="Loc Huynh" userId="80c0383e323bd6ea" providerId="LiveId" clId="{45D23C15-8B6E-3442-9B58-7B186F27CDA3}" dt="2023-09-18T05:47:38.988" v="1057" actId="1076"/>
          <ac:grpSpMkLst>
            <pc:docMk/>
            <pc:sldMk cId="2896080346" sldId="503"/>
            <ac:grpSpMk id="288" creationId="{8FD42856-F3E0-2441-A434-D0DE68ACA4EE}"/>
          </ac:grpSpMkLst>
        </pc:grpChg>
        <pc:grpChg chg="mod">
          <ac:chgData name="Loc Huynh" userId="80c0383e323bd6ea" providerId="LiveId" clId="{45D23C15-8B6E-3442-9B58-7B186F27CDA3}" dt="2023-09-18T05:47:38.988" v="1057" actId="1076"/>
          <ac:grpSpMkLst>
            <pc:docMk/>
            <pc:sldMk cId="2896080346" sldId="503"/>
            <ac:grpSpMk id="289" creationId="{DBF94588-C792-6A4E-9C17-2396064DEBBA}"/>
          </ac:grpSpMkLst>
        </pc:grpChg>
        <pc:grpChg chg="mod">
          <ac:chgData name="Loc Huynh" userId="80c0383e323bd6ea" providerId="LiveId" clId="{45D23C15-8B6E-3442-9B58-7B186F27CDA3}" dt="2023-09-18T05:47:38.988" v="1057" actId="1076"/>
          <ac:grpSpMkLst>
            <pc:docMk/>
            <pc:sldMk cId="2896080346" sldId="503"/>
            <ac:grpSpMk id="291" creationId="{C4216D4B-59BE-B642-BFBC-5C239172DE87}"/>
          </ac:grpSpMkLst>
        </pc:grpChg>
        <pc:picChg chg="mod">
          <ac:chgData name="Loc Huynh" userId="80c0383e323bd6ea" providerId="LiveId" clId="{45D23C15-8B6E-3442-9B58-7B186F27CDA3}" dt="2023-09-18T05:47:38.988" v="1057" actId="1076"/>
          <ac:picMkLst>
            <pc:docMk/>
            <pc:sldMk cId="2896080346" sldId="503"/>
            <ac:picMk id="8" creationId="{501E36B7-5A61-7140-8434-642F15684F9A}"/>
          </ac:picMkLst>
        </pc:picChg>
        <pc:picChg chg="mod">
          <ac:chgData name="Loc Huynh" userId="80c0383e323bd6ea" providerId="LiveId" clId="{45D23C15-8B6E-3442-9B58-7B186F27CDA3}" dt="2023-09-18T05:47:38.988" v="1057" actId="1076"/>
          <ac:picMkLst>
            <pc:docMk/>
            <pc:sldMk cId="2896080346" sldId="503"/>
            <ac:picMk id="28" creationId="{11401D3B-CC51-EA4F-A5FD-3031658F8C53}"/>
          </ac:picMkLst>
        </pc:picChg>
        <pc:picChg chg="mod">
          <ac:chgData name="Loc Huynh" userId="80c0383e323bd6ea" providerId="LiveId" clId="{45D23C15-8B6E-3442-9B58-7B186F27CDA3}" dt="2023-09-18T05:47:38.988" v="1057" actId="1076"/>
          <ac:picMkLst>
            <pc:docMk/>
            <pc:sldMk cId="2896080346" sldId="503"/>
            <ac:picMk id="34" creationId="{5BFFD6C7-34EF-6B4F-A1A8-DEC175A29752}"/>
          </ac:picMkLst>
        </pc:picChg>
        <pc:picChg chg="mod">
          <ac:chgData name="Loc Huynh" userId="80c0383e323bd6ea" providerId="LiveId" clId="{45D23C15-8B6E-3442-9B58-7B186F27CDA3}" dt="2023-09-18T05:47:38.988" v="1057" actId="1076"/>
          <ac:picMkLst>
            <pc:docMk/>
            <pc:sldMk cId="2896080346" sldId="503"/>
            <ac:picMk id="37" creationId="{B94AB986-87CB-5649-9E0A-0253466CBA4F}"/>
          </ac:picMkLst>
        </pc:picChg>
        <pc:picChg chg="mod">
          <ac:chgData name="Loc Huynh" userId="80c0383e323bd6ea" providerId="LiveId" clId="{45D23C15-8B6E-3442-9B58-7B186F27CDA3}" dt="2023-09-18T05:47:38.988" v="1057" actId="1076"/>
          <ac:picMkLst>
            <pc:docMk/>
            <pc:sldMk cId="2896080346" sldId="503"/>
            <ac:picMk id="40" creationId="{22E05F6B-7630-5949-9550-9B830E948F7B}"/>
          </ac:picMkLst>
        </pc:picChg>
        <pc:picChg chg="mod">
          <ac:chgData name="Loc Huynh" userId="80c0383e323bd6ea" providerId="LiveId" clId="{45D23C15-8B6E-3442-9B58-7B186F27CDA3}" dt="2023-09-18T05:47:38.988" v="1057" actId="1076"/>
          <ac:picMkLst>
            <pc:docMk/>
            <pc:sldMk cId="2896080346" sldId="503"/>
            <ac:picMk id="42" creationId="{58873C29-DC35-BA4E-BE13-84FB40620559}"/>
          </ac:picMkLst>
        </pc:picChg>
        <pc:picChg chg="mod">
          <ac:chgData name="Loc Huynh" userId="80c0383e323bd6ea" providerId="LiveId" clId="{45D23C15-8B6E-3442-9B58-7B186F27CDA3}" dt="2023-09-18T05:47:38.988" v="1057" actId="1076"/>
          <ac:picMkLst>
            <pc:docMk/>
            <pc:sldMk cId="2896080346" sldId="503"/>
            <ac:picMk id="286" creationId="{188CCA70-E6A6-6743-BF1E-B7AD693323FA}"/>
          </ac:picMkLst>
        </pc:picChg>
        <pc:picChg chg="mod">
          <ac:chgData name="Loc Huynh" userId="80c0383e323bd6ea" providerId="LiveId" clId="{45D23C15-8B6E-3442-9B58-7B186F27CDA3}" dt="2023-09-18T05:47:38.988" v="1057" actId="1076"/>
          <ac:picMkLst>
            <pc:docMk/>
            <pc:sldMk cId="2896080346" sldId="503"/>
            <ac:picMk id="292" creationId="{DEE0248C-E53E-3B47-B662-C8E972B924E3}"/>
          </ac:picMkLst>
        </pc:picChg>
        <pc:picChg chg="mod">
          <ac:chgData name="Loc Huynh" userId="80c0383e323bd6ea" providerId="LiveId" clId="{45D23C15-8B6E-3442-9B58-7B186F27CDA3}" dt="2023-09-18T05:47:38.988" v="1057" actId="1076"/>
          <ac:picMkLst>
            <pc:docMk/>
            <pc:sldMk cId="2896080346" sldId="503"/>
            <ac:picMk id="293" creationId="{FA02E69E-574E-8F4F-BB83-6E05C0F3B809}"/>
          </ac:picMkLst>
        </pc:picChg>
        <pc:picChg chg="mod">
          <ac:chgData name="Loc Huynh" userId="80c0383e323bd6ea" providerId="LiveId" clId="{45D23C15-8B6E-3442-9B58-7B186F27CDA3}" dt="2023-09-18T05:47:38.988" v="1057" actId="1076"/>
          <ac:picMkLst>
            <pc:docMk/>
            <pc:sldMk cId="2896080346" sldId="503"/>
            <ac:picMk id="296" creationId="{BD7AF321-CCB8-E54D-9D68-858922EB192C}"/>
          </ac:picMkLst>
        </pc:picChg>
        <pc:picChg chg="mod">
          <ac:chgData name="Loc Huynh" userId="80c0383e323bd6ea" providerId="LiveId" clId="{45D23C15-8B6E-3442-9B58-7B186F27CDA3}" dt="2023-09-18T05:47:38.988" v="1057" actId="1076"/>
          <ac:picMkLst>
            <pc:docMk/>
            <pc:sldMk cId="2896080346" sldId="503"/>
            <ac:picMk id="298" creationId="{D927850C-74B1-1E4B-AD48-1AB33193394C}"/>
          </ac:picMkLst>
        </pc:picChg>
        <pc:picChg chg="mod">
          <ac:chgData name="Loc Huynh" userId="80c0383e323bd6ea" providerId="LiveId" clId="{45D23C15-8B6E-3442-9B58-7B186F27CDA3}" dt="2023-09-18T05:47:38.988" v="1057" actId="1076"/>
          <ac:picMkLst>
            <pc:docMk/>
            <pc:sldMk cId="2896080346" sldId="503"/>
            <ac:picMk id="303" creationId="{75DB9AF9-D895-8D45-9FE8-91277958C25F}"/>
          </ac:picMkLst>
        </pc:picChg>
        <pc:cxnChg chg="mod">
          <ac:chgData name="Loc Huynh" userId="80c0383e323bd6ea" providerId="LiveId" clId="{45D23C15-8B6E-3442-9B58-7B186F27CDA3}" dt="2023-09-18T05:47:38.988" v="1057" actId="1076"/>
          <ac:cxnSpMkLst>
            <pc:docMk/>
            <pc:sldMk cId="2896080346" sldId="503"/>
            <ac:cxnSpMk id="9" creationId="{71FC5D96-C203-BD4C-9662-ED2CDC41B16F}"/>
          </ac:cxnSpMkLst>
        </pc:cxnChg>
        <pc:cxnChg chg="mod">
          <ac:chgData name="Loc Huynh" userId="80c0383e323bd6ea" providerId="LiveId" clId="{45D23C15-8B6E-3442-9B58-7B186F27CDA3}" dt="2023-09-18T05:47:38.988" v="1057" actId="1076"/>
          <ac:cxnSpMkLst>
            <pc:docMk/>
            <pc:sldMk cId="2896080346" sldId="503"/>
            <ac:cxnSpMk id="11" creationId="{9769BCF3-EA58-D848-82B0-EF82362CE6C0}"/>
          </ac:cxnSpMkLst>
        </pc:cxnChg>
        <pc:cxnChg chg="mod">
          <ac:chgData name="Loc Huynh" userId="80c0383e323bd6ea" providerId="LiveId" clId="{45D23C15-8B6E-3442-9B58-7B186F27CDA3}" dt="2023-09-18T05:47:38.988" v="1057" actId="1076"/>
          <ac:cxnSpMkLst>
            <pc:docMk/>
            <pc:sldMk cId="2896080346" sldId="503"/>
            <ac:cxnSpMk id="12" creationId="{05D943C5-2D55-5D4B-BF84-AD7DADDBFA5F}"/>
          </ac:cxnSpMkLst>
        </pc:cxnChg>
        <pc:cxnChg chg="mod">
          <ac:chgData name="Loc Huynh" userId="80c0383e323bd6ea" providerId="LiveId" clId="{45D23C15-8B6E-3442-9B58-7B186F27CDA3}" dt="2023-09-18T05:47:38.988" v="1057" actId="1076"/>
          <ac:cxnSpMkLst>
            <pc:docMk/>
            <pc:sldMk cId="2896080346" sldId="503"/>
            <ac:cxnSpMk id="38" creationId="{6108DD37-8146-6640-881E-D766373595C9}"/>
          </ac:cxnSpMkLst>
        </pc:cxnChg>
        <pc:cxnChg chg="mod">
          <ac:chgData name="Loc Huynh" userId="80c0383e323bd6ea" providerId="LiveId" clId="{45D23C15-8B6E-3442-9B58-7B186F27CDA3}" dt="2023-09-18T05:47:38.988" v="1057" actId="1076"/>
          <ac:cxnSpMkLst>
            <pc:docMk/>
            <pc:sldMk cId="2896080346" sldId="503"/>
            <ac:cxnSpMk id="126" creationId="{AFEE7EBB-8D30-1E4F-BCC5-3DD92FEF08EE}"/>
          </ac:cxnSpMkLst>
        </pc:cxnChg>
        <pc:cxnChg chg="mod">
          <ac:chgData name="Loc Huynh" userId="80c0383e323bd6ea" providerId="LiveId" clId="{45D23C15-8B6E-3442-9B58-7B186F27CDA3}" dt="2023-09-18T05:47:38.988" v="1057" actId="1076"/>
          <ac:cxnSpMkLst>
            <pc:docMk/>
            <pc:sldMk cId="2896080346" sldId="503"/>
            <ac:cxnSpMk id="128" creationId="{E9A93C60-4880-A74A-869C-F9F07574E4A8}"/>
          </ac:cxnSpMkLst>
        </pc:cxnChg>
        <pc:cxnChg chg="mod">
          <ac:chgData name="Loc Huynh" userId="80c0383e323bd6ea" providerId="LiveId" clId="{45D23C15-8B6E-3442-9B58-7B186F27CDA3}" dt="2023-09-18T05:47:38.988" v="1057" actId="1076"/>
          <ac:cxnSpMkLst>
            <pc:docMk/>
            <pc:sldMk cId="2896080346" sldId="503"/>
            <ac:cxnSpMk id="130" creationId="{89558E59-F662-D84B-A50A-F3206200E401}"/>
          </ac:cxnSpMkLst>
        </pc:cxnChg>
        <pc:cxnChg chg="mod">
          <ac:chgData name="Loc Huynh" userId="80c0383e323bd6ea" providerId="LiveId" clId="{45D23C15-8B6E-3442-9B58-7B186F27CDA3}" dt="2023-09-18T05:47:38.988" v="1057" actId="1076"/>
          <ac:cxnSpMkLst>
            <pc:docMk/>
            <pc:sldMk cId="2896080346" sldId="503"/>
            <ac:cxnSpMk id="134" creationId="{C1BAF99A-CAB7-1F41-BD3B-4448ACE58501}"/>
          </ac:cxnSpMkLst>
        </pc:cxnChg>
        <pc:cxnChg chg="mod">
          <ac:chgData name="Loc Huynh" userId="80c0383e323bd6ea" providerId="LiveId" clId="{45D23C15-8B6E-3442-9B58-7B186F27CDA3}" dt="2023-09-18T05:47:38.988" v="1057" actId="1076"/>
          <ac:cxnSpMkLst>
            <pc:docMk/>
            <pc:sldMk cId="2896080346" sldId="503"/>
            <ac:cxnSpMk id="278" creationId="{305F70DB-131D-8F43-9A0A-BF950A786F48}"/>
          </ac:cxnSpMkLst>
        </pc:cxnChg>
        <pc:cxnChg chg="mod">
          <ac:chgData name="Loc Huynh" userId="80c0383e323bd6ea" providerId="LiveId" clId="{45D23C15-8B6E-3442-9B58-7B186F27CDA3}" dt="2023-09-18T05:47:38.988" v="1057" actId="1076"/>
          <ac:cxnSpMkLst>
            <pc:docMk/>
            <pc:sldMk cId="2896080346" sldId="503"/>
            <ac:cxnSpMk id="279" creationId="{A5D4A973-5594-7A4F-85DA-66C1CC77E574}"/>
          </ac:cxnSpMkLst>
        </pc:cxnChg>
        <pc:cxnChg chg="mod">
          <ac:chgData name="Loc Huynh" userId="80c0383e323bd6ea" providerId="LiveId" clId="{45D23C15-8B6E-3442-9B58-7B186F27CDA3}" dt="2023-09-18T05:47:38.988" v="1057" actId="1076"/>
          <ac:cxnSpMkLst>
            <pc:docMk/>
            <pc:sldMk cId="2896080346" sldId="503"/>
            <ac:cxnSpMk id="280" creationId="{EDBFC859-8AEB-1242-89FC-BC30EE3108CA}"/>
          </ac:cxnSpMkLst>
        </pc:cxnChg>
        <pc:cxnChg chg="mod">
          <ac:chgData name="Loc Huynh" userId="80c0383e323bd6ea" providerId="LiveId" clId="{45D23C15-8B6E-3442-9B58-7B186F27CDA3}" dt="2023-09-18T05:47:38.988" v="1057" actId="1076"/>
          <ac:cxnSpMkLst>
            <pc:docMk/>
            <pc:sldMk cId="2896080346" sldId="503"/>
            <ac:cxnSpMk id="281" creationId="{5366AC0F-70DA-9341-B069-DB09BF4E5E63}"/>
          </ac:cxnSpMkLst>
        </pc:cxnChg>
        <pc:cxnChg chg="mod">
          <ac:chgData name="Loc Huynh" userId="80c0383e323bd6ea" providerId="LiveId" clId="{45D23C15-8B6E-3442-9B58-7B186F27CDA3}" dt="2023-09-18T05:47:38.988" v="1057" actId="1076"/>
          <ac:cxnSpMkLst>
            <pc:docMk/>
            <pc:sldMk cId="2896080346" sldId="503"/>
            <ac:cxnSpMk id="294" creationId="{F73DB47C-26C9-C94B-9919-EBC3D1BF5237}"/>
          </ac:cxnSpMkLst>
        </pc:cxnChg>
        <pc:cxnChg chg="mod">
          <ac:chgData name="Loc Huynh" userId="80c0383e323bd6ea" providerId="LiveId" clId="{45D23C15-8B6E-3442-9B58-7B186F27CDA3}" dt="2023-09-18T05:47:38.988" v="1057" actId="1076"/>
          <ac:cxnSpMkLst>
            <pc:docMk/>
            <pc:sldMk cId="2896080346" sldId="503"/>
            <ac:cxnSpMk id="301" creationId="{D8BA3CD2-39F2-9E4F-94B2-77A595BE4A00}"/>
          </ac:cxnSpMkLst>
        </pc:cxnChg>
        <pc:cxnChg chg="mod">
          <ac:chgData name="Loc Huynh" userId="80c0383e323bd6ea" providerId="LiveId" clId="{45D23C15-8B6E-3442-9B58-7B186F27CDA3}" dt="2023-09-18T05:47:38.988" v="1057" actId="1076"/>
          <ac:cxnSpMkLst>
            <pc:docMk/>
            <pc:sldMk cId="2896080346" sldId="503"/>
            <ac:cxnSpMk id="302" creationId="{5F223300-CAEA-614B-86D5-6D726FD91C73}"/>
          </ac:cxnSpMkLst>
        </pc:cxnChg>
        <pc:cxnChg chg="mod">
          <ac:chgData name="Loc Huynh" userId="80c0383e323bd6ea" providerId="LiveId" clId="{45D23C15-8B6E-3442-9B58-7B186F27CDA3}" dt="2023-09-18T05:47:38.988" v="1057" actId="1076"/>
          <ac:cxnSpMkLst>
            <pc:docMk/>
            <pc:sldMk cId="2896080346" sldId="503"/>
            <ac:cxnSpMk id="304" creationId="{5E49B435-9396-5246-994D-7C21CD061BEF}"/>
          </ac:cxnSpMkLst>
        </pc:cxnChg>
      </pc:sldChg>
      <pc:sldChg chg="modSp add del mod chgLayout">
        <pc:chgData name="Loc Huynh" userId="80c0383e323bd6ea" providerId="LiveId" clId="{45D23C15-8B6E-3442-9B58-7B186F27CDA3}" dt="2023-09-25T01:57:07.615" v="5124" actId="2696"/>
        <pc:sldMkLst>
          <pc:docMk/>
          <pc:sldMk cId="1121849836" sldId="504"/>
        </pc:sldMkLst>
        <pc:spChg chg="mod ord">
          <ac:chgData name="Loc Huynh" userId="80c0383e323bd6ea" providerId="LiveId" clId="{45D23C15-8B6E-3442-9B58-7B186F27CDA3}" dt="2023-09-18T05:56:56.498" v="1186" actId="20577"/>
          <ac:spMkLst>
            <pc:docMk/>
            <pc:sldMk cId="1121849836" sldId="504"/>
            <ac:spMk id="3" creationId="{00000000-0000-0000-0000-000000000000}"/>
          </ac:spMkLst>
        </pc:spChg>
        <pc:spChg chg="mod ord">
          <ac:chgData name="Loc Huynh" userId="80c0383e323bd6ea" providerId="LiveId" clId="{45D23C15-8B6E-3442-9B58-7B186F27CDA3}" dt="2023-09-18T06:13:46.051" v="1708" actId="20577"/>
          <ac:spMkLst>
            <pc:docMk/>
            <pc:sldMk cId="1121849836" sldId="504"/>
            <ac:spMk id="5" creationId="{00000000-0000-0000-0000-000000000000}"/>
          </ac:spMkLst>
        </pc:spChg>
        <pc:spChg chg="mod ord">
          <ac:chgData name="Loc Huynh" userId="80c0383e323bd6ea" providerId="LiveId" clId="{45D23C15-8B6E-3442-9B58-7B186F27CDA3}" dt="2023-09-18T05:48:46.973" v="1061" actId="700"/>
          <ac:spMkLst>
            <pc:docMk/>
            <pc:sldMk cId="1121849836" sldId="504"/>
            <ac:spMk id="8" creationId="{239476E9-6325-814F-9E0C-7661FB780031}"/>
          </ac:spMkLst>
        </pc:spChg>
        <pc:spChg chg="mod ord">
          <ac:chgData name="Loc Huynh" userId="80c0383e323bd6ea" providerId="LiveId" clId="{45D23C15-8B6E-3442-9B58-7B186F27CDA3}" dt="2023-09-18T05:48:46.973" v="1061" actId="700"/>
          <ac:spMkLst>
            <pc:docMk/>
            <pc:sldMk cId="1121849836" sldId="504"/>
            <ac:spMk id="9" creationId="{AC730A53-D852-2F42-9F8B-B2EE93EE8038}"/>
          </ac:spMkLst>
        </pc:spChg>
        <pc:graphicFrameChg chg="mod modGraphic">
          <ac:chgData name="Loc Huynh" userId="80c0383e323bd6ea" providerId="LiveId" clId="{45D23C15-8B6E-3442-9B58-7B186F27CDA3}" dt="2023-09-18T06:04:47.587" v="1377" actId="2062"/>
          <ac:graphicFrameMkLst>
            <pc:docMk/>
            <pc:sldMk cId="1121849836" sldId="504"/>
            <ac:graphicFrameMk id="10" creationId="{BC68152C-7346-AF4B-99D9-258622843C29}"/>
          </ac:graphicFrameMkLst>
        </pc:graphicFrameChg>
      </pc:sldChg>
      <pc:sldChg chg="addSp delSp modSp add del mod ord delAnim modAnim chgLayout modNotesTx">
        <pc:chgData name="Loc Huynh" userId="80c0383e323bd6ea" providerId="LiveId" clId="{45D23C15-8B6E-3442-9B58-7B186F27CDA3}" dt="2023-09-25T01:57:07.711" v="5133" actId="2696"/>
        <pc:sldMkLst>
          <pc:docMk/>
          <pc:sldMk cId="1306995435" sldId="505"/>
        </pc:sldMkLst>
        <pc:spChg chg="mod ord">
          <ac:chgData name="Loc Huynh" userId="80c0383e323bd6ea" providerId="LiveId" clId="{45D23C15-8B6E-3442-9B58-7B186F27CDA3}" dt="2023-09-18T06:06:55.957" v="1407" actId="20577"/>
          <ac:spMkLst>
            <pc:docMk/>
            <pc:sldMk cId="1306995435" sldId="505"/>
            <ac:spMk id="3" creationId="{00000000-0000-0000-0000-000000000000}"/>
          </ac:spMkLst>
        </pc:spChg>
        <pc:spChg chg="add del mod">
          <ac:chgData name="Loc Huynh" userId="80c0383e323bd6ea" providerId="LiveId" clId="{45D23C15-8B6E-3442-9B58-7B186F27CDA3}" dt="2023-09-18T06:44:52.701" v="2520" actId="478"/>
          <ac:spMkLst>
            <pc:docMk/>
            <pc:sldMk cId="1306995435" sldId="505"/>
            <ac:spMk id="4" creationId="{24EC9DDC-A189-634B-303A-4372CC57ACAF}"/>
          </ac:spMkLst>
        </pc:spChg>
        <pc:spChg chg="mod ord">
          <ac:chgData name="Loc Huynh" userId="80c0383e323bd6ea" providerId="LiveId" clId="{45D23C15-8B6E-3442-9B58-7B186F27CDA3}" dt="2023-09-18T07:19:13.446" v="3593" actId="20577"/>
          <ac:spMkLst>
            <pc:docMk/>
            <pc:sldMk cId="1306995435" sldId="505"/>
            <ac:spMk id="5" creationId="{00000000-0000-0000-0000-000000000000}"/>
          </ac:spMkLst>
        </pc:spChg>
        <pc:spChg chg="mod ord">
          <ac:chgData name="Loc Huynh" userId="80c0383e323bd6ea" providerId="LiveId" clId="{45D23C15-8B6E-3442-9B58-7B186F27CDA3}" dt="2023-09-18T06:04:58.113" v="1378" actId="700"/>
          <ac:spMkLst>
            <pc:docMk/>
            <pc:sldMk cId="1306995435" sldId="505"/>
            <ac:spMk id="6" creationId="{B177E208-866D-5541-9317-6B3AD721CB71}"/>
          </ac:spMkLst>
        </pc:spChg>
        <pc:spChg chg="mod ord">
          <ac:chgData name="Loc Huynh" userId="80c0383e323bd6ea" providerId="LiveId" clId="{45D23C15-8B6E-3442-9B58-7B186F27CDA3}" dt="2023-09-18T06:04:58.113" v="1378" actId="700"/>
          <ac:spMkLst>
            <pc:docMk/>
            <pc:sldMk cId="1306995435" sldId="505"/>
            <ac:spMk id="8" creationId="{51E9DD53-EF2B-554D-BF71-18CA41B5C6FA}"/>
          </ac:spMkLst>
        </pc:spChg>
        <pc:graphicFrameChg chg="add del mod modGraphic">
          <ac:chgData name="Loc Huynh" userId="80c0383e323bd6ea" providerId="LiveId" clId="{45D23C15-8B6E-3442-9B58-7B186F27CDA3}" dt="2023-09-18T06:44:53.865" v="2521" actId="478"/>
          <ac:graphicFrameMkLst>
            <pc:docMk/>
            <pc:sldMk cId="1306995435" sldId="505"/>
            <ac:graphicFrameMk id="2" creationId="{7D5864D3-2B82-A3A0-35E5-5AEB8E3A5052}"/>
          </ac:graphicFrameMkLst>
        </pc:graphicFrameChg>
        <pc:graphicFrameChg chg="add mod modGraphic">
          <ac:chgData name="Loc Huynh" userId="80c0383e323bd6ea" providerId="LiveId" clId="{45D23C15-8B6E-3442-9B58-7B186F27CDA3}" dt="2023-09-18T06:54:54.163" v="2710" actId="20577"/>
          <ac:graphicFrameMkLst>
            <pc:docMk/>
            <pc:sldMk cId="1306995435" sldId="505"/>
            <ac:graphicFrameMk id="7" creationId="{EEF1BE46-FC06-5CB8-AC41-D1BB8E704242}"/>
          </ac:graphicFrameMkLst>
        </pc:graphicFrameChg>
        <pc:graphicFrameChg chg="del">
          <ac:chgData name="Loc Huynh" userId="80c0383e323bd6ea" providerId="LiveId" clId="{45D23C15-8B6E-3442-9B58-7B186F27CDA3}" dt="2023-09-18T06:15:19.563" v="1731" actId="478"/>
          <ac:graphicFrameMkLst>
            <pc:docMk/>
            <pc:sldMk cId="1306995435" sldId="505"/>
            <ac:graphicFrameMk id="41" creationId="{7AC5D6FB-BD84-D144-83D6-C79B588BDF37}"/>
          </ac:graphicFrameMkLst>
        </pc:graphicFrameChg>
      </pc:sldChg>
      <pc:sldChg chg="delSp modSp add del mod modAnim chgLayout">
        <pc:chgData name="Loc Huynh" userId="80c0383e323bd6ea" providerId="LiveId" clId="{45D23C15-8B6E-3442-9B58-7B186F27CDA3}" dt="2023-09-18T07:25:50.372" v="3824" actId="2696"/>
        <pc:sldMkLst>
          <pc:docMk/>
          <pc:sldMk cId="2137868242" sldId="506"/>
        </pc:sldMkLst>
        <pc:spChg chg="mod ord">
          <ac:chgData name="Loc Huynh" userId="80c0383e323bd6ea" providerId="LiveId" clId="{45D23C15-8B6E-3442-9B58-7B186F27CDA3}" dt="2023-09-18T06:58:15.963" v="2718" actId="700"/>
          <ac:spMkLst>
            <pc:docMk/>
            <pc:sldMk cId="2137868242" sldId="506"/>
            <ac:spMk id="2" creationId="{1C111DD4-D6F5-0741-8C18-D64693B57757}"/>
          </ac:spMkLst>
        </pc:spChg>
        <pc:spChg chg="mod ord">
          <ac:chgData name="Loc Huynh" userId="80c0383e323bd6ea" providerId="LiveId" clId="{45D23C15-8B6E-3442-9B58-7B186F27CDA3}" dt="2023-09-18T07:25:01.069" v="3821" actId="20577"/>
          <ac:spMkLst>
            <pc:docMk/>
            <pc:sldMk cId="2137868242" sldId="506"/>
            <ac:spMk id="3" creationId="{7F7DFE1E-8A2D-6145-BBE1-74889E55A8BD}"/>
          </ac:spMkLst>
        </pc:spChg>
        <pc:spChg chg="mod ord">
          <ac:chgData name="Loc Huynh" userId="80c0383e323bd6ea" providerId="LiveId" clId="{45D23C15-8B6E-3442-9B58-7B186F27CDA3}" dt="2023-09-18T06:58:15.963" v="2718" actId="700"/>
          <ac:spMkLst>
            <pc:docMk/>
            <pc:sldMk cId="2137868242" sldId="506"/>
            <ac:spMk id="4" creationId="{3DF2F3A0-B11D-C945-844B-13BB2613F0DD}"/>
          </ac:spMkLst>
        </pc:spChg>
        <pc:spChg chg="mod ord">
          <ac:chgData name="Loc Huynh" userId="80c0383e323bd6ea" providerId="LiveId" clId="{45D23C15-8B6E-3442-9B58-7B186F27CDA3}" dt="2023-09-18T06:58:15.963" v="2718" actId="700"/>
          <ac:spMkLst>
            <pc:docMk/>
            <pc:sldMk cId="2137868242" sldId="506"/>
            <ac:spMk id="5" creationId="{28BD6334-3AC2-5B46-97CE-C371AE126E0A}"/>
          </ac:spMkLst>
        </pc:spChg>
        <pc:spChg chg="mod">
          <ac:chgData name="Loc Huynh" userId="80c0383e323bd6ea" providerId="LiveId" clId="{45D23C15-8B6E-3442-9B58-7B186F27CDA3}" dt="2023-09-18T07:08:31.668" v="3023" actId="1076"/>
          <ac:spMkLst>
            <pc:docMk/>
            <pc:sldMk cId="2137868242" sldId="506"/>
            <ac:spMk id="39" creationId="{7319686A-2551-9240-A5D1-327FF286015A}"/>
          </ac:spMkLst>
        </pc:spChg>
        <pc:spChg chg="mod">
          <ac:chgData name="Loc Huynh" userId="80c0383e323bd6ea" providerId="LiveId" clId="{45D23C15-8B6E-3442-9B58-7B186F27CDA3}" dt="2023-09-18T07:08:57.987" v="3038" actId="20577"/>
          <ac:spMkLst>
            <pc:docMk/>
            <pc:sldMk cId="2137868242" sldId="506"/>
            <ac:spMk id="40" creationId="{302224B9-2260-B44B-8C3E-3D3D164D4625}"/>
          </ac:spMkLst>
        </pc:spChg>
        <pc:spChg chg="mod">
          <ac:chgData name="Loc Huynh" userId="80c0383e323bd6ea" providerId="LiveId" clId="{45D23C15-8B6E-3442-9B58-7B186F27CDA3}" dt="2023-09-18T07:08:34.847" v="3024" actId="207"/>
          <ac:spMkLst>
            <pc:docMk/>
            <pc:sldMk cId="2137868242" sldId="506"/>
            <ac:spMk id="63" creationId="{F6051A20-7F2F-2142-9FA2-99A51650D432}"/>
          </ac:spMkLst>
        </pc:spChg>
        <pc:spChg chg="mod">
          <ac:chgData name="Loc Huynh" userId="80c0383e323bd6ea" providerId="LiveId" clId="{45D23C15-8B6E-3442-9B58-7B186F27CDA3}" dt="2023-09-18T07:08:31.668" v="3023" actId="1076"/>
          <ac:spMkLst>
            <pc:docMk/>
            <pc:sldMk cId="2137868242" sldId="506"/>
            <ac:spMk id="78" creationId="{0D415569-5D90-1B43-9254-3B7F0AC0DDF3}"/>
          </ac:spMkLst>
        </pc:spChg>
        <pc:spChg chg="mod">
          <ac:chgData name="Loc Huynh" userId="80c0383e323bd6ea" providerId="LiveId" clId="{45D23C15-8B6E-3442-9B58-7B186F27CDA3}" dt="2023-09-18T07:08:31.668" v="3023" actId="1076"/>
          <ac:spMkLst>
            <pc:docMk/>
            <pc:sldMk cId="2137868242" sldId="506"/>
            <ac:spMk id="81" creationId="{9DAD2462-5BF1-F94E-AD24-08B160CAEF18}"/>
          </ac:spMkLst>
        </pc:spChg>
        <pc:spChg chg="mod">
          <ac:chgData name="Loc Huynh" userId="80c0383e323bd6ea" providerId="LiveId" clId="{45D23C15-8B6E-3442-9B58-7B186F27CDA3}" dt="2023-09-18T07:08:39.245" v="3025" actId="207"/>
          <ac:spMkLst>
            <pc:docMk/>
            <pc:sldMk cId="2137868242" sldId="506"/>
            <ac:spMk id="83" creationId="{B299D543-E5E6-7C45-AEEE-BE8726DCCE6D}"/>
          </ac:spMkLst>
        </pc:spChg>
        <pc:spChg chg="mod">
          <ac:chgData name="Loc Huynh" userId="80c0383e323bd6ea" providerId="LiveId" clId="{45D23C15-8B6E-3442-9B58-7B186F27CDA3}" dt="2023-09-18T07:08:31.668" v="3023" actId="1076"/>
          <ac:spMkLst>
            <pc:docMk/>
            <pc:sldMk cId="2137868242" sldId="506"/>
            <ac:spMk id="84" creationId="{07FB0D8A-0DC2-1D44-A7B4-50A5D945C052}"/>
          </ac:spMkLst>
        </pc:spChg>
        <pc:spChg chg="mod">
          <ac:chgData name="Loc Huynh" userId="80c0383e323bd6ea" providerId="LiveId" clId="{45D23C15-8B6E-3442-9B58-7B186F27CDA3}" dt="2023-09-18T07:08:31.668" v="3023" actId="1076"/>
          <ac:spMkLst>
            <pc:docMk/>
            <pc:sldMk cId="2137868242" sldId="506"/>
            <ac:spMk id="88" creationId="{BA3576A1-DE85-8946-8632-22980298C821}"/>
          </ac:spMkLst>
        </pc:spChg>
        <pc:spChg chg="mod">
          <ac:chgData name="Loc Huynh" userId="80c0383e323bd6ea" providerId="LiveId" clId="{45D23C15-8B6E-3442-9B58-7B186F27CDA3}" dt="2023-09-18T07:08:31.668" v="3023" actId="1076"/>
          <ac:spMkLst>
            <pc:docMk/>
            <pc:sldMk cId="2137868242" sldId="506"/>
            <ac:spMk id="89" creationId="{039E817B-B4A8-334F-BA95-4BD4D34E00B3}"/>
          </ac:spMkLst>
        </pc:spChg>
        <pc:spChg chg="mod">
          <ac:chgData name="Loc Huynh" userId="80c0383e323bd6ea" providerId="LiveId" clId="{45D23C15-8B6E-3442-9B58-7B186F27CDA3}" dt="2023-09-18T07:08:48.128" v="3032" actId="20577"/>
          <ac:spMkLst>
            <pc:docMk/>
            <pc:sldMk cId="2137868242" sldId="506"/>
            <ac:spMk id="90" creationId="{350B1A9B-686D-ED42-BF53-21E426523126}"/>
          </ac:spMkLst>
        </pc:spChg>
        <pc:spChg chg="del mod">
          <ac:chgData name="Loc Huynh" userId="80c0383e323bd6ea" providerId="LiveId" clId="{45D23C15-8B6E-3442-9B58-7B186F27CDA3}" dt="2023-09-18T07:10:00.726" v="3049" actId="478"/>
          <ac:spMkLst>
            <pc:docMk/>
            <pc:sldMk cId="2137868242" sldId="506"/>
            <ac:spMk id="96" creationId="{D8A161B4-9F55-3E46-AD0A-A964890599C7}"/>
          </ac:spMkLst>
        </pc:spChg>
        <pc:grpChg chg="mod">
          <ac:chgData name="Loc Huynh" userId="80c0383e323bd6ea" providerId="LiveId" clId="{45D23C15-8B6E-3442-9B58-7B186F27CDA3}" dt="2023-09-18T07:08:31.668" v="3023" actId="1076"/>
          <ac:grpSpMkLst>
            <pc:docMk/>
            <pc:sldMk cId="2137868242" sldId="506"/>
            <ac:grpSpMk id="6" creationId="{0B75FCC5-0D77-8243-BF92-DD684D1DC331}"/>
          </ac:grpSpMkLst>
        </pc:grpChg>
        <pc:grpChg chg="del mod">
          <ac:chgData name="Loc Huynh" userId="80c0383e323bd6ea" providerId="LiveId" clId="{45D23C15-8B6E-3442-9B58-7B186F27CDA3}" dt="2023-09-18T07:10:00.726" v="3049" actId="478"/>
          <ac:grpSpMkLst>
            <pc:docMk/>
            <pc:sldMk cId="2137868242" sldId="506"/>
            <ac:grpSpMk id="8" creationId="{94748BC9-5FAF-7440-BC24-B90A710F6F65}"/>
          </ac:grpSpMkLst>
        </pc:grpChg>
        <pc:grpChg chg="mod">
          <ac:chgData name="Loc Huynh" userId="80c0383e323bd6ea" providerId="LiveId" clId="{45D23C15-8B6E-3442-9B58-7B186F27CDA3}" dt="2023-09-18T07:08:31.668" v="3023" actId="1076"/>
          <ac:grpSpMkLst>
            <pc:docMk/>
            <pc:sldMk cId="2137868242" sldId="506"/>
            <ac:grpSpMk id="42" creationId="{49286A45-5DED-B949-A98C-FB1EC820D660}"/>
          </ac:grpSpMkLst>
        </pc:grpChg>
        <pc:grpChg chg="mod">
          <ac:chgData name="Loc Huynh" userId="80c0383e323bd6ea" providerId="LiveId" clId="{45D23C15-8B6E-3442-9B58-7B186F27CDA3}" dt="2023-09-18T07:08:31.668" v="3023" actId="1076"/>
          <ac:grpSpMkLst>
            <pc:docMk/>
            <pc:sldMk cId="2137868242" sldId="506"/>
            <ac:grpSpMk id="44" creationId="{B34F314B-14FC-DE4B-BA80-62D827C4DEDF}"/>
          </ac:grpSpMkLst>
        </pc:grpChg>
        <pc:grpChg chg="mod">
          <ac:chgData name="Loc Huynh" userId="80c0383e323bd6ea" providerId="LiveId" clId="{45D23C15-8B6E-3442-9B58-7B186F27CDA3}" dt="2023-09-18T07:08:31.668" v="3023" actId="1076"/>
          <ac:grpSpMkLst>
            <pc:docMk/>
            <pc:sldMk cId="2137868242" sldId="506"/>
            <ac:grpSpMk id="46" creationId="{DC4B8109-AC5D-C546-A5D3-640CA094E8C3}"/>
          </ac:grpSpMkLst>
        </pc:grpChg>
        <pc:grpChg chg="mod">
          <ac:chgData name="Loc Huynh" userId="80c0383e323bd6ea" providerId="LiveId" clId="{45D23C15-8B6E-3442-9B58-7B186F27CDA3}" dt="2023-09-18T07:08:31.668" v="3023" actId="1076"/>
          <ac:grpSpMkLst>
            <pc:docMk/>
            <pc:sldMk cId="2137868242" sldId="506"/>
            <ac:grpSpMk id="53" creationId="{7F595AE1-1639-6C49-B714-600CB43A226F}"/>
          </ac:grpSpMkLst>
        </pc:grpChg>
        <pc:grpChg chg="mod">
          <ac:chgData name="Loc Huynh" userId="80c0383e323bd6ea" providerId="LiveId" clId="{45D23C15-8B6E-3442-9B58-7B186F27CDA3}" dt="2023-09-18T07:08:31.668" v="3023" actId="1076"/>
          <ac:grpSpMkLst>
            <pc:docMk/>
            <pc:sldMk cId="2137868242" sldId="506"/>
            <ac:grpSpMk id="54" creationId="{3F08B7E4-1D3B-BE4A-9F1A-EDD17832E883}"/>
          </ac:grpSpMkLst>
        </pc:grpChg>
        <pc:grpChg chg="mod">
          <ac:chgData name="Loc Huynh" userId="80c0383e323bd6ea" providerId="LiveId" clId="{45D23C15-8B6E-3442-9B58-7B186F27CDA3}" dt="2023-09-18T07:08:31.668" v="3023" actId="1076"/>
          <ac:grpSpMkLst>
            <pc:docMk/>
            <pc:sldMk cId="2137868242" sldId="506"/>
            <ac:grpSpMk id="55" creationId="{8290BA03-24A0-1E4C-9946-481B8A274978}"/>
          </ac:grpSpMkLst>
        </pc:grpChg>
        <pc:grpChg chg="mod">
          <ac:chgData name="Loc Huynh" userId="80c0383e323bd6ea" providerId="LiveId" clId="{45D23C15-8B6E-3442-9B58-7B186F27CDA3}" dt="2023-09-18T07:08:31.668" v="3023" actId="1076"/>
          <ac:grpSpMkLst>
            <pc:docMk/>
            <pc:sldMk cId="2137868242" sldId="506"/>
            <ac:grpSpMk id="60" creationId="{E6117B08-2EBD-8E43-BD74-D40D088DB419}"/>
          </ac:grpSpMkLst>
        </pc:grpChg>
        <pc:grpChg chg="mod">
          <ac:chgData name="Loc Huynh" userId="80c0383e323bd6ea" providerId="LiveId" clId="{45D23C15-8B6E-3442-9B58-7B186F27CDA3}" dt="2023-09-18T07:08:31.668" v="3023" actId="1076"/>
          <ac:grpSpMkLst>
            <pc:docMk/>
            <pc:sldMk cId="2137868242" sldId="506"/>
            <ac:grpSpMk id="64" creationId="{616E618C-98C3-CB47-926C-96A69FB1F5B6}"/>
          </ac:grpSpMkLst>
        </pc:grpChg>
        <pc:picChg chg="mod">
          <ac:chgData name="Loc Huynh" userId="80c0383e323bd6ea" providerId="LiveId" clId="{45D23C15-8B6E-3442-9B58-7B186F27CDA3}" dt="2023-09-18T07:08:31.668" v="3023" actId="1076"/>
          <ac:picMkLst>
            <pc:docMk/>
            <pc:sldMk cId="2137868242" sldId="506"/>
            <ac:picMk id="65" creationId="{6B488DB9-2487-8D4D-8198-3F4B42F4CD1F}"/>
          </ac:picMkLst>
        </pc:picChg>
        <pc:picChg chg="mod">
          <ac:chgData name="Loc Huynh" userId="80c0383e323bd6ea" providerId="LiveId" clId="{45D23C15-8B6E-3442-9B58-7B186F27CDA3}" dt="2023-09-18T07:08:31.668" v="3023" actId="1076"/>
          <ac:picMkLst>
            <pc:docMk/>
            <pc:sldMk cId="2137868242" sldId="506"/>
            <ac:picMk id="66" creationId="{2615A543-E51D-6D4E-B27B-D433562B7524}"/>
          </ac:picMkLst>
        </pc:picChg>
        <pc:picChg chg="mod">
          <ac:chgData name="Loc Huynh" userId="80c0383e323bd6ea" providerId="LiveId" clId="{45D23C15-8B6E-3442-9B58-7B186F27CDA3}" dt="2023-09-18T07:08:31.668" v="3023" actId="1076"/>
          <ac:picMkLst>
            <pc:docMk/>
            <pc:sldMk cId="2137868242" sldId="506"/>
            <ac:picMk id="80" creationId="{45F2FEA1-29A1-9448-BD03-A32D4D58F092}"/>
          </ac:picMkLst>
        </pc:picChg>
        <pc:picChg chg="mod">
          <ac:chgData name="Loc Huynh" userId="80c0383e323bd6ea" providerId="LiveId" clId="{45D23C15-8B6E-3442-9B58-7B186F27CDA3}" dt="2023-09-18T07:08:31.668" v="3023" actId="1076"/>
          <ac:picMkLst>
            <pc:docMk/>
            <pc:sldMk cId="2137868242" sldId="506"/>
            <ac:picMk id="82" creationId="{E1979621-48FE-0B47-850F-76A138E82F61}"/>
          </ac:picMkLst>
        </pc:picChg>
        <pc:picChg chg="mod">
          <ac:chgData name="Loc Huynh" userId="80c0383e323bd6ea" providerId="LiveId" clId="{45D23C15-8B6E-3442-9B58-7B186F27CDA3}" dt="2023-09-18T07:08:31.668" v="3023" actId="1076"/>
          <ac:picMkLst>
            <pc:docMk/>
            <pc:sldMk cId="2137868242" sldId="506"/>
            <ac:picMk id="86" creationId="{1DBF0DE8-506E-BE4D-92B3-B747BDC1899B}"/>
          </ac:picMkLst>
        </pc:picChg>
        <pc:cxnChg chg="mod">
          <ac:chgData name="Loc Huynh" userId="80c0383e323bd6ea" providerId="LiveId" clId="{45D23C15-8B6E-3442-9B58-7B186F27CDA3}" dt="2023-09-18T07:08:31.668" v="3023" actId="1076"/>
          <ac:cxnSpMkLst>
            <pc:docMk/>
            <pc:sldMk cId="2137868242" sldId="506"/>
            <ac:cxnSpMk id="43" creationId="{24AEB2CC-996A-1D4B-9B88-547AA24EA7B0}"/>
          </ac:cxnSpMkLst>
        </pc:cxnChg>
        <pc:cxnChg chg="mod">
          <ac:chgData name="Loc Huynh" userId="80c0383e323bd6ea" providerId="LiveId" clId="{45D23C15-8B6E-3442-9B58-7B186F27CDA3}" dt="2023-09-18T07:08:31.668" v="3023" actId="1076"/>
          <ac:cxnSpMkLst>
            <pc:docMk/>
            <pc:sldMk cId="2137868242" sldId="506"/>
            <ac:cxnSpMk id="45" creationId="{0B6A6D3B-3942-E043-A772-D526FC4741A6}"/>
          </ac:cxnSpMkLst>
        </pc:cxnChg>
        <pc:cxnChg chg="mod">
          <ac:chgData name="Loc Huynh" userId="80c0383e323bd6ea" providerId="LiveId" clId="{45D23C15-8B6E-3442-9B58-7B186F27CDA3}" dt="2023-09-18T07:08:31.668" v="3023" actId="1076"/>
          <ac:cxnSpMkLst>
            <pc:docMk/>
            <pc:sldMk cId="2137868242" sldId="506"/>
            <ac:cxnSpMk id="68" creationId="{AD49BBC5-2356-B84B-842B-653826FACAFE}"/>
          </ac:cxnSpMkLst>
        </pc:cxnChg>
        <pc:cxnChg chg="mod">
          <ac:chgData name="Loc Huynh" userId="80c0383e323bd6ea" providerId="LiveId" clId="{45D23C15-8B6E-3442-9B58-7B186F27CDA3}" dt="2023-09-18T07:08:31.668" v="3023" actId="1076"/>
          <ac:cxnSpMkLst>
            <pc:docMk/>
            <pc:sldMk cId="2137868242" sldId="506"/>
            <ac:cxnSpMk id="85" creationId="{A15E7B0D-2FE8-A749-8CBF-0FBAA6DC1C3D}"/>
          </ac:cxnSpMkLst>
        </pc:cxnChg>
        <pc:cxnChg chg="mod">
          <ac:chgData name="Loc Huynh" userId="80c0383e323bd6ea" providerId="LiveId" clId="{45D23C15-8B6E-3442-9B58-7B186F27CDA3}" dt="2023-09-18T07:08:31.668" v="3023" actId="1076"/>
          <ac:cxnSpMkLst>
            <pc:docMk/>
            <pc:sldMk cId="2137868242" sldId="506"/>
            <ac:cxnSpMk id="87" creationId="{F80E9544-735A-AC40-9145-49A17265F161}"/>
          </ac:cxnSpMkLst>
        </pc:cxnChg>
        <pc:cxnChg chg="mod">
          <ac:chgData name="Loc Huynh" userId="80c0383e323bd6ea" providerId="LiveId" clId="{45D23C15-8B6E-3442-9B58-7B186F27CDA3}" dt="2023-09-18T07:08:31.668" v="3023" actId="1076"/>
          <ac:cxnSpMkLst>
            <pc:docMk/>
            <pc:sldMk cId="2137868242" sldId="506"/>
            <ac:cxnSpMk id="93" creationId="{B0B1E731-EE7E-A946-B929-28D666D36762}"/>
          </ac:cxnSpMkLst>
        </pc:cxnChg>
        <pc:cxnChg chg="mod">
          <ac:chgData name="Loc Huynh" userId="80c0383e323bd6ea" providerId="LiveId" clId="{45D23C15-8B6E-3442-9B58-7B186F27CDA3}" dt="2023-09-18T07:08:31.668" v="3023" actId="1076"/>
          <ac:cxnSpMkLst>
            <pc:docMk/>
            <pc:sldMk cId="2137868242" sldId="506"/>
            <ac:cxnSpMk id="94" creationId="{38F15F3E-3836-9D45-BC0B-08B12AE0FE7D}"/>
          </ac:cxnSpMkLst>
        </pc:cxnChg>
        <pc:cxnChg chg="mod">
          <ac:chgData name="Loc Huynh" userId="80c0383e323bd6ea" providerId="LiveId" clId="{45D23C15-8B6E-3442-9B58-7B186F27CDA3}" dt="2023-09-18T07:08:31.668" v="3023" actId="1076"/>
          <ac:cxnSpMkLst>
            <pc:docMk/>
            <pc:sldMk cId="2137868242" sldId="506"/>
            <ac:cxnSpMk id="95" creationId="{5CE4E8FF-CA2D-2743-B2F2-6F0D96C63CDE}"/>
          </ac:cxnSpMkLst>
        </pc:cxnChg>
      </pc:sldChg>
      <pc:sldChg chg="addSp modSp add mod">
        <pc:chgData name="Loc Huynh" userId="80c0383e323bd6ea" providerId="LiveId" clId="{45D23C15-8B6E-3442-9B58-7B186F27CDA3}" dt="2023-09-25T09:47:34.235" v="11264" actId="313"/>
        <pc:sldMkLst>
          <pc:docMk/>
          <pc:sldMk cId="4165040611" sldId="506"/>
        </pc:sldMkLst>
        <pc:spChg chg="mod">
          <ac:chgData name="Loc Huynh" userId="80c0383e323bd6ea" providerId="LiveId" clId="{45D23C15-8B6E-3442-9B58-7B186F27CDA3}" dt="2023-09-25T09:46:33.378" v="11254"/>
          <ac:spMkLst>
            <pc:docMk/>
            <pc:sldMk cId="4165040611" sldId="506"/>
            <ac:spMk id="2" creationId="{6F2A1191-3CB2-674C-BE8A-B9D6A816E9BD}"/>
          </ac:spMkLst>
        </pc:spChg>
        <pc:spChg chg="mod">
          <ac:chgData name="Loc Huynh" userId="80c0383e323bd6ea" providerId="LiveId" clId="{45D23C15-8B6E-3442-9B58-7B186F27CDA3}" dt="2023-09-25T09:47:34.235" v="11264" actId="313"/>
          <ac:spMkLst>
            <pc:docMk/>
            <pc:sldMk cId="4165040611" sldId="506"/>
            <ac:spMk id="3" creationId="{DDC32F1B-2DBF-1F48-B1E9-3A926EF990A1}"/>
          </ac:spMkLst>
        </pc:spChg>
        <pc:spChg chg="add mod">
          <ac:chgData name="Loc Huynh" userId="80c0383e323bd6ea" providerId="LiveId" clId="{45D23C15-8B6E-3442-9B58-7B186F27CDA3}" dt="2023-09-25T01:58:04.034" v="5160"/>
          <ac:spMkLst>
            <pc:docMk/>
            <pc:sldMk cId="4165040611" sldId="506"/>
            <ac:spMk id="5" creationId="{87E3DF44-7B36-F19E-CBC2-6D9BA4AA75F1}"/>
          </ac:spMkLst>
        </pc:spChg>
      </pc:sldChg>
      <pc:sldChg chg="addSp modSp add del mod delAnim chgLayout">
        <pc:chgData name="Loc Huynh" userId="80c0383e323bd6ea" providerId="LiveId" clId="{45D23C15-8B6E-3442-9B58-7B186F27CDA3}" dt="2023-09-25T01:57:07.698" v="5128" actId="2696"/>
        <pc:sldMkLst>
          <pc:docMk/>
          <pc:sldMk cId="150743603" sldId="507"/>
        </pc:sldMkLst>
        <pc:spChg chg="mod ord">
          <ac:chgData name="Loc Huynh" userId="80c0383e323bd6ea" providerId="LiveId" clId="{45D23C15-8B6E-3442-9B58-7B186F27CDA3}" dt="2023-09-18T06:58:20.163" v="2719" actId="700"/>
          <ac:spMkLst>
            <pc:docMk/>
            <pc:sldMk cId="150743603" sldId="507"/>
            <ac:spMk id="2" creationId="{1C111DD4-D6F5-0741-8C18-D64693B57757}"/>
          </ac:spMkLst>
        </pc:spChg>
        <pc:spChg chg="mod ord">
          <ac:chgData name="Loc Huynh" userId="80c0383e323bd6ea" providerId="LiveId" clId="{45D23C15-8B6E-3442-9B58-7B186F27CDA3}" dt="2023-09-18T07:43:00.410" v="4142" actId="207"/>
          <ac:spMkLst>
            <pc:docMk/>
            <pc:sldMk cId="150743603" sldId="507"/>
            <ac:spMk id="3" creationId="{7F7DFE1E-8A2D-6145-BBE1-74889E55A8BD}"/>
          </ac:spMkLst>
        </pc:spChg>
        <pc:spChg chg="mod ord">
          <ac:chgData name="Loc Huynh" userId="80c0383e323bd6ea" providerId="LiveId" clId="{45D23C15-8B6E-3442-9B58-7B186F27CDA3}" dt="2023-09-18T06:58:20.163" v="2719" actId="700"/>
          <ac:spMkLst>
            <pc:docMk/>
            <pc:sldMk cId="150743603" sldId="507"/>
            <ac:spMk id="4" creationId="{3DF2F3A0-B11D-C945-844B-13BB2613F0DD}"/>
          </ac:spMkLst>
        </pc:spChg>
        <pc:spChg chg="mod ord">
          <ac:chgData name="Loc Huynh" userId="80c0383e323bd6ea" providerId="LiveId" clId="{45D23C15-8B6E-3442-9B58-7B186F27CDA3}" dt="2023-09-18T06:58:20.163" v="2719" actId="700"/>
          <ac:spMkLst>
            <pc:docMk/>
            <pc:sldMk cId="150743603" sldId="507"/>
            <ac:spMk id="5" creationId="{28BD6334-3AC2-5B46-97CE-C371AE126E0A}"/>
          </ac:spMkLst>
        </pc:spChg>
        <pc:spChg chg="mod">
          <ac:chgData name="Loc Huynh" userId="80c0383e323bd6ea" providerId="LiveId" clId="{45D23C15-8B6E-3442-9B58-7B186F27CDA3}" dt="2023-09-18T07:43:08.038" v="4144" actId="1076"/>
          <ac:spMkLst>
            <pc:docMk/>
            <pc:sldMk cId="150743603" sldId="507"/>
            <ac:spMk id="42" creationId="{2EA1E63E-A922-F346-9C40-C37F1C00AC02}"/>
          </ac:spMkLst>
        </pc:spChg>
        <pc:spChg chg="mod">
          <ac:chgData name="Loc Huynh" userId="80c0383e323bd6ea" providerId="LiveId" clId="{45D23C15-8B6E-3442-9B58-7B186F27CDA3}" dt="2023-09-18T07:43:41.648" v="4150" actId="207"/>
          <ac:spMkLst>
            <pc:docMk/>
            <pc:sldMk cId="150743603" sldId="507"/>
            <ac:spMk id="44" creationId="{C0DE1E9F-DE74-2F43-BACF-A73FF3715CFF}"/>
          </ac:spMkLst>
        </pc:spChg>
        <pc:spChg chg="mod">
          <ac:chgData name="Loc Huynh" userId="80c0383e323bd6ea" providerId="LiveId" clId="{45D23C15-8B6E-3442-9B58-7B186F27CDA3}" dt="2023-09-18T07:43:39.792" v="4149" actId="207"/>
          <ac:spMkLst>
            <pc:docMk/>
            <pc:sldMk cId="150743603" sldId="507"/>
            <ac:spMk id="49" creationId="{87A12B07-92DB-5A46-9EB7-67EFD20080F0}"/>
          </ac:spMkLst>
        </pc:spChg>
        <pc:spChg chg="mod">
          <ac:chgData name="Loc Huynh" userId="80c0383e323bd6ea" providerId="LiveId" clId="{45D23C15-8B6E-3442-9B58-7B186F27CDA3}" dt="2023-09-18T07:43:34.140" v="4148" actId="1076"/>
          <ac:spMkLst>
            <pc:docMk/>
            <pc:sldMk cId="150743603" sldId="507"/>
            <ac:spMk id="57" creationId="{6E3192B3-D948-B74D-98FA-2561A2C6C8CE}"/>
          </ac:spMkLst>
        </pc:spChg>
        <pc:spChg chg="mod">
          <ac:chgData name="Loc Huynh" userId="80c0383e323bd6ea" providerId="LiveId" clId="{45D23C15-8B6E-3442-9B58-7B186F27CDA3}" dt="2023-09-18T07:43:34.140" v="4148" actId="1076"/>
          <ac:spMkLst>
            <pc:docMk/>
            <pc:sldMk cId="150743603" sldId="507"/>
            <ac:spMk id="59" creationId="{41D24058-A91F-114B-B3CE-C1FD2FAE45A7}"/>
          </ac:spMkLst>
        </pc:spChg>
        <pc:spChg chg="mod">
          <ac:chgData name="Loc Huynh" userId="80c0383e323bd6ea" providerId="LiveId" clId="{45D23C15-8B6E-3442-9B58-7B186F27CDA3}" dt="2023-09-18T07:43:55.804" v="4156" actId="207"/>
          <ac:spMkLst>
            <pc:docMk/>
            <pc:sldMk cId="150743603" sldId="507"/>
            <ac:spMk id="62" creationId="{DD445614-1FA1-6B49-9201-10C2229D1924}"/>
          </ac:spMkLst>
        </pc:spChg>
        <pc:spChg chg="mod">
          <ac:chgData name="Loc Huynh" userId="80c0383e323bd6ea" providerId="LiveId" clId="{45D23C15-8B6E-3442-9B58-7B186F27CDA3}" dt="2023-09-18T07:43:52.292" v="4154" actId="207"/>
          <ac:spMkLst>
            <pc:docMk/>
            <pc:sldMk cId="150743603" sldId="507"/>
            <ac:spMk id="64" creationId="{3EAD3B7B-6579-E540-8B51-8153A04A7D4B}"/>
          </ac:spMkLst>
        </pc:spChg>
        <pc:spChg chg="mod">
          <ac:chgData name="Loc Huynh" userId="80c0383e323bd6ea" providerId="LiveId" clId="{45D23C15-8B6E-3442-9B58-7B186F27CDA3}" dt="2023-09-18T07:43:53.808" v="4155" actId="207"/>
          <ac:spMkLst>
            <pc:docMk/>
            <pc:sldMk cId="150743603" sldId="507"/>
            <ac:spMk id="65" creationId="{63BE4BE4-1458-1742-A1FD-3AF9AECFC413}"/>
          </ac:spMkLst>
        </pc:spChg>
        <pc:spChg chg="mod">
          <ac:chgData name="Loc Huynh" userId="80c0383e323bd6ea" providerId="LiveId" clId="{45D23C15-8B6E-3442-9B58-7B186F27CDA3}" dt="2023-09-18T07:43:34.140" v="4148" actId="1076"/>
          <ac:spMkLst>
            <pc:docMk/>
            <pc:sldMk cId="150743603" sldId="507"/>
            <ac:spMk id="72" creationId="{8989EF33-5527-A441-88D5-FB78655AC0F1}"/>
          </ac:spMkLst>
        </pc:spChg>
        <pc:spChg chg="mod">
          <ac:chgData name="Loc Huynh" userId="80c0383e323bd6ea" providerId="LiveId" clId="{45D23C15-8B6E-3442-9B58-7B186F27CDA3}" dt="2023-09-18T07:43:34.140" v="4148" actId="1076"/>
          <ac:spMkLst>
            <pc:docMk/>
            <pc:sldMk cId="150743603" sldId="507"/>
            <ac:spMk id="73" creationId="{C770BCFF-0830-B44B-8099-453F4748B3A2}"/>
          </ac:spMkLst>
        </pc:spChg>
        <pc:spChg chg="mod">
          <ac:chgData name="Loc Huynh" userId="80c0383e323bd6ea" providerId="LiveId" clId="{45D23C15-8B6E-3442-9B58-7B186F27CDA3}" dt="2023-09-18T07:43:48.820" v="4153" actId="207"/>
          <ac:spMkLst>
            <pc:docMk/>
            <pc:sldMk cId="150743603" sldId="507"/>
            <ac:spMk id="74" creationId="{6BBDAC58-F6B8-7C49-BD21-28820C193A57}"/>
          </ac:spMkLst>
        </pc:spChg>
        <pc:spChg chg="mod">
          <ac:chgData name="Loc Huynh" userId="80c0383e323bd6ea" providerId="LiveId" clId="{45D23C15-8B6E-3442-9B58-7B186F27CDA3}" dt="2023-09-18T07:44:42.073" v="4171" actId="14100"/>
          <ac:spMkLst>
            <pc:docMk/>
            <pc:sldMk cId="150743603" sldId="507"/>
            <ac:spMk id="79" creationId="{9F08162D-7103-DB47-9A65-4C0EA6337BE6}"/>
          </ac:spMkLst>
        </pc:spChg>
        <pc:spChg chg="mod">
          <ac:chgData name="Loc Huynh" userId="80c0383e323bd6ea" providerId="LiveId" clId="{45D23C15-8B6E-3442-9B58-7B186F27CDA3}" dt="2023-09-18T07:43:34.140" v="4148" actId="1076"/>
          <ac:spMkLst>
            <pc:docMk/>
            <pc:sldMk cId="150743603" sldId="507"/>
            <ac:spMk id="82" creationId="{81BF5FED-1701-454F-9809-79DD8735223E}"/>
          </ac:spMkLst>
        </pc:spChg>
        <pc:spChg chg="mod">
          <ac:chgData name="Loc Huynh" userId="80c0383e323bd6ea" providerId="LiveId" clId="{45D23C15-8B6E-3442-9B58-7B186F27CDA3}" dt="2023-09-18T07:44:07.619" v="4160" actId="13926"/>
          <ac:spMkLst>
            <pc:docMk/>
            <pc:sldMk cId="150743603" sldId="507"/>
            <ac:spMk id="83" creationId="{C943A46A-99BD-C947-8C1C-A728194F6796}"/>
          </ac:spMkLst>
        </pc:spChg>
        <pc:spChg chg="mod">
          <ac:chgData name="Loc Huynh" userId="80c0383e323bd6ea" providerId="LiveId" clId="{45D23C15-8B6E-3442-9B58-7B186F27CDA3}" dt="2023-09-18T07:43:34.140" v="4148" actId="1076"/>
          <ac:spMkLst>
            <pc:docMk/>
            <pc:sldMk cId="150743603" sldId="507"/>
            <ac:spMk id="88" creationId="{F3C4E38D-3DCB-C347-9910-DFE0C98A03D9}"/>
          </ac:spMkLst>
        </pc:spChg>
        <pc:spChg chg="mod">
          <ac:chgData name="Loc Huynh" userId="80c0383e323bd6ea" providerId="LiveId" clId="{45D23C15-8B6E-3442-9B58-7B186F27CDA3}" dt="2023-09-18T07:44:03.286" v="4158" actId="207"/>
          <ac:spMkLst>
            <pc:docMk/>
            <pc:sldMk cId="150743603" sldId="507"/>
            <ac:spMk id="94" creationId="{EFFDCBE8-6F92-3049-B644-36C42A3D395B}"/>
          </ac:spMkLst>
        </pc:spChg>
        <pc:spChg chg="mod">
          <ac:chgData name="Loc Huynh" userId="80c0383e323bd6ea" providerId="LiveId" clId="{45D23C15-8B6E-3442-9B58-7B186F27CDA3}" dt="2023-09-18T07:43:58.679" v="4157" actId="207"/>
          <ac:spMkLst>
            <pc:docMk/>
            <pc:sldMk cId="150743603" sldId="507"/>
            <ac:spMk id="98" creationId="{6A64837D-A99D-1840-9E10-E668BDEE9235}"/>
          </ac:spMkLst>
        </pc:spChg>
        <pc:spChg chg="mod">
          <ac:chgData name="Loc Huynh" userId="80c0383e323bd6ea" providerId="LiveId" clId="{45D23C15-8B6E-3442-9B58-7B186F27CDA3}" dt="2023-09-18T07:44:11.564" v="4161" actId="207"/>
          <ac:spMkLst>
            <pc:docMk/>
            <pc:sldMk cId="150743603" sldId="507"/>
            <ac:spMk id="101" creationId="{DDF91A2F-C47C-5D47-9CAA-BBF32AA481A4}"/>
          </ac:spMkLst>
        </pc:spChg>
        <pc:grpChg chg="add mod">
          <ac:chgData name="Loc Huynh" userId="80c0383e323bd6ea" providerId="LiveId" clId="{45D23C15-8B6E-3442-9B58-7B186F27CDA3}" dt="2023-09-18T07:43:34.140" v="4148" actId="1076"/>
          <ac:grpSpMkLst>
            <pc:docMk/>
            <pc:sldMk cId="150743603" sldId="507"/>
            <ac:grpSpMk id="6" creationId="{6FD14B71-BCD2-C9E1-0028-70047806B251}"/>
          </ac:grpSpMkLst>
        </pc:grpChg>
        <pc:grpChg chg="mod">
          <ac:chgData name="Loc Huynh" userId="80c0383e323bd6ea" providerId="LiveId" clId="{45D23C15-8B6E-3442-9B58-7B186F27CDA3}" dt="2023-09-18T07:43:34.140" v="4148" actId="1076"/>
          <ac:grpSpMkLst>
            <pc:docMk/>
            <pc:sldMk cId="150743603" sldId="507"/>
            <ac:grpSpMk id="12" creationId="{DE930267-B3B7-B34F-B9EC-AEC7245F38D1}"/>
          </ac:grpSpMkLst>
        </pc:grpChg>
        <pc:grpChg chg="mod">
          <ac:chgData name="Loc Huynh" userId="80c0383e323bd6ea" providerId="LiveId" clId="{45D23C15-8B6E-3442-9B58-7B186F27CDA3}" dt="2023-09-18T07:43:34.140" v="4148" actId="1076"/>
          <ac:grpSpMkLst>
            <pc:docMk/>
            <pc:sldMk cId="150743603" sldId="507"/>
            <ac:grpSpMk id="30" creationId="{814E20C7-EAA7-7446-888B-D7EC7279F425}"/>
          </ac:grpSpMkLst>
        </pc:grpChg>
        <pc:grpChg chg="mod">
          <ac:chgData name="Loc Huynh" userId="80c0383e323bd6ea" providerId="LiveId" clId="{45D23C15-8B6E-3442-9B58-7B186F27CDA3}" dt="2023-09-18T07:43:34.140" v="4148" actId="1076"/>
          <ac:grpSpMkLst>
            <pc:docMk/>
            <pc:sldMk cId="150743603" sldId="507"/>
            <ac:grpSpMk id="39" creationId="{FD2F1995-C3D9-F64B-8AD6-7A744BB627F0}"/>
          </ac:grpSpMkLst>
        </pc:grpChg>
        <pc:grpChg chg="mod">
          <ac:chgData name="Loc Huynh" userId="80c0383e323bd6ea" providerId="LiveId" clId="{45D23C15-8B6E-3442-9B58-7B186F27CDA3}" dt="2023-09-18T07:43:34.140" v="4148" actId="1076"/>
          <ac:grpSpMkLst>
            <pc:docMk/>
            <pc:sldMk cId="150743603" sldId="507"/>
            <ac:grpSpMk id="40" creationId="{EDEC995F-385C-FE42-B262-0821F6563911}"/>
          </ac:grpSpMkLst>
        </pc:grpChg>
        <pc:grpChg chg="mod">
          <ac:chgData name="Loc Huynh" userId="80c0383e323bd6ea" providerId="LiveId" clId="{45D23C15-8B6E-3442-9B58-7B186F27CDA3}" dt="2023-09-18T07:43:34.140" v="4148" actId="1076"/>
          <ac:grpSpMkLst>
            <pc:docMk/>
            <pc:sldMk cId="150743603" sldId="507"/>
            <ac:grpSpMk id="41" creationId="{9A47FD88-E834-204E-BB7C-B993BDD4785E}"/>
          </ac:grpSpMkLst>
        </pc:grpChg>
        <pc:grpChg chg="mod">
          <ac:chgData name="Loc Huynh" userId="80c0383e323bd6ea" providerId="LiveId" clId="{45D23C15-8B6E-3442-9B58-7B186F27CDA3}" dt="2023-09-18T07:43:34.140" v="4148" actId="1076"/>
          <ac:grpSpMkLst>
            <pc:docMk/>
            <pc:sldMk cId="150743603" sldId="507"/>
            <ac:grpSpMk id="47" creationId="{7FEDD779-E2C9-5A4C-A487-C79FD9C9B2BF}"/>
          </ac:grpSpMkLst>
        </pc:grpChg>
        <pc:grpChg chg="mod">
          <ac:chgData name="Loc Huynh" userId="80c0383e323bd6ea" providerId="LiveId" clId="{45D23C15-8B6E-3442-9B58-7B186F27CDA3}" dt="2023-09-18T07:43:34.140" v="4148" actId="1076"/>
          <ac:grpSpMkLst>
            <pc:docMk/>
            <pc:sldMk cId="150743603" sldId="507"/>
            <ac:grpSpMk id="48" creationId="{5454892B-A326-FA47-A872-427C8BCD6EFA}"/>
          </ac:grpSpMkLst>
        </pc:grpChg>
        <pc:grpChg chg="mod">
          <ac:chgData name="Loc Huynh" userId="80c0383e323bd6ea" providerId="LiveId" clId="{45D23C15-8B6E-3442-9B58-7B186F27CDA3}" dt="2023-09-18T07:43:34.140" v="4148" actId="1076"/>
          <ac:grpSpMkLst>
            <pc:docMk/>
            <pc:sldMk cId="150743603" sldId="507"/>
            <ac:grpSpMk id="50" creationId="{A65D75BD-4FE4-E44A-B360-DF3B506DD15D}"/>
          </ac:grpSpMkLst>
        </pc:grpChg>
        <pc:picChg chg="mod">
          <ac:chgData name="Loc Huynh" userId="80c0383e323bd6ea" providerId="LiveId" clId="{45D23C15-8B6E-3442-9B58-7B186F27CDA3}" dt="2023-09-18T07:43:34.140" v="4148" actId="1076"/>
          <ac:picMkLst>
            <pc:docMk/>
            <pc:sldMk cId="150743603" sldId="507"/>
            <ac:picMk id="51" creationId="{40E1049D-7B19-E84D-BD08-9354C05F3754}"/>
          </ac:picMkLst>
        </pc:picChg>
        <pc:picChg chg="mod">
          <ac:chgData name="Loc Huynh" userId="80c0383e323bd6ea" providerId="LiveId" clId="{45D23C15-8B6E-3442-9B58-7B186F27CDA3}" dt="2023-09-18T07:43:34.140" v="4148" actId="1076"/>
          <ac:picMkLst>
            <pc:docMk/>
            <pc:sldMk cId="150743603" sldId="507"/>
            <ac:picMk id="52" creationId="{E5456431-4B01-E146-9074-FDBD22DF646D}"/>
          </ac:picMkLst>
        </pc:picChg>
        <pc:picChg chg="mod">
          <ac:chgData name="Loc Huynh" userId="80c0383e323bd6ea" providerId="LiveId" clId="{45D23C15-8B6E-3442-9B58-7B186F27CDA3}" dt="2023-09-18T07:43:34.140" v="4148" actId="1076"/>
          <ac:picMkLst>
            <pc:docMk/>
            <pc:sldMk cId="150743603" sldId="507"/>
            <ac:picMk id="58" creationId="{31A69A8E-DC08-F042-BC13-DEA5A4267EF9}"/>
          </ac:picMkLst>
        </pc:picChg>
        <pc:picChg chg="mod">
          <ac:chgData name="Loc Huynh" userId="80c0383e323bd6ea" providerId="LiveId" clId="{45D23C15-8B6E-3442-9B58-7B186F27CDA3}" dt="2023-09-18T07:43:34.140" v="4148" actId="1076"/>
          <ac:picMkLst>
            <pc:docMk/>
            <pc:sldMk cId="150743603" sldId="507"/>
            <ac:picMk id="61" creationId="{ADEE127F-39B2-1541-AA82-A861EC044E79}"/>
          </ac:picMkLst>
        </pc:picChg>
        <pc:picChg chg="mod">
          <ac:chgData name="Loc Huynh" userId="80c0383e323bd6ea" providerId="LiveId" clId="{45D23C15-8B6E-3442-9B58-7B186F27CDA3}" dt="2023-09-18T07:43:34.140" v="4148" actId="1076"/>
          <ac:picMkLst>
            <pc:docMk/>
            <pc:sldMk cId="150743603" sldId="507"/>
            <ac:picMk id="70" creationId="{F56A6049-A1BC-634D-B96F-059FC38BB74E}"/>
          </ac:picMkLst>
        </pc:picChg>
        <pc:picChg chg="mod">
          <ac:chgData name="Loc Huynh" userId="80c0383e323bd6ea" providerId="LiveId" clId="{45D23C15-8B6E-3442-9B58-7B186F27CDA3}" dt="2023-09-18T07:43:34.140" v="4148" actId="1076"/>
          <ac:picMkLst>
            <pc:docMk/>
            <pc:sldMk cId="150743603" sldId="507"/>
            <ac:picMk id="81" creationId="{4F41E1F3-E4D1-854B-A6AE-402E27E5EDC9}"/>
          </ac:picMkLst>
        </pc:picChg>
        <pc:picChg chg="mod">
          <ac:chgData name="Loc Huynh" userId="80c0383e323bd6ea" providerId="LiveId" clId="{45D23C15-8B6E-3442-9B58-7B186F27CDA3}" dt="2023-09-18T07:43:34.140" v="4148" actId="1076"/>
          <ac:picMkLst>
            <pc:docMk/>
            <pc:sldMk cId="150743603" sldId="507"/>
            <ac:picMk id="97" creationId="{527F3F1F-6A43-DB46-AE50-274EFFE8DADD}"/>
          </ac:picMkLst>
        </pc:picChg>
        <pc:picChg chg="mod">
          <ac:chgData name="Loc Huynh" userId="80c0383e323bd6ea" providerId="LiveId" clId="{45D23C15-8B6E-3442-9B58-7B186F27CDA3}" dt="2023-09-18T07:43:34.140" v="4148" actId="1076"/>
          <ac:picMkLst>
            <pc:docMk/>
            <pc:sldMk cId="150743603" sldId="507"/>
            <ac:picMk id="100" creationId="{1D7F44BA-D4E0-774A-A0CA-4FC3626B8354}"/>
          </ac:picMkLst>
        </pc:picChg>
        <pc:cxnChg chg="mod">
          <ac:chgData name="Loc Huynh" userId="80c0383e323bd6ea" providerId="LiveId" clId="{45D23C15-8B6E-3442-9B58-7B186F27CDA3}" dt="2023-09-18T07:43:34.140" v="4148" actId="1076"/>
          <ac:cxnSpMkLst>
            <pc:docMk/>
            <pc:sldMk cId="150743603" sldId="507"/>
            <ac:cxnSpMk id="21" creationId="{AD64AC9F-E8F5-9C43-AB74-DD2319F03559}"/>
          </ac:cxnSpMkLst>
        </pc:cxnChg>
        <pc:cxnChg chg="mod">
          <ac:chgData name="Loc Huynh" userId="80c0383e323bd6ea" providerId="LiveId" clId="{45D23C15-8B6E-3442-9B58-7B186F27CDA3}" dt="2023-09-18T07:43:34.140" v="4148" actId="1076"/>
          <ac:cxnSpMkLst>
            <pc:docMk/>
            <pc:sldMk cId="150743603" sldId="507"/>
            <ac:cxnSpMk id="36" creationId="{ACD15BD6-744D-364F-9488-C63FEFB4084F}"/>
          </ac:cxnSpMkLst>
        </pc:cxnChg>
        <pc:cxnChg chg="mod">
          <ac:chgData name="Loc Huynh" userId="80c0383e323bd6ea" providerId="LiveId" clId="{45D23C15-8B6E-3442-9B58-7B186F27CDA3}" dt="2023-09-18T07:43:34.140" v="4148" actId="1076"/>
          <ac:cxnSpMkLst>
            <pc:docMk/>
            <pc:sldMk cId="150743603" sldId="507"/>
            <ac:cxnSpMk id="38" creationId="{9EB13634-0A81-3D41-988E-12FAA8C81D7A}"/>
          </ac:cxnSpMkLst>
        </pc:cxnChg>
        <pc:cxnChg chg="mod">
          <ac:chgData name="Loc Huynh" userId="80c0383e323bd6ea" providerId="LiveId" clId="{45D23C15-8B6E-3442-9B58-7B186F27CDA3}" dt="2023-09-18T07:43:34.140" v="4148" actId="1076"/>
          <ac:cxnSpMkLst>
            <pc:docMk/>
            <pc:sldMk cId="150743603" sldId="507"/>
            <ac:cxnSpMk id="56" creationId="{41758B78-2E0B-E94A-BD8D-380A4DB05E58}"/>
          </ac:cxnSpMkLst>
        </pc:cxnChg>
        <pc:cxnChg chg="mod">
          <ac:chgData name="Loc Huynh" userId="80c0383e323bd6ea" providerId="LiveId" clId="{45D23C15-8B6E-3442-9B58-7B186F27CDA3}" dt="2023-09-18T07:43:34.140" v="4148" actId="1076"/>
          <ac:cxnSpMkLst>
            <pc:docMk/>
            <pc:sldMk cId="150743603" sldId="507"/>
            <ac:cxnSpMk id="60" creationId="{041C8438-E42C-DA49-87F7-DF52B9E55A6C}"/>
          </ac:cxnSpMkLst>
        </pc:cxnChg>
        <pc:cxnChg chg="mod">
          <ac:chgData name="Loc Huynh" userId="80c0383e323bd6ea" providerId="LiveId" clId="{45D23C15-8B6E-3442-9B58-7B186F27CDA3}" dt="2023-09-18T07:43:34.140" v="4148" actId="1076"/>
          <ac:cxnSpMkLst>
            <pc:docMk/>
            <pc:sldMk cId="150743603" sldId="507"/>
            <ac:cxnSpMk id="69" creationId="{93631A10-0543-DD45-9262-783D421726E6}"/>
          </ac:cxnSpMkLst>
        </pc:cxnChg>
        <pc:cxnChg chg="mod">
          <ac:chgData name="Loc Huynh" userId="80c0383e323bd6ea" providerId="LiveId" clId="{45D23C15-8B6E-3442-9B58-7B186F27CDA3}" dt="2023-09-18T07:43:34.140" v="4148" actId="1076"/>
          <ac:cxnSpMkLst>
            <pc:docMk/>
            <pc:sldMk cId="150743603" sldId="507"/>
            <ac:cxnSpMk id="71" creationId="{C402EE36-12F7-C54E-9E5A-C6CFE1CFFB84}"/>
          </ac:cxnSpMkLst>
        </pc:cxnChg>
        <pc:cxnChg chg="mod">
          <ac:chgData name="Loc Huynh" userId="80c0383e323bd6ea" providerId="LiveId" clId="{45D23C15-8B6E-3442-9B58-7B186F27CDA3}" dt="2023-09-18T07:43:34.140" v="4148" actId="1076"/>
          <ac:cxnSpMkLst>
            <pc:docMk/>
            <pc:sldMk cId="150743603" sldId="507"/>
            <ac:cxnSpMk id="78" creationId="{B2F75767-118A-2440-9A87-156628B6E253}"/>
          </ac:cxnSpMkLst>
        </pc:cxnChg>
        <pc:cxnChg chg="mod">
          <ac:chgData name="Loc Huynh" userId="80c0383e323bd6ea" providerId="LiveId" clId="{45D23C15-8B6E-3442-9B58-7B186F27CDA3}" dt="2023-09-18T07:43:34.140" v="4148" actId="1076"/>
          <ac:cxnSpMkLst>
            <pc:docMk/>
            <pc:sldMk cId="150743603" sldId="507"/>
            <ac:cxnSpMk id="80" creationId="{4057A28D-0348-E541-B559-9F7821B4D44B}"/>
          </ac:cxnSpMkLst>
        </pc:cxnChg>
        <pc:cxnChg chg="mod">
          <ac:chgData name="Loc Huynh" userId="80c0383e323bd6ea" providerId="LiveId" clId="{45D23C15-8B6E-3442-9B58-7B186F27CDA3}" dt="2023-09-18T07:43:34.140" v="4148" actId="1076"/>
          <ac:cxnSpMkLst>
            <pc:docMk/>
            <pc:sldMk cId="150743603" sldId="507"/>
            <ac:cxnSpMk id="89" creationId="{E91FA1A9-A7AF-B646-B7BF-0105A5D3C5B3}"/>
          </ac:cxnSpMkLst>
        </pc:cxnChg>
        <pc:cxnChg chg="mod">
          <ac:chgData name="Loc Huynh" userId="80c0383e323bd6ea" providerId="LiveId" clId="{45D23C15-8B6E-3442-9B58-7B186F27CDA3}" dt="2023-09-18T07:43:34.140" v="4148" actId="1076"/>
          <ac:cxnSpMkLst>
            <pc:docMk/>
            <pc:sldMk cId="150743603" sldId="507"/>
            <ac:cxnSpMk id="99" creationId="{B30B0C27-EE07-2C48-9681-E36C74DD7311}"/>
          </ac:cxnSpMkLst>
        </pc:cxnChg>
        <pc:cxnChg chg="mod">
          <ac:chgData name="Loc Huynh" userId="80c0383e323bd6ea" providerId="LiveId" clId="{45D23C15-8B6E-3442-9B58-7B186F27CDA3}" dt="2023-09-18T07:43:34.140" v="4148" actId="1076"/>
          <ac:cxnSpMkLst>
            <pc:docMk/>
            <pc:sldMk cId="150743603" sldId="507"/>
            <ac:cxnSpMk id="117" creationId="{CA03A42E-7C56-4A40-B163-5096304545E6}"/>
          </ac:cxnSpMkLst>
        </pc:cxnChg>
        <pc:cxnChg chg="mod">
          <ac:chgData name="Loc Huynh" userId="80c0383e323bd6ea" providerId="LiveId" clId="{45D23C15-8B6E-3442-9B58-7B186F27CDA3}" dt="2023-09-18T07:43:34.140" v="4148" actId="1076"/>
          <ac:cxnSpMkLst>
            <pc:docMk/>
            <pc:sldMk cId="150743603" sldId="507"/>
            <ac:cxnSpMk id="118" creationId="{6711DB52-93AD-3540-BC7A-4EBAB35CED6C}"/>
          </ac:cxnSpMkLst>
        </pc:cxnChg>
        <pc:cxnChg chg="mod">
          <ac:chgData name="Loc Huynh" userId="80c0383e323bd6ea" providerId="LiveId" clId="{45D23C15-8B6E-3442-9B58-7B186F27CDA3}" dt="2023-09-18T07:43:34.140" v="4148" actId="1076"/>
          <ac:cxnSpMkLst>
            <pc:docMk/>
            <pc:sldMk cId="150743603" sldId="507"/>
            <ac:cxnSpMk id="120" creationId="{02022B24-34C3-AE4C-8DB3-BC717FCE5C4A}"/>
          </ac:cxnSpMkLst>
        </pc:cxnChg>
      </pc:sldChg>
      <pc:sldChg chg="addSp delSp modSp add del mod chgLayout">
        <pc:chgData name="Loc Huynh" userId="80c0383e323bd6ea" providerId="LiveId" clId="{45D23C15-8B6E-3442-9B58-7B186F27CDA3}" dt="2023-09-25T01:57:07.619" v="5125" actId="2696"/>
        <pc:sldMkLst>
          <pc:docMk/>
          <pc:sldMk cId="3759166692" sldId="508"/>
        </pc:sldMkLst>
        <pc:spChg chg="mod ord">
          <ac:chgData name="Loc Huynh" userId="80c0383e323bd6ea" providerId="LiveId" clId="{45D23C15-8B6E-3442-9B58-7B186F27CDA3}" dt="2023-09-18T07:55:55.158" v="4390" actId="20577"/>
          <ac:spMkLst>
            <pc:docMk/>
            <pc:sldMk cId="3759166692" sldId="508"/>
            <ac:spMk id="2" creationId="{67D965CF-1D55-5443-919B-AC77503498CA}"/>
          </ac:spMkLst>
        </pc:spChg>
        <pc:spChg chg="add del mod ord">
          <ac:chgData name="Loc Huynh" userId="80c0383e323bd6ea" providerId="LiveId" clId="{45D23C15-8B6E-3442-9B58-7B186F27CDA3}" dt="2023-09-18T07:55:38.690" v="4375" actId="478"/>
          <ac:spMkLst>
            <pc:docMk/>
            <pc:sldMk cId="3759166692" sldId="508"/>
            <ac:spMk id="3" creationId="{6B1D9321-FF39-B846-D955-EBEE6C4CA6FB}"/>
          </ac:spMkLst>
        </pc:spChg>
        <pc:spChg chg="mod ord">
          <ac:chgData name="Loc Huynh" userId="80c0383e323bd6ea" providerId="LiveId" clId="{45D23C15-8B6E-3442-9B58-7B186F27CDA3}" dt="2023-09-18T06:58:25.716" v="2720" actId="700"/>
          <ac:spMkLst>
            <pc:docMk/>
            <pc:sldMk cId="3759166692" sldId="508"/>
            <ac:spMk id="4" creationId="{D0B4835D-B712-474E-B6B8-6C1BBDD99FFD}"/>
          </ac:spMkLst>
        </pc:spChg>
        <pc:spChg chg="mod ord">
          <ac:chgData name="Loc Huynh" userId="80c0383e323bd6ea" providerId="LiveId" clId="{45D23C15-8B6E-3442-9B58-7B186F27CDA3}" dt="2023-09-18T06:58:25.716" v="2720" actId="700"/>
          <ac:spMkLst>
            <pc:docMk/>
            <pc:sldMk cId="3759166692" sldId="508"/>
            <ac:spMk id="5" creationId="{AE526D72-773E-714F-A1AE-5B77BAF3A9FB}"/>
          </ac:spMkLst>
        </pc:spChg>
        <pc:spChg chg="mod">
          <ac:chgData name="Loc Huynh" userId="80c0383e323bd6ea" providerId="LiveId" clId="{45D23C15-8B6E-3442-9B58-7B186F27CDA3}" dt="2023-09-18T08:34:08.700" v="4644" actId="20577"/>
          <ac:spMkLst>
            <pc:docMk/>
            <pc:sldMk cId="3759166692" sldId="508"/>
            <ac:spMk id="7" creationId="{9CF46A69-C370-BC4E-A1B6-0D08CD7E7D51}"/>
          </ac:spMkLst>
        </pc:spChg>
        <pc:spChg chg="mod">
          <ac:chgData name="Loc Huynh" userId="80c0383e323bd6ea" providerId="LiveId" clId="{45D23C15-8B6E-3442-9B58-7B186F27CDA3}" dt="2023-09-18T07:47:06.180" v="4225" actId="1076"/>
          <ac:spMkLst>
            <pc:docMk/>
            <pc:sldMk cId="3759166692" sldId="508"/>
            <ac:spMk id="9" creationId="{ADBD2633-F9F7-50BE-2B7C-43FCA352AA7A}"/>
          </ac:spMkLst>
        </pc:spChg>
        <pc:spChg chg="mod">
          <ac:chgData name="Loc Huynh" userId="80c0383e323bd6ea" providerId="LiveId" clId="{45D23C15-8B6E-3442-9B58-7B186F27CDA3}" dt="2023-09-18T07:47:06.180" v="4225" actId="1076"/>
          <ac:spMkLst>
            <pc:docMk/>
            <pc:sldMk cId="3759166692" sldId="508"/>
            <ac:spMk id="10" creationId="{BAEE126E-9848-765F-65E4-212604EB5975}"/>
          </ac:spMkLst>
        </pc:spChg>
        <pc:spChg chg="mod">
          <ac:chgData name="Loc Huynh" userId="80c0383e323bd6ea" providerId="LiveId" clId="{45D23C15-8B6E-3442-9B58-7B186F27CDA3}" dt="2023-09-18T07:46:34.064" v="4222" actId="13822"/>
          <ac:spMkLst>
            <pc:docMk/>
            <pc:sldMk cId="3759166692" sldId="508"/>
            <ac:spMk id="16" creationId="{7C8FDB5D-9AF4-224E-B7B6-BA96C824EC4F}"/>
          </ac:spMkLst>
        </pc:spChg>
        <pc:spChg chg="mod">
          <ac:chgData name="Loc Huynh" userId="80c0383e323bd6ea" providerId="LiveId" clId="{45D23C15-8B6E-3442-9B58-7B186F27CDA3}" dt="2023-09-18T07:47:06.180" v="4225" actId="1076"/>
          <ac:spMkLst>
            <pc:docMk/>
            <pc:sldMk cId="3759166692" sldId="508"/>
            <ac:spMk id="24" creationId="{AE89153D-ED86-6D90-DF1D-45B1DE2007F8}"/>
          </ac:spMkLst>
        </pc:spChg>
        <pc:spChg chg="mod">
          <ac:chgData name="Loc Huynh" userId="80c0383e323bd6ea" providerId="LiveId" clId="{45D23C15-8B6E-3442-9B58-7B186F27CDA3}" dt="2023-09-18T07:47:06.180" v="4225" actId="1076"/>
          <ac:spMkLst>
            <pc:docMk/>
            <pc:sldMk cId="3759166692" sldId="508"/>
            <ac:spMk id="29" creationId="{B1863B2D-FB45-1802-BBFF-C40E2A51FCC5}"/>
          </ac:spMkLst>
        </pc:spChg>
        <pc:spChg chg="mod">
          <ac:chgData name="Loc Huynh" userId="80c0383e323bd6ea" providerId="LiveId" clId="{45D23C15-8B6E-3442-9B58-7B186F27CDA3}" dt="2023-09-18T07:47:06.180" v="4225" actId="1076"/>
          <ac:spMkLst>
            <pc:docMk/>
            <pc:sldMk cId="3759166692" sldId="508"/>
            <ac:spMk id="31" creationId="{AF212A66-DAC0-2A27-1E15-ECEF0CA36879}"/>
          </ac:spMkLst>
        </pc:spChg>
        <pc:spChg chg="mod">
          <ac:chgData name="Loc Huynh" userId="80c0383e323bd6ea" providerId="LiveId" clId="{45D23C15-8B6E-3442-9B58-7B186F27CDA3}" dt="2023-09-18T07:47:06.180" v="4225" actId="1076"/>
          <ac:spMkLst>
            <pc:docMk/>
            <pc:sldMk cId="3759166692" sldId="508"/>
            <ac:spMk id="33" creationId="{159D4F7C-151A-0AC0-4B79-00E1DDAD2FCF}"/>
          </ac:spMkLst>
        </pc:spChg>
        <pc:spChg chg="mod">
          <ac:chgData name="Loc Huynh" userId="80c0383e323bd6ea" providerId="LiveId" clId="{45D23C15-8B6E-3442-9B58-7B186F27CDA3}" dt="2023-09-18T07:47:06.180" v="4225" actId="1076"/>
          <ac:spMkLst>
            <pc:docMk/>
            <pc:sldMk cId="3759166692" sldId="508"/>
            <ac:spMk id="34" creationId="{ABF4CE5B-8275-31EC-0F97-2593B4609BBD}"/>
          </ac:spMkLst>
        </pc:spChg>
        <pc:spChg chg="mod">
          <ac:chgData name="Loc Huynh" userId="80c0383e323bd6ea" providerId="LiveId" clId="{45D23C15-8B6E-3442-9B58-7B186F27CDA3}" dt="2023-09-18T07:47:06.180" v="4225" actId="1076"/>
          <ac:spMkLst>
            <pc:docMk/>
            <pc:sldMk cId="3759166692" sldId="508"/>
            <ac:spMk id="38" creationId="{630B6D47-0461-02AE-0BBB-D281D86642D2}"/>
          </ac:spMkLst>
        </pc:spChg>
        <pc:spChg chg="mod">
          <ac:chgData name="Loc Huynh" userId="80c0383e323bd6ea" providerId="LiveId" clId="{45D23C15-8B6E-3442-9B58-7B186F27CDA3}" dt="2023-09-18T07:47:06.180" v="4225" actId="1076"/>
          <ac:spMkLst>
            <pc:docMk/>
            <pc:sldMk cId="3759166692" sldId="508"/>
            <ac:spMk id="43" creationId="{0641D8B1-E8A2-7C9E-00BC-D6FFF2589D1A}"/>
          </ac:spMkLst>
        </pc:spChg>
        <pc:spChg chg="mod">
          <ac:chgData name="Loc Huynh" userId="80c0383e323bd6ea" providerId="LiveId" clId="{45D23C15-8B6E-3442-9B58-7B186F27CDA3}" dt="2023-09-18T07:47:06.180" v="4225" actId="1076"/>
          <ac:spMkLst>
            <pc:docMk/>
            <pc:sldMk cId="3759166692" sldId="508"/>
            <ac:spMk id="44" creationId="{337FB58C-A3E4-ED0C-0B4D-D4189BE87AF5}"/>
          </ac:spMkLst>
        </pc:spChg>
        <pc:spChg chg="mod">
          <ac:chgData name="Loc Huynh" userId="80c0383e323bd6ea" providerId="LiveId" clId="{45D23C15-8B6E-3442-9B58-7B186F27CDA3}" dt="2023-09-18T08:34:20.189" v="4646" actId="14100"/>
          <ac:spMkLst>
            <pc:docMk/>
            <pc:sldMk cId="3759166692" sldId="508"/>
            <ac:spMk id="75" creationId="{54F5DAA9-1DBD-314C-9F95-F7990C0448CA}"/>
          </ac:spMkLst>
        </pc:spChg>
        <pc:grpChg chg="add mod">
          <ac:chgData name="Loc Huynh" userId="80c0383e323bd6ea" providerId="LiveId" clId="{45D23C15-8B6E-3442-9B58-7B186F27CDA3}" dt="2023-09-18T07:47:06.180" v="4225" actId="1076"/>
          <ac:grpSpMkLst>
            <pc:docMk/>
            <pc:sldMk cId="3759166692" sldId="508"/>
            <ac:grpSpMk id="6" creationId="{A39F8ECC-414E-5F7E-CCF1-0EDBF5AEFA1D}"/>
          </ac:grpSpMkLst>
        </pc:grpChg>
        <pc:grpChg chg="mod">
          <ac:chgData name="Loc Huynh" userId="80c0383e323bd6ea" providerId="LiveId" clId="{45D23C15-8B6E-3442-9B58-7B186F27CDA3}" dt="2023-09-18T07:47:06.180" v="4225" actId="1076"/>
          <ac:grpSpMkLst>
            <pc:docMk/>
            <pc:sldMk cId="3759166692" sldId="508"/>
            <ac:grpSpMk id="8" creationId="{55908445-8A9B-5432-6F62-5AF134D23991}"/>
          </ac:grpSpMkLst>
        </pc:grpChg>
        <pc:grpChg chg="mod">
          <ac:chgData name="Loc Huynh" userId="80c0383e323bd6ea" providerId="LiveId" clId="{45D23C15-8B6E-3442-9B58-7B186F27CDA3}" dt="2023-09-18T07:47:06.180" v="4225" actId="1076"/>
          <ac:grpSpMkLst>
            <pc:docMk/>
            <pc:sldMk cId="3759166692" sldId="508"/>
            <ac:grpSpMk id="11" creationId="{C6D7C670-D973-FA2F-4CDD-545649FF181E}"/>
          </ac:grpSpMkLst>
        </pc:grpChg>
        <pc:grpChg chg="mod">
          <ac:chgData name="Loc Huynh" userId="80c0383e323bd6ea" providerId="LiveId" clId="{45D23C15-8B6E-3442-9B58-7B186F27CDA3}" dt="2023-09-18T07:47:06.180" v="4225" actId="1076"/>
          <ac:grpSpMkLst>
            <pc:docMk/>
            <pc:sldMk cId="3759166692" sldId="508"/>
            <ac:grpSpMk id="17" creationId="{DEE3D981-6399-D817-133A-76D4090D72C8}"/>
          </ac:grpSpMkLst>
        </pc:grpChg>
        <pc:grpChg chg="mod">
          <ac:chgData name="Loc Huynh" userId="80c0383e323bd6ea" providerId="LiveId" clId="{45D23C15-8B6E-3442-9B58-7B186F27CDA3}" dt="2023-09-18T07:47:06.180" v="4225" actId="1076"/>
          <ac:grpSpMkLst>
            <pc:docMk/>
            <pc:sldMk cId="3759166692" sldId="508"/>
            <ac:grpSpMk id="19" creationId="{39EAE24A-9C43-1840-801B-9866E919CC02}"/>
          </ac:grpSpMkLst>
        </pc:grpChg>
        <pc:grpChg chg="mod">
          <ac:chgData name="Loc Huynh" userId="80c0383e323bd6ea" providerId="LiveId" clId="{45D23C15-8B6E-3442-9B58-7B186F27CDA3}" dt="2023-09-18T07:47:06.180" v="4225" actId="1076"/>
          <ac:grpSpMkLst>
            <pc:docMk/>
            <pc:sldMk cId="3759166692" sldId="508"/>
            <ac:grpSpMk id="20" creationId="{69AB1228-60E0-8610-98C1-8441C60AA1DA}"/>
          </ac:grpSpMkLst>
        </pc:grpChg>
        <pc:grpChg chg="mod">
          <ac:chgData name="Loc Huynh" userId="80c0383e323bd6ea" providerId="LiveId" clId="{45D23C15-8B6E-3442-9B58-7B186F27CDA3}" dt="2023-09-18T07:47:06.180" v="4225" actId="1076"/>
          <ac:grpSpMkLst>
            <pc:docMk/>
            <pc:sldMk cId="3759166692" sldId="508"/>
            <ac:grpSpMk id="21" creationId="{DECC8401-0424-EB79-0082-7651C5EFB1E9}"/>
          </ac:grpSpMkLst>
        </pc:grpChg>
        <pc:grpChg chg="mod">
          <ac:chgData name="Loc Huynh" userId="80c0383e323bd6ea" providerId="LiveId" clId="{45D23C15-8B6E-3442-9B58-7B186F27CDA3}" dt="2023-09-18T07:47:06.180" v="4225" actId="1076"/>
          <ac:grpSpMkLst>
            <pc:docMk/>
            <pc:sldMk cId="3759166692" sldId="508"/>
            <ac:grpSpMk id="22" creationId="{4628B9D9-DCC3-21AF-3418-367277FAD7F6}"/>
          </ac:grpSpMkLst>
        </pc:grpChg>
        <pc:grpChg chg="mod">
          <ac:chgData name="Loc Huynh" userId="80c0383e323bd6ea" providerId="LiveId" clId="{45D23C15-8B6E-3442-9B58-7B186F27CDA3}" dt="2023-09-18T07:47:06.180" v="4225" actId="1076"/>
          <ac:grpSpMkLst>
            <pc:docMk/>
            <pc:sldMk cId="3759166692" sldId="508"/>
            <ac:grpSpMk id="23" creationId="{42616145-134C-CEAA-0914-C6BE12951935}"/>
          </ac:grpSpMkLst>
        </pc:grpChg>
        <pc:grpChg chg="mod">
          <ac:chgData name="Loc Huynh" userId="80c0383e323bd6ea" providerId="LiveId" clId="{45D23C15-8B6E-3442-9B58-7B186F27CDA3}" dt="2023-09-18T07:47:06.180" v="4225" actId="1076"/>
          <ac:grpSpMkLst>
            <pc:docMk/>
            <pc:sldMk cId="3759166692" sldId="508"/>
            <ac:grpSpMk id="25" creationId="{5CA87D3A-1BCD-8A1D-5865-C86C3CBB4E96}"/>
          </ac:grpSpMkLst>
        </pc:grpChg>
        <pc:grpChg chg="del">
          <ac:chgData name="Loc Huynh" userId="80c0383e323bd6ea" providerId="LiveId" clId="{45D23C15-8B6E-3442-9B58-7B186F27CDA3}" dt="2023-09-18T07:46:47.829" v="4223" actId="478"/>
          <ac:grpSpMkLst>
            <pc:docMk/>
            <pc:sldMk cId="3759166692" sldId="508"/>
            <ac:grpSpMk id="39" creationId="{C43F4368-27C1-6245-BD02-7B4C6DD61F69}"/>
          </ac:grpSpMkLst>
        </pc:grpChg>
        <pc:picChg chg="mod">
          <ac:chgData name="Loc Huynh" userId="80c0383e323bd6ea" providerId="LiveId" clId="{45D23C15-8B6E-3442-9B58-7B186F27CDA3}" dt="2023-09-18T07:47:06.180" v="4225" actId="1076"/>
          <ac:picMkLst>
            <pc:docMk/>
            <pc:sldMk cId="3759166692" sldId="508"/>
            <ac:picMk id="26" creationId="{4D58A209-37D5-6D4A-4D62-70748EF03DA0}"/>
          </ac:picMkLst>
        </pc:picChg>
        <pc:picChg chg="mod">
          <ac:chgData name="Loc Huynh" userId="80c0383e323bd6ea" providerId="LiveId" clId="{45D23C15-8B6E-3442-9B58-7B186F27CDA3}" dt="2023-09-18T07:47:06.180" v="4225" actId="1076"/>
          <ac:picMkLst>
            <pc:docMk/>
            <pc:sldMk cId="3759166692" sldId="508"/>
            <ac:picMk id="27" creationId="{8DD9ED74-41EC-DBD1-4A4C-B4754E964077}"/>
          </ac:picMkLst>
        </pc:picChg>
        <pc:picChg chg="mod">
          <ac:chgData name="Loc Huynh" userId="80c0383e323bd6ea" providerId="LiveId" clId="{45D23C15-8B6E-3442-9B58-7B186F27CDA3}" dt="2023-09-18T07:47:06.180" v="4225" actId="1076"/>
          <ac:picMkLst>
            <pc:docMk/>
            <pc:sldMk cId="3759166692" sldId="508"/>
            <ac:picMk id="30" creationId="{20A30D1C-6047-3ECC-04A4-581FC9502C1A}"/>
          </ac:picMkLst>
        </pc:picChg>
        <pc:picChg chg="mod">
          <ac:chgData name="Loc Huynh" userId="80c0383e323bd6ea" providerId="LiveId" clId="{45D23C15-8B6E-3442-9B58-7B186F27CDA3}" dt="2023-09-18T07:47:06.180" v="4225" actId="1076"/>
          <ac:picMkLst>
            <pc:docMk/>
            <pc:sldMk cId="3759166692" sldId="508"/>
            <ac:picMk id="32" creationId="{77E73E7E-6853-3469-CBEF-1BBB4648D61A}"/>
          </ac:picMkLst>
        </pc:picChg>
        <pc:picChg chg="mod">
          <ac:chgData name="Loc Huynh" userId="80c0383e323bd6ea" providerId="LiveId" clId="{45D23C15-8B6E-3442-9B58-7B186F27CDA3}" dt="2023-09-18T07:47:06.180" v="4225" actId="1076"/>
          <ac:picMkLst>
            <pc:docMk/>
            <pc:sldMk cId="3759166692" sldId="508"/>
            <ac:picMk id="36" creationId="{06A22A30-28EB-27A1-11DF-A1CD08939060}"/>
          </ac:picMkLst>
        </pc:picChg>
        <pc:cxnChg chg="mod">
          <ac:chgData name="Loc Huynh" userId="80c0383e323bd6ea" providerId="LiveId" clId="{45D23C15-8B6E-3442-9B58-7B186F27CDA3}" dt="2023-09-18T07:47:06.180" v="4225" actId="1076"/>
          <ac:cxnSpMkLst>
            <pc:docMk/>
            <pc:sldMk cId="3759166692" sldId="508"/>
            <ac:cxnSpMk id="12" creationId="{8EAC334F-AD13-046F-2C80-8DFF4EF4F718}"/>
          </ac:cxnSpMkLst>
        </pc:cxnChg>
        <pc:cxnChg chg="mod">
          <ac:chgData name="Loc Huynh" userId="80c0383e323bd6ea" providerId="LiveId" clId="{45D23C15-8B6E-3442-9B58-7B186F27CDA3}" dt="2023-09-18T07:47:06.180" v="4225" actId="1076"/>
          <ac:cxnSpMkLst>
            <pc:docMk/>
            <pc:sldMk cId="3759166692" sldId="508"/>
            <ac:cxnSpMk id="13" creationId="{85D1DE46-BE5E-43F0-AFEF-541163B54329}"/>
          </ac:cxnSpMkLst>
        </pc:cxnChg>
        <pc:cxnChg chg="mod">
          <ac:chgData name="Loc Huynh" userId="80c0383e323bd6ea" providerId="LiveId" clId="{45D23C15-8B6E-3442-9B58-7B186F27CDA3}" dt="2023-09-18T07:47:06.180" v="4225" actId="1076"/>
          <ac:cxnSpMkLst>
            <pc:docMk/>
            <pc:sldMk cId="3759166692" sldId="508"/>
            <ac:cxnSpMk id="14" creationId="{C7D64C15-E77E-C7B6-8CA6-5AD3B7D8082A}"/>
          </ac:cxnSpMkLst>
        </pc:cxnChg>
        <pc:cxnChg chg="mod">
          <ac:chgData name="Loc Huynh" userId="80c0383e323bd6ea" providerId="LiveId" clId="{45D23C15-8B6E-3442-9B58-7B186F27CDA3}" dt="2023-09-18T07:47:06.180" v="4225" actId="1076"/>
          <ac:cxnSpMkLst>
            <pc:docMk/>
            <pc:sldMk cId="3759166692" sldId="508"/>
            <ac:cxnSpMk id="15" creationId="{7AA85CC7-74BA-859A-D6DF-018142ADD981}"/>
          </ac:cxnSpMkLst>
        </pc:cxnChg>
        <pc:cxnChg chg="mod">
          <ac:chgData name="Loc Huynh" userId="80c0383e323bd6ea" providerId="LiveId" clId="{45D23C15-8B6E-3442-9B58-7B186F27CDA3}" dt="2023-09-18T07:47:06.180" v="4225" actId="1076"/>
          <ac:cxnSpMkLst>
            <pc:docMk/>
            <pc:sldMk cId="3759166692" sldId="508"/>
            <ac:cxnSpMk id="18" creationId="{2B166F59-DEE3-46B9-26B0-30E49DB224F5}"/>
          </ac:cxnSpMkLst>
        </pc:cxnChg>
        <pc:cxnChg chg="mod">
          <ac:chgData name="Loc Huynh" userId="80c0383e323bd6ea" providerId="LiveId" clId="{45D23C15-8B6E-3442-9B58-7B186F27CDA3}" dt="2023-09-18T07:47:06.180" v="4225" actId="1076"/>
          <ac:cxnSpMkLst>
            <pc:docMk/>
            <pc:sldMk cId="3759166692" sldId="508"/>
            <ac:cxnSpMk id="28" creationId="{B96C686C-AB60-89EE-4E6F-83710BE64F12}"/>
          </ac:cxnSpMkLst>
        </pc:cxnChg>
        <pc:cxnChg chg="mod">
          <ac:chgData name="Loc Huynh" userId="80c0383e323bd6ea" providerId="LiveId" clId="{45D23C15-8B6E-3442-9B58-7B186F27CDA3}" dt="2023-09-18T07:47:06.180" v="4225" actId="1076"/>
          <ac:cxnSpMkLst>
            <pc:docMk/>
            <pc:sldMk cId="3759166692" sldId="508"/>
            <ac:cxnSpMk id="35" creationId="{5BA58D30-6DA1-DD7E-A863-BCC5C6D1E3F9}"/>
          </ac:cxnSpMkLst>
        </pc:cxnChg>
        <pc:cxnChg chg="mod">
          <ac:chgData name="Loc Huynh" userId="80c0383e323bd6ea" providerId="LiveId" clId="{45D23C15-8B6E-3442-9B58-7B186F27CDA3}" dt="2023-09-18T07:47:06.180" v="4225" actId="1076"/>
          <ac:cxnSpMkLst>
            <pc:docMk/>
            <pc:sldMk cId="3759166692" sldId="508"/>
            <ac:cxnSpMk id="37" creationId="{06123F6E-66D2-FDB1-6D54-3B0C6BA45F04}"/>
          </ac:cxnSpMkLst>
        </pc:cxnChg>
      </pc:sldChg>
      <pc:sldChg chg="addSp delSp modSp add del mod chgLayout">
        <pc:chgData name="Loc Huynh" userId="80c0383e323bd6ea" providerId="LiveId" clId="{45D23C15-8B6E-3442-9B58-7B186F27CDA3}" dt="2023-09-25T01:57:07.745" v="5148" actId="2696"/>
        <pc:sldMkLst>
          <pc:docMk/>
          <pc:sldMk cId="1049359333" sldId="509"/>
        </pc:sldMkLst>
        <pc:spChg chg="mod ord">
          <ac:chgData name="Loc Huynh" userId="80c0383e323bd6ea" providerId="LiveId" clId="{45D23C15-8B6E-3442-9B58-7B186F27CDA3}" dt="2023-09-18T07:56:09.171" v="4392"/>
          <ac:spMkLst>
            <pc:docMk/>
            <pc:sldMk cId="1049359333" sldId="509"/>
            <ac:spMk id="2" creationId="{67D965CF-1D55-5443-919B-AC77503498CA}"/>
          </ac:spMkLst>
        </pc:spChg>
        <pc:spChg chg="add del mod ord">
          <ac:chgData name="Loc Huynh" userId="80c0383e323bd6ea" providerId="LiveId" clId="{45D23C15-8B6E-3442-9B58-7B186F27CDA3}" dt="2023-09-18T07:55:44.942" v="4376" actId="478"/>
          <ac:spMkLst>
            <pc:docMk/>
            <pc:sldMk cId="1049359333" sldId="509"/>
            <ac:spMk id="3" creationId="{E822C47B-B604-EA2C-0452-423331904349}"/>
          </ac:spMkLst>
        </pc:spChg>
        <pc:spChg chg="mod ord">
          <ac:chgData name="Loc Huynh" userId="80c0383e323bd6ea" providerId="LiveId" clId="{45D23C15-8B6E-3442-9B58-7B186F27CDA3}" dt="2023-09-18T06:58:28.251" v="2721" actId="700"/>
          <ac:spMkLst>
            <pc:docMk/>
            <pc:sldMk cId="1049359333" sldId="509"/>
            <ac:spMk id="4" creationId="{D0B4835D-B712-474E-B6B8-6C1BBDD99FFD}"/>
          </ac:spMkLst>
        </pc:spChg>
        <pc:spChg chg="mod ord">
          <ac:chgData name="Loc Huynh" userId="80c0383e323bd6ea" providerId="LiveId" clId="{45D23C15-8B6E-3442-9B58-7B186F27CDA3}" dt="2023-09-18T06:58:28.251" v="2721" actId="700"/>
          <ac:spMkLst>
            <pc:docMk/>
            <pc:sldMk cId="1049359333" sldId="509"/>
            <ac:spMk id="5" creationId="{AE526D72-773E-714F-A1AE-5B77BAF3A9FB}"/>
          </ac:spMkLst>
        </pc:spChg>
        <pc:spChg chg="mod">
          <ac:chgData name="Loc Huynh" userId="80c0383e323bd6ea" providerId="LiveId" clId="{45D23C15-8B6E-3442-9B58-7B186F27CDA3}" dt="2023-09-18T08:35:29.061" v="4667" actId="20577"/>
          <ac:spMkLst>
            <pc:docMk/>
            <pc:sldMk cId="1049359333" sldId="509"/>
            <ac:spMk id="7" creationId="{9CF46A69-C370-BC4E-A1B6-0D08CD7E7D51}"/>
          </ac:spMkLst>
        </pc:spChg>
        <pc:spChg chg="mod">
          <ac:chgData name="Loc Huynh" userId="80c0383e323bd6ea" providerId="LiveId" clId="{45D23C15-8B6E-3442-9B58-7B186F27CDA3}" dt="2023-09-18T07:52:29.649" v="4365" actId="207"/>
          <ac:spMkLst>
            <pc:docMk/>
            <pc:sldMk cId="1049359333" sldId="509"/>
            <ac:spMk id="16" creationId="{7C8FDB5D-9AF4-224E-B7B6-BA96C824EC4F}"/>
          </ac:spMkLst>
        </pc:spChg>
        <pc:spChg chg="mod">
          <ac:chgData name="Loc Huynh" userId="80c0383e323bd6ea" providerId="LiveId" clId="{45D23C15-8B6E-3442-9B58-7B186F27CDA3}" dt="2023-09-18T08:35:02.671" v="4650" actId="207"/>
          <ac:spMkLst>
            <pc:docMk/>
            <pc:sldMk cId="1049359333" sldId="509"/>
            <ac:spMk id="82" creationId="{7B61DDC1-8F16-C048-9DD8-1E84EA805EFF}"/>
          </ac:spMkLst>
        </pc:spChg>
        <pc:spChg chg="mod">
          <ac:chgData name="Loc Huynh" userId="80c0383e323bd6ea" providerId="LiveId" clId="{45D23C15-8B6E-3442-9B58-7B186F27CDA3}" dt="2023-09-18T08:34:51.826" v="4647" actId="207"/>
          <ac:spMkLst>
            <pc:docMk/>
            <pc:sldMk cId="1049359333" sldId="509"/>
            <ac:spMk id="85" creationId="{367590B3-3149-1D4D-B5C1-85488F26F9E3}"/>
          </ac:spMkLst>
        </pc:spChg>
        <pc:spChg chg="mod">
          <ac:chgData name="Loc Huynh" userId="80c0383e323bd6ea" providerId="LiveId" clId="{45D23C15-8B6E-3442-9B58-7B186F27CDA3}" dt="2023-09-18T07:51:43.681" v="4354" actId="1076"/>
          <ac:spMkLst>
            <pc:docMk/>
            <pc:sldMk cId="1049359333" sldId="509"/>
            <ac:spMk id="90" creationId="{997E534F-BC79-0E43-AC9D-457C14295FB6}"/>
          </ac:spMkLst>
        </pc:spChg>
        <pc:spChg chg="mod">
          <ac:chgData name="Loc Huynh" userId="80c0383e323bd6ea" providerId="LiveId" clId="{45D23C15-8B6E-3442-9B58-7B186F27CDA3}" dt="2023-09-18T07:51:43.681" v="4354" actId="1076"/>
          <ac:spMkLst>
            <pc:docMk/>
            <pc:sldMk cId="1049359333" sldId="509"/>
            <ac:spMk id="92" creationId="{7273AE01-9072-834F-BA16-0234394B7650}"/>
          </ac:spMkLst>
        </pc:spChg>
        <pc:spChg chg="mod">
          <ac:chgData name="Loc Huynh" userId="80c0383e323bd6ea" providerId="LiveId" clId="{45D23C15-8B6E-3442-9B58-7B186F27CDA3}" dt="2023-09-18T08:35:04.305" v="4651" actId="207"/>
          <ac:spMkLst>
            <pc:docMk/>
            <pc:sldMk cId="1049359333" sldId="509"/>
            <ac:spMk id="94" creationId="{4034932B-D5CA-ED4B-9F3B-B35CB0033B0E}"/>
          </ac:spMkLst>
        </pc:spChg>
        <pc:spChg chg="mod">
          <ac:chgData name="Loc Huynh" userId="80c0383e323bd6ea" providerId="LiveId" clId="{45D23C15-8B6E-3442-9B58-7B186F27CDA3}" dt="2023-09-18T07:51:43.681" v="4354" actId="1076"/>
          <ac:spMkLst>
            <pc:docMk/>
            <pc:sldMk cId="1049359333" sldId="509"/>
            <ac:spMk id="95" creationId="{30B15CCD-6E3D-6740-9486-613FFBB9A2A6}"/>
          </ac:spMkLst>
        </pc:spChg>
        <pc:spChg chg="mod">
          <ac:chgData name="Loc Huynh" userId="80c0383e323bd6ea" providerId="LiveId" clId="{45D23C15-8B6E-3442-9B58-7B186F27CDA3}" dt="2023-09-18T07:51:43.681" v="4354" actId="1076"/>
          <ac:spMkLst>
            <pc:docMk/>
            <pc:sldMk cId="1049359333" sldId="509"/>
            <ac:spMk id="100" creationId="{F9C70EA1-A016-4346-911D-EB9DAE2EDF69}"/>
          </ac:spMkLst>
        </pc:spChg>
        <pc:spChg chg="mod">
          <ac:chgData name="Loc Huynh" userId="80c0383e323bd6ea" providerId="LiveId" clId="{45D23C15-8B6E-3442-9B58-7B186F27CDA3}" dt="2023-09-18T07:51:43.681" v="4354" actId="1076"/>
          <ac:spMkLst>
            <pc:docMk/>
            <pc:sldMk cId="1049359333" sldId="509"/>
            <ac:spMk id="101" creationId="{DA37094E-665D-8C4E-8F91-573BC1B4822E}"/>
          </ac:spMkLst>
        </pc:spChg>
        <pc:spChg chg="mod">
          <ac:chgData name="Loc Huynh" userId="80c0383e323bd6ea" providerId="LiveId" clId="{45D23C15-8B6E-3442-9B58-7B186F27CDA3}" dt="2023-09-18T08:34:59.722" v="4649" actId="13926"/>
          <ac:spMkLst>
            <pc:docMk/>
            <pc:sldMk cId="1049359333" sldId="509"/>
            <ac:spMk id="102" creationId="{232B16C7-2832-6E46-93F2-9FB1C8BBCA32}"/>
          </ac:spMkLst>
        </pc:spChg>
        <pc:spChg chg="mod">
          <ac:chgData name="Loc Huynh" userId="80c0383e323bd6ea" providerId="LiveId" clId="{45D23C15-8B6E-3442-9B58-7B186F27CDA3}" dt="2023-09-18T07:52:06.059" v="4360" actId="1076"/>
          <ac:spMkLst>
            <pc:docMk/>
            <pc:sldMk cId="1049359333" sldId="509"/>
            <ac:spMk id="103" creationId="{6EFD2CB0-6430-8943-8C28-01C900C29A33}"/>
          </ac:spMkLst>
        </pc:spChg>
        <pc:grpChg chg="mod">
          <ac:chgData name="Loc Huynh" userId="80c0383e323bd6ea" providerId="LiveId" clId="{45D23C15-8B6E-3442-9B58-7B186F27CDA3}" dt="2023-09-18T07:51:43.681" v="4354" actId="1076"/>
          <ac:grpSpMkLst>
            <pc:docMk/>
            <pc:sldMk cId="1049359333" sldId="509"/>
            <ac:grpSpMk id="39" creationId="{88095472-AE5E-D040-9B3E-B5D4EA198180}"/>
          </ac:grpSpMkLst>
        </pc:grpChg>
        <pc:grpChg chg="mod">
          <ac:chgData name="Loc Huynh" userId="80c0383e323bd6ea" providerId="LiveId" clId="{45D23C15-8B6E-3442-9B58-7B186F27CDA3}" dt="2023-09-18T07:51:43.681" v="4354" actId="1076"/>
          <ac:grpSpMkLst>
            <pc:docMk/>
            <pc:sldMk cId="1049359333" sldId="509"/>
            <ac:grpSpMk id="40" creationId="{4641CFDC-FDB9-EC4B-89EE-2B6984EB7017}"/>
          </ac:grpSpMkLst>
        </pc:grpChg>
        <pc:grpChg chg="mod">
          <ac:chgData name="Loc Huynh" userId="80c0383e323bd6ea" providerId="LiveId" clId="{45D23C15-8B6E-3442-9B58-7B186F27CDA3}" dt="2023-09-18T07:51:43.681" v="4354" actId="1076"/>
          <ac:grpSpMkLst>
            <pc:docMk/>
            <pc:sldMk cId="1049359333" sldId="509"/>
            <ac:grpSpMk id="77" creationId="{240FF826-F0CA-F144-94D6-77B046FC9635}"/>
          </ac:grpSpMkLst>
        </pc:grpChg>
        <pc:grpChg chg="mod">
          <ac:chgData name="Loc Huynh" userId="80c0383e323bd6ea" providerId="LiveId" clId="{45D23C15-8B6E-3442-9B58-7B186F27CDA3}" dt="2023-09-18T07:51:43.681" v="4354" actId="1076"/>
          <ac:grpSpMkLst>
            <pc:docMk/>
            <pc:sldMk cId="1049359333" sldId="509"/>
            <ac:grpSpMk id="78" creationId="{94702F33-CB4A-874E-A112-1702549E2D25}"/>
          </ac:grpSpMkLst>
        </pc:grpChg>
        <pc:grpChg chg="mod">
          <ac:chgData name="Loc Huynh" userId="80c0383e323bd6ea" providerId="LiveId" clId="{45D23C15-8B6E-3442-9B58-7B186F27CDA3}" dt="2023-09-18T07:51:43.681" v="4354" actId="1076"/>
          <ac:grpSpMkLst>
            <pc:docMk/>
            <pc:sldMk cId="1049359333" sldId="509"/>
            <ac:grpSpMk id="79" creationId="{933C11B9-19C5-8040-B6F6-CEC12824A970}"/>
          </ac:grpSpMkLst>
        </pc:grpChg>
        <pc:grpChg chg="mod">
          <ac:chgData name="Loc Huynh" userId="80c0383e323bd6ea" providerId="LiveId" clId="{45D23C15-8B6E-3442-9B58-7B186F27CDA3}" dt="2023-09-18T07:51:43.681" v="4354" actId="1076"/>
          <ac:grpSpMkLst>
            <pc:docMk/>
            <pc:sldMk cId="1049359333" sldId="509"/>
            <ac:grpSpMk id="80" creationId="{4B4369B9-CC22-6A42-A630-4DC06CFED449}"/>
          </ac:grpSpMkLst>
        </pc:grpChg>
        <pc:grpChg chg="mod">
          <ac:chgData name="Loc Huynh" userId="80c0383e323bd6ea" providerId="LiveId" clId="{45D23C15-8B6E-3442-9B58-7B186F27CDA3}" dt="2023-09-18T07:51:43.681" v="4354" actId="1076"/>
          <ac:grpSpMkLst>
            <pc:docMk/>
            <pc:sldMk cId="1049359333" sldId="509"/>
            <ac:grpSpMk id="83" creationId="{E9BFEF29-EA7E-104D-8BEC-623C4749595B}"/>
          </ac:grpSpMkLst>
        </pc:grpChg>
        <pc:grpChg chg="mod">
          <ac:chgData name="Loc Huynh" userId="80c0383e323bd6ea" providerId="LiveId" clId="{45D23C15-8B6E-3442-9B58-7B186F27CDA3}" dt="2023-09-18T07:51:43.681" v="4354" actId="1076"/>
          <ac:grpSpMkLst>
            <pc:docMk/>
            <pc:sldMk cId="1049359333" sldId="509"/>
            <ac:grpSpMk id="84" creationId="{305D9378-D67E-2F4C-905A-4AB3338D3083}"/>
          </ac:grpSpMkLst>
        </pc:grpChg>
        <pc:grpChg chg="mod">
          <ac:chgData name="Loc Huynh" userId="80c0383e323bd6ea" providerId="LiveId" clId="{45D23C15-8B6E-3442-9B58-7B186F27CDA3}" dt="2023-09-18T07:51:43.681" v="4354" actId="1076"/>
          <ac:grpSpMkLst>
            <pc:docMk/>
            <pc:sldMk cId="1049359333" sldId="509"/>
            <ac:grpSpMk id="86" creationId="{B5F2297C-0EC3-7046-B618-0519159A8B5C}"/>
          </ac:grpSpMkLst>
        </pc:grpChg>
        <pc:picChg chg="mod">
          <ac:chgData name="Loc Huynh" userId="80c0383e323bd6ea" providerId="LiveId" clId="{45D23C15-8B6E-3442-9B58-7B186F27CDA3}" dt="2023-09-18T07:51:43.681" v="4354" actId="1076"/>
          <ac:picMkLst>
            <pc:docMk/>
            <pc:sldMk cId="1049359333" sldId="509"/>
            <ac:picMk id="81" creationId="{58E14BB7-6FE2-F14F-8863-B87666253FB9}"/>
          </ac:picMkLst>
        </pc:picChg>
        <pc:picChg chg="mod">
          <ac:chgData name="Loc Huynh" userId="80c0383e323bd6ea" providerId="LiveId" clId="{45D23C15-8B6E-3442-9B58-7B186F27CDA3}" dt="2023-09-18T07:51:43.681" v="4354" actId="1076"/>
          <ac:picMkLst>
            <pc:docMk/>
            <pc:sldMk cId="1049359333" sldId="509"/>
            <ac:picMk id="87" creationId="{5583E645-FFCB-4C41-BA71-85D83D884E7F}"/>
          </ac:picMkLst>
        </pc:picChg>
        <pc:picChg chg="mod">
          <ac:chgData name="Loc Huynh" userId="80c0383e323bd6ea" providerId="LiveId" clId="{45D23C15-8B6E-3442-9B58-7B186F27CDA3}" dt="2023-09-18T07:51:43.681" v="4354" actId="1076"/>
          <ac:picMkLst>
            <pc:docMk/>
            <pc:sldMk cId="1049359333" sldId="509"/>
            <ac:picMk id="88" creationId="{E9CD2532-2DD4-CB4C-8D76-2353D9AB64AF}"/>
          </ac:picMkLst>
        </pc:picChg>
        <pc:picChg chg="mod">
          <ac:chgData name="Loc Huynh" userId="80c0383e323bd6ea" providerId="LiveId" clId="{45D23C15-8B6E-3442-9B58-7B186F27CDA3}" dt="2023-09-18T07:51:43.681" v="4354" actId="1076"/>
          <ac:picMkLst>
            <pc:docMk/>
            <pc:sldMk cId="1049359333" sldId="509"/>
            <ac:picMk id="91" creationId="{D6B30C25-960F-2749-9236-188C705FFA6C}"/>
          </ac:picMkLst>
        </pc:picChg>
        <pc:picChg chg="mod">
          <ac:chgData name="Loc Huynh" userId="80c0383e323bd6ea" providerId="LiveId" clId="{45D23C15-8B6E-3442-9B58-7B186F27CDA3}" dt="2023-09-18T07:51:43.681" v="4354" actId="1076"/>
          <ac:picMkLst>
            <pc:docMk/>
            <pc:sldMk cId="1049359333" sldId="509"/>
            <ac:picMk id="93" creationId="{3791A1D4-D8D3-3F4A-B7BB-FE5D4384A4E2}"/>
          </ac:picMkLst>
        </pc:picChg>
        <pc:picChg chg="mod">
          <ac:chgData name="Loc Huynh" userId="80c0383e323bd6ea" providerId="LiveId" clId="{45D23C15-8B6E-3442-9B58-7B186F27CDA3}" dt="2023-09-18T07:51:43.681" v="4354" actId="1076"/>
          <ac:picMkLst>
            <pc:docMk/>
            <pc:sldMk cId="1049359333" sldId="509"/>
            <ac:picMk id="98" creationId="{DDC65079-16C6-7448-8081-423FFAA3D1B7}"/>
          </ac:picMkLst>
        </pc:picChg>
        <pc:cxnChg chg="mod">
          <ac:chgData name="Loc Huynh" userId="80c0383e323bd6ea" providerId="LiveId" clId="{45D23C15-8B6E-3442-9B58-7B186F27CDA3}" dt="2023-09-18T07:51:43.681" v="4354" actId="1076"/>
          <ac:cxnSpMkLst>
            <pc:docMk/>
            <pc:sldMk cId="1049359333" sldId="509"/>
            <ac:cxnSpMk id="41" creationId="{C5649678-957B-4947-9EDF-BFB6E34CAF30}"/>
          </ac:cxnSpMkLst>
        </pc:cxnChg>
        <pc:cxnChg chg="mod">
          <ac:chgData name="Loc Huynh" userId="80c0383e323bd6ea" providerId="LiveId" clId="{45D23C15-8B6E-3442-9B58-7B186F27CDA3}" dt="2023-09-18T07:51:43.681" v="4354" actId="1076"/>
          <ac:cxnSpMkLst>
            <pc:docMk/>
            <pc:sldMk cId="1049359333" sldId="509"/>
            <ac:cxnSpMk id="42" creationId="{010212D1-861C-8E4A-92AB-DB65D17E898A}"/>
          </ac:cxnSpMkLst>
        </pc:cxnChg>
        <pc:cxnChg chg="mod">
          <ac:chgData name="Loc Huynh" userId="80c0383e323bd6ea" providerId="LiveId" clId="{45D23C15-8B6E-3442-9B58-7B186F27CDA3}" dt="2023-09-18T07:51:43.681" v="4354" actId="1076"/>
          <ac:cxnSpMkLst>
            <pc:docMk/>
            <pc:sldMk cId="1049359333" sldId="509"/>
            <ac:cxnSpMk id="74" creationId="{8C62451E-B747-754D-8965-469521784375}"/>
          </ac:cxnSpMkLst>
        </pc:cxnChg>
        <pc:cxnChg chg="mod">
          <ac:chgData name="Loc Huynh" userId="80c0383e323bd6ea" providerId="LiveId" clId="{45D23C15-8B6E-3442-9B58-7B186F27CDA3}" dt="2023-09-18T07:51:43.681" v="4354" actId="1076"/>
          <ac:cxnSpMkLst>
            <pc:docMk/>
            <pc:sldMk cId="1049359333" sldId="509"/>
            <ac:cxnSpMk id="76" creationId="{10FB06B6-0E52-0A4B-A40B-91BBD91DE3B7}"/>
          </ac:cxnSpMkLst>
        </pc:cxnChg>
        <pc:cxnChg chg="mod">
          <ac:chgData name="Loc Huynh" userId="80c0383e323bd6ea" providerId="LiveId" clId="{45D23C15-8B6E-3442-9B58-7B186F27CDA3}" dt="2023-09-18T07:51:43.681" v="4354" actId="1076"/>
          <ac:cxnSpMkLst>
            <pc:docMk/>
            <pc:sldMk cId="1049359333" sldId="509"/>
            <ac:cxnSpMk id="89" creationId="{AE1D2B91-7A8E-3341-8979-3C2EA88CD667}"/>
          </ac:cxnSpMkLst>
        </pc:cxnChg>
        <pc:cxnChg chg="mod">
          <ac:chgData name="Loc Huynh" userId="80c0383e323bd6ea" providerId="LiveId" clId="{45D23C15-8B6E-3442-9B58-7B186F27CDA3}" dt="2023-09-18T07:51:43.681" v="4354" actId="1076"/>
          <ac:cxnSpMkLst>
            <pc:docMk/>
            <pc:sldMk cId="1049359333" sldId="509"/>
            <ac:cxnSpMk id="96" creationId="{0599B602-F261-404B-BC5D-FAFDCA6E0A17}"/>
          </ac:cxnSpMkLst>
        </pc:cxnChg>
        <pc:cxnChg chg="mod">
          <ac:chgData name="Loc Huynh" userId="80c0383e323bd6ea" providerId="LiveId" clId="{45D23C15-8B6E-3442-9B58-7B186F27CDA3}" dt="2023-09-18T07:51:43.681" v="4354" actId="1076"/>
          <ac:cxnSpMkLst>
            <pc:docMk/>
            <pc:sldMk cId="1049359333" sldId="509"/>
            <ac:cxnSpMk id="97" creationId="{B3741FD8-E9BF-6B4C-8A88-48FEE43F21C3}"/>
          </ac:cxnSpMkLst>
        </pc:cxnChg>
        <pc:cxnChg chg="mod">
          <ac:chgData name="Loc Huynh" userId="80c0383e323bd6ea" providerId="LiveId" clId="{45D23C15-8B6E-3442-9B58-7B186F27CDA3}" dt="2023-09-18T07:51:43.681" v="4354" actId="1076"/>
          <ac:cxnSpMkLst>
            <pc:docMk/>
            <pc:sldMk cId="1049359333" sldId="509"/>
            <ac:cxnSpMk id="99" creationId="{9158CD91-B723-4242-91F7-E50651374243}"/>
          </ac:cxnSpMkLst>
        </pc:cxnChg>
      </pc:sldChg>
      <pc:sldChg chg="modSp add del mod chgLayout">
        <pc:chgData name="Loc Huynh" userId="80c0383e323bd6ea" providerId="LiveId" clId="{45D23C15-8B6E-3442-9B58-7B186F27CDA3}" dt="2023-09-25T01:57:07.731" v="5142" actId="2696"/>
        <pc:sldMkLst>
          <pc:docMk/>
          <pc:sldMk cId="1452076390" sldId="510"/>
        </pc:sldMkLst>
        <pc:spChg chg="mod ord">
          <ac:chgData name="Loc Huynh" userId="80c0383e323bd6ea" providerId="LiveId" clId="{45D23C15-8B6E-3442-9B58-7B186F27CDA3}" dt="2023-09-18T07:56:15.459" v="4394"/>
          <ac:spMkLst>
            <pc:docMk/>
            <pc:sldMk cId="1452076390" sldId="510"/>
            <ac:spMk id="2" creationId="{7474A01E-A813-5647-A400-1D6EAD852A52}"/>
          </ac:spMkLst>
        </pc:spChg>
        <pc:spChg chg="mod ord">
          <ac:chgData name="Loc Huynh" userId="80c0383e323bd6ea" providerId="LiveId" clId="{45D23C15-8B6E-3442-9B58-7B186F27CDA3}" dt="2023-09-18T07:58:47.073" v="4466" actId="20577"/>
          <ac:spMkLst>
            <pc:docMk/>
            <pc:sldMk cId="1452076390" sldId="510"/>
            <ac:spMk id="3" creationId="{2A8192BB-4C32-CE45-A13C-56689409F2AF}"/>
          </ac:spMkLst>
        </pc:spChg>
        <pc:spChg chg="mod ord">
          <ac:chgData name="Loc Huynh" userId="80c0383e323bd6ea" providerId="LiveId" clId="{45D23C15-8B6E-3442-9B58-7B186F27CDA3}" dt="2023-09-18T06:58:33.466" v="2722" actId="700"/>
          <ac:spMkLst>
            <pc:docMk/>
            <pc:sldMk cId="1452076390" sldId="510"/>
            <ac:spMk id="4" creationId="{FFBFE301-8F5F-684A-B4CB-DD6AB90AB12A}"/>
          </ac:spMkLst>
        </pc:spChg>
        <pc:spChg chg="mod ord">
          <ac:chgData name="Loc Huynh" userId="80c0383e323bd6ea" providerId="LiveId" clId="{45D23C15-8B6E-3442-9B58-7B186F27CDA3}" dt="2023-09-18T06:58:33.466" v="2722" actId="700"/>
          <ac:spMkLst>
            <pc:docMk/>
            <pc:sldMk cId="1452076390" sldId="510"/>
            <ac:spMk id="5" creationId="{EB5C2D11-34DE-4244-9A1B-B29A0BA6751D}"/>
          </ac:spMkLst>
        </pc:spChg>
      </pc:sldChg>
      <pc:sldChg chg="modSp add del mod chgLayout">
        <pc:chgData name="Loc Huynh" userId="80c0383e323bd6ea" providerId="LiveId" clId="{45D23C15-8B6E-3442-9B58-7B186F27CDA3}" dt="2023-09-25T01:57:07.589" v="5122" actId="2696"/>
        <pc:sldMkLst>
          <pc:docMk/>
          <pc:sldMk cId="2146891506" sldId="511"/>
        </pc:sldMkLst>
        <pc:spChg chg="mod ord">
          <ac:chgData name="Loc Huynh" userId="80c0383e323bd6ea" providerId="LiveId" clId="{45D23C15-8B6E-3442-9B58-7B186F27CDA3}" dt="2023-09-18T07:56:19.311" v="4395"/>
          <ac:spMkLst>
            <pc:docMk/>
            <pc:sldMk cId="2146891506" sldId="511"/>
            <ac:spMk id="2" creationId="{7474A01E-A813-5647-A400-1D6EAD852A52}"/>
          </ac:spMkLst>
        </pc:spChg>
        <pc:spChg chg="mod ord">
          <ac:chgData name="Loc Huynh" userId="80c0383e323bd6ea" providerId="LiveId" clId="{45D23C15-8B6E-3442-9B58-7B186F27CDA3}" dt="2023-09-18T07:58:49.807" v="4468" actId="20577"/>
          <ac:spMkLst>
            <pc:docMk/>
            <pc:sldMk cId="2146891506" sldId="511"/>
            <ac:spMk id="3" creationId="{2A8192BB-4C32-CE45-A13C-56689409F2AF}"/>
          </ac:spMkLst>
        </pc:spChg>
        <pc:spChg chg="mod ord">
          <ac:chgData name="Loc Huynh" userId="80c0383e323bd6ea" providerId="LiveId" clId="{45D23C15-8B6E-3442-9B58-7B186F27CDA3}" dt="2023-09-18T06:58:36.299" v="2723" actId="700"/>
          <ac:spMkLst>
            <pc:docMk/>
            <pc:sldMk cId="2146891506" sldId="511"/>
            <ac:spMk id="4" creationId="{FFBFE301-8F5F-684A-B4CB-DD6AB90AB12A}"/>
          </ac:spMkLst>
        </pc:spChg>
        <pc:spChg chg="mod ord">
          <ac:chgData name="Loc Huynh" userId="80c0383e323bd6ea" providerId="LiveId" clId="{45D23C15-8B6E-3442-9B58-7B186F27CDA3}" dt="2023-09-18T06:58:36.299" v="2723" actId="700"/>
          <ac:spMkLst>
            <pc:docMk/>
            <pc:sldMk cId="2146891506" sldId="511"/>
            <ac:spMk id="5" creationId="{EB5C2D11-34DE-4244-9A1B-B29A0BA6751D}"/>
          </ac:spMkLst>
        </pc:spChg>
      </pc:sldChg>
      <pc:sldChg chg="modSp add del mod chgLayout">
        <pc:chgData name="Loc Huynh" userId="80c0383e323bd6ea" providerId="LiveId" clId="{45D23C15-8B6E-3442-9B58-7B186F27CDA3}" dt="2023-09-25T01:57:07.700" v="5129" actId="2696"/>
        <pc:sldMkLst>
          <pc:docMk/>
          <pc:sldMk cId="2196896779" sldId="512"/>
        </pc:sldMkLst>
        <pc:spChg chg="mod ord">
          <ac:chgData name="Loc Huynh" userId="80c0383e323bd6ea" providerId="LiveId" clId="{45D23C15-8B6E-3442-9B58-7B186F27CDA3}" dt="2023-09-18T07:56:22.930" v="4396"/>
          <ac:spMkLst>
            <pc:docMk/>
            <pc:sldMk cId="2196896779" sldId="512"/>
            <ac:spMk id="2" creationId="{7474A01E-A813-5647-A400-1D6EAD852A52}"/>
          </ac:spMkLst>
        </pc:spChg>
        <pc:spChg chg="mod ord">
          <ac:chgData name="Loc Huynh" userId="80c0383e323bd6ea" providerId="LiveId" clId="{45D23C15-8B6E-3442-9B58-7B186F27CDA3}" dt="2023-09-18T07:58:54.086" v="4470" actId="20577"/>
          <ac:spMkLst>
            <pc:docMk/>
            <pc:sldMk cId="2196896779" sldId="512"/>
            <ac:spMk id="3" creationId="{2A8192BB-4C32-CE45-A13C-56689409F2AF}"/>
          </ac:spMkLst>
        </pc:spChg>
        <pc:spChg chg="mod ord">
          <ac:chgData name="Loc Huynh" userId="80c0383e323bd6ea" providerId="LiveId" clId="{45D23C15-8B6E-3442-9B58-7B186F27CDA3}" dt="2023-09-18T06:58:42.675" v="2725" actId="700"/>
          <ac:spMkLst>
            <pc:docMk/>
            <pc:sldMk cId="2196896779" sldId="512"/>
            <ac:spMk id="4" creationId="{FFBFE301-8F5F-684A-B4CB-DD6AB90AB12A}"/>
          </ac:spMkLst>
        </pc:spChg>
        <pc:spChg chg="mod ord">
          <ac:chgData name="Loc Huynh" userId="80c0383e323bd6ea" providerId="LiveId" clId="{45D23C15-8B6E-3442-9B58-7B186F27CDA3}" dt="2023-09-18T06:58:42.675" v="2725" actId="700"/>
          <ac:spMkLst>
            <pc:docMk/>
            <pc:sldMk cId="2196896779" sldId="512"/>
            <ac:spMk id="5" creationId="{EB5C2D11-34DE-4244-9A1B-B29A0BA6751D}"/>
          </ac:spMkLst>
        </pc:spChg>
        <pc:picChg chg="mod">
          <ac:chgData name="Loc Huynh" userId="80c0383e323bd6ea" providerId="LiveId" clId="{45D23C15-8B6E-3442-9B58-7B186F27CDA3}" dt="2023-09-18T07:59:17.057" v="4474" actId="1076"/>
          <ac:picMkLst>
            <pc:docMk/>
            <pc:sldMk cId="2196896779" sldId="512"/>
            <ac:picMk id="6" creationId="{96E7FD6A-4A3B-8A4B-AC68-7174DBD50444}"/>
          </ac:picMkLst>
        </pc:picChg>
      </pc:sldChg>
      <pc:sldChg chg="modSp add del mod chgLayout">
        <pc:chgData name="Loc Huynh" userId="80c0383e323bd6ea" providerId="LiveId" clId="{45D23C15-8B6E-3442-9B58-7B186F27CDA3}" dt="2023-09-25T01:57:07.721" v="5137" actId="2696"/>
        <pc:sldMkLst>
          <pc:docMk/>
          <pc:sldMk cId="420334263" sldId="513"/>
        </pc:sldMkLst>
        <pc:spChg chg="mod ord">
          <ac:chgData name="Loc Huynh" userId="80c0383e323bd6ea" providerId="LiveId" clId="{45D23C15-8B6E-3442-9B58-7B186F27CDA3}" dt="2023-09-18T07:56:25.024" v="4397"/>
          <ac:spMkLst>
            <pc:docMk/>
            <pc:sldMk cId="420334263" sldId="513"/>
            <ac:spMk id="2" creationId="{7474A01E-A813-5647-A400-1D6EAD852A52}"/>
          </ac:spMkLst>
        </pc:spChg>
        <pc:spChg chg="mod ord">
          <ac:chgData name="Loc Huynh" userId="80c0383e323bd6ea" providerId="LiveId" clId="{45D23C15-8B6E-3442-9B58-7B186F27CDA3}" dt="2023-09-18T07:58:56.726" v="4473" actId="20577"/>
          <ac:spMkLst>
            <pc:docMk/>
            <pc:sldMk cId="420334263" sldId="513"/>
            <ac:spMk id="3" creationId="{2A8192BB-4C32-CE45-A13C-56689409F2AF}"/>
          </ac:spMkLst>
        </pc:spChg>
        <pc:spChg chg="mod ord">
          <ac:chgData name="Loc Huynh" userId="80c0383e323bd6ea" providerId="LiveId" clId="{45D23C15-8B6E-3442-9B58-7B186F27CDA3}" dt="2023-09-18T06:58:45.344" v="2726" actId="700"/>
          <ac:spMkLst>
            <pc:docMk/>
            <pc:sldMk cId="420334263" sldId="513"/>
            <ac:spMk id="4" creationId="{FFBFE301-8F5F-684A-B4CB-DD6AB90AB12A}"/>
          </ac:spMkLst>
        </pc:spChg>
        <pc:spChg chg="mod ord">
          <ac:chgData name="Loc Huynh" userId="80c0383e323bd6ea" providerId="LiveId" clId="{45D23C15-8B6E-3442-9B58-7B186F27CDA3}" dt="2023-09-18T06:58:45.344" v="2726" actId="700"/>
          <ac:spMkLst>
            <pc:docMk/>
            <pc:sldMk cId="420334263" sldId="513"/>
            <ac:spMk id="5" creationId="{EB5C2D11-34DE-4244-9A1B-B29A0BA6751D}"/>
          </ac:spMkLst>
        </pc:spChg>
      </pc:sldChg>
      <pc:sldChg chg="modSp add del mod chgLayout">
        <pc:chgData name="Loc Huynh" userId="80c0383e323bd6ea" providerId="LiveId" clId="{45D23C15-8B6E-3442-9B58-7B186F27CDA3}" dt="2023-09-25T01:57:07.703" v="5130" actId="2696"/>
        <pc:sldMkLst>
          <pc:docMk/>
          <pc:sldMk cId="2257220275" sldId="514"/>
        </pc:sldMkLst>
        <pc:spChg chg="mod ord">
          <ac:chgData name="Loc Huynh" userId="80c0383e323bd6ea" providerId="LiveId" clId="{45D23C15-8B6E-3442-9B58-7B186F27CDA3}" dt="2023-09-18T07:59:48.733" v="4521" actId="20577"/>
          <ac:spMkLst>
            <pc:docMk/>
            <pc:sldMk cId="2257220275" sldId="514"/>
            <ac:spMk id="2" creationId="{7474A01E-A813-5647-A400-1D6EAD852A52}"/>
          </ac:spMkLst>
        </pc:spChg>
        <pc:spChg chg="mod ord">
          <ac:chgData name="Loc Huynh" userId="80c0383e323bd6ea" providerId="LiveId" clId="{45D23C15-8B6E-3442-9B58-7B186F27CDA3}" dt="2023-09-18T06:58:48.516" v="2727" actId="700"/>
          <ac:spMkLst>
            <pc:docMk/>
            <pc:sldMk cId="2257220275" sldId="514"/>
            <ac:spMk id="3" creationId="{2A8192BB-4C32-CE45-A13C-56689409F2AF}"/>
          </ac:spMkLst>
        </pc:spChg>
        <pc:spChg chg="mod ord">
          <ac:chgData name="Loc Huynh" userId="80c0383e323bd6ea" providerId="LiveId" clId="{45D23C15-8B6E-3442-9B58-7B186F27CDA3}" dt="2023-09-18T06:58:48.516" v="2727" actId="700"/>
          <ac:spMkLst>
            <pc:docMk/>
            <pc:sldMk cId="2257220275" sldId="514"/>
            <ac:spMk id="4" creationId="{FFBFE301-8F5F-684A-B4CB-DD6AB90AB12A}"/>
          </ac:spMkLst>
        </pc:spChg>
        <pc:spChg chg="mod ord">
          <ac:chgData name="Loc Huynh" userId="80c0383e323bd6ea" providerId="LiveId" clId="{45D23C15-8B6E-3442-9B58-7B186F27CDA3}" dt="2023-09-18T06:58:48.516" v="2727" actId="700"/>
          <ac:spMkLst>
            <pc:docMk/>
            <pc:sldMk cId="2257220275" sldId="514"/>
            <ac:spMk id="5" creationId="{EB5C2D11-34DE-4244-9A1B-B29A0BA6751D}"/>
          </ac:spMkLst>
        </pc:spChg>
        <pc:spChg chg="mod">
          <ac:chgData name="Loc Huynh" userId="80c0383e323bd6ea" providerId="LiveId" clId="{45D23C15-8B6E-3442-9B58-7B186F27CDA3}" dt="2023-09-18T08:36:37.348" v="4688" actId="14100"/>
          <ac:spMkLst>
            <pc:docMk/>
            <pc:sldMk cId="2257220275" sldId="514"/>
            <ac:spMk id="6" creationId="{1E3FADEF-3FAC-6D48-BD63-D441D12BC0CE}"/>
          </ac:spMkLst>
        </pc:spChg>
        <pc:spChg chg="mod">
          <ac:chgData name="Loc Huynh" userId="80c0383e323bd6ea" providerId="LiveId" clId="{45D23C15-8B6E-3442-9B58-7B186F27CDA3}" dt="2023-09-18T08:36:35.143" v="4687" actId="14100"/>
          <ac:spMkLst>
            <pc:docMk/>
            <pc:sldMk cId="2257220275" sldId="514"/>
            <ac:spMk id="7" creationId="{50E9B846-E819-A149-AFA7-F60DB45BA2C2}"/>
          </ac:spMkLst>
        </pc:spChg>
        <pc:spChg chg="mod">
          <ac:chgData name="Loc Huynh" userId="80c0383e323bd6ea" providerId="LiveId" clId="{45D23C15-8B6E-3442-9B58-7B186F27CDA3}" dt="2023-09-18T08:36:31.284" v="4686" actId="14100"/>
          <ac:spMkLst>
            <pc:docMk/>
            <pc:sldMk cId="2257220275" sldId="514"/>
            <ac:spMk id="8" creationId="{64578F98-12A9-B845-918A-CBCC45EC4C3D}"/>
          </ac:spMkLst>
        </pc:spChg>
      </pc:sldChg>
      <pc:sldChg chg="modSp add del mod chgLayout">
        <pc:chgData name="Loc Huynh" userId="80c0383e323bd6ea" providerId="LiveId" clId="{45D23C15-8B6E-3442-9B58-7B186F27CDA3}" dt="2023-09-25T01:57:07.713" v="5134" actId="2696"/>
        <pc:sldMkLst>
          <pc:docMk/>
          <pc:sldMk cId="911546546" sldId="515"/>
        </pc:sldMkLst>
        <pc:spChg chg="mod ord">
          <ac:chgData name="Loc Huynh" userId="80c0383e323bd6ea" providerId="LiveId" clId="{45D23C15-8B6E-3442-9B58-7B186F27CDA3}" dt="2023-09-18T07:59:56.125" v="4522"/>
          <ac:spMkLst>
            <pc:docMk/>
            <pc:sldMk cId="911546546" sldId="515"/>
            <ac:spMk id="2" creationId="{7474A01E-A813-5647-A400-1D6EAD852A52}"/>
          </ac:spMkLst>
        </pc:spChg>
        <pc:spChg chg="mod ord">
          <ac:chgData name="Loc Huynh" userId="80c0383e323bd6ea" providerId="LiveId" clId="{45D23C15-8B6E-3442-9B58-7B186F27CDA3}" dt="2023-09-18T08:11:02.133" v="4563" actId="114"/>
          <ac:spMkLst>
            <pc:docMk/>
            <pc:sldMk cId="911546546" sldId="515"/>
            <ac:spMk id="3" creationId="{2A8192BB-4C32-CE45-A13C-56689409F2AF}"/>
          </ac:spMkLst>
        </pc:spChg>
        <pc:spChg chg="mod ord">
          <ac:chgData name="Loc Huynh" userId="80c0383e323bd6ea" providerId="LiveId" clId="{45D23C15-8B6E-3442-9B58-7B186F27CDA3}" dt="2023-09-18T06:58:51.679" v="2728" actId="700"/>
          <ac:spMkLst>
            <pc:docMk/>
            <pc:sldMk cId="911546546" sldId="515"/>
            <ac:spMk id="4" creationId="{FFBFE301-8F5F-684A-B4CB-DD6AB90AB12A}"/>
          </ac:spMkLst>
        </pc:spChg>
        <pc:spChg chg="mod ord">
          <ac:chgData name="Loc Huynh" userId="80c0383e323bd6ea" providerId="LiveId" clId="{45D23C15-8B6E-3442-9B58-7B186F27CDA3}" dt="2023-09-18T06:58:51.679" v="2728" actId="700"/>
          <ac:spMkLst>
            <pc:docMk/>
            <pc:sldMk cId="911546546" sldId="515"/>
            <ac:spMk id="5" creationId="{EB5C2D11-34DE-4244-9A1B-B29A0BA6751D}"/>
          </ac:spMkLst>
        </pc:spChg>
      </pc:sldChg>
      <pc:sldChg chg="modSp add del mod">
        <pc:chgData name="Loc Huynh" userId="80c0383e323bd6ea" providerId="LiveId" clId="{45D23C15-8B6E-3442-9B58-7B186F27CDA3}" dt="2023-09-25T01:57:07.709" v="5132" actId="2696"/>
        <pc:sldMkLst>
          <pc:docMk/>
          <pc:sldMk cId="1954030159" sldId="516"/>
        </pc:sldMkLst>
        <pc:spChg chg="mod">
          <ac:chgData name="Loc Huynh" userId="80c0383e323bd6ea" providerId="LiveId" clId="{45D23C15-8B6E-3442-9B58-7B186F27CDA3}" dt="2023-09-18T08:00:04.847" v="4523"/>
          <ac:spMkLst>
            <pc:docMk/>
            <pc:sldMk cId="1954030159" sldId="516"/>
            <ac:spMk id="2" creationId="{7474A01E-A813-5647-A400-1D6EAD852A52}"/>
          </ac:spMkLst>
        </pc:spChg>
        <pc:spChg chg="mod">
          <ac:chgData name="Loc Huynh" userId="80c0383e323bd6ea" providerId="LiveId" clId="{45D23C15-8B6E-3442-9B58-7B186F27CDA3}" dt="2023-09-18T08:09:32.607" v="4543" actId="1076"/>
          <ac:spMkLst>
            <pc:docMk/>
            <pc:sldMk cId="1954030159" sldId="516"/>
            <ac:spMk id="6" creationId="{1E3FADEF-3FAC-6D48-BD63-D441D12BC0CE}"/>
          </ac:spMkLst>
        </pc:spChg>
        <pc:spChg chg="mod">
          <ac:chgData name="Loc Huynh" userId="80c0383e323bd6ea" providerId="LiveId" clId="{45D23C15-8B6E-3442-9B58-7B186F27CDA3}" dt="2023-09-18T08:36:58.199" v="4702" actId="20577"/>
          <ac:spMkLst>
            <pc:docMk/>
            <pc:sldMk cId="1954030159" sldId="516"/>
            <ac:spMk id="7" creationId="{50E9B846-E819-A149-AFA7-F60DB45BA2C2}"/>
          </ac:spMkLst>
        </pc:spChg>
        <pc:spChg chg="mod">
          <ac:chgData name="Loc Huynh" userId="80c0383e323bd6ea" providerId="LiveId" clId="{45D23C15-8B6E-3442-9B58-7B186F27CDA3}" dt="2023-09-18T08:10:11.411" v="4552" actId="14100"/>
          <ac:spMkLst>
            <pc:docMk/>
            <pc:sldMk cId="1954030159" sldId="516"/>
            <ac:spMk id="8" creationId="{64578F98-12A9-B845-918A-CBCC45EC4C3D}"/>
          </ac:spMkLst>
        </pc:spChg>
      </pc:sldChg>
      <pc:sldChg chg="delSp modSp add del mod chgLayout">
        <pc:chgData name="Loc Huynh" userId="80c0383e323bd6ea" providerId="LiveId" clId="{45D23C15-8B6E-3442-9B58-7B186F27CDA3}" dt="2023-09-25T01:57:07.733" v="5143" actId="2696"/>
        <pc:sldMkLst>
          <pc:docMk/>
          <pc:sldMk cId="478495063" sldId="517"/>
        </pc:sldMkLst>
        <pc:spChg chg="mod ord">
          <ac:chgData name="Loc Huynh" userId="80c0383e323bd6ea" providerId="LiveId" clId="{45D23C15-8B6E-3442-9B58-7B186F27CDA3}" dt="2023-09-18T08:00:07.936" v="4524"/>
          <ac:spMkLst>
            <pc:docMk/>
            <pc:sldMk cId="478495063" sldId="517"/>
            <ac:spMk id="2" creationId="{7474A01E-A813-5647-A400-1D6EAD852A52}"/>
          </ac:spMkLst>
        </pc:spChg>
        <pc:spChg chg="mod ord">
          <ac:chgData name="Loc Huynh" userId="80c0383e323bd6ea" providerId="LiveId" clId="{45D23C15-8B6E-3442-9B58-7B186F27CDA3}" dt="2023-09-18T08:44:19.268" v="4903" actId="20577"/>
          <ac:spMkLst>
            <pc:docMk/>
            <pc:sldMk cId="478495063" sldId="517"/>
            <ac:spMk id="3" creationId="{2A8192BB-4C32-CE45-A13C-56689409F2AF}"/>
          </ac:spMkLst>
        </pc:spChg>
        <pc:spChg chg="mod ord">
          <ac:chgData name="Loc Huynh" userId="80c0383e323bd6ea" providerId="LiveId" clId="{45D23C15-8B6E-3442-9B58-7B186F27CDA3}" dt="2023-09-18T06:58:59.637" v="2731" actId="700"/>
          <ac:spMkLst>
            <pc:docMk/>
            <pc:sldMk cId="478495063" sldId="517"/>
            <ac:spMk id="4" creationId="{FFBFE301-8F5F-684A-B4CB-DD6AB90AB12A}"/>
          </ac:spMkLst>
        </pc:spChg>
        <pc:spChg chg="mod ord">
          <ac:chgData name="Loc Huynh" userId="80c0383e323bd6ea" providerId="LiveId" clId="{45D23C15-8B6E-3442-9B58-7B186F27CDA3}" dt="2023-09-18T06:58:59.637" v="2731" actId="700"/>
          <ac:spMkLst>
            <pc:docMk/>
            <pc:sldMk cId="478495063" sldId="517"/>
            <ac:spMk id="5" creationId="{EB5C2D11-34DE-4244-9A1B-B29A0BA6751D}"/>
          </ac:spMkLst>
        </pc:spChg>
        <pc:spChg chg="del">
          <ac:chgData name="Loc Huynh" userId="80c0383e323bd6ea" providerId="LiveId" clId="{45D23C15-8B6E-3442-9B58-7B186F27CDA3}" dt="2023-09-18T08:11:27.758" v="4565" actId="478"/>
          <ac:spMkLst>
            <pc:docMk/>
            <pc:sldMk cId="478495063" sldId="517"/>
            <ac:spMk id="9" creationId="{CD5C6726-87CE-3D4E-A4DC-E76AD162700A}"/>
          </ac:spMkLst>
        </pc:spChg>
      </pc:sldChg>
      <pc:sldChg chg="delSp modSp add del mod chgLayout">
        <pc:chgData name="Loc Huynh" userId="80c0383e323bd6ea" providerId="LiveId" clId="{45D23C15-8B6E-3442-9B58-7B186F27CDA3}" dt="2023-09-25T01:57:07.622" v="5126" actId="2696"/>
        <pc:sldMkLst>
          <pc:docMk/>
          <pc:sldMk cId="2848822208" sldId="518"/>
        </pc:sldMkLst>
        <pc:spChg chg="mod ord">
          <ac:chgData name="Loc Huynh" userId="80c0383e323bd6ea" providerId="LiveId" clId="{45D23C15-8B6E-3442-9B58-7B186F27CDA3}" dt="2023-09-18T08:00:11.584" v="4525"/>
          <ac:spMkLst>
            <pc:docMk/>
            <pc:sldMk cId="2848822208" sldId="518"/>
            <ac:spMk id="2" creationId="{7474A01E-A813-5647-A400-1D6EAD852A52}"/>
          </ac:spMkLst>
        </pc:spChg>
        <pc:spChg chg="mod ord">
          <ac:chgData name="Loc Huynh" userId="80c0383e323bd6ea" providerId="LiveId" clId="{45D23C15-8B6E-3442-9B58-7B186F27CDA3}" dt="2023-09-18T08:12:47.928" v="4605" actId="12"/>
          <ac:spMkLst>
            <pc:docMk/>
            <pc:sldMk cId="2848822208" sldId="518"/>
            <ac:spMk id="3" creationId="{2A8192BB-4C32-CE45-A13C-56689409F2AF}"/>
          </ac:spMkLst>
        </pc:spChg>
        <pc:spChg chg="mod ord">
          <ac:chgData name="Loc Huynh" userId="80c0383e323bd6ea" providerId="LiveId" clId="{45D23C15-8B6E-3442-9B58-7B186F27CDA3}" dt="2023-09-18T06:59:08.832" v="2733" actId="700"/>
          <ac:spMkLst>
            <pc:docMk/>
            <pc:sldMk cId="2848822208" sldId="518"/>
            <ac:spMk id="4" creationId="{FFBFE301-8F5F-684A-B4CB-DD6AB90AB12A}"/>
          </ac:spMkLst>
        </pc:spChg>
        <pc:spChg chg="mod ord">
          <ac:chgData name="Loc Huynh" userId="80c0383e323bd6ea" providerId="LiveId" clId="{45D23C15-8B6E-3442-9B58-7B186F27CDA3}" dt="2023-09-18T06:59:08.832" v="2733" actId="700"/>
          <ac:spMkLst>
            <pc:docMk/>
            <pc:sldMk cId="2848822208" sldId="518"/>
            <ac:spMk id="5" creationId="{EB5C2D11-34DE-4244-9A1B-B29A0BA6751D}"/>
          </ac:spMkLst>
        </pc:spChg>
        <pc:spChg chg="del mod">
          <ac:chgData name="Loc Huynh" userId="80c0383e323bd6ea" providerId="LiveId" clId="{45D23C15-8B6E-3442-9B58-7B186F27CDA3}" dt="2023-09-18T08:12:16.320" v="4597" actId="478"/>
          <ac:spMkLst>
            <pc:docMk/>
            <pc:sldMk cId="2848822208" sldId="518"/>
            <ac:spMk id="9" creationId="{CD5C6726-87CE-3D4E-A4DC-E76AD162700A}"/>
          </ac:spMkLst>
        </pc:spChg>
        <pc:picChg chg="mod">
          <ac:chgData name="Loc Huynh" userId="80c0383e323bd6ea" providerId="LiveId" clId="{45D23C15-8B6E-3442-9B58-7B186F27CDA3}" dt="2023-09-18T08:12:20.875" v="4598" actId="1076"/>
          <ac:picMkLst>
            <pc:docMk/>
            <pc:sldMk cId="2848822208" sldId="518"/>
            <ac:picMk id="10" creationId="{6A170CDB-089C-8447-937A-3E956EDCF6EA}"/>
          </ac:picMkLst>
        </pc:picChg>
      </pc:sldChg>
      <pc:sldChg chg="modSp add del mod chgLayout">
        <pc:chgData name="Loc Huynh" userId="80c0383e323bd6ea" providerId="LiveId" clId="{45D23C15-8B6E-3442-9B58-7B186F27CDA3}" dt="2023-09-18T08:13:48.904" v="4622" actId="2696"/>
        <pc:sldMkLst>
          <pc:docMk/>
          <pc:sldMk cId="83627834" sldId="519"/>
        </pc:sldMkLst>
        <pc:spChg chg="mod ord">
          <ac:chgData name="Loc Huynh" userId="80c0383e323bd6ea" providerId="LiveId" clId="{45D23C15-8B6E-3442-9B58-7B186F27CDA3}" dt="2023-09-18T08:00:14.241" v="4526"/>
          <ac:spMkLst>
            <pc:docMk/>
            <pc:sldMk cId="83627834" sldId="519"/>
            <ac:spMk id="2" creationId="{7474A01E-A813-5647-A400-1D6EAD852A52}"/>
          </ac:spMkLst>
        </pc:spChg>
        <pc:spChg chg="mod ord">
          <ac:chgData name="Loc Huynh" userId="80c0383e323bd6ea" providerId="LiveId" clId="{45D23C15-8B6E-3442-9B58-7B186F27CDA3}" dt="2023-09-18T06:59:15.097" v="2734" actId="700"/>
          <ac:spMkLst>
            <pc:docMk/>
            <pc:sldMk cId="83627834" sldId="519"/>
            <ac:spMk id="3" creationId="{2A8192BB-4C32-CE45-A13C-56689409F2AF}"/>
          </ac:spMkLst>
        </pc:spChg>
        <pc:spChg chg="mod ord">
          <ac:chgData name="Loc Huynh" userId="80c0383e323bd6ea" providerId="LiveId" clId="{45D23C15-8B6E-3442-9B58-7B186F27CDA3}" dt="2023-09-18T06:59:15.097" v="2734" actId="700"/>
          <ac:spMkLst>
            <pc:docMk/>
            <pc:sldMk cId="83627834" sldId="519"/>
            <ac:spMk id="4" creationId="{FFBFE301-8F5F-684A-B4CB-DD6AB90AB12A}"/>
          </ac:spMkLst>
        </pc:spChg>
        <pc:spChg chg="mod ord">
          <ac:chgData name="Loc Huynh" userId="80c0383e323bd6ea" providerId="LiveId" clId="{45D23C15-8B6E-3442-9B58-7B186F27CDA3}" dt="2023-09-18T06:59:15.097" v="2734" actId="700"/>
          <ac:spMkLst>
            <pc:docMk/>
            <pc:sldMk cId="83627834" sldId="519"/>
            <ac:spMk id="5" creationId="{EB5C2D11-34DE-4244-9A1B-B29A0BA6751D}"/>
          </ac:spMkLst>
        </pc:spChg>
        <pc:spChg chg="mod">
          <ac:chgData name="Loc Huynh" userId="80c0383e323bd6ea" providerId="LiveId" clId="{45D23C15-8B6E-3442-9B58-7B186F27CDA3}" dt="2023-09-18T08:13:09.807" v="4611" actId="21"/>
          <ac:spMkLst>
            <pc:docMk/>
            <pc:sldMk cId="83627834" sldId="519"/>
            <ac:spMk id="9" creationId="{CD5C6726-87CE-3D4E-A4DC-E76AD162700A}"/>
          </ac:spMkLst>
        </pc:spChg>
      </pc:sldChg>
      <pc:sldChg chg="modSp add del mod modAnim modNotesTx">
        <pc:chgData name="Loc Huynh" userId="80c0383e323bd6ea" providerId="LiveId" clId="{45D23C15-8B6E-3442-9B58-7B186F27CDA3}" dt="2023-09-25T01:57:07.729" v="5141" actId="2696"/>
        <pc:sldMkLst>
          <pc:docMk/>
          <pc:sldMk cId="3295221846" sldId="520"/>
        </pc:sldMkLst>
        <pc:spChg chg="mod">
          <ac:chgData name="Loc Huynh" userId="80c0383e323bd6ea" providerId="LiveId" clId="{45D23C15-8B6E-3442-9B58-7B186F27CDA3}" dt="2023-09-18T06:20:13.314" v="1838" actId="14100"/>
          <ac:spMkLst>
            <pc:docMk/>
            <pc:sldMk cId="3295221846" sldId="520"/>
            <ac:spMk id="4" creationId="{24EC9DDC-A189-634B-303A-4372CC57ACAF}"/>
          </ac:spMkLst>
        </pc:spChg>
        <pc:spChg chg="mod">
          <ac:chgData name="Loc Huynh" userId="80c0383e323bd6ea" providerId="LiveId" clId="{45D23C15-8B6E-3442-9B58-7B186F27CDA3}" dt="2023-09-18T06:20:47.557" v="1858" actId="20577"/>
          <ac:spMkLst>
            <pc:docMk/>
            <pc:sldMk cId="3295221846" sldId="520"/>
            <ac:spMk id="5" creationId="{00000000-0000-0000-0000-000000000000}"/>
          </ac:spMkLst>
        </pc:spChg>
      </pc:sldChg>
      <pc:sldChg chg="modSp add del mod modNotesTx">
        <pc:chgData name="Loc Huynh" userId="80c0383e323bd6ea" providerId="LiveId" clId="{45D23C15-8B6E-3442-9B58-7B186F27CDA3}" dt="2023-09-25T01:57:07.736" v="5144" actId="2696"/>
        <pc:sldMkLst>
          <pc:docMk/>
          <pc:sldMk cId="2532480240" sldId="521"/>
        </pc:sldMkLst>
        <pc:spChg chg="mod">
          <ac:chgData name="Loc Huynh" userId="80c0383e323bd6ea" providerId="LiveId" clId="{45D23C15-8B6E-3442-9B58-7B186F27CDA3}" dt="2023-09-18T06:26:20.379" v="2054" actId="20577"/>
          <ac:spMkLst>
            <pc:docMk/>
            <pc:sldMk cId="2532480240" sldId="521"/>
            <ac:spMk id="4" creationId="{24EC9DDC-A189-634B-303A-4372CC57ACAF}"/>
          </ac:spMkLst>
        </pc:spChg>
        <pc:spChg chg="mod">
          <ac:chgData name="Loc Huynh" userId="80c0383e323bd6ea" providerId="LiveId" clId="{45D23C15-8B6E-3442-9B58-7B186F27CDA3}" dt="2023-09-18T06:20:52.867" v="1864" actId="20577"/>
          <ac:spMkLst>
            <pc:docMk/>
            <pc:sldMk cId="2532480240" sldId="521"/>
            <ac:spMk id="5" creationId="{00000000-0000-0000-0000-000000000000}"/>
          </ac:spMkLst>
        </pc:spChg>
        <pc:graphicFrameChg chg="modGraphic">
          <ac:chgData name="Loc Huynh" userId="80c0383e323bd6ea" providerId="LiveId" clId="{45D23C15-8B6E-3442-9B58-7B186F27CDA3}" dt="2023-09-18T06:27:22.772" v="2086" actId="207"/>
          <ac:graphicFrameMkLst>
            <pc:docMk/>
            <pc:sldMk cId="2532480240" sldId="521"/>
            <ac:graphicFrameMk id="2" creationId="{7D5864D3-2B82-A3A0-35E5-5AEB8E3A5052}"/>
          </ac:graphicFrameMkLst>
        </pc:graphicFrameChg>
      </pc:sldChg>
      <pc:sldChg chg="modSp add del mod modAnim">
        <pc:chgData name="Loc Huynh" userId="80c0383e323bd6ea" providerId="LiveId" clId="{45D23C15-8B6E-3442-9B58-7B186F27CDA3}" dt="2023-09-25T01:57:07.725" v="5139" actId="2696"/>
        <pc:sldMkLst>
          <pc:docMk/>
          <pc:sldMk cId="3183394513" sldId="522"/>
        </pc:sldMkLst>
        <pc:spChg chg="mod">
          <ac:chgData name="Loc Huynh" userId="80c0383e323bd6ea" providerId="LiveId" clId="{45D23C15-8B6E-3442-9B58-7B186F27CDA3}" dt="2023-09-18T06:28:11.191" v="2117" actId="20577"/>
          <ac:spMkLst>
            <pc:docMk/>
            <pc:sldMk cId="3183394513" sldId="522"/>
            <ac:spMk id="4" creationId="{24EC9DDC-A189-634B-303A-4372CC57ACAF}"/>
          </ac:spMkLst>
        </pc:spChg>
        <pc:spChg chg="mod">
          <ac:chgData name="Loc Huynh" userId="80c0383e323bd6ea" providerId="LiveId" clId="{45D23C15-8B6E-3442-9B58-7B186F27CDA3}" dt="2023-09-18T06:26:39.921" v="2070" actId="20577"/>
          <ac:spMkLst>
            <pc:docMk/>
            <pc:sldMk cId="3183394513" sldId="522"/>
            <ac:spMk id="5" creationId="{00000000-0000-0000-0000-000000000000}"/>
          </ac:spMkLst>
        </pc:spChg>
        <pc:graphicFrameChg chg="modGraphic">
          <ac:chgData name="Loc Huynh" userId="80c0383e323bd6ea" providerId="LiveId" clId="{45D23C15-8B6E-3442-9B58-7B186F27CDA3}" dt="2023-09-18T06:27:27.206" v="2087" actId="207"/>
          <ac:graphicFrameMkLst>
            <pc:docMk/>
            <pc:sldMk cId="3183394513" sldId="522"/>
            <ac:graphicFrameMk id="2" creationId="{7D5864D3-2B82-A3A0-35E5-5AEB8E3A5052}"/>
          </ac:graphicFrameMkLst>
        </pc:graphicFrameChg>
      </pc:sldChg>
      <pc:sldChg chg="delSp modSp add del mod delAnim">
        <pc:chgData name="Loc Huynh" userId="80c0383e323bd6ea" providerId="LiveId" clId="{45D23C15-8B6E-3442-9B58-7B186F27CDA3}" dt="2023-09-25T01:57:07.727" v="5140" actId="2696"/>
        <pc:sldMkLst>
          <pc:docMk/>
          <pc:sldMk cId="1500369377" sldId="523"/>
        </pc:sldMkLst>
        <pc:spChg chg="del">
          <ac:chgData name="Loc Huynh" userId="80c0383e323bd6ea" providerId="LiveId" clId="{45D23C15-8B6E-3442-9B58-7B186F27CDA3}" dt="2023-09-18T06:37:52.861" v="2260" actId="478"/>
          <ac:spMkLst>
            <pc:docMk/>
            <pc:sldMk cId="1500369377" sldId="523"/>
            <ac:spMk id="4" creationId="{24EC9DDC-A189-634B-303A-4372CC57ACAF}"/>
          </ac:spMkLst>
        </pc:spChg>
        <pc:spChg chg="mod">
          <ac:chgData name="Loc Huynh" userId="80c0383e323bd6ea" providerId="LiveId" clId="{45D23C15-8B6E-3442-9B58-7B186F27CDA3}" dt="2023-09-18T06:54:15.947" v="2697" actId="20577"/>
          <ac:spMkLst>
            <pc:docMk/>
            <pc:sldMk cId="1500369377" sldId="523"/>
            <ac:spMk id="5" creationId="{00000000-0000-0000-0000-000000000000}"/>
          </ac:spMkLst>
        </pc:spChg>
        <pc:graphicFrameChg chg="del">
          <ac:chgData name="Loc Huynh" userId="80c0383e323bd6ea" providerId="LiveId" clId="{45D23C15-8B6E-3442-9B58-7B186F27CDA3}" dt="2023-09-18T06:37:54.550" v="2261" actId="478"/>
          <ac:graphicFrameMkLst>
            <pc:docMk/>
            <pc:sldMk cId="1500369377" sldId="523"/>
            <ac:graphicFrameMk id="2" creationId="{7D5864D3-2B82-A3A0-35E5-5AEB8E3A5052}"/>
          </ac:graphicFrameMkLst>
        </pc:graphicFrameChg>
      </pc:sldChg>
      <pc:sldChg chg="delSp modSp add del mod">
        <pc:chgData name="Loc Huynh" userId="80c0383e323bd6ea" providerId="LiveId" clId="{45D23C15-8B6E-3442-9B58-7B186F27CDA3}" dt="2023-09-25T01:57:07.625" v="5127" actId="2696"/>
        <pc:sldMkLst>
          <pc:docMk/>
          <pc:sldMk cId="2762778352" sldId="524"/>
        </pc:sldMkLst>
        <pc:spChg chg="mod">
          <ac:chgData name="Loc Huynh" userId="80c0383e323bd6ea" providerId="LiveId" clId="{45D23C15-8B6E-3442-9B58-7B186F27CDA3}" dt="2023-09-18T06:55:18.486" v="2716" actId="20577"/>
          <ac:spMkLst>
            <pc:docMk/>
            <pc:sldMk cId="2762778352" sldId="524"/>
            <ac:spMk id="4" creationId="{24EC9DDC-A189-634B-303A-4372CC57ACAF}"/>
          </ac:spMkLst>
        </pc:spChg>
        <pc:spChg chg="mod">
          <ac:chgData name="Loc Huynh" userId="80c0383e323bd6ea" providerId="LiveId" clId="{45D23C15-8B6E-3442-9B58-7B186F27CDA3}" dt="2023-09-18T06:42:02.505" v="2483" actId="207"/>
          <ac:spMkLst>
            <pc:docMk/>
            <pc:sldMk cId="2762778352" sldId="524"/>
            <ac:spMk id="5" creationId="{00000000-0000-0000-0000-000000000000}"/>
          </ac:spMkLst>
        </pc:spChg>
        <pc:graphicFrameChg chg="del">
          <ac:chgData name="Loc Huynh" userId="80c0383e323bd6ea" providerId="LiveId" clId="{45D23C15-8B6E-3442-9B58-7B186F27CDA3}" dt="2023-09-18T06:40:17.368" v="2384" actId="478"/>
          <ac:graphicFrameMkLst>
            <pc:docMk/>
            <pc:sldMk cId="2762778352" sldId="524"/>
            <ac:graphicFrameMk id="2" creationId="{7D5864D3-2B82-A3A0-35E5-5AEB8E3A5052}"/>
          </ac:graphicFrameMkLst>
        </pc:graphicFrameChg>
      </pc:sldChg>
      <pc:sldChg chg="modSp add del mod modShow">
        <pc:chgData name="Loc Huynh" userId="80c0383e323bd6ea" providerId="LiveId" clId="{45D23C15-8B6E-3442-9B58-7B186F27CDA3}" dt="2023-09-25T01:57:07.748" v="5149" actId="2696"/>
        <pc:sldMkLst>
          <pc:docMk/>
          <pc:sldMk cId="3131131681" sldId="525"/>
        </pc:sldMkLst>
        <pc:spChg chg="mod">
          <ac:chgData name="Loc Huynh" userId="80c0383e323bd6ea" providerId="LiveId" clId="{45D23C15-8B6E-3442-9B58-7B186F27CDA3}" dt="2023-09-18T07:25:17.888" v="3823" actId="5793"/>
          <ac:spMkLst>
            <pc:docMk/>
            <pc:sldMk cId="3131131681" sldId="525"/>
            <ac:spMk id="3" creationId="{7F7DFE1E-8A2D-6145-BBE1-74889E55A8BD}"/>
          </ac:spMkLst>
        </pc:spChg>
      </pc:sldChg>
      <pc:sldChg chg="modSp add del mod ord">
        <pc:chgData name="Loc Huynh" userId="80c0383e323bd6ea" providerId="LiveId" clId="{45D23C15-8B6E-3442-9B58-7B186F27CDA3}" dt="2023-09-25T01:57:07.715" v="5135" actId="2696"/>
        <pc:sldMkLst>
          <pc:docMk/>
          <pc:sldMk cId="1655734534" sldId="526"/>
        </pc:sldMkLst>
        <pc:spChg chg="mod">
          <ac:chgData name="Loc Huynh" userId="80c0383e323bd6ea" providerId="LiveId" clId="{45D23C15-8B6E-3442-9B58-7B186F27CDA3}" dt="2023-09-18T07:25:58.714" v="3827" actId="20577"/>
          <ac:spMkLst>
            <pc:docMk/>
            <pc:sldMk cId="1655734534" sldId="526"/>
            <ac:spMk id="3" creationId="{7F7DFE1E-8A2D-6145-BBE1-74889E55A8BD}"/>
          </ac:spMkLst>
        </pc:spChg>
      </pc:sldChg>
      <pc:sldChg chg="addSp delSp modSp add del mod delAnim modAnim modShow modNotesTx">
        <pc:chgData name="Loc Huynh" userId="80c0383e323bd6ea" providerId="LiveId" clId="{45D23C15-8B6E-3442-9B58-7B186F27CDA3}" dt="2023-09-18T08:47:07.026" v="4966" actId="2696"/>
        <pc:sldMkLst>
          <pc:docMk/>
          <pc:sldMk cId="1843618767" sldId="527"/>
        </pc:sldMkLst>
        <pc:spChg chg="mod">
          <ac:chgData name="Loc Huynh" userId="80c0383e323bd6ea" providerId="LiveId" clId="{45D23C15-8B6E-3442-9B58-7B186F27CDA3}" dt="2023-09-18T07:41:50.716" v="4137" actId="20577"/>
          <ac:spMkLst>
            <pc:docMk/>
            <pc:sldMk cId="1843618767" sldId="527"/>
            <ac:spMk id="3" creationId="{7F7DFE1E-8A2D-6145-BBE1-74889E55A8BD}"/>
          </ac:spMkLst>
        </pc:spChg>
        <pc:spChg chg="del mod">
          <ac:chgData name="Loc Huynh" userId="80c0383e323bd6ea" providerId="LiveId" clId="{45D23C15-8B6E-3442-9B58-7B186F27CDA3}" dt="2023-09-18T07:27:57.943" v="3867" actId="478"/>
          <ac:spMkLst>
            <pc:docMk/>
            <pc:sldMk cId="1843618767" sldId="527"/>
            <ac:spMk id="8" creationId="{E5D382B1-0F63-C5A3-9C01-83CBCB2C73C6}"/>
          </ac:spMkLst>
        </pc:spChg>
        <pc:spChg chg="del mod topLvl">
          <ac:chgData name="Loc Huynh" userId="80c0383e323bd6ea" providerId="LiveId" clId="{45D23C15-8B6E-3442-9B58-7B186F27CDA3}" dt="2023-09-18T07:34:49.133" v="4035" actId="21"/>
          <ac:spMkLst>
            <pc:docMk/>
            <pc:sldMk cId="1843618767" sldId="527"/>
            <ac:spMk id="9" creationId="{564567C8-16AC-AE51-58ED-92EF83D76C25}"/>
          </ac:spMkLst>
        </pc:spChg>
        <pc:spChg chg="mod">
          <ac:chgData name="Loc Huynh" userId="80c0383e323bd6ea" providerId="LiveId" clId="{45D23C15-8B6E-3442-9B58-7B186F27CDA3}" dt="2023-09-18T07:42:06.356" v="4140" actId="1076"/>
          <ac:spMkLst>
            <pc:docMk/>
            <pc:sldMk cId="1843618767" sldId="527"/>
            <ac:spMk id="22" creationId="{EA79B16D-1073-BBAF-7E0C-05A18B0D6519}"/>
          </ac:spMkLst>
        </pc:spChg>
        <pc:spChg chg="mod">
          <ac:chgData name="Loc Huynh" userId="80c0383e323bd6ea" providerId="LiveId" clId="{45D23C15-8B6E-3442-9B58-7B186F27CDA3}" dt="2023-09-18T07:42:06.356" v="4140" actId="1076"/>
          <ac:spMkLst>
            <pc:docMk/>
            <pc:sldMk cId="1843618767" sldId="527"/>
            <ac:spMk id="27" creationId="{FB71D141-8787-8503-FB25-3440AE6B672E}"/>
          </ac:spMkLst>
        </pc:spChg>
        <pc:spChg chg="mod">
          <ac:chgData name="Loc Huynh" userId="80c0383e323bd6ea" providerId="LiveId" clId="{45D23C15-8B6E-3442-9B58-7B186F27CDA3}" dt="2023-09-18T07:42:06.356" v="4140" actId="1076"/>
          <ac:spMkLst>
            <pc:docMk/>
            <pc:sldMk cId="1843618767" sldId="527"/>
            <ac:spMk id="29" creationId="{D360286B-81ED-09EB-4D2A-B4AF4E56BF61}"/>
          </ac:spMkLst>
        </pc:spChg>
        <pc:spChg chg="del mod">
          <ac:chgData name="Loc Huynh" userId="80c0383e323bd6ea" providerId="LiveId" clId="{45D23C15-8B6E-3442-9B58-7B186F27CDA3}" dt="2023-09-18T07:32:48.726" v="3995" actId="478"/>
          <ac:spMkLst>
            <pc:docMk/>
            <pc:sldMk cId="1843618767" sldId="527"/>
            <ac:spMk id="31" creationId="{CDD79435-D2DA-E52A-22F3-42DD101EFAB2}"/>
          </ac:spMkLst>
        </pc:spChg>
        <pc:spChg chg="mod">
          <ac:chgData name="Loc Huynh" userId="80c0383e323bd6ea" providerId="LiveId" clId="{45D23C15-8B6E-3442-9B58-7B186F27CDA3}" dt="2023-09-18T07:42:06.356" v="4140" actId="1076"/>
          <ac:spMkLst>
            <pc:docMk/>
            <pc:sldMk cId="1843618767" sldId="527"/>
            <ac:spMk id="32" creationId="{91853DC7-9D61-50FA-C6BA-D1F5CF031469}"/>
          </ac:spMkLst>
        </pc:spChg>
        <pc:spChg chg="mod">
          <ac:chgData name="Loc Huynh" userId="80c0383e323bd6ea" providerId="LiveId" clId="{45D23C15-8B6E-3442-9B58-7B186F27CDA3}" dt="2023-09-18T07:42:06.356" v="4140" actId="1076"/>
          <ac:spMkLst>
            <pc:docMk/>
            <pc:sldMk cId="1843618767" sldId="527"/>
            <ac:spMk id="36" creationId="{6D5F8785-FB61-8BE8-5197-288D36281D22}"/>
          </ac:spMkLst>
        </pc:spChg>
        <pc:spChg chg="mod">
          <ac:chgData name="Loc Huynh" userId="80c0383e323bd6ea" providerId="LiveId" clId="{45D23C15-8B6E-3442-9B58-7B186F27CDA3}" dt="2023-09-18T07:42:06.356" v="4140" actId="1076"/>
          <ac:spMkLst>
            <pc:docMk/>
            <pc:sldMk cId="1843618767" sldId="527"/>
            <ac:spMk id="37" creationId="{EA0AD00F-C0D2-3D67-B12B-191AD178682D}"/>
          </ac:spMkLst>
        </pc:spChg>
        <pc:spChg chg="mod">
          <ac:chgData name="Loc Huynh" userId="80c0383e323bd6ea" providerId="LiveId" clId="{45D23C15-8B6E-3442-9B58-7B186F27CDA3}" dt="2023-09-18T07:42:06.356" v="4140" actId="1076"/>
          <ac:spMkLst>
            <pc:docMk/>
            <pc:sldMk cId="1843618767" sldId="527"/>
            <ac:spMk id="38" creationId="{241653B2-3EE9-9BB0-3392-1C4C97E55D39}"/>
          </ac:spMkLst>
        </pc:spChg>
        <pc:spChg chg="add del mod">
          <ac:chgData name="Loc Huynh" userId="80c0383e323bd6ea" providerId="LiveId" clId="{45D23C15-8B6E-3442-9B58-7B186F27CDA3}" dt="2023-09-18T07:42:02.968" v="4139" actId="478"/>
          <ac:spMkLst>
            <pc:docMk/>
            <pc:sldMk cId="1843618767" sldId="527"/>
            <ac:spMk id="39" creationId="{737D7C17-89DC-84D4-FE4F-BC2DA55779E9}"/>
          </ac:spMkLst>
        </pc:spChg>
        <pc:spChg chg="add mod">
          <ac:chgData name="Loc Huynh" userId="80c0383e323bd6ea" providerId="LiveId" clId="{45D23C15-8B6E-3442-9B58-7B186F27CDA3}" dt="2023-09-18T07:42:06.356" v="4140" actId="1076"/>
          <ac:spMkLst>
            <pc:docMk/>
            <pc:sldMk cId="1843618767" sldId="527"/>
            <ac:spMk id="42" creationId="{0B90CA47-62D3-ECC7-FB11-47A64B430663}"/>
          </ac:spMkLst>
        </pc:spChg>
        <pc:spChg chg="add mod">
          <ac:chgData name="Loc Huynh" userId="80c0383e323bd6ea" providerId="LiveId" clId="{45D23C15-8B6E-3442-9B58-7B186F27CDA3}" dt="2023-09-18T07:42:06.356" v="4140" actId="1076"/>
          <ac:spMkLst>
            <pc:docMk/>
            <pc:sldMk cId="1843618767" sldId="527"/>
            <ac:spMk id="55" creationId="{15C10B91-6E8C-2202-F5D2-920513A8C012}"/>
          </ac:spMkLst>
        </pc:spChg>
        <pc:grpChg chg="add del mod">
          <ac:chgData name="Loc Huynh" userId="80c0383e323bd6ea" providerId="LiveId" clId="{45D23C15-8B6E-3442-9B58-7B186F27CDA3}" dt="2023-09-18T07:34:49.133" v="4035" actId="21"/>
          <ac:grpSpMkLst>
            <pc:docMk/>
            <pc:sldMk cId="1843618767" sldId="527"/>
            <ac:grpSpMk id="6" creationId="{D38A524E-715E-067D-32C7-4BD269069DF4}"/>
          </ac:grpSpMkLst>
        </pc:grpChg>
        <pc:grpChg chg="del mod">
          <ac:chgData name="Loc Huynh" userId="80c0383e323bd6ea" providerId="LiveId" clId="{45D23C15-8B6E-3442-9B58-7B186F27CDA3}" dt="2023-09-18T07:32:54.609" v="3999" actId="478"/>
          <ac:grpSpMkLst>
            <pc:docMk/>
            <pc:sldMk cId="1843618767" sldId="527"/>
            <ac:grpSpMk id="7" creationId="{9BC1CA33-74BD-0BF3-7E67-913F625F366F}"/>
          </ac:grpSpMkLst>
        </pc:grpChg>
        <pc:grpChg chg="del mod">
          <ac:chgData name="Loc Huynh" userId="80c0383e323bd6ea" providerId="LiveId" clId="{45D23C15-8B6E-3442-9B58-7B186F27CDA3}" dt="2023-09-18T07:32:58.814" v="4003" actId="478"/>
          <ac:grpSpMkLst>
            <pc:docMk/>
            <pc:sldMk cId="1843618767" sldId="527"/>
            <ac:grpSpMk id="10" creationId="{FB88A37A-1392-A464-87CF-01B999DECA7F}"/>
          </ac:grpSpMkLst>
        </pc:grpChg>
        <pc:grpChg chg="mod topLvl">
          <ac:chgData name="Loc Huynh" userId="80c0383e323bd6ea" providerId="LiveId" clId="{45D23C15-8B6E-3442-9B58-7B186F27CDA3}" dt="2023-09-18T07:42:06.356" v="4140" actId="1076"/>
          <ac:grpSpMkLst>
            <pc:docMk/>
            <pc:sldMk cId="1843618767" sldId="527"/>
            <ac:grpSpMk id="15" creationId="{0B016F60-C788-33C7-E9DA-0FA9B0509BF9}"/>
          </ac:grpSpMkLst>
        </pc:grpChg>
        <pc:grpChg chg="mod">
          <ac:chgData name="Loc Huynh" userId="80c0383e323bd6ea" providerId="LiveId" clId="{45D23C15-8B6E-3442-9B58-7B186F27CDA3}" dt="2023-09-18T07:42:06.356" v="4140" actId="1076"/>
          <ac:grpSpMkLst>
            <pc:docMk/>
            <pc:sldMk cId="1843618767" sldId="527"/>
            <ac:grpSpMk id="17" creationId="{1C12C740-61BE-128D-8D52-AFDDDB158BBC}"/>
          </ac:grpSpMkLst>
        </pc:grpChg>
        <pc:grpChg chg="del mod">
          <ac:chgData name="Loc Huynh" userId="80c0383e323bd6ea" providerId="LiveId" clId="{45D23C15-8B6E-3442-9B58-7B186F27CDA3}" dt="2023-09-18T07:32:48.726" v="3995" actId="478"/>
          <ac:grpSpMkLst>
            <pc:docMk/>
            <pc:sldMk cId="1843618767" sldId="527"/>
            <ac:grpSpMk id="18" creationId="{547C3531-9573-B6BB-5621-C2A5FB978C5E}"/>
          </ac:grpSpMkLst>
        </pc:grpChg>
        <pc:grpChg chg="del mod">
          <ac:chgData name="Loc Huynh" userId="80c0383e323bd6ea" providerId="LiveId" clId="{45D23C15-8B6E-3442-9B58-7B186F27CDA3}" dt="2023-09-18T07:32:45.437" v="3994" actId="478"/>
          <ac:grpSpMkLst>
            <pc:docMk/>
            <pc:sldMk cId="1843618767" sldId="527"/>
            <ac:grpSpMk id="19" creationId="{8A20848F-26EE-02D6-0E7D-558CFBE1F1DA}"/>
          </ac:grpSpMkLst>
        </pc:grpChg>
        <pc:grpChg chg="mod">
          <ac:chgData name="Loc Huynh" userId="80c0383e323bd6ea" providerId="LiveId" clId="{45D23C15-8B6E-3442-9B58-7B186F27CDA3}" dt="2023-09-18T07:42:06.356" v="4140" actId="1076"/>
          <ac:grpSpMkLst>
            <pc:docMk/>
            <pc:sldMk cId="1843618767" sldId="527"/>
            <ac:grpSpMk id="20" creationId="{DF6AA797-702E-FE1B-649B-E738CE94761C}"/>
          </ac:grpSpMkLst>
        </pc:grpChg>
        <pc:grpChg chg="mod">
          <ac:chgData name="Loc Huynh" userId="80c0383e323bd6ea" providerId="LiveId" clId="{45D23C15-8B6E-3442-9B58-7B186F27CDA3}" dt="2023-09-18T07:42:06.356" v="4140" actId="1076"/>
          <ac:grpSpMkLst>
            <pc:docMk/>
            <pc:sldMk cId="1843618767" sldId="527"/>
            <ac:grpSpMk id="21" creationId="{770B071B-5B84-657B-7DCB-E512CCA3F376}"/>
          </ac:grpSpMkLst>
        </pc:grpChg>
        <pc:grpChg chg="mod">
          <ac:chgData name="Loc Huynh" userId="80c0383e323bd6ea" providerId="LiveId" clId="{45D23C15-8B6E-3442-9B58-7B186F27CDA3}" dt="2023-09-18T07:42:06.356" v="4140" actId="1076"/>
          <ac:grpSpMkLst>
            <pc:docMk/>
            <pc:sldMk cId="1843618767" sldId="527"/>
            <ac:grpSpMk id="23" creationId="{ECDE2833-7D31-70EE-96A7-29B503A46170}"/>
          </ac:grpSpMkLst>
        </pc:grpChg>
        <pc:grpChg chg="add mod">
          <ac:chgData name="Loc Huynh" userId="80c0383e323bd6ea" providerId="LiveId" clId="{45D23C15-8B6E-3442-9B58-7B186F27CDA3}" dt="2023-09-18T07:42:06.356" v="4140" actId="1076"/>
          <ac:grpSpMkLst>
            <pc:docMk/>
            <pc:sldMk cId="1843618767" sldId="527"/>
            <ac:grpSpMk id="66" creationId="{539A298B-0B52-C811-2672-05B3AADF92A7}"/>
          </ac:grpSpMkLst>
        </pc:grpChg>
        <pc:picChg chg="mod">
          <ac:chgData name="Loc Huynh" userId="80c0383e323bd6ea" providerId="LiveId" clId="{45D23C15-8B6E-3442-9B58-7B186F27CDA3}" dt="2023-09-18T07:42:06.356" v="4140" actId="1076"/>
          <ac:picMkLst>
            <pc:docMk/>
            <pc:sldMk cId="1843618767" sldId="527"/>
            <ac:picMk id="24" creationId="{79F5ED0E-4FD2-453E-9DC8-C8FF9A27D492}"/>
          </ac:picMkLst>
        </pc:picChg>
        <pc:picChg chg="mod">
          <ac:chgData name="Loc Huynh" userId="80c0383e323bd6ea" providerId="LiveId" clId="{45D23C15-8B6E-3442-9B58-7B186F27CDA3}" dt="2023-09-18T07:42:06.356" v="4140" actId="1076"/>
          <ac:picMkLst>
            <pc:docMk/>
            <pc:sldMk cId="1843618767" sldId="527"/>
            <ac:picMk id="25" creationId="{5399DCEA-E82D-C250-F4C8-3522BA80A0C1}"/>
          </ac:picMkLst>
        </pc:picChg>
        <pc:picChg chg="mod">
          <ac:chgData name="Loc Huynh" userId="80c0383e323bd6ea" providerId="LiveId" clId="{45D23C15-8B6E-3442-9B58-7B186F27CDA3}" dt="2023-09-18T07:42:06.356" v="4140" actId="1076"/>
          <ac:picMkLst>
            <pc:docMk/>
            <pc:sldMk cId="1843618767" sldId="527"/>
            <ac:picMk id="28" creationId="{0B804D5A-F566-A61B-C247-82EA99503349}"/>
          </ac:picMkLst>
        </pc:picChg>
        <pc:picChg chg="del mod">
          <ac:chgData name="Loc Huynh" userId="80c0383e323bd6ea" providerId="LiveId" clId="{45D23C15-8B6E-3442-9B58-7B186F27CDA3}" dt="2023-09-18T07:32:45.437" v="3994" actId="478"/>
          <ac:picMkLst>
            <pc:docMk/>
            <pc:sldMk cId="1843618767" sldId="527"/>
            <ac:picMk id="30" creationId="{21D6FEE0-8C07-494E-C06D-B0EF7260729C}"/>
          </ac:picMkLst>
        </pc:picChg>
        <pc:picChg chg="mod">
          <ac:chgData name="Loc Huynh" userId="80c0383e323bd6ea" providerId="LiveId" clId="{45D23C15-8B6E-3442-9B58-7B186F27CDA3}" dt="2023-09-18T07:42:06.356" v="4140" actId="1076"/>
          <ac:picMkLst>
            <pc:docMk/>
            <pc:sldMk cId="1843618767" sldId="527"/>
            <ac:picMk id="34" creationId="{7BE63973-330F-F824-6288-9CE7742B9F23}"/>
          </ac:picMkLst>
        </pc:picChg>
        <pc:picChg chg="add del mod">
          <ac:chgData name="Loc Huynh" userId="80c0383e323bd6ea" providerId="LiveId" clId="{45D23C15-8B6E-3442-9B58-7B186F27CDA3}" dt="2023-09-18T07:34:45.852" v="4033" actId="21"/>
          <ac:picMkLst>
            <pc:docMk/>
            <pc:sldMk cId="1843618767" sldId="527"/>
            <ac:picMk id="41" creationId="{E617ABDA-5679-ECF4-E06D-DFB63AF9C48B}"/>
          </ac:picMkLst>
        </pc:picChg>
        <pc:picChg chg="add mod">
          <ac:chgData name="Loc Huynh" userId="80c0383e323bd6ea" providerId="LiveId" clId="{45D23C15-8B6E-3442-9B58-7B186F27CDA3}" dt="2023-09-18T07:42:06.356" v="4140" actId="1076"/>
          <ac:picMkLst>
            <pc:docMk/>
            <pc:sldMk cId="1843618767" sldId="527"/>
            <ac:picMk id="43" creationId="{DD9FF9BC-D5A0-730B-A2D4-454E7BB2BE0B}"/>
          </ac:picMkLst>
        </pc:picChg>
        <pc:picChg chg="add del mod">
          <ac:chgData name="Loc Huynh" userId="80c0383e323bd6ea" providerId="LiveId" clId="{45D23C15-8B6E-3442-9B58-7B186F27CDA3}" dt="2023-09-18T07:34:35.590" v="4026"/>
          <ac:picMkLst>
            <pc:docMk/>
            <pc:sldMk cId="1843618767" sldId="527"/>
            <ac:picMk id="53" creationId="{847A0533-42AC-59D1-6D4C-85D72E22D4FF}"/>
          </ac:picMkLst>
        </pc:picChg>
        <pc:picChg chg="add mod">
          <ac:chgData name="Loc Huynh" userId="80c0383e323bd6ea" providerId="LiveId" clId="{45D23C15-8B6E-3442-9B58-7B186F27CDA3}" dt="2023-09-18T07:42:06.356" v="4140" actId="1076"/>
          <ac:picMkLst>
            <pc:docMk/>
            <pc:sldMk cId="1843618767" sldId="527"/>
            <ac:picMk id="54" creationId="{D1A05273-005E-E33E-E305-771DE38B554C}"/>
          </ac:picMkLst>
        </pc:picChg>
        <pc:cxnChg chg="del mod">
          <ac:chgData name="Loc Huynh" userId="80c0383e323bd6ea" providerId="LiveId" clId="{45D23C15-8B6E-3442-9B58-7B186F27CDA3}" dt="2023-09-18T07:32:51.866" v="3997" actId="478"/>
          <ac:cxnSpMkLst>
            <pc:docMk/>
            <pc:sldMk cId="1843618767" sldId="527"/>
            <ac:cxnSpMk id="11" creationId="{7523C675-6B9D-6DFE-17D1-BD9DF11C61A8}"/>
          </ac:cxnSpMkLst>
        </pc:cxnChg>
        <pc:cxnChg chg="del mod">
          <ac:chgData name="Loc Huynh" userId="80c0383e323bd6ea" providerId="LiveId" clId="{45D23C15-8B6E-3442-9B58-7B186F27CDA3}" dt="2023-09-18T07:30:01.923" v="3925" actId="478"/>
          <ac:cxnSpMkLst>
            <pc:docMk/>
            <pc:sldMk cId="1843618767" sldId="527"/>
            <ac:cxnSpMk id="12" creationId="{36F3FCD3-A696-C5DD-9926-2322C57223C9}"/>
          </ac:cxnSpMkLst>
        </pc:cxnChg>
        <pc:cxnChg chg="del mod">
          <ac:chgData name="Loc Huynh" userId="80c0383e323bd6ea" providerId="LiveId" clId="{45D23C15-8B6E-3442-9B58-7B186F27CDA3}" dt="2023-09-18T07:32:54.609" v="3999" actId="478"/>
          <ac:cxnSpMkLst>
            <pc:docMk/>
            <pc:sldMk cId="1843618767" sldId="527"/>
            <ac:cxnSpMk id="13" creationId="{8FFDEDEF-A279-A198-67D6-65F330DFFB7B}"/>
          </ac:cxnSpMkLst>
        </pc:cxnChg>
        <pc:cxnChg chg="del mod">
          <ac:chgData name="Loc Huynh" userId="80c0383e323bd6ea" providerId="LiveId" clId="{45D23C15-8B6E-3442-9B58-7B186F27CDA3}" dt="2023-09-18T07:32:50.406" v="3996" actId="478"/>
          <ac:cxnSpMkLst>
            <pc:docMk/>
            <pc:sldMk cId="1843618767" sldId="527"/>
            <ac:cxnSpMk id="14" creationId="{EB05060D-3D86-2620-25DC-F1EE14EF6EEB}"/>
          </ac:cxnSpMkLst>
        </pc:cxnChg>
        <pc:cxnChg chg="del mod">
          <ac:chgData name="Loc Huynh" userId="80c0383e323bd6ea" providerId="LiveId" clId="{45D23C15-8B6E-3442-9B58-7B186F27CDA3}" dt="2023-09-18T07:32:58.814" v="4003" actId="478"/>
          <ac:cxnSpMkLst>
            <pc:docMk/>
            <pc:sldMk cId="1843618767" sldId="527"/>
            <ac:cxnSpMk id="16" creationId="{A41A8362-49D7-2BDE-B4F8-CC7B400DCEDA}"/>
          </ac:cxnSpMkLst>
        </pc:cxnChg>
        <pc:cxnChg chg="mod">
          <ac:chgData name="Loc Huynh" userId="80c0383e323bd6ea" providerId="LiveId" clId="{45D23C15-8B6E-3442-9B58-7B186F27CDA3}" dt="2023-09-18T07:42:06.356" v="4140" actId="1076"/>
          <ac:cxnSpMkLst>
            <pc:docMk/>
            <pc:sldMk cId="1843618767" sldId="527"/>
            <ac:cxnSpMk id="26" creationId="{B6CAC126-0C83-C3A3-3AAD-B89735363D42}"/>
          </ac:cxnSpMkLst>
        </pc:cxnChg>
        <pc:cxnChg chg="mod">
          <ac:chgData name="Loc Huynh" userId="80c0383e323bd6ea" providerId="LiveId" clId="{45D23C15-8B6E-3442-9B58-7B186F27CDA3}" dt="2023-09-18T07:42:06.356" v="4140" actId="1076"/>
          <ac:cxnSpMkLst>
            <pc:docMk/>
            <pc:sldMk cId="1843618767" sldId="527"/>
            <ac:cxnSpMk id="33" creationId="{40FDDD31-19F6-93B0-5488-37EDEAC5084E}"/>
          </ac:cxnSpMkLst>
        </pc:cxnChg>
        <pc:cxnChg chg="mod">
          <ac:chgData name="Loc Huynh" userId="80c0383e323bd6ea" providerId="LiveId" clId="{45D23C15-8B6E-3442-9B58-7B186F27CDA3}" dt="2023-09-18T07:42:06.356" v="4140" actId="1076"/>
          <ac:cxnSpMkLst>
            <pc:docMk/>
            <pc:sldMk cId="1843618767" sldId="527"/>
            <ac:cxnSpMk id="35" creationId="{E5880243-1D84-CD5C-36CF-34B7070F54EF}"/>
          </ac:cxnSpMkLst>
        </pc:cxnChg>
        <pc:cxnChg chg="add mod">
          <ac:chgData name="Loc Huynh" userId="80c0383e323bd6ea" providerId="LiveId" clId="{45D23C15-8B6E-3442-9B58-7B186F27CDA3}" dt="2023-09-18T07:42:06.356" v="4140" actId="1076"/>
          <ac:cxnSpMkLst>
            <pc:docMk/>
            <pc:sldMk cId="1843618767" sldId="527"/>
            <ac:cxnSpMk id="40" creationId="{F827DCCD-1CBC-A234-2CFF-3B69F02E83B4}"/>
          </ac:cxnSpMkLst>
        </pc:cxnChg>
        <pc:cxnChg chg="add del mod">
          <ac:chgData name="Loc Huynh" userId="80c0383e323bd6ea" providerId="LiveId" clId="{45D23C15-8B6E-3442-9B58-7B186F27CDA3}" dt="2023-09-18T07:32:52.896" v="3998" actId="478"/>
          <ac:cxnSpMkLst>
            <pc:docMk/>
            <pc:sldMk cId="1843618767" sldId="527"/>
            <ac:cxnSpMk id="47" creationId="{E97DE3C8-9012-42BF-DC05-F1FD09786C51}"/>
          </ac:cxnSpMkLst>
        </pc:cxnChg>
        <pc:cxnChg chg="add mod">
          <ac:chgData name="Loc Huynh" userId="80c0383e323bd6ea" providerId="LiveId" clId="{45D23C15-8B6E-3442-9B58-7B186F27CDA3}" dt="2023-09-18T07:42:06.356" v="4140" actId="1076"/>
          <ac:cxnSpMkLst>
            <pc:docMk/>
            <pc:sldMk cId="1843618767" sldId="527"/>
            <ac:cxnSpMk id="49" creationId="{C4EEC47D-B96F-64DB-4E56-DB66645A0735}"/>
          </ac:cxnSpMkLst>
        </pc:cxnChg>
        <pc:cxnChg chg="add mod">
          <ac:chgData name="Loc Huynh" userId="80c0383e323bd6ea" providerId="LiveId" clId="{45D23C15-8B6E-3442-9B58-7B186F27CDA3}" dt="2023-09-18T07:42:06.356" v="4140" actId="1076"/>
          <ac:cxnSpMkLst>
            <pc:docMk/>
            <pc:sldMk cId="1843618767" sldId="527"/>
            <ac:cxnSpMk id="52" creationId="{1DDAE40A-2B42-9026-9898-107BB777BEFF}"/>
          </ac:cxnSpMkLst>
        </pc:cxnChg>
        <pc:cxnChg chg="add mod">
          <ac:chgData name="Loc Huynh" userId="80c0383e323bd6ea" providerId="LiveId" clId="{45D23C15-8B6E-3442-9B58-7B186F27CDA3}" dt="2023-09-18T07:42:06.356" v="4140" actId="1076"/>
          <ac:cxnSpMkLst>
            <pc:docMk/>
            <pc:sldMk cId="1843618767" sldId="527"/>
            <ac:cxnSpMk id="57" creationId="{ABD16156-996C-7432-8377-98620972EF61}"/>
          </ac:cxnSpMkLst>
        </pc:cxnChg>
      </pc:sldChg>
      <pc:sldChg chg="modSp add del mod ord">
        <pc:chgData name="Loc Huynh" userId="80c0383e323bd6ea" providerId="LiveId" clId="{45D23C15-8B6E-3442-9B58-7B186F27CDA3}" dt="2023-09-25T01:57:07.739" v="5146" actId="2696"/>
        <pc:sldMkLst>
          <pc:docMk/>
          <pc:sldMk cId="3913691611" sldId="528"/>
        </pc:sldMkLst>
        <pc:spChg chg="mod">
          <ac:chgData name="Loc Huynh" userId="80c0383e323bd6ea" providerId="LiveId" clId="{45D23C15-8B6E-3442-9B58-7B186F27CDA3}" dt="2023-09-18T07:50:12.678" v="4351" actId="20577"/>
          <ac:spMkLst>
            <pc:docMk/>
            <pc:sldMk cId="3913691611" sldId="528"/>
            <ac:spMk id="3" creationId="{7F7DFE1E-8A2D-6145-BBE1-74889E55A8BD}"/>
          </ac:spMkLst>
        </pc:spChg>
      </pc:sldChg>
      <pc:sldChg chg="addSp modSp add del mod modAnim">
        <pc:chgData name="Loc Huynh" userId="80c0383e323bd6ea" providerId="LiveId" clId="{45D23C15-8B6E-3442-9B58-7B186F27CDA3}" dt="2023-09-25T01:57:07.719" v="5136" actId="2696"/>
        <pc:sldMkLst>
          <pc:docMk/>
          <pc:sldMk cId="2581088329" sldId="529"/>
        </pc:sldMkLst>
        <pc:spChg chg="mod">
          <ac:chgData name="Loc Huynh" userId="80c0383e323bd6ea" providerId="LiveId" clId="{45D23C15-8B6E-3442-9B58-7B186F27CDA3}" dt="2023-09-18T07:41:29.582" v="4127"/>
          <ac:spMkLst>
            <pc:docMk/>
            <pc:sldMk cId="2581088329" sldId="529"/>
            <ac:spMk id="2" creationId="{636479E2-C0D6-904F-B5C5-2271728A96C3}"/>
          </ac:spMkLst>
        </pc:spChg>
        <pc:spChg chg="mod">
          <ac:chgData name="Loc Huynh" userId="80c0383e323bd6ea" providerId="LiveId" clId="{45D23C15-8B6E-3442-9B58-7B186F27CDA3}" dt="2023-09-18T07:41:05.279" v="4126" actId="20577"/>
          <ac:spMkLst>
            <pc:docMk/>
            <pc:sldMk cId="2581088329" sldId="529"/>
            <ac:spMk id="3" creationId="{C0C21A69-FB3A-5848-81E0-17A1514E605F}"/>
          </ac:spMkLst>
        </pc:spChg>
        <pc:spChg chg="add mod">
          <ac:chgData name="Loc Huynh" userId="80c0383e323bd6ea" providerId="LiveId" clId="{45D23C15-8B6E-3442-9B58-7B186F27CDA3}" dt="2023-09-18T07:40:49.226" v="4091" actId="1076"/>
          <ac:spMkLst>
            <pc:docMk/>
            <pc:sldMk cId="2581088329" sldId="529"/>
            <ac:spMk id="6" creationId="{C5DDAD14-A9B9-994D-0600-AE9DA3D15E1F}"/>
          </ac:spMkLst>
        </pc:spChg>
      </pc:sldChg>
      <pc:sldChg chg="delSp modSp add del mod delAnim">
        <pc:chgData name="Loc Huynh" userId="80c0383e323bd6ea" providerId="LiveId" clId="{45D23C15-8B6E-3442-9B58-7B186F27CDA3}" dt="2023-09-25T01:57:07.737" v="5145" actId="2696"/>
        <pc:sldMkLst>
          <pc:docMk/>
          <pc:sldMk cId="3049037987" sldId="530"/>
        </pc:sldMkLst>
        <pc:spChg chg="mod">
          <ac:chgData name="Loc Huynh" userId="80c0383e323bd6ea" providerId="LiveId" clId="{45D23C15-8B6E-3442-9B58-7B186F27CDA3}" dt="2023-09-18T07:56:06.586" v="4391"/>
          <ac:spMkLst>
            <pc:docMk/>
            <pc:sldMk cId="3049037987" sldId="530"/>
            <ac:spMk id="2" creationId="{67D965CF-1D55-5443-919B-AC77503498CA}"/>
          </ac:spMkLst>
        </pc:spChg>
        <pc:spChg chg="mod">
          <ac:chgData name="Loc Huynh" userId="80c0383e323bd6ea" providerId="LiveId" clId="{45D23C15-8B6E-3442-9B58-7B186F27CDA3}" dt="2023-09-18T07:53:38.466" v="4373" actId="20577"/>
          <ac:spMkLst>
            <pc:docMk/>
            <pc:sldMk cId="3049037987" sldId="530"/>
            <ac:spMk id="3" creationId="{6B1D9321-FF39-B846-D955-EBEE6C4CA6FB}"/>
          </ac:spMkLst>
        </pc:spChg>
        <pc:spChg chg="del">
          <ac:chgData name="Loc Huynh" userId="80c0383e323bd6ea" providerId="LiveId" clId="{45D23C15-8B6E-3442-9B58-7B186F27CDA3}" dt="2023-09-18T07:48:55.980" v="4230" actId="478"/>
          <ac:spMkLst>
            <pc:docMk/>
            <pc:sldMk cId="3049037987" sldId="530"/>
            <ac:spMk id="7" creationId="{9CF46A69-C370-BC4E-A1B6-0D08CD7E7D51}"/>
          </ac:spMkLst>
        </pc:spChg>
        <pc:spChg chg="del">
          <ac:chgData name="Loc Huynh" userId="80c0383e323bd6ea" providerId="LiveId" clId="{45D23C15-8B6E-3442-9B58-7B186F27CDA3}" dt="2023-09-18T07:48:59.298" v="4232" actId="478"/>
          <ac:spMkLst>
            <pc:docMk/>
            <pc:sldMk cId="3049037987" sldId="530"/>
            <ac:spMk id="16" creationId="{7C8FDB5D-9AF4-224E-B7B6-BA96C824EC4F}"/>
          </ac:spMkLst>
        </pc:spChg>
        <pc:spChg chg="del">
          <ac:chgData name="Loc Huynh" userId="80c0383e323bd6ea" providerId="LiveId" clId="{45D23C15-8B6E-3442-9B58-7B186F27CDA3}" dt="2023-09-18T07:48:58.232" v="4231" actId="478"/>
          <ac:spMkLst>
            <pc:docMk/>
            <pc:sldMk cId="3049037987" sldId="530"/>
            <ac:spMk id="75" creationId="{54F5DAA9-1DBD-314C-9F95-F7990C0448CA}"/>
          </ac:spMkLst>
        </pc:spChg>
        <pc:grpChg chg="del">
          <ac:chgData name="Loc Huynh" userId="80c0383e323bd6ea" providerId="LiveId" clId="{45D23C15-8B6E-3442-9B58-7B186F27CDA3}" dt="2023-09-18T07:48:54.955" v="4229" actId="478"/>
          <ac:grpSpMkLst>
            <pc:docMk/>
            <pc:sldMk cId="3049037987" sldId="530"/>
            <ac:grpSpMk id="6" creationId="{A39F8ECC-414E-5F7E-CCF1-0EDBF5AEFA1D}"/>
          </ac:grpSpMkLst>
        </pc:grpChg>
      </pc:sldChg>
      <pc:sldChg chg="delSp modSp add del mod delAnim">
        <pc:chgData name="Loc Huynh" userId="80c0383e323bd6ea" providerId="LiveId" clId="{45D23C15-8B6E-3442-9B58-7B186F27CDA3}" dt="2023-09-25T01:57:07.723" v="5138" actId="2696"/>
        <pc:sldMkLst>
          <pc:docMk/>
          <pc:sldMk cId="1800207626" sldId="531"/>
        </pc:sldMkLst>
        <pc:spChg chg="mod">
          <ac:chgData name="Loc Huynh" userId="80c0383e323bd6ea" providerId="LiveId" clId="{45D23C15-8B6E-3442-9B58-7B186F27CDA3}" dt="2023-09-18T07:56:12.479" v="4393"/>
          <ac:spMkLst>
            <pc:docMk/>
            <pc:sldMk cId="1800207626" sldId="531"/>
            <ac:spMk id="2" creationId="{67D965CF-1D55-5443-919B-AC77503498CA}"/>
          </ac:spMkLst>
        </pc:spChg>
        <pc:spChg chg="mod">
          <ac:chgData name="Loc Huynh" userId="80c0383e323bd6ea" providerId="LiveId" clId="{45D23C15-8B6E-3442-9B58-7B186F27CDA3}" dt="2023-09-18T07:52:51.522" v="4368" actId="20577"/>
          <ac:spMkLst>
            <pc:docMk/>
            <pc:sldMk cId="1800207626" sldId="531"/>
            <ac:spMk id="3" creationId="{E822C47B-B604-EA2C-0452-423331904349}"/>
          </ac:spMkLst>
        </pc:spChg>
        <pc:spChg chg="del">
          <ac:chgData name="Loc Huynh" userId="80c0383e323bd6ea" providerId="LiveId" clId="{45D23C15-8B6E-3442-9B58-7B186F27CDA3}" dt="2023-09-18T07:52:20.252" v="4363" actId="478"/>
          <ac:spMkLst>
            <pc:docMk/>
            <pc:sldMk cId="1800207626" sldId="531"/>
            <ac:spMk id="7" creationId="{9CF46A69-C370-BC4E-A1B6-0D08CD7E7D51}"/>
          </ac:spMkLst>
        </pc:spChg>
        <pc:spChg chg="del">
          <ac:chgData name="Loc Huynh" userId="80c0383e323bd6ea" providerId="LiveId" clId="{45D23C15-8B6E-3442-9B58-7B186F27CDA3}" dt="2023-09-18T07:52:18.769" v="4362" actId="478"/>
          <ac:spMkLst>
            <pc:docMk/>
            <pc:sldMk cId="1800207626" sldId="531"/>
            <ac:spMk id="16" creationId="{7C8FDB5D-9AF4-224E-B7B6-BA96C824EC4F}"/>
          </ac:spMkLst>
        </pc:spChg>
        <pc:spChg chg="del">
          <ac:chgData name="Loc Huynh" userId="80c0383e323bd6ea" providerId="LiveId" clId="{45D23C15-8B6E-3442-9B58-7B186F27CDA3}" dt="2023-09-18T07:54:57.986" v="4374" actId="478"/>
          <ac:spMkLst>
            <pc:docMk/>
            <pc:sldMk cId="1800207626" sldId="531"/>
            <ac:spMk id="103" creationId="{6EFD2CB0-6430-8943-8C28-01C900C29A33}"/>
          </ac:spMkLst>
        </pc:spChg>
        <pc:grpChg chg="del">
          <ac:chgData name="Loc Huynh" userId="80c0383e323bd6ea" providerId="LiveId" clId="{45D23C15-8B6E-3442-9B58-7B186F27CDA3}" dt="2023-09-18T07:52:23.248" v="4364" actId="478"/>
          <ac:grpSpMkLst>
            <pc:docMk/>
            <pc:sldMk cId="1800207626" sldId="531"/>
            <ac:grpSpMk id="39" creationId="{88095472-AE5E-D040-9B3E-B5D4EA198180}"/>
          </ac:grpSpMkLst>
        </pc:grpChg>
      </pc:sldChg>
      <pc:sldChg chg="addSp modSp add del mod">
        <pc:chgData name="Loc Huynh" userId="80c0383e323bd6ea" providerId="LiveId" clId="{45D23C15-8B6E-3442-9B58-7B186F27CDA3}" dt="2023-09-25T01:57:07.611" v="5123" actId="2696"/>
        <pc:sldMkLst>
          <pc:docMk/>
          <pc:sldMk cId="2071186416" sldId="532"/>
        </pc:sldMkLst>
        <pc:spChg chg="mod">
          <ac:chgData name="Loc Huynh" userId="80c0383e323bd6ea" providerId="LiveId" clId="{45D23C15-8B6E-3442-9B58-7B186F27CDA3}" dt="2023-09-18T07:58:44.639" v="4464" actId="20577"/>
          <ac:spMkLst>
            <pc:docMk/>
            <pc:sldMk cId="2071186416" sldId="532"/>
            <ac:spMk id="3" creationId="{E822C47B-B604-EA2C-0452-423331904349}"/>
          </ac:spMkLst>
        </pc:spChg>
        <pc:spChg chg="add mod">
          <ac:chgData name="Loc Huynh" userId="80c0383e323bd6ea" providerId="LiveId" clId="{45D23C15-8B6E-3442-9B58-7B186F27CDA3}" dt="2023-09-18T07:58:38.125" v="4460"/>
          <ac:spMkLst>
            <pc:docMk/>
            <pc:sldMk cId="2071186416" sldId="532"/>
            <ac:spMk id="6" creationId="{C8BD644B-B215-9BCD-BB0A-123ACF5CB071}"/>
          </ac:spMkLst>
        </pc:spChg>
      </pc:sldChg>
      <pc:sldChg chg="addSp delSp modSp add del mod">
        <pc:chgData name="Loc Huynh" userId="80c0383e323bd6ea" providerId="LiveId" clId="{45D23C15-8B6E-3442-9B58-7B186F27CDA3}" dt="2023-09-25T01:57:07.586" v="5121" actId="2696"/>
        <pc:sldMkLst>
          <pc:docMk/>
          <pc:sldMk cId="1995683344" sldId="533"/>
        </pc:sldMkLst>
        <pc:spChg chg="mod">
          <ac:chgData name="Loc Huynh" userId="80c0383e323bd6ea" providerId="LiveId" clId="{45D23C15-8B6E-3442-9B58-7B186F27CDA3}" dt="2023-09-18T08:13:38.106" v="4621" actId="207"/>
          <ac:spMkLst>
            <pc:docMk/>
            <pc:sldMk cId="1995683344" sldId="533"/>
            <ac:spMk id="3" creationId="{2A8192BB-4C32-CE45-A13C-56689409F2AF}"/>
          </ac:spMkLst>
        </pc:spChg>
        <pc:picChg chg="add mod">
          <ac:chgData name="Loc Huynh" userId="80c0383e323bd6ea" providerId="LiveId" clId="{45D23C15-8B6E-3442-9B58-7B186F27CDA3}" dt="2023-09-18T08:13:21.804" v="4617" actId="1076"/>
          <ac:picMkLst>
            <pc:docMk/>
            <pc:sldMk cId="1995683344" sldId="533"/>
            <ac:picMk id="6" creationId="{418B6757-DF9A-47E1-C067-AF5861EEF3F2}"/>
          </ac:picMkLst>
        </pc:picChg>
        <pc:picChg chg="del">
          <ac:chgData name="Loc Huynh" userId="80c0383e323bd6ea" providerId="LiveId" clId="{45D23C15-8B6E-3442-9B58-7B186F27CDA3}" dt="2023-09-18T08:12:51.705" v="4606" actId="478"/>
          <ac:picMkLst>
            <pc:docMk/>
            <pc:sldMk cId="1995683344" sldId="533"/>
            <ac:picMk id="10" creationId="{6A170CDB-089C-8447-937A-3E956EDCF6EA}"/>
          </ac:picMkLst>
        </pc:picChg>
      </pc:sldChg>
      <pc:sldChg chg="addSp modSp add mod modNotesTx">
        <pc:chgData name="Loc Huynh" userId="80c0383e323bd6ea" providerId="LiveId" clId="{45D23C15-8B6E-3442-9B58-7B186F27CDA3}" dt="2023-09-25T09:40:40.655" v="10972" actId="122"/>
        <pc:sldMkLst>
          <pc:docMk/>
          <pc:sldMk cId="2329243434" sldId="534"/>
        </pc:sldMkLst>
        <pc:spChg chg="mod">
          <ac:chgData name="Loc Huynh" userId="80c0383e323bd6ea" providerId="LiveId" clId="{45D23C15-8B6E-3442-9B58-7B186F27CDA3}" dt="2023-09-25T06:57:42.155" v="8929"/>
          <ac:spMkLst>
            <pc:docMk/>
            <pc:sldMk cId="2329243434" sldId="534"/>
            <ac:spMk id="2" creationId="{7CA9AA29-0FE1-3540-AB70-E79494FB3039}"/>
          </ac:spMkLst>
        </pc:spChg>
        <pc:spChg chg="mod">
          <ac:chgData name="Loc Huynh" userId="80c0383e323bd6ea" providerId="LiveId" clId="{45D23C15-8B6E-3442-9B58-7B186F27CDA3}" dt="2023-09-25T09:40:40.655" v="10972" actId="122"/>
          <ac:spMkLst>
            <pc:docMk/>
            <pc:sldMk cId="2329243434" sldId="534"/>
            <ac:spMk id="3" creationId="{2AEC478E-BD5B-CB40-B57E-2A14FA7E7E11}"/>
          </ac:spMkLst>
        </pc:spChg>
        <pc:spChg chg="add mod">
          <ac:chgData name="Loc Huynh" userId="80c0383e323bd6ea" providerId="LiveId" clId="{45D23C15-8B6E-3442-9B58-7B186F27CDA3}" dt="2023-09-25T01:58:04.034" v="5160"/>
          <ac:spMkLst>
            <pc:docMk/>
            <pc:sldMk cId="2329243434" sldId="534"/>
            <ac:spMk id="5" creationId="{A26B6631-28BD-59D1-8F96-BCF373C2CE8D}"/>
          </ac:spMkLst>
        </pc:spChg>
      </pc:sldChg>
      <pc:sldChg chg="addSp delSp modSp add mod delAnim modAnim">
        <pc:chgData name="Loc Huynh" userId="80c0383e323bd6ea" providerId="LiveId" clId="{45D23C15-8B6E-3442-9B58-7B186F27CDA3}" dt="2023-09-25T06:55:46.773" v="8923" actId="207"/>
        <pc:sldMkLst>
          <pc:docMk/>
          <pc:sldMk cId="3673897364" sldId="535"/>
        </pc:sldMkLst>
        <pc:spChg chg="mod">
          <ac:chgData name="Loc Huynh" userId="80c0383e323bd6ea" providerId="LiveId" clId="{45D23C15-8B6E-3442-9B58-7B186F27CDA3}" dt="2023-09-25T06:44:44.936" v="8720" actId="20577"/>
          <ac:spMkLst>
            <pc:docMk/>
            <pc:sldMk cId="3673897364" sldId="535"/>
            <ac:spMk id="2" creationId="{636479E2-C0D6-904F-B5C5-2271728A96C3}"/>
          </ac:spMkLst>
        </pc:spChg>
        <pc:spChg chg="add mod">
          <ac:chgData name="Loc Huynh" userId="80c0383e323bd6ea" providerId="LiveId" clId="{45D23C15-8B6E-3442-9B58-7B186F27CDA3}" dt="2023-09-25T01:58:04.034" v="5160"/>
          <ac:spMkLst>
            <pc:docMk/>
            <pc:sldMk cId="3673897364" sldId="535"/>
            <ac:spMk id="5" creationId="{81442A03-7CD1-38F8-F188-875926586922}"/>
          </ac:spMkLst>
        </pc:spChg>
        <pc:spChg chg="add mod">
          <ac:chgData name="Loc Huynh" userId="80c0383e323bd6ea" providerId="LiveId" clId="{45D23C15-8B6E-3442-9B58-7B186F27CDA3}" dt="2023-09-25T06:55:46.773" v="8923" actId="207"/>
          <ac:spMkLst>
            <pc:docMk/>
            <pc:sldMk cId="3673897364" sldId="535"/>
            <ac:spMk id="8" creationId="{DE7AAF1D-2146-F88F-AE78-71EA3B48C08E}"/>
          </ac:spMkLst>
        </pc:spChg>
        <pc:spChg chg="add mod">
          <ac:chgData name="Loc Huynh" userId="80c0383e323bd6ea" providerId="LiveId" clId="{45D23C15-8B6E-3442-9B58-7B186F27CDA3}" dt="2023-09-25T06:53:34.355" v="8878" actId="20577"/>
          <ac:spMkLst>
            <pc:docMk/>
            <pc:sldMk cId="3673897364" sldId="535"/>
            <ac:spMk id="9" creationId="{E713F8BD-2B91-3D11-4A31-580955973C02}"/>
          </ac:spMkLst>
        </pc:spChg>
        <pc:spChg chg="mod">
          <ac:chgData name="Loc Huynh" userId="80c0383e323bd6ea" providerId="LiveId" clId="{45D23C15-8B6E-3442-9B58-7B186F27CDA3}" dt="2023-09-25T06:44:57.056" v="8721"/>
          <ac:spMkLst>
            <pc:docMk/>
            <pc:sldMk cId="3673897364" sldId="535"/>
            <ac:spMk id="11" creationId="{2B7D78AA-C648-967A-FAA7-8CC349E8EDD1}"/>
          </ac:spMkLst>
        </pc:spChg>
        <pc:spChg chg="mod">
          <ac:chgData name="Loc Huynh" userId="80c0383e323bd6ea" providerId="LiveId" clId="{45D23C15-8B6E-3442-9B58-7B186F27CDA3}" dt="2023-09-25T06:44:57.056" v="8721"/>
          <ac:spMkLst>
            <pc:docMk/>
            <pc:sldMk cId="3673897364" sldId="535"/>
            <ac:spMk id="13" creationId="{19D300BA-9828-35ED-BAED-B1C4E43600A7}"/>
          </ac:spMkLst>
        </pc:spChg>
        <pc:spChg chg="mod">
          <ac:chgData name="Loc Huynh" userId="80c0383e323bd6ea" providerId="LiveId" clId="{45D23C15-8B6E-3442-9B58-7B186F27CDA3}" dt="2023-09-25T06:44:57.056" v="8721"/>
          <ac:spMkLst>
            <pc:docMk/>
            <pc:sldMk cId="3673897364" sldId="535"/>
            <ac:spMk id="14" creationId="{C1063E87-487B-90C9-342C-8FB2F1B8CA40}"/>
          </ac:spMkLst>
        </pc:spChg>
        <pc:spChg chg="mod">
          <ac:chgData name="Loc Huynh" userId="80c0383e323bd6ea" providerId="LiveId" clId="{45D23C15-8B6E-3442-9B58-7B186F27CDA3}" dt="2023-09-25T06:44:57.056" v="8721"/>
          <ac:spMkLst>
            <pc:docMk/>
            <pc:sldMk cId="3673897364" sldId="535"/>
            <ac:spMk id="15" creationId="{E1B59E7B-6511-FAAE-12B5-43EC66885BD5}"/>
          </ac:spMkLst>
        </pc:spChg>
        <pc:spChg chg="mod">
          <ac:chgData name="Loc Huynh" userId="80c0383e323bd6ea" providerId="LiveId" clId="{45D23C15-8B6E-3442-9B58-7B186F27CDA3}" dt="2023-09-25T06:44:57.056" v="8721"/>
          <ac:spMkLst>
            <pc:docMk/>
            <pc:sldMk cId="3673897364" sldId="535"/>
            <ac:spMk id="16" creationId="{EB765F7B-9DCA-F727-997D-020CF1930F61}"/>
          </ac:spMkLst>
        </pc:spChg>
        <pc:spChg chg="mod">
          <ac:chgData name="Loc Huynh" userId="80c0383e323bd6ea" providerId="LiveId" clId="{45D23C15-8B6E-3442-9B58-7B186F27CDA3}" dt="2023-09-25T06:44:57.056" v="8721"/>
          <ac:spMkLst>
            <pc:docMk/>
            <pc:sldMk cId="3673897364" sldId="535"/>
            <ac:spMk id="17" creationId="{9E0DEA0C-5841-36BF-1A8A-5010825DD3FE}"/>
          </ac:spMkLst>
        </pc:spChg>
        <pc:spChg chg="mod">
          <ac:chgData name="Loc Huynh" userId="80c0383e323bd6ea" providerId="LiveId" clId="{45D23C15-8B6E-3442-9B58-7B186F27CDA3}" dt="2023-09-25T06:44:57.056" v="8721"/>
          <ac:spMkLst>
            <pc:docMk/>
            <pc:sldMk cId="3673897364" sldId="535"/>
            <ac:spMk id="18" creationId="{E85A91EA-C72F-CD6E-F144-4E5A1A924FED}"/>
          </ac:spMkLst>
        </pc:spChg>
        <pc:spChg chg="mod">
          <ac:chgData name="Loc Huynh" userId="80c0383e323bd6ea" providerId="LiveId" clId="{45D23C15-8B6E-3442-9B58-7B186F27CDA3}" dt="2023-09-25T06:44:57.056" v="8721"/>
          <ac:spMkLst>
            <pc:docMk/>
            <pc:sldMk cId="3673897364" sldId="535"/>
            <ac:spMk id="22" creationId="{7752A20B-CDAB-1B42-572C-676559CB2014}"/>
          </ac:spMkLst>
        </pc:spChg>
        <pc:spChg chg="mod">
          <ac:chgData name="Loc Huynh" userId="80c0383e323bd6ea" providerId="LiveId" clId="{45D23C15-8B6E-3442-9B58-7B186F27CDA3}" dt="2023-09-25T06:44:57.056" v="8721"/>
          <ac:spMkLst>
            <pc:docMk/>
            <pc:sldMk cId="3673897364" sldId="535"/>
            <ac:spMk id="23" creationId="{B2F532C6-01A8-F121-5121-23860CDBF62A}"/>
          </ac:spMkLst>
        </pc:spChg>
        <pc:spChg chg="add del mod">
          <ac:chgData name="Loc Huynh" userId="80c0383e323bd6ea" providerId="LiveId" clId="{45D23C15-8B6E-3442-9B58-7B186F27CDA3}" dt="2023-09-25T06:45:37.427" v="8742" actId="478"/>
          <ac:spMkLst>
            <pc:docMk/>
            <pc:sldMk cId="3673897364" sldId="535"/>
            <ac:spMk id="24" creationId="{CB721B5D-5529-0D75-2EFD-9992B31CECC8}"/>
          </ac:spMkLst>
        </pc:spChg>
        <pc:spChg chg="mod">
          <ac:chgData name="Loc Huynh" userId="80c0383e323bd6ea" providerId="LiveId" clId="{45D23C15-8B6E-3442-9B58-7B186F27CDA3}" dt="2023-09-25T06:45:51.031" v="8745"/>
          <ac:spMkLst>
            <pc:docMk/>
            <pc:sldMk cId="3673897364" sldId="535"/>
            <ac:spMk id="26" creationId="{B6682090-DE6E-6296-45B7-16A4ECD34823}"/>
          </ac:spMkLst>
        </pc:spChg>
        <pc:spChg chg="mod">
          <ac:chgData name="Loc Huynh" userId="80c0383e323bd6ea" providerId="LiveId" clId="{45D23C15-8B6E-3442-9B58-7B186F27CDA3}" dt="2023-09-25T06:45:51.031" v="8745"/>
          <ac:spMkLst>
            <pc:docMk/>
            <pc:sldMk cId="3673897364" sldId="535"/>
            <ac:spMk id="27" creationId="{EB0A71B5-5047-9282-42F5-999A8A5598C4}"/>
          </ac:spMkLst>
        </pc:spChg>
        <pc:spChg chg="mod">
          <ac:chgData name="Loc Huynh" userId="80c0383e323bd6ea" providerId="LiveId" clId="{45D23C15-8B6E-3442-9B58-7B186F27CDA3}" dt="2023-09-25T06:45:51.031" v="8745"/>
          <ac:spMkLst>
            <pc:docMk/>
            <pc:sldMk cId="3673897364" sldId="535"/>
            <ac:spMk id="28" creationId="{C808ADA7-37D5-EC59-953A-9D2C7767D65A}"/>
          </ac:spMkLst>
        </pc:spChg>
        <pc:spChg chg="mod">
          <ac:chgData name="Loc Huynh" userId="80c0383e323bd6ea" providerId="LiveId" clId="{45D23C15-8B6E-3442-9B58-7B186F27CDA3}" dt="2023-09-25T06:45:51.031" v="8745"/>
          <ac:spMkLst>
            <pc:docMk/>
            <pc:sldMk cId="3673897364" sldId="535"/>
            <ac:spMk id="29" creationId="{8A759B77-F75A-1125-A422-B26F4A8A0CF0}"/>
          </ac:spMkLst>
        </pc:spChg>
        <pc:spChg chg="mod">
          <ac:chgData name="Loc Huynh" userId="80c0383e323bd6ea" providerId="LiveId" clId="{45D23C15-8B6E-3442-9B58-7B186F27CDA3}" dt="2023-09-25T06:45:51.031" v="8745"/>
          <ac:spMkLst>
            <pc:docMk/>
            <pc:sldMk cId="3673897364" sldId="535"/>
            <ac:spMk id="30" creationId="{E8C6FA12-24D7-75D3-4CD4-EA7C3C4C54B6}"/>
          </ac:spMkLst>
        </pc:spChg>
        <pc:spChg chg="mod">
          <ac:chgData name="Loc Huynh" userId="80c0383e323bd6ea" providerId="LiveId" clId="{45D23C15-8B6E-3442-9B58-7B186F27CDA3}" dt="2023-09-25T06:45:51.031" v="8745"/>
          <ac:spMkLst>
            <pc:docMk/>
            <pc:sldMk cId="3673897364" sldId="535"/>
            <ac:spMk id="31" creationId="{AD4D8392-3756-D573-F04F-1BE785F6FC7E}"/>
          </ac:spMkLst>
        </pc:spChg>
        <pc:spChg chg="mod">
          <ac:chgData name="Loc Huynh" userId="80c0383e323bd6ea" providerId="LiveId" clId="{45D23C15-8B6E-3442-9B58-7B186F27CDA3}" dt="2023-09-25T06:45:51.031" v="8745"/>
          <ac:spMkLst>
            <pc:docMk/>
            <pc:sldMk cId="3673897364" sldId="535"/>
            <ac:spMk id="32" creationId="{04C40903-C51F-6D0D-070A-0BCB114406DA}"/>
          </ac:spMkLst>
        </pc:spChg>
        <pc:spChg chg="mod">
          <ac:chgData name="Loc Huynh" userId="80c0383e323bd6ea" providerId="LiveId" clId="{45D23C15-8B6E-3442-9B58-7B186F27CDA3}" dt="2023-09-25T06:45:51.031" v="8745"/>
          <ac:spMkLst>
            <pc:docMk/>
            <pc:sldMk cId="3673897364" sldId="535"/>
            <ac:spMk id="37" creationId="{92CE80C4-1142-CC69-772B-21891D4DF12B}"/>
          </ac:spMkLst>
        </pc:spChg>
        <pc:spChg chg="del mod">
          <ac:chgData name="Loc Huynh" userId="80c0383e323bd6ea" providerId="LiveId" clId="{45D23C15-8B6E-3442-9B58-7B186F27CDA3}" dt="2023-09-25T06:45:25.942" v="8733" actId="478"/>
          <ac:spMkLst>
            <pc:docMk/>
            <pc:sldMk cId="3673897364" sldId="535"/>
            <ac:spMk id="38" creationId="{E0CC27D2-AE58-C341-B15A-955DC6458818}"/>
          </ac:spMkLst>
        </pc:spChg>
        <pc:spChg chg="del mod">
          <ac:chgData name="Loc Huynh" userId="80c0383e323bd6ea" providerId="LiveId" clId="{45D23C15-8B6E-3442-9B58-7B186F27CDA3}" dt="2023-09-25T06:45:41.103" v="8744" actId="478"/>
          <ac:spMkLst>
            <pc:docMk/>
            <pc:sldMk cId="3673897364" sldId="535"/>
            <ac:spMk id="39" creationId="{3FE8397B-E669-2F48-BE6F-4F5C415A90A0}"/>
          </ac:spMkLst>
        </pc:spChg>
        <pc:spChg chg="mod">
          <ac:chgData name="Loc Huynh" userId="80c0383e323bd6ea" providerId="LiveId" clId="{45D23C15-8B6E-3442-9B58-7B186F27CDA3}" dt="2023-09-25T06:45:51.031" v="8745"/>
          <ac:spMkLst>
            <pc:docMk/>
            <pc:sldMk cId="3673897364" sldId="535"/>
            <ac:spMk id="40" creationId="{91019FAB-89BD-B184-9A9B-BF9C7B34205A}"/>
          </ac:spMkLst>
        </pc:spChg>
        <pc:spChg chg="add mod">
          <ac:chgData name="Loc Huynh" userId="80c0383e323bd6ea" providerId="LiveId" clId="{45D23C15-8B6E-3442-9B58-7B186F27CDA3}" dt="2023-09-25T06:46:01.254" v="8746" actId="1076"/>
          <ac:spMkLst>
            <pc:docMk/>
            <pc:sldMk cId="3673897364" sldId="535"/>
            <ac:spMk id="41" creationId="{8DE9258A-9016-04A0-AE5B-7DE1433CF2DD}"/>
          </ac:spMkLst>
        </pc:spChg>
        <pc:grpChg chg="del">
          <ac:chgData name="Loc Huynh" userId="80c0383e323bd6ea" providerId="LiveId" clId="{45D23C15-8B6E-3442-9B58-7B186F27CDA3}" dt="2023-09-25T06:45:36.111" v="8741" actId="478"/>
          <ac:grpSpMkLst>
            <pc:docMk/>
            <pc:sldMk cId="3673897364" sldId="535"/>
            <ac:grpSpMk id="7" creationId="{778C0026-1DB2-5644-8D14-0CF043DED7BA}"/>
          </ac:grpSpMkLst>
        </pc:grpChg>
        <pc:grpChg chg="add del mod">
          <ac:chgData name="Loc Huynh" userId="80c0383e323bd6ea" providerId="LiveId" clId="{45D23C15-8B6E-3442-9B58-7B186F27CDA3}" dt="2023-09-25T06:45:35.544" v="8740" actId="478"/>
          <ac:grpSpMkLst>
            <pc:docMk/>
            <pc:sldMk cId="3673897364" sldId="535"/>
            <ac:grpSpMk id="10" creationId="{50F49FDB-E84B-C122-73EB-6EAFDF3D52E1}"/>
          </ac:grpSpMkLst>
        </pc:grpChg>
        <pc:grpChg chg="add mod">
          <ac:chgData name="Loc Huynh" userId="80c0383e323bd6ea" providerId="LiveId" clId="{45D23C15-8B6E-3442-9B58-7B186F27CDA3}" dt="2023-09-25T06:46:01.254" v="8746" actId="1076"/>
          <ac:grpSpMkLst>
            <pc:docMk/>
            <pc:sldMk cId="3673897364" sldId="535"/>
            <ac:grpSpMk id="25" creationId="{8B2C8648-25CB-EB20-5A25-D848096C7400}"/>
          </ac:grpSpMkLst>
        </pc:grpChg>
        <pc:cxnChg chg="mod">
          <ac:chgData name="Loc Huynh" userId="80c0383e323bd6ea" providerId="LiveId" clId="{45D23C15-8B6E-3442-9B58-7B186F27CDA3}" dt="2023-09-25T06:44:57.056" v="8721"/>
          <ac:cxnSpMkLst>
            <pc:docMk/>
            <pc:sldMk cId="3673897364" sldId="535"/>
            <ac:cxnSpMk id="12" creationId="{5622E753-0A50-E7E7-F957-56C235D83AFD}"/>
          </ac:cxnSpMkLst>
        </pc:cxnChg>
        <pc:cxnChg chg="mod">
          <ac:chgData name="Loc Huynh" userId="80c0383e323bd6ea" providerId="LiveId" clId="{45D23C15-8B6E-3442-9B58-7B186F27CDA3}" dt="2023-09-25T06:44:57.056" v="8721"/>
          <ac:cxnSpMkLst>
            <pc:docMk/>
            <pc:sldMk cId="3673897364" sldId="535"/>
            <ac:cxnSpMk id="19" creationId="{A40B5435-EAE8-E191-35A8-70467A141190}"/>
          </ac:cxnSpMkLst>
        </pc:cxnChg>
        <pc:cxnChg chg="mod">
          <ac:chgData name="Loc Huynh" userId="80c0383e323bd6ea" providerId="LiveId" clId="{45D23C15-8B6E-3442-9B58-7B186F27CDA3}" dt="2023-09-25T06:44:57.056" v="8721"/>
          <ac:cxnSpMkLst>
            <pc:docMk/>
            <pc:sldMk cId="3673897364" sldId="535"/>
            <ac:cxnSpMk id="20" creationId="{9E869DDC-20BF-8DB6-2BDC-25FA99C43090}"/>
          </ac:cxnSpMkLst>
        </pc:cxnChg>
        <pc:cxnChg chg="mod">
          <ac:chgData name="Loc Huynh" userId="80c0383e323bd6ea" providerId="LiveId" clId="{45D23C15-8B6E-3442-9B58-7B186F27CDA3}" dt="2023-09-25T06:45:35.544" v="8740" actId="478"/>
          <ac:cxnSpMkLst>
            <pc:docMk/>
            <pc:sldMk cId="3673897364" sldId="535"/>
            <ac:cxnSpMk id="21" creationId="{53B38331-1873-1610-CF9A-DD3358BE497B}"/>
          </ac:cxnSpMkLst>
        </pc:cxnChg>
        <pc:cxnChg chg="mod">
          <ac:chgData name="Loc Huynh" userId="80c0383e323bd6ea" providerId="LiveId" clId="{45D23C15-8B6E-3442-9B58-7B186F27CDA3}" dt="2023-09-25T06:45:51.031" v="8745"/>
          <ac:cxnSpMkLst>
            <pc:docMk/>
            <pc:sldMk cId="3673897364" sldId="535"/>
            <ac:cxnSpMk id="33" creationId="{7D9B14B1-7B18-90F8-819A-BCD5017C1180}"/>
          </ac:cxnSpMkLst>
        </pc:cxnChg>
        <pc:cxnChg chg="mod">
          <ac:chgData name="Loc Huynh" userId="80c0383e323bd6ea" providerId="LiveId" clId="{45D23C15-8B6E-3442-9B58-7B186F27CDA3}" dt="2023-09-25T06:45:51.031" v="8745"/>
          <ac:cxnSpMkLst>
            <pc:docMk/>
            <pc:sldMk cId="3673897364" sldId="535"/>
            <ac:cxnSpMk id="34" creationId="{9B1EFDFD-E59B-A919-F123-ABED7376FB9A}"/>
          </ac:cxnSpMkLst>
        </pc:cxnChg>
        <pc:cxnChg chg="mod">
          <ac:chgData name="Loc Huynh" userId="80c0383e323bd6ea" providerId="LiveId" clId="{45D23C15-8B6E-3442-9B58-7B186F27CDA3}" dt="2023-09-25T06:45:51.031" v="8745"/>
          <ac:cxnSpMkLst>
            <pc:docMk/>
            <pc:sldMk cId="3673897364" sldId="535"/>
            <ac:cxnSpMk id="35" creationId="{A4920F19-A09A-5DAD-8430-F6C86140D526}"/>
          </ac:cxnSpMkLst>
        </pc:cxnChg>
        <pc:cxnChg chg="mod">
          <ac:chgData name="Loc Huynh" userId="80c0383e323bd6ea" providerId="LiveId" clId="{45D23C15-8B6E-3442-9B58-7B186F27CDA3}" dt="2023-09-25T06:45:51.031" v="8745"/>
          <ac:cxnSpMkLst>
            <pc:docMk/>
            <pc:sldMk cId="3673897364" sldId="535"/>
            <ac:cxnSpMk id="36" creationId="{6B0ADBD1-4485-C015-B7E6-7E605B26CB66}"/>
          </ac:cxnSpMkLst>
        </pc:cxnChg>
      </pc:sldChg>
      <pc:sldChg chg="addSp modSp add mod">
        <pc:chgData name="Loc Huynh" userId="80c0383e323bd6ea" providerId="LiveId" clId="{45D23C15-8B6E-3442-9B58-7B186F27CDA3}" dt="2023-09-25T09:41:40.413" v="11021" actId="20577"/>
        <pc:sldMkLst>
          <pc:docMk/>
          <pc:sldMk cId="3870402469" sldId="536"/>
        </pc:sldMkLst>
        <pc:spChg chg="mod">
          <ac:chgData name="Loc Huynh" userId="80c0383e323bd6ea" providerId="LiveId" clId="{45D23C15-8B6E-3442-9B58-7B186F27CDA3}" dt="2023-09-25T09:34:45.378" v="10702"/>
          <ac:spMkLst>
            <pc:docMk/>
            <pc:sldMk cId="3870402469" sldId="536"/>
            <ac:spMk id="2" creationId="{7CA9AA29-0FE1-3540-AB70-E79494FB3039}"/>
          </ac:spMkLst>
        </pc:spChg>
        <pc:spChg chg="mod">
          <ac:chgData name="Loc Huynh" userId="80c0383e323bd6ea" providerId="LiveId" clId="{45D23C15-8B6E-3442-9B58-7B186F27CDA3}" dt="2023-09-25T09:41:40.413" v="11021" actId="20577"/>
          <ac:spMkLst>
            <pc:docMk/>
            <pc:sldMk cId="3870402469" sldId="536"/>
            <ac:spMk id="3" creationId="{2AEC478E-BD5B-CB40-B57E-2A14FA7E7E11}"/>
          </ac:spMkLst>
        </pc:spChg>
        <pc:spChg chg="add mod">
          <ac:chgData name="Loc Huynh" userId="80c0383e323bd6ea" providerId="LiveId" clId="{45D23C15-8B6E-3442-9B58-7B186F27CDA3}" dt="2023-09-25T01:58:04.034" v="5160"/>
          <ac:spMkLst>
            <pc:docMk/>
            <pc:sldMk cId="3870402469" sldId="536"/>
            <ac:spMk id="5" creationId="{501CA0B4-237F-DB03-AF14-FB362480B025}"/>
          </ac:spMkLst>
        </pc:spChg>
      </pc:sldChg>
      <pc:sldChg chg="addSp modSp add mod">
        <pc:chgData name="Loc Huynh" userId="80c0383e323bd6ea" providerId="LiveId" clId="{45D23C15-8B6E-3442-9B58-7B186F27CDA3}" dt="2023-09-25T09:42:06.456" v="11027" actId="20577"/>
        <pc:sldMkLst>
          <pc:docMk/>
          <pc:sldMk cId="85835826" sldId="537"/>
        </pc:sldMkLst>
        <pc:spChg chg="mod">
          <ac:chgData name="Loc Huynh" userId="80c0383e323bd6ea" providerId="LiveId" clId="{45D23C15-8B6E-3442-9B58-7B186F27CDA3}" dt="2023-09-25T09:34:48.566" v="10703"/>
          <ac:spMkLst>
            <pc:docMk/>
            <pc:sldMk cId="85835826" sldId="537"/>
            <ac:spMk id="2" creationId="{7CA9AA29-0FE1-3540-AB70-E79494FB3039}"/>
          </ac:spMkLst>
        </pc:spChg>
        <pc:spChg chg="mod">
          <ac:chgData name="Loc Huynh" userId="80c0383e323bd6ea" providerId="LiveId" clId="{45D23C15-8B6E-3442-9B58-7B186F27CDA3}" dt="2023-09-25T09:42:06.456" v="11027" actId="20577"/>
          <ac:spMkLst>
            <pc:docMk/>
            <pc:sldMk cId="85835826" sldId="537"/>
            <ac:spMk id="3" creationId="{2AEC478E-BD5B-CB40-B57E-2A14FA7E7E11}"/>
          </ac:spMkLst>
        </pc:spChg>
        <pc:spChg chg="add mod">
          <ac:chgData name="Loc Huynh" userId="80c0383e323bd6ea" providerId="LiveId" clId="{45D23C15-8B6E-3442-9B58-7B186F27CDA3}" dt="2023-09-25T01:58:04.034" v="5160"/>
          <ac:spMkLst>
            <pc:docMk/>
            <pc:sldMk cId="85835826" sldId="537"/>
            <ac:spMk id="5" creationId="{F18AF2A9-9218-D847-7444-8ABA78F4BED7}"/>
          </ac:spMkLst>
        </pc:spChg>
      </pc:sldChg>
      <pc:sldChg chg="addSp modSp add mod">
        <pc:chgData name="Loc Huynh" userId="80c0383e323bd6ea" providerId="LiveId" clId="{45D23C15-8B6E-3442-9B58-7B186F27CDA3}" dt="2023-09-25T09:43:05.280" v="11057" actId="207"/>
        <pc:sldMkLst>
          <pc:docMk/>
          <pc:sldMk cId="662193372" sldId="538"/>
        </pc:sldMkLst>
        <pc:spChg chg="mod">
          <ac:chgData name="Loc Huynh" userId="80c0383e323bd6ea" providerId="LiveId" clId="{45D23C15-8B6E-3442-9B58-7B186F27CDA3}" dt="2023-09-25T09:34:51.642" v="10704"/>
          <ac:spMkLst>
            <pc:docMk/>
            <pc:sldMk cId="662193372" sldId="538"/>
            <ac:spMk id="2" creationId="{7CA9AA29-0FE1-3540-AB70-E79494FB3039}"/>
          </ac:spMkLst>
        </pc:spChg>
        <pc:spChg chg="mod">
          <ac:chgData name="Loc Huynh" userId="80c0383e323bd6ea" providerId="LiveId" clId="{45D23C15-8B6E-3442-9B58-7B186F27CDA3}" dt="2023-09-25T09:43:05.280" v="11057" actId="207"/>
          <ac:spMkLst>
            <pc:docMk/>
            <pc:sldMk cId="662193372" sldId="538"/>
            <ac:spMk id="3" creationId="{2AEC478E-BD5B-CB40-B57E-2A14FA7E7E11}"/>
          </ac:spMkLst>
        </pc:spChg>
        <pc:spChg chg="add mod">
          <ac:chgData name="Loc Huynh" userId="80c0383e323bd6ea" providerId="LiveId" clId="{45D23C15-8B6E-3442-9B58-7B186F27CDA3}" dt="2023-09-25T01:58:04.034" v="5160"/>
          <ac:spMkLst>
            <pc:docMk/>
            <pc:sldMk cId="662193372" sldId="538"/>
            <ac:spMk id="5" creationId="{7C40F48E-0F64-9E9B-89E7-35691624EE55}"/>
          </ac:spMkLst>
        </pc:spChg>
      </pc:sldChg>
      <pc:sldChg chg="addSp delSp modSp add mod delAnim modAnim">
        <pc:chgData name="Loc Huynh" userId="80c0383e323bd6ea" providerId="LiveId" clId="{45D23C15-8B6E-3442-9B58-7B186F27CDA3}" dt="2023-09-25T09:58:12.251" v="11623" actId="20577"/>
        <pc:sldMkLst>
          <pc:docMk/>
          <pc:sldMk cId="484659110" sldId="539"/>
        </pc:sldMkLst>
        <pc:spChg chg="mod">
          <ac:chgData name="Loc Huynh" userId="80c0383e323bd6ea" providerId="LiveId" clId="{45D23C15-8B6E-3442-9B58-7B186F27CDA3}" dt="2023-09-25T09:48:27.519" v="11282" actId="20577"/>
          <ac:spMkLst>
            <pc:docMk/>
            <pc:sldMk cId="484659110" sldId="539"/>
            <ac:spMk id="2" creationId="{75D76CB7-E9BA-8646-94D1-589165AE3FE4}"/>
          </ac:spMkLst>
        </pc:spChg>
        <pc:spChg chg="mod">
          <ac:chgData name="Loc Huynh" userId="80c0383e323bd6ea" providerId="LiveId" clId="{45D23C15-8B6E-3442-9B58-7B186F27CDA3}" dt="2023-09-25T09:58:12.251" v="11623" actId="20577"/>
          <ac:spMkLst>
            <pc:docMk/>
            <pc:sldMk cId="484659110" sldId="539"/>
            <ac:spMk id="3" creationId="{813DF817-B02B-3E43-BA57-74C922E01B7B}"/>
          </ac:spMkLst>
        </pc:spChg>
        <pc:spChg chg="add mod">
          <ac:chgData name="Loc Huynh" userId="80c0383e323bd6ea" providerId="LiveId" clId="{45D23C15-8B6E-3442-9B58-7B186F27CDA3}" dt="2023-09-25T01:58:04.034" v="5160"/>
          <ac:spMkLst>
            <pc:docMk/>
            <pc:sldMk cId="484659110" sldId="539"/>
            <ac:spMk id="5" creationId="{97A0A51D-9FFE-1EA3-B347-6FAE76C4EF87}"/>
          </ac:spMkLst>
        </pc:spChg>
        <pc:spChg chg="del">
          <ac:chgData name="Loc Huynh" userId="80c0383e323bd6ea" providerId="LiveId" clId="{45D23C15-8B6E-3442-9B58-7B186F27CDA3}" dt="2023-09-25T09:54:41.754" v="11564" actId="478"/>
          <ac:spMkLst>
            <pc:docMk/>
            <pc:sldMk cId="484659110" sldId="539"/>
            <ac:spMk id="6" creationId="{9DC1C9EF-F45E-BB4D-BEB9-624CBF04B86F}"/>
          </ac:spMkLst>
        </pc:spChg>
        <pc:spChg chg="del mod">
          <ac:chgData name="Loc Huynh" userId="80c0383e323bd6ea" providerId="LiveId" clId="{45D23C15-8B6E-3442-9B58-7B186F27CDA3}" dt="2023-09-25T09:54:43.960" v="11566" actId="478"/>
          <ac:spMkLst>
            <pc:docMk/>
            <pc:sldMk cId="484659110" sldId="539"/>
            <ac:spMk id="7" creationId="{29C1775B-D2A6-FB48-AADC-C3197DD79610}"/>
          </ac:spMkLst>
        </pc:spChg>
        <pc:spChg chg="add del mod">
          <ac:chgData name="Loc Huynh" userId="80c0383e323bd6ea" providerId="LiveId" clId="{45D23C15-8B6E-3442-9B58-7B186F27CDA3}" dt="2023-09-25T09:57:46.972" v="11609" actId="478"/>
          <ac:spMkLst>
            <pc:docMk/>
            <pc:sldMk cId="484659110" sldId="539"/>
            <ac:spMk id="8" creationId="{8B250953-0954-D864-06A8-0B41DC0BF227}"/>
          </ac:spMkLst>
        </pc:spChg>
        <pc:spChg chg="add del mod">
          <ac:chgData name="Loc Huynh" userId="80c0383e323bd6ea" providerId="LiveId" clId="{45D23C15-8B6E-3442-9B58-7B186F27CDA3}" dt="2023-09-25T09:57:46.972" v="11609" actId="478"/>
          <ac:spMkLst>
            <pc:docMk/>
            <pc:sldMk cId="484659110" sldId="539"/>
            <ac:spMk id="9" creationId="{831F3FF4-BA7A-35E4-83A4-9D171F472EB5}"/>
          </ac:spMkLst>
        </pc:spChg>
        <pc:spChg chg="add del mod">
          <ac:chgData name="Loc Huynh" userId="80c0383e323bd6ea" providerId="LiveId" clId="{45D23C15-8B6E-3442-9B58-7B186F27CDA3}" dt="2023-09-25T09:57:35.811" v="11607" actId="478"/>
          <ac:spMkLst>
            <pc:docMk/>
            <pc:sldMk cId="484659110" sldId="539"/>
            <ac:spMk id="10" creationId="{58B23FB6-074B-B11C-FF65-C57752D953D2}"/>
          </ac:spMkLst>
        </pc:spChg>
        <pc:spChg chg="add mod">
          <ac:chgData name="Loc Huynh" userId="80c0383e323bd6ea" providerId="LiveId" clId="{45D23C15-8B6E-3442-9B58-7B186F27CDA3}" dt="2023-09-25T09:57:53.493" v="11615" actId="20577"/>
          <ac:spMkLst>
            <pc:docMk/>
            <pc:sldMk cId="484659110" sldId="539"/>
            <ac:spMk id="11" creationId="{81CD8567-688C-FE27-1BF5-D9F3400A266D}"/>
          </ac:spMkLst>
        </pc:spChg>
        <pc:spChg chg="add mod">
          <ac:chgData name="Loc Huynh" userId="80c0383e323bd6ea" providerId="LiveId" clId="{45D23C15-8B6E-3442-9B58-7B186F27CDA3}" dt="2023-09-25T09:57:56.042" v="11616" actId="20577"/>
          <ac:spMkLst>
            <pc:docMk/>
            <pc:sldMk cId="484659110" sldId="539"/>
            <ac:spMk id="12" creationId="{C5783687-0FC8-C2C9-2139-F54C1BEC7B37}"/>
          </ac:spMkLst>
        </pc:spChg>
      </pc:sldChg>
      <pc:sldChg chg="addSp modSp add mod">
        <pc:chgData name="Loc Huynh" userId="80c0383e323bd6ea" providerId="LiveId" clId="{45D23C15-8B6E-3442-9B58-7B186F27CDA3}" dt="2023-09-25T09:51:55.009" v="11410" actId="11530"/>
        <pc:sldMkLst>
          <pc:docMk/>
          <pc:sldMk cId="2476143270" sldId="540"/>
        </pc:sldMkLst>
        <pc:spChg chg="mod">
          <ac:chgData name="Loc Huynh" userId="80c0383e323bd6ea" providerId="LiveId" clId="{45D23C15-8B6E-3442-9B58-7B186F27CDA3}" dt="2023-09-25T09:48:33.329" v="11291" actId="20577"/>
          <ac:spMkLst>
            <pc:docMk/>
            <pc:sldMk cId="2476143270" sldId="540"/>
            <ac:spMk id="2" creationId="{75D76CB7-E9BA-8646-94D1-589165AE3FE4}"/>
          </ac:spMkLst>
        </pc:spChg>
        <pc:spChg chg="mod">
          <ac:chgData name="Loc Huynh" userId="80c0383e323bd6ea" providerId="LiveId" clId="{45D23C15-8B6E-3442-9B58-7B186F27CDA3}" dt="2023-09-25T09:49:37.642" v="11346" actId="123"/>
          <ac:spMkLst>
            <pc:docMk/>
            <pc:sldMk cId="2476143270" sldId="540"/>
            <ac:spMk id="3" creationId="{813DF817-B02B-3E43-BA57-74C922E01B7B}"/>
          </ac:spMkLst>
        </pc:spChg>
        <pc:spChg chg="add mod">
          <ac:chgData name="Loc Huynh" userId="80c0383e323bd6ea" providerId="LiveId" clId="{45D23C15-8B6E-3442-9B58-7B186F27CDA3}" dt="2023-09-25T01:58:04.034" v="5160"/>
          <ac:spMkLst>
            <pc:docMk/>
            <pc:sldMk cId="2476143270" sldId="540"/>
            <ac:spMk id="5" creationId="{82CC5E54-BC3D-26D0-AB69-4866E1EC1769}"/>
          </ac:spMkLst>
        </pc:spChg>
        <pc:spChg chg="mod">
          <ac:chgData name="Loc Huynh" userId="80c0383e323bd6ea" providerId="LiveId" clId="{45D23C15-8B6E-3442-9B58-7B186F27CDA3}" dt="2023-09-25T09:51:43.475" v="11406" actId="1076"/>
          <ac:spMkLst>
            <pc:docMk/>
            <pc:sldMk cId="2476143270" sldId="540"/>
            <ac:spMk id="6" creationId="{E0FF7401-72B4-4E45-A282-A58EBF0455F8}"/>
          </ac:spMkLst>
        </pc:spChg>
        <pc:spChg chg="mod">
          <ac:chgData name="Loc Huynh" userId="80c0383e323bd6ea" providerId="LiveId" clId="{45D23C15-8B6E-3442-9B58-7B186F27CDA3}" dt="2023-09-25T09:51:55.009" v="11410" actId="11530"/>
          <ac:spMkLst>
            <pc:docMk/>
            <pc:sldMk cId="2476143270" sldId="540"/>
            <ac:spMk id="7" creationId="{205AE0BA-B5CF-714E-8957-CCCFCB5B3FBB}"/>
          </ac:spMkLst>
        </pc:spChg>
      </pc:sldChg>
      <pc:sldChg chg="addSp modSp add mod">
        <pc:chgData name="Loc Huynh" userId="80c0383e323bd6ea" providerId="LiveId" clId="{45D23C15-8B6E-3442-9B58-7B186F27CDA3}" dt="2023-09-25T10:02:18.672" v="11661" actId="123"/>
        <pc:sldMkLst>
          <pc:docMk/>
          <pc:sldMk cId="2106193444" sldId="541"/>
        </pc:sldMkLst>
        <pc:spChg chg="mod">
          <ac:chgData name="Loc Huynh" userId="80c0383e323bd6ea" providerId="LiveId" clId="{45D23C15-8B6E-3442-9B58-7B186F27CDA3}" dt="2023-09-25T09:46:29.271" v="11253" actId="20577"/>
          <ac:spMkLst>
            <pc:docMk/>
            <pc:sldMk cId="2106193444" sldId="541"/>
            <ac:spMk id="2" creationId="{6F2A1191-3CB2-674C-BE8A-B9D6A816E9BD}"/>
          </ac:spMkLst>
        </pc:spChg>
        <pc:spChg chg="mod">
          <ac:chgData name="Loc Huynh" userId="80c0383e323bd6ea" providerId="LiveId" clId="{45D23C15-8B6E-3442-9B58-7B186F27CDA3}" dt="2023-09-25T10:02:18.672" v="11661" actId="123"/>
          <ac:spMkLst>
            <pc:docMk/>
            <pc:sldMk cId="2106193444" sldId="541"/>
            <ac:spMk id="3" creationId="{DDC32F1B-2DBF-1F48-B1E9-3A926EF990A1}"/>
          </ac:spMkLst>
        </pc:spChg>
        <pc:spChg chg="add mod">
          <ac:chgData name="Loc Huynh" userId="80c0383e323bd6ea" providerId="LiveId" clId="{45D23C15-8B6E-3442-9B58-7B186F27CDA3}" dt="2023-09-25T01:58:04.034" v="5160"/>
          <ac:spMkLst>
            <pc:docMk/>
            <pc:sldMk cId="2106193444" sldId="541"/>
            <ac:spMk id="5" creationId="{2C2DDA8B-2AC8-68AA-55E9-12784687E528}"/>
          </ac:spMkLst>
        </pc:spChg>
      </pc:sldChg>
      <pc:sldChg chg="addSp modSp add mod">
        <pc:chgData name="Loc Huynh" userId="80c0383e323bd6ea" providerId="LiveId" clId="{45D23C15-8B6E-3442-9B58-7B186F27CDA3}" dt="2023-09-25T09:47:51.325" v="11270" actId="207"/>
        <pc:sldMkLst>
          <pc:docMk/>
          <pc:sldMk cId="28359094" sldId="542"/>
        </pc:sldMkLst>
        <pc:spChg chg="mod">
          <ac:chgData name="Loc Huynh" userId="80c0383e323bd6ea" providerId="LiveId" clId="{45D23C15-8B6E-3442-9B58-7B186F27CDA3}" dt="2023-09-25T09:46:35.888" v="11255"/>
          <ac:spMkLst>
            <pc:docMk/>
            <pc:sldMk cId="28359094" sldId="542"/>
            <ac:spMk id="2" creationId="{6F2A1191-3CB2-674C-BE8A-B9D6A816E9BD}"/>
          </ac:spMkLst>
        </pc:spChg>
        <pc:spChg chg="mod">
          <ac:chgData name="Loc Huynh" userId="80c0383e323bd6ea" providerId="LiveId" clId="{45D23C15-8B6E-3442-9B58-7B186F27CDA3}" dt="2023-09-25T09:47:51.325" v="11270" actId="207"/>
          <ac:spMkLst>
            <pc:docMk/>
            <pc:sldMk cId="28359094" sldId="542"/>
            <ac:spMk id="3" creationId="{DDC32F1B-2DBF-1F48-B1E9-3A926EF990A1}"/>
          </ac:spMkLst>
        </pc:spChg>
        <pc:spChg chg="add mod">
          <ac:chgData name="Loc Huynh" userId="80c0383e323bd6ea" providerId="LiveId" clId="{45D23C15-8B6E-3442-9B58-7B186F27CDA3}" dt="2023-09-25T01:58:04.034" v="5160"/>
          <ac:spMkLst>
            <pc:docMk/>
            <pc:sldMk cId="28359094" sldId="542"/>
            <ac:spMk id="5" creationId="{5E6CA7B2-A8E4-A237-29F1-3AF6E493772C}"/>
          </ac:spMkLst>
        </pc:spChg>
      </pc:sldChg>
      <pc:sldChg chg="addSp modSp add mod">
        <pc:chgData name="Loc Huynh" userId="80c0383e323bd6ea" providerId="LiveId" clId="{45D23C15-8B6E-3442-9B58-7B186F27CDA3}" dt="2023-09-25T09:48:03.431" v="11276" actId="207"/>
        <pc:sldMkLst>
          <pc:docMk/>
          <pc:sldMk cId="3160544929" sldId="543"/>
        </pc:sldMkLst>
        <pc:spChg chg="mod">
          <ac:chgData name="Loc Huynh" userId="80c0383e323bd6ea" providerId="LiveId" clId="{45D23C15-8B6E-3442-9B58-7B186F27CDA3}" dt="2023-09-25T09:46:38.669" v="11256"/>
          <ac:spMkLst>
            <pc:docMk/>
            <pc:sldMk cId="3160544929" sldId="543"/>
            <ac:spMk id="2" creationId="{6F2A1191-3CB2-674C-BE8A-B9D6A816E9BD}"/>
          </ac:spMkLst>
        </pc:spChg>
        <pc:spChg chg="mod">
          <ac:chgData name="Loc Huynh" userId="80c0383e323bd6ea" providerId="LiveId" clId="{45D23C15-8B6E-3442-9B58-7B186F27CDA3}" dt="2023-09-25T09:48:03.431" v="11276" actId="207"/>
          <ac:spMkLst>
            <pc:docMk/>
            <pc:sldMk cId="3160544929" sldId="543"/>
            <ac:spMk id="3" creationId="{DDC32F1B-2DBF-1F48-B1E9-3A926EF990A1}"/>
          </ac:spMkLst>
        </pc:spChg>
        <pc:spChg chg="add mod">
          <ac:chgData name="Loc Huynh" userId="80c0383e323bd6ea" providerId="LiveId" clId="{45D23C15-8B6E-3442-9B58-7B186F27CDA3}" dt="2023-09-25T01:58:04.034" v="5160"/>
          <ac:spMkLst>
            <pc:docMk/>
            <pc:sldMk cId="3160544929" sldId="543"/>
            <ac:spMk id="5" creationId="{E181155D-026E-0D36-5C2D-87FAF4797F25}"/>
          </ac:spMkLst>
        </pc:spChg>
      </pc:sldChg>
      <pc:sldChg chg="delSp add del">
        <pc:chgData name="Loc Huynh" userId="80c0383e323bd6ea" providerId="LiveId" clId="{45D23C15-8B6E-3442-9B58-7B186F27CDA3}" dt="2023-09-25T03:30:54.009" v="6118" actId="2696"/>
        <pc:sldMkLst>
          <pc:docMk/>
          <pc:sldMk cId="754350052" sldId="544"/>
        </pc:sldMkLst>
        <pc:grpChg chg="del">
          <ac:chgData name="Loc Huynh" userId="80c0383e323bd6ea" providerId="LiveId" clId="{45D23C15-8B6E-3442-9B58-7B186F27CDA3}" dt="2023-09-25T03:30:48.473" v="6116" actId="21"/>
          <ac:grpSpMkLst>
            <pc:docMk/>
            <pc:sldMk cId="754350052" sldId="544"/>
            <ac:grpSpMk id="6" creationId="{6F932F85-3C33-F2E5-CE9C-DD1E4C0A30C9}"/>
          </ac:grpSpMkLst>
        </pc:grpChg>
      </pc:sldChg>
      <pc:sldChg chg="addSp delSp modSp add mod modAnim">
        <pc:chgData name="Loc Huynh" userId="80c0383e323bd6ea" providerId="LiveId" clId="{45D23C15-8B6E-3442-9B58-7B186F27CDA3}" dt="2023-09-25T06:12:49.389" v="8206" actId="13244"/>
        <pc:sldMkLst>
          <pc:docMk/>
          <pc:sldMk cId="908152491" sldId="545"/>
        </pc:sldMkLst>
        <pc:spChg chg="mod">
          <ac:chgData name="Loc Huynh" userId="80c0383e323bd6ea" providerId="LiveId" clId="{45D23C15-8B6E-3442-9B58-7B186F27CDA3}" dt="2023-09-25T03:57:36.379" v="6571" actId="207"/>
          <ac:spMkLst>
            <pc:docMk/>
            <pc:sldMk cId="908152491" sldId="545"/>
            <ac:spMk id="2" creationId="{636479E2-C0D6-904F-B5C5-2271728A96C3}"/>
          </ac:spMkLst>
        </pc:spChg>
        <pc:spChg chg="mod">
          <ac:chgData name="Loc Huynh" userId="80c0383e323bd6ea" providerId="LiveId" clId="{45D23C15-8B6E-3442-9B58-7B186F27CDA3}" dt="2023-09-25T04:08:28.940" v="6884" actId="6549"/>
          <ac:spMkLst>
            <pc:docMk/>
            <pc:sldMk cId="908152491" sldId="545"/>
            <ac:spMk id="3" creationId="{C0C21A69-FB3A-5848-81E0-17A1514E605F}"/>
          </ac:spMkLst>
        </pc:spChg>
        <pc:spChg chg="mod">
          <ac:chgData name="Loc Huynh" userId="80c0383e323bd6ea" providerId="LiveId" clId="{45D23C15-8B6E-3442-9B58-7B186F27CDA3}" dt="2023-09-25T03:57:36.379" v="6571" actId="207"/>
          <ac:spMkLst>
            <pc:docMk/>
            <pc:sldMk cId="908152491" sldId="545"/>
            <ac:spMk id="4" creationId="{961813DB-F3F2-A844-9A22-9324D7622836}"/>
          </ac:spMkLst>
        </pc:spChg>
        <pc:spChg chg="mod modVis">
          <ac:chgData name="Loc Huynh" userId="80c0383e323bd6ea" providerId="LiveId" clId="{45D23C15-8B6E-3442-9B58-7B186F27CDA3}" dt="2023-09-25T06:12:00.516" v="8188" actId="14429"/>
          <ac:spMkLst>
            <pc:docMk/>
            <pc:sldMk cId="908152491" sldId="545"/>
            <ac:spMk id="5" creationId="{4436D314-94F5-493F-F0FA-81B15FB9E193}"/>
          </ac:spMkLst>
        </pc:spChg>
        <pc:spChg chg="mod">
          <ac:chgData name="Loc Huynh" userId="80c0383e323bd6ea" providerId="LiveId" clId="{45D23C15-8B6E-3442-9B58-7B186F27CDA3}" dt="2023-09-25T03:37:35.584" v="6258" actId="1076"/>
          <ac:spMkLst>
            <pc:docMk/>
            <pc:sldMk cId="908152491" sldId="545"/>
            <ac:spMk id="7" creationId="{F96611A1-B0C4-575A-8D33-80840768B699}"/>
          </ac:spMkLst>
        </pc:spChg>
        <pc:spChg chg="mod">
          <ac:chgData name="Loc Huynh" userId="80c0383e323bd6ea" providerId="LiveId" clId="{45D23C15-8B6E-3442-9B58-7B186F27CDA3}" dt="2023-09-25T03:37:35.584" v="6258" actId="1076"/>
          <ac:spMkLst>
            <pc:docMk/>
            <pc:sldMk cId="908152491" sldId="545"/>
            <ac:spMk id="12" creationId="{CE6BD247-6471-4642-8985-1C4A96F72A49}"/>
          </ac:spMkLst>
        </pc:spChg>
        <pc:spChg chg="mod">
          <ac:chgData name="Loc Huynh" userId="80c0383e323bd6ea" providerId="LiveId" clId="{45D23C15-8B6E-3442-9B58-7B186F27CDA3}" dt="2023-09-25T03:37:35.584" v="6258" actId="1076"/>
          <ac:spMkLst>
            <pc:docMk/>
            <pc:sldMk cId="908152491" sldId="545"/>
            <ac:spMk id="13" creationId="{E3496CF8-53B1-FE0F-FA2B-EDC37A8D4B71}"/>
          </ac:spMkLst>
        </pc:spChg>
        <pc:spChg chg="mod">
          <ac:chgData name="Loc Huynh" userId="80c0383e323bd6ea" providerId="LiveId" clId="{45D23C15-8B6E-3442-9B58-7B186F27CDA3}" dt="2023-09-25T03:37:35.584" v="6258" actId="1076"/>
          <ac:spMkLst>
            <pc:docMk/>
            <pc:sldMk cId="908152491" sldId="545"/>
            <ac:spMk id="14" creationId="{174E36F8-0AE5-091F-77B6-AC7CC6104ED4}"/>
          </ac:spMkLst>
        </pc:spChg>
        <pc:spChg chg="mod">
          <ac:chgData name="Loc Huynh" userId="80c0383e323bd6ea" providerId="LiveId" clId="{45D23C15-8B6E-3442-9B58-7B186F27CDA3}" dt="2023-09-25T03:37:35.584" v="6258" actId="1076"/>
          <ac:spMkLst>
            <pc:docMk/>
            <pc:sldMk cId="908152491" sldId="545"/>
            <ac:spMk id="15" creationId="{63904DE3-F817-C3F4-F936-43D0850D968F}"/>
          </ac:spMkLst>
        </pc:spChg>
        <pc:spChg chg="mod">
          <ac:chgData name="Loc Huynh" userId="80c0383e323bd6ea" providerId="LiveId" clId="{45D23C15-8B6E-3442-9B58-7B186F27CDA3}" dt="2023-09-25T03:37:35.584" v="6258" actId="1076"/>
          <ac:spMkLst>
            <pc:docMk/>
            <pc:sldMk cId="908152491" sldId="545"/>
            <ac:spMk id="16" creationId="{F283EF7E-280B-8EF0-0209-893E24A6C7B6}"/>
          </ac:spMkLst>
        </pc:spChg>
        <pc:spChg chg="mod">
          <ac:chgData name="Loc Huynh" userId="80c0383e323bd6ea" providerId="LiveId" clId="{45D23C15-8B6E-3442-9B58-7B186F27CDA3}" dt="2023-09-25T03:37:35.584" v="6258" actId="1076"/>
          <ac:spMkLst>
            <pc:docMk/>
            <pc:sldMk cId="908152491" sldId="545"/>
            <ac:spMk id="17" creationId="{D79B65CD-4097-6110-153A-F15C57A31372}"/>
          </ac:spMkLst>
        </pc:spChg>
        <pc:spChg chg="add mod ord modVis">
          <ac:chgData name="Loc Huynh" userId="80c0383e323bd6ea" providerId="LiveId" clId="{45D23C15-8B6E-3442-9B58-7B186F27CDA3}" dt="2023-09-25T06:12:46.703" v="8205" actId="13244"/>
          <ac:spMkLst>
            <pc:docMk/>
            <pc:sldMk cId="908152491" sldId="545"/>
            <ac:spMk id="18" creationId="{9368C849-6ED1-1BD2-CAE3-E1A2F3E4EC12}"/>
          </ac:spMkLst>
        </pc:spChg>
        <pc:spChg chg="mod topLvl">
          <ac:chgData name="Loc Huynh" userId="80c0383e323bd6ea" providerId="LiveId" clId="{45D23C15-8B6E-3442-9B58-7B186F27CDA3}" dt="2023-09-25T06:12:24.732" v="8201" actId="165"/>
          <ac:spMkLst>
            <pc:docMk/>
            <pc:sldMk cId="908152491" sldId="545"/>
            <ac:spMk id="40" creationId="{A8A83BD0-A38B-F86D-28E3-237896BBE302}"/>
          </ac:spMkLst>
        </pc:spChg>
        <pc:spChg chg="mod topLvl">
          <ac:chgData name="Loc Huynh" userId="80c0383e323bd6ea" providerId="LiveId" clId="{45D23C15-8B6E-3442-9B58-7B186F27CDA3}" dt="2023-09-25T06:12:24.732" v="8201" actId="165"/>
          <ac:spMkLst>
            <pc:docMk/>
            <pc:sldMk cId="908152491" sldId="545"/>
            <ac:spMk id="43" creationId="{E98DCEBE-6858-759F-1DC2-5F05023E7A8F}"/>
          </ac:spMkLst>
        </pc:spChg>
        <pc:spChg chg="mod topLvl">
          <ac:chgData name="Loc Huynh" userId="80c0383e323bd6ea" providerId="LiveId" clId="{45D23C15-8B6E-3442-9B58-7B186F27CDA3}" dt="2023-09-25T06:12:24.732" v="8201" actId="165"/>
          <ac:spMkLst>
            <pc:docMk/>
            <pc:sldMk cId="908152491" sldId="545"/>
            <ac:spMk id="44" creationId="{AC3F0CD8-FD9C-AAEE-4566-CF99863165DF}"/>
          </ac:spMkLst>
        </pc:spChg>
        <pc:spChg chg="mod topLvl">
          <ac:chgData name="Loc Huynh" userId="80c0383e323bd6ea" providerId="LiveId" clId="{45D23C15-8B6E-3442-9B58-7B186F27CDA3}" dt="2023-09-25T06:12:24.732" v="8201" actId="165"/>
          <ac:spMkLst>
            <pc:docMk/>
            <pc:sldMk cId="908152491" sldId="545"/>
            <ac:spMk id="45" creationId="{EF79C2AC-11A7-95FF-5AAD-CE2BAA883035}"/>
          </ac:spMkLst>
        </pc:spChg>
        <pc:spChg chg="mod topLvl">
          <ac:chgData name="Loc Huynh" userId="80c0383e323bd6ea" providerId="LiveId" clId="{45D23C15-8B6E-3442-9B58-7B186F27CDA3}" dt="2023-09-25T06:12:24.732" v="8201" actId="165"/>
          <ac:spMkLst>
            <pc:docMk/>
            <pc:sldMk cId="908152491" sldId="545"/>
            <ac:spMk id="46" creationId="{E8811DCB-5ECD-FC2C-5F69-3C7B3ADD30F6}"/>
          </ac:spMkLst>
        </pc:spChg>
        <pc:spChg chg="mod topLvl">
          <ac:chgData name="Loc Huynh" userId="80c0383e323bd6ea" providerId="LiveId" clId="{45D23C15-8B6E-3442-9B58-7B186F27CDA3}" dt="2023-09-25T06:12:24.732" v="8201" actId="165"/>
          <ac:spMkLst>
            <pc:docMk/>
            <pc:sldMk cId="908152491" sldId="545"/>
            <ac:spMk id="47" creationId="{60B30535-BE0A-4BA3-7905-45D0B2C66E7D}"/>
          </ac:spMkLst>
        </pc:spChg>
        <pc:spChg chg="mod topLvl">
          <ac:chgData name="Loc Huynh" userId="80c0383e323bd6ea" providerId="LiveId" clId="{45D23C15-8B6E-3442-9B58-7B186F27CDA3}" dt="2023-09-25T06:12:24.732" v="8201" actId="165"/>
          <ac:spMkLst>
            <pc:docMk/>
            <pc:sldMk cId="908152491" sldId="545"/>
            <ac:spMk id="48" creationId="{C3660EE9-FC63-FD5F-587E-B0E24F9E468A}"/>
          </ac:spMkLst>
        </pc:spChg>
        <pc:spChg chg="mod topLvl">
          <ac:chgData name="Loc Huynh" userId="80c0383e323bd6ea" providerId="LiveId" clId="{45D23C15-8B6E-3442-9B58-7B186F27CDA3}" dt="2023-09-25T06:11:08.727" v="8176" actId="165"/>
          <ac:spMkLst>
            <pc:docMk/>
            <pc:sldMk cId="908152491" sldId="545"/>
            <ac:spMk id="54" creationId="{0BAA66ED-038A-D538-2DA6-0FB02B006D53}"/>
          </ac:spMkLst>
        </pc:spChg>
        <pc:spChg chg="mod ord topLvl modVis">
          <ac:chgData name="Loc Huynh" userId="80c0383e323bd6ea" providerId="LiveId" clId="{45D23C15-8B6E-3442-9B58-7B186F27CDA3}" dt="2023-09-25T06:11:01.925" v="8175" actId="13244"/>
          <ac:spMkLst>
            <pc:docMk/>
            <pc:sldMk cId="908152491" sldId="545"/>
            <ac:spMk id="57" creationId="{9A466748-8DCB-D114-8814-8D4D0EDE72A1}"/>
          </ac:spMkLst>
        </pc:spChg>
        <pc:spChg chg="mod topLvl">
          <ac:chgData name="Loc Huynh" userId="80c0383e323bd6ea" providerId="LiveId" clId="{45D23C15-8B6E-3442-9B58-7B186F27CDA3}" dt="2023-09-25T06:11:08.727" v="8176" actId="165"/>
          <ac:spMkLst>
            <pc:docMk/>
            <pc:sldMk cId="908152491" sldId="545"/>
            <ac:spMk id="58" creationId="{B7DAB895-6829-F95D-6A88-1D00950C5063}"/>
          </ac:spMkLst>
        </pc:spChg>
        <pc:spChg chg="mod topLvl">
          <ac:chgData name="Loc Huynh" userId="80c0383e323bd6ea" providerId="LiveId" clId="{45D23C15-8B6E-3442-9B58-7B186F27CDA3}" dt="2023-09-25T06:11:08.727" v="8176" actId="165"/>
          <ac:spMkLst>
            <pc:docMk/>
            <pc:sldMk cId="908152491" sldId="545"/>
            <ac:spMk id="59" creationId="{A1834364-94B3-A7BA-6D67-1739FB598CCD}"/>
          </ac:spMkLst>
        </pc:spChg>
        <pc:spChg chg="mod topLvl">
          <ac:chgData name="Loc Huynh" userId="80c0383e323bd6ea" providerId="LiveId" clId="{45D23C15-8B6E-3442-9B58-7B186F27CDA3}" dt="2023-09-25T06:11:08.727" v="8176" actId="165"/>
          <ac:spMkLst>
            <pc:docMk/>
            <pc:sldMk cId="908152491" sldId="545"/>
            <ac:spMk id="60" creationId="{A18AAB9F-AD03-807B-E65B-45550168437A}"/>
          </ac:spMkLst>
        </pc:spChg>
        <pc:spChg chg="mod topLvl">
          <ac:chgData name="Loc Huynh" userId="80c0383e323bd6ea" providerId="LiveId" clId="{45D23C15-8B6E-3442-9B58-7B186F27CDA3}" dt="2023-09-25T06:11:08.727" v="8176" actId="165"/>
          <ac:spMkLst>
            <pc:docMk/>
            <pc:sldMk cId="908152491" sldId="545"/>
            <ac:spMk id="61" creationId="{2280D635-4A9D-A6AB-21AD-2AAF173FF313}"/>
          </ac:spMkLst>
        </pc:spChg>
        <pc:spChg chg="mod topLvl">
          <ac:chgData name="Loc Huynh" userId="80c0383e323bd6ea" providerId="LiveId" clId="{45D23C15-8B6E-3442-9B58-7B186F27CDA3}" dt="2023-09-25T06:11:08.727" v="8176" actId="165"/>
          <ac:spMkLst>
            <pc:docMk/>
            <pc:sldMk cId="908152491" sldId="545"/>
            <ac:spMk id="62" creationId="{A985E010-BFE3-3ADA-2D39-2ADEFC74A24C}"/>
          </ac:spMkLst>
        </pc:spChg>
        <pc:spChg chg="add mod ord modVis">
          <ac:chgData name="Loc Huynh" userId="80c0383e323bd6ea" providerId="LiveId" clId="{45D23C15-8B6E-3442-9B58-7B186F27CDA3}" dt="2023-09-25T06:12:49.389" v="8206" actId="13244"/>
          <ac:spMkLst>
            <pc:docMk/>
            <pc:sldMk cId="908152491" sldId="545"/>
            <ac:spMk id="78" creationId="{48418ACA-6A25-D4B3-0DEB-488EB906E448}"/>
          </ac:spMkLst>
        </pc:spChg>
        <pc:spChg chg="add mod ord modVis">
          <ac:chgData name="Loc Huynh" userId="80c0383e323bd6ea" providerId="LiveId" clId="{45D23C15-8B6E-3442-9B58-7B186F27CDA3}" dt="2023-09-25T06:12:17.783" v="8200" actId="13244"/>
          <ac:spMkLst>
            <pc:docMk/>
            <pc:sldMk cId="908152491" sldId="545"/>
            <ac:spMk id="80" creationId="{93FFA85F-502A-5C8D-7A56-0BEF8A8FB420}"/>
          </ac:spMkLst>
        </pc:spChg>
        <pc:spChg chg="add del mod">
          <ac:chgData name="Loc Huynh" userId="80c0383e323bd6ea" providerId="LiveId" clId="{45D23C15-8B6E-3442-9B58-7B186F27CDA3}" dt="2023-09-25T03:53:39.907" v="6528" actId="478"/>
          <ac:spMkLst>
            <pc:docMk/>
            <pc:sldMk cId="908152491" sldId="545"/>
            <ac:spMk id="81" creationId="{7BCD9179-F5A3-B868-9688-E0E543D05728}"/>
          </ac:spMkLst>
        </pc:spChg>
        <pc:spChg chg="add mod ord modVis">
          <ac:chgData name="Loc Huynh" userId="80c0383e323bd6ea" providerId="LiveId" clId="{45D23C15-8B6E-3442-9B58-7B186F27CDA3}" dt="2023-09-25T06:12:15.847" v="8199" actId="13244"/>
          <ac:spMkLst>
            <pc:docMk/>
            <pc:sldMk cId="908152491" sldId="545"/>
            <ac:spMk id="82" creationId="{5A9F1B17-17F3-6299-669E-7FFFD07FFFBA}"/>
          </ac:spMkLst>
        </pc:spChg>
        <pc:spChg chg="add mod topLvl">
          <ac:chgData name="Loc Huynh" userId="80c0383e323bd6ea" providerId="LiveId" clId="{45D23C15-8B6E-3442-9B58-7B186F27CDA3}" dt="2023-09-25T06:11:08.727" v="8176" actId="165"/>
          <ac:spMkLst>
            <pc:docMk/>
            <pc:sldMk cId="908152491" sldId="545"/>
            <ac:spMk id="83" creationId="{7FB856E2-F826-D134-7080-F3045164C46B}"/>
          </ac:spMkLst>
        </pc:spChg>
        <pc:spChg chg="add mod modVis">
          <ac:chgData name="Loc Huynh" userId="80c0383e323bd6ea" providerId="LiveId" clId="{45D23C15-8B6E-3442-9B58-7B186F27CDA3}" dt="2023-09-25T06:10:49.371" v="8170" actId="14429"/>
          <ac:spMkLst>
            <pc:docMk/>
            <pc:sldMk cId="908152491" sldId="545"/>
            <ac:spMk id="86" creationId="{C4A11162-3B26-0F31-C729-2F8D1F1F6157}"/>
          </ac:spMkLst>
        </pc:spChg>
        <pc:grpChg chg="add mod">
          <ac:chgData name="Loc Huynh" userId="80c0383e323bd6ea" providerId="LiveId" clId="{45D23C15-8B6E-3442-9B58-7B186F27CDA3}" dt="2023-09-25T03:37:35.584" v="6258" actId="1076"/>
          <ac:grpSpMkLst>
            <pc:docMk/>
            <pc:sldMk cId="908152491" sldId="545"/>
            <ac:grpSpMk id="6" creationId="{A91C4415-076F-9840-8664-626223918952}"/>
          </ac:grpSpMkLst>
        </pc:grpChg>
        <pc:grpChg chg="add del mod">
          <ac:chgData name="Loc Huynh" userId="80c0383e323bd6ea" providerId="LiveId" clId="{45D23C15-8B6E-3442-9B58-7B186F27CDA3}" dt="2023-09-25T03:37:36.872" v="6259" actId="21"/>
          <ac:grpSpMkLst>
            <pc:docMk/>
            <pc:sldMk cId="908152491" sldId="545"/>
            <ac:grpSpMk id="34" creationId="{B012CC97-E682-B9B2-043E-02E0C7AB3CAF}"/>
          </ac:grpSpMkLst>
        </pc:grpChg>
        <pc:grpChg chg="add del mod modVis">
          <ac:chgData name="Loc Huynh" userId="80c0383e323bd6ea" providerId="LiveId" clId="{45D23C15-8B6E-3442-9B58-7B186F27CDA3}" dt="2023-09-25T03:48:08.152" v="6443" actId="165"/>
          <ac:grpSpMkLst>
            <pc:docMk/>
            <pc:sldMk cId="908152491" sldId="545"/>
            <ac:grpSpMk id="35" creationId="{C8DAEA11-7EB2-59A9-0BF9-C2572C498B65}"/>
          </ac:grpSpMkLst>
        </pc:grpChg>
        <pc:grpChg chg="del mod topLvl modVis">
          <ac:chgData name="Loc Huynh" userId="80c0383e323bd6ea" providerId="LiveId" clId="{45D23C15-8B6E-3442-9B58-7B186F27CDA3}" dt="2023-09-25T03:48:55.089" v="6452" actId="165"/>
          <ac:grpSpMkLst>
            <pc:docMk/>
            <pc:sldMk cId="908152491" sldId="545"/>
            <ac:grpSpMk id="36" creationId="{0A931376-14EF-209E-CB1B-918CDAE402F2}"/>
          </ac:grpSpMkLst>
        </pc:grpChg>
        <pc:grpChg chg="add del mod">
          <ac:chgData name="Loc Huynh" userId="80c0383e323bd6ea" providerId="LiveId" clId="{45D23C15-8B6E-3442-9B58-7B186F27CDA3}" dt="2023-09-25T03:47:33.794" v="6430" actId="165"/>
          <ac:grpSpMkLst>
            <pc:docMk/>
            <pc:sldMk cId="908152491" sldId="545"/>
            <ac:grpSpMk id="49" creationId="{CE7EF4DC-8F2D-9EBF-718E-11A936EF9081}"/>
          </ac:grpSpMkLst>
        </pc:grpChg>
        <pc:grpChg chg="del mod topLvl modVis">
          <ac:chgData name="Loc Huynh" userId="80c0383e323bd6ea" providerId="LiveId" clId="{45D23C15-8B6E-3442-9B58-7B186F27CDA3}" dt="2023-09-25T03:47:45.145" v="6433" actId="165"/>
          <ac:grpSpMkLst>
            <pc:docMk/>
            <pc:sldMk cId="908152491" sldId="545"/>
            <ac:grpSpMk id="50" creationId="{8AEBCB92-6B4E-215F-B551-249BB739CF59}"/>
          </ac:grpSpMkLst>
        </pc:grpChg>
        <pc:grpChg chg="add del mod modVis">
          <ac:chgData name="Loc Huynh" userId="80c0383e323bd6ea" providerId="LiveId" clId="{45D23C15-8B6E-3442-9B58-7B186F27CDA3}" dt="2023-09-25T03:50:12.088" v="6474" actId="165"/>
          <ac:grpSpMkLst>
            <pc:docMk/>
            <pc:sldMk cId="908152491" sldId="545"/>
            <ac:grpSpMk id="74" creationId="{E7D84DBC-E495-1AF4-56A5-106F22C0F415}"/>
          </ac:grpSpMkLst>
        </pc:grpChg>
        <pc:grpChg chg="add del mod modVis">
          <ac:chgData name="Loc Huynh" userId="80c0383e323bd6ea" providerId="LiveId" clId="{45D23C15-8B6E-3442-9B58-7B186F27CDA3}" dt="2023-09-25T03:48:31.792" v="6449" actId="165"/>
          <ac:grpSpMkLst>
            <pc:docMk/>
            <pc:sldMk cId="908152491" sldId="545"/>
            <ac:grpSpMk id="75" creationId="{97C77CCE-9748-FA06-0515-BBF2216EBA16}"/>
          </ac:grpSpMkLst>
        </pc:grpChg>
        <pc:grpChg chg="add del">
          <ac:chgData name="Loc Huynh" userId="80c0383e323bd6ea" providerId="LiveId" clId="{45D23C15-8B6E-3442-9B58-7B186F27CDA3}" dt="2023-09-25T03:48:46.708" v="6451" actId="165"/>
          <ac:grpSpMkLst>
            <pc:docMk/>
            <pc:sldMk cId="908152491" sldId="545"/>
            <ac:grpSpMk id="76" creationId="{C3B6F46B-957A-C200-923E-801D13941E80}"/>
          </ac:grpSpMkLst>
        </pc:grpChg>
        <pc:grpChg chg="add del mod">
          <ac:chgData name="Loc Huynh" userId="80c0383e323bd6ea" providerId="LiveId" clId="{45D23C15-8B6E-3442-9B58-7B186F27CDA3}" dt="2023-09-25T03:55:19.025" v="6547" actId="165"/>
          <ac:grpSpMkLst>
            <pc:docMk/>
            <pc:sldMk cId="908152491" sldId="545"/>
            <ac:grpSpMk id="77" creationId="{43294094-D2E6-68BB-3F22-BA0875C1E6EF}"/>
          </ac:grpSpMkLst>
        </pc:grpChg>
        <pc:grpChg chg="add del mod">
          <ac:chgData name="Loc Huynh" userId="80c0383e323bd6ea" providerId="LiveId" clId="{45D23C15-8B6E-3442-9B58-7B186F27CDA3}" dt="2023-09-25T03:55:31.050" v="6549" actId="165"/>
          <ac:grpSpMkLst>
            <pc:docMk/>
            <pc:sldMk cId="908152491" sldId="545"/>
            <ac:grpSpMk id="79" creationId="{23B46893-10A2-2B00-2AAD-ABBDAB78826B}"/>
          </ac:grpSpMkLst>
        </pc:grpChg>
        <pc:grpChg chg="add del mod modVis">
          <ac:chgData name="Loc Huynh" userId="80c0383e323bd6ea" providerId="LiveId" clId="{45D23C15-8B6E-3442-9B58-7B186F27CDA3}" dt="2023-09-25T06:12:24.732" v="8201" actId="165"/>
          <ac:grpSpMkLst>
            <pc:docMk/>
            <pc:sldMk cId="908152491" sldId="545"/>
            <ac:grpSpMk id="84" creationId="{EDCBC8B2-A06F-937E-0EA4-DCCE2CA810F1}"/>
          </ac:grpSpMkLst>
        </pc:grpChg>
        <pc:grpChg chg="add del mod modVis">
          <ac:chgData name="Loc Huynh" userId="80c0383e323bd6ea" providerId="LiveId" clId="{45D23C15-8B6E-3442-9B58-7B186F27CDA3}" dt="2023-09-25T06:11:08.727" v="8176" actId="165"/>
          <ac:grpSpMkLst>
            <pc:docMk/>
            <pc:sldMk cId="908152491" sldId="545"/>
            <ac:grpSpMk id="85" creationId="{CB3239C4-540E-545E-AA94-17ECE276DE5B}"/>
          </ac:grpSpMkLst>
        </pc:grpChg>
        <pc:grpChg chg="add">
          <ac:chgData name="Loc Huynh" userId="80c0383e323bd6ea" providerId="LiveId" clId="{45D23C15-8B6E-3442-9B58-7B186F27CDA3}" dt="2023-09-25T06:11:16.239" v="8177" actId="164"/>
          <ac:grpSpMkLst>
            <pc:docMk/>
            <pc:sldMk cId="908152491" sldId="545"/>
            <ac:grpSpMk id="92" creationId="{89A00C75-94AF-E32F-0E27-696666D3D535}"/>
          </ac:grpSpMkLst>
        </pc:grpChg>
        <pc:grpChg chg="add">
          <ac:chgData name="Loc Huynh" userId="80c0383e323bd6ea" providerId="LiveId" clId="{45D23C15-8B6E-3442-9B58-7B186F27CDA3}" dt="2023-09-25T06:12:32.561" v="8202" actId="164"/>
          <ac:grpSpMkLst>
            <pc:docMk/>
            <pc:sldMk cId="908152491" sldId="545"/>
            <ac:grpSpMk id="93" creationId="{10180EB9-DEDA-0C26-79E4-9FCD53F9F3A7}"/>
          </ac:grpSpMkLst>
        </pc:grpChg>
        <pc:picChg chg="mod">
          <ac:chgData name="Loc Huynh" userId="80c0383e323bd6ea" providerId="LiveId" clId="{45D23C15-8B6E-3442-9B58-7B186F27CDA3}" dt="2023-09-25T03:37:35.584" v="6258" actId="1076"/>
          <ac:picMkLst>
            <pc:docMk/>
            <pc:sldMk cId="908152491" sldId="545"/>
            <ac:picMk id="10" creationId="{17EC96B6-1147-97D9-5FE6-455C1820607B}"/>
          </ac:picMkLst>
        </pc:picChg>
        <pc:picChg chg="add del mod topLvl">
          <ac:chgData name="Loc Huynh" userId="80c0383e323bd6ea" providerId="LiveId" clId="{45D23C15-8B6E-3442-9B58-7B186F27CDA3}" dt="2023-09-25T03:54:21.329" v="6535" actId="478"/>
          <ac:picMkLst>
            <pc:docMk/>
            <pc:sldMk cId="908152491" sldId="545"/>
            <ac:picMk id="41" creationId="{8968BCB6-BF3E-848F-9249-A9F5D84E3609}"/>
          </ac:picMkLst>
        </pc:picChg>
        <pc:picChg chg="del mod topLvl">
          <ac:chgData name="Loc Huynh" userId="80c0383e323bd6ea" providerId="LiveId" clId="{45D23C15-8B6E-3442-9B58-7B186F27CDA3}" dt="2023-09-25T03:54:48.921" v="6540" actId="478"/>
          <ac:picMkLst>
            <pc:docMk/>
            <pc:sldMk cId="908152491" sldId="545"/>
            <ac:picMk id="55" creationId="{FCC211DF-F9B3-EE2B-2E2E-AE170D14C3AB}"/>
          </ac:picMkLst>
        </pc:picChg>
        <pc:cxnChg chg="del mod">
          <ac:chgData name="Loc Huynh" userId="80c0383e323bd6ea" providerId="LiveId" clId="{45D23C15-8B6E-3442-9B58-7B186F27CDA3}" dt="2023-09-25T03:32:21.850" v="6177" actId="478"/>
          <ac:cxnSpMkLst>
            <pc:docMk/>
            <pc:sldMk cId="908152491" sldId="545"/>
            <ac:cxnSpMk id="8" creationId="{B997D253-D345-AB24-AE86-6356C0063837}"/>
          </ac:cxnSpMkLst>
        </pc:cxnChg>
        <pc:cxnChg chg="del mod">
          <ac:chgData name="Loc Huynh" userId="80c0383e323bd6ea" providerId="LiveId" clId="{45D23C15-8B6E-3442-9B58-7B186F27CDA3}" dt="2023-09-25T03:32:25.620" v="6178" actId="478"/>
          <ac:cxnSpMkLst>
            <pc:docMk/>
            <pc:sldMk cId="908152491" sldId="545"/>
            <ac:cxnSpMk id="9" creationId="{5036B10E-74C9-CEA5-5508-F361A9DE72AA}"/>
          </ac:cxnSpMkLst>
        </pc:cxnChg>
        <pc:cxnChg chg="mod">
          <ac:chgData name="Loc Huynh" userId="80c0383e323bd6ea" providerId="LiveId" clId="{45D23C15-8B6E-3442-9B58-7B186F27CDA3}" dt="2023-09-25T03:37:35.584" v="6258" actId="1076"/>
          <ac:cxnSpMkLst>
            <pc:docMk/>
            <pc:sldMk cId="908152491" sldId="545"/>
            <ac:cxnSpMk id="11" creationId="{AC7F7E03-0309-1BE1-8CCB-C6E1D59741C0}"/>
          </ac:cxnSpMkLst>
        </pc:cxnChg>
        <pc:cxnChg chg="add mod">
          <ac:chgData name="Loc Huynh" userId="80c0383e323bd6ea" providerId="LiveId" clId="{45D23C15-8B6E-3442-9B58-7B186F27CDA3}" dt="2023-09-25T03:37:35.584" v="6258" actId="1076"/>
          <ac:cxnSpMkLst>
            <pc:docMk/>
            <pc:sldMk cId="908152491" sldId="545"/>
            <ac:cxnSpMk id="20" creationId="{76E02ED1-7FD3-6FA0-2493-E2BFF3E99309}"/>
          </ac:cxnSpMkLst>
        </pc:cxnChg>
        <pc:cxnChg chg="add del mod">
          <ac:chgData name="Loc Huynh" userId="80c0383e323bd6ea" providerId="LiveId" clId="{45D23C15-8B6E-3442-9B58-7B186F27CDA3}" dt="2023-09-25T03:33:37.567" v="6194" actId="478"/>
          <ac:cxnSpMkLst>
            <pc:docMk/>
            <pc:sldMk cId="908152491" sldId="545"/>
            <ac:cxnSpMk id="22" creationId="{21EA821F-AC35-F607-E2D7-CC59E3609045}"/>
          </ac:cxnSpMkLst>
        </pc:cxnChg>
        <pc:cxnChg chg="add mod">
          <ac:chgData name="Loc Huynh" userId="80c0383e323bd6ea" providerId="LiveId" clId="{45D23C15-8B6E-3442-9B58-7B186F27CDA3}" dt="2023-09-25T03:37:35.584" v="6258" actId="1076"/>
          <ac:cxnSpMkLst>
            <pc:docMk/>
            <pc:sldMk cId="908152491" sldId="545"/>
            <ac:cxnSpMk id="24" creationId="{E6539737-9EF8-89B5-6865-42EF5FE305ED}"/>
          </ac:cxnSpMkLst>
        </pc:cxnChg>
        <pc:cxnChg chg="add mod">
          <ac:chgData name="Loc Huynh" userId="80c0383e323bd6ea" providerId="LiveId" clId="{45D23C15-8B6E-3442-9B58-7B186F27CDA3}" dt="2023-09-25T03:37:35.584" v="6258" actId="1076"/>
          <ac:cxnSpMkLst>
            <pc:docMk/>
            <pc:sldMk cId="908152491" sldId="545"/>
            <ac:cxnSpMk id="30" creationId="{A35AF8A7-1CAE-E095-8643-E4DFCB3D9EEA}"/>
          </ac:cxnSpMkLst>
        </pc:cxnChg>
        <pc:cxnChg chg="mod topLvl">
          <ac:chgData name="Loc Huynh" userId="80c0383e323bd6ea" providerId="LiveId" clId="{45D23C15-8B6E-3442-9B58-7B186F27CDA3}" dt="2023-09-25T06:12:24.732" v="8201" actId="165"/>
          <ac:cxnSpMkLst>
            <pc:docMk/>
            <pc:sldMk cId="908152491" sldId="545"/>
            <ac:cxnSpMk id="37" creationId="{F8629120-440C-2255-4164-31A778C3879E}"/>
          </ac:cxnSpMkLst>
        </pc:cxnChg>
        <pc:cxnChg chg="mod topLvl">
          <ac:chgData name="Loc Huynh" userId="80c0383e323bd6ea" providerId="LiveId" clId="{45D23C15-8B6E-3442-9B58-7B186F27CDA3}" dt="2023-09-25T06:12:24.732" v="8201" actId="165"/>
          <ac:cxnSpMkLst>
            <pc:docMk/>
            <pc:sldMk cId="908152491" sldId="545"/>
            <ac:cxnSpMk id="38" creationId="{7603861D-7C1E-ED06-91B7-2A46DC07E111}"/>
          </ac:cxnSpMkLst>
        </pc:cxnChg>
        <pc:cxnChg chg="mod topLvl">
          <ac:chgData name="Loc Huynh" userId="80c0383e323bd6ea" providerId="LiveId" clId="{45D23C15-8B6E-3442-9B58-7B186F27CDA3}" dt="2023-09-25T06:12:24.732" v="8201" actId="165"/>
          <ac:cxnSpMkLst>
            <pc:docMk/>
            <pc:sldMk cId="908152491" sldId="545"/>
            <ac:cxnSpMk id="39" creationId="{033F3CC5-5608-A41D-6B27-B5D1AC1BC754}"/>
          </ac:cxnSpMkLst>
        </pc:cxnChg>
        <pc:cxnChg chg="mod topLvl">
          <ac:chgData name="Loc Huynh" userId="80c0383e323bd6ea" providerId="LiveId" clId="{45D23C15-8B6E-3442-9B58-7B186F27CDA3}" dt="2023-09-25T06:12:24.732" v="8201" actId="165"/>
          <ac:cxnSpMkLst>
            <pc:docMk/>
            <pc:sldMk cId="908152491" sldId="545"/>
            <ac:cxnSpMk id="42" creationId="{499B2E55-6D77-45FC-8473-204400917271}"/>
          </ac:cxnSpMkLst>
        </pc:cxnChg>
        <pc:cxnChg chg="mod topLvl">
          <ac:chgData name="Loc Huynh" userId="80c0383e323bd6ea" providerId="LiveId" clId="{45D23C15-8B6E-3442-9B58-7B186F27CDA3}" dt="2023-09-25T06:11:08.727" v="8176" actId="165"/>
          <ac:cxnSpMkLst>
            <pc:docMk/>
            <pc:sldMk cId="908152491" sldId="545"/>
            <ac:cxnSpMk id="51" creationId="{974324DB-BAAB-D519-DC1A-EEC3D55DF782}"/>
          </ac:cxnSpMkLst>
        </pc:cxnChg>
        <pc:cxnChg chg="mod topLvl">
          <ac:chgData name="Loc Huynh" userId="80c0383e323bd6ea" providerId="LiveId" clId="{45D23C15-8B6E-3442-9B58-7B186F27CDA3}" dt="2023-09-25T06:11:08.727" v="8176" actId="165"/>
          <ac:cxnSpMkLst>
            <pc:docMk/>
            <pc:sldMk cId="908152491" sldId="545"/>
            <ac:cxnSpMk id="52" creationId="{0CA55B10-7557-3180-631E-5AAD6949BB6C}"/>
          </ac:cxnSpMkLst>
        </pc:cxnChg>
        <pc:cxnChg chg="mod topLvl">
          <ac:chgData name="Loc Huynh" userId="80c0383e323bd6ea" providerId="LiveId" clId="{45D23C15-8B6E-3442-9B58-7B186F27CDA3}" dt="2023-09-25T06:11:08.727" v="8176" actId="165"/>
          <ac:cxnSpMkLst>
            <pc:docMk/>
            <pc:sldMk cId="908152491" sldId="545"/>
            <ac:cxnSpMk id="53" creationId="{2D20A5F9-F59D-64FD-519F-9035336688DF}"/>
          </ac:cxnSpMkLst>
        </pc:cxnChg>
        <pc:cxnChg chg="mod topLvl modVis">
          <ac:chgData name="Loc Huynh" userId="80c0383e323bd6ea" providerId="LiveId" clId="{45D23C15-8B6E-3442-9B58-7B186F27CDA3}" dt="2023-09-25T06:11:08.727" v="8176" actId="165"/>
          <ac:cxnSpMkLst>
            <pc:docMk/>
            <pc:sldMk cId="908152491" sldId="545"/>
            <ac:cxnSpMk id="56" creationId="{CE2E0464-1307-F0B6-6DB1-D433B0E3D6DC}"/>
          </ac:cxnSpMkLst>
        </pc:cxnChg>
      </pc:sldChg>
      <pc:sldChg chg="modSp add mod">
        <pc:chgData name="Loc Huynh" userId="80c0383e323bd6ea" providerId="LiveId" clId="{45D23C15-8B6E-3442-9B58-7B186F27CDA3}" dt="2023-09-25T04:07:53.694" v="6880" actId="20577"/>
        <pc:sldMkLst>
          <pc:docMk/>
          <pc:sldMk cId="2221110913" sldId="546"/>
        </pc:sldMkLst>
        <pc:spChg chg="mod">
          <ac:chgData name="Loc Huynh" userId="80c0383e323bd6ea" providerId="LiveId" clId="{45D23C15-8B6E-3442-9B58-7B186F27CDA3}" dt="2023-09-25T04:07:53.694" v="6880" actId="20577"/>
          <ac:spMkLst>
            <pc:docMk/>
            <pc:sldMk cId="2221110913" sldId="546"/>
            <ac:spMk id="3" creationId="{C0C21A69-FB3A-5848-81E0-17A1514E605F}"/>
          </ac:spMkLst>
        </pc:spChg>
      </pc:sldChg>
      <pc:sldChg chg="modSp add mod ord">
        <pc:chgData name="Loc Huynh" userId="80c0383e323bd6ea" providerId="LiveId" clId="{45D23C15-8B6E-3442-9B58-7B186F27CDA3}" dt="2023-09-25T07:39:47.408" v="9801" actId="20577"/>
        <pc:sldMkLst>
          <pc:docMk/>
          <pc:sldMk cId="4243974354" sldId="547"/>
        </pc:sldMkLst>
        <pc:spChg chg="mod">
          <ac:chgData name="Loc Huynh" userId="80c0383e323bd6ea" providerId="LiveId" clId="{45D23C15-8B6E-3442-9B58-7B186F27CDA3}" dt="2023-09-25T07:39:47.408" v="9801" actId="20577"/>
          <ac:spMkLst>
            <pc:docMk/>
            <pc:sldMk cId="4243974354" sldId="547"/>
            <ac:spMk id="3" creationId="{C0C21A69-FB3A-5848-81E0-17A1514E605F}"/>
          </ac:spMkLst>
        </pc:spChg>
      </pc:sldChg>
      <pc:sldChg chg="modSp add mod ord">
        <pc:chgData name="Loc Huynh" userId="80c0383e323bd6ea" providerId="LiveId" clId="{45D23C15-8B6E-3442-9B58-7B186F27CDA3}" dt="2023-09-25T04:34:55.243" v="7643" actId="123"/>
        <pc:sldMkLst>
          <pc:docMk/>
          <pc:sldMk cId="1443015628" sldId="548"/>
        </pc:sldMkLst>
        <pc:spChg chg="mod">
          <ac:chgData name="Loc Huynh" userId="80c0383e323bd6ea" providerId="LiveId" clId="{45D23C15-8B6E-3442-9B58-7B186F27CDA3}" dt="2023-09-25T04:34:55.243" v="7643" actId="123"/>
          <ac:spMkLst>
            <pc:docMk/>
            <pc:sldMk cId="1443015628" sldId="548"/>
            <ac:spMk id="3" creationId="{C0C21A69-FB3A-5848-81E0-17A1514E605F}"/>
          </ac:spMkLst>
        </pc:spChg>
      </pc:sldChg>
      <pc:sldChg chg="modSp add mod">
        <pc:chgData name="Loc Huynh" userId="80c0383e323bd6ea" providerId="LiveId" clId="{45D23C15-8B6E-3442-9B58-7B186F27CDA3}" dt="2023-09-25T04:35:55.489" v="7704" actId="20577"/>
        <pc:sldMkLst>
          <pc:docMk/>
          <pc:sldMk cId="850602967" sldId="549"/>
        </pc:sldMkLst>
        <pc:spChg chg="mod">
          <ac:chgData name="Loc Huynh" userId="80c0383e323bd6ea" providerId="LiveId" clId="{45D23C15-8B6E-3442-9B58-7B186F27CDA3}" dt="2023-09-25T04:35:55.489" v="7704" actId="20577"/>
          <ac:spMkLst>
            <pc:docMk/>
            <pc:sldMk cId="850602967" sldId="549"/>
            <ac:spMk id="3" creationId="{C0C21A69-FB3A-5848-81E0-17A1514E605F}"/>
          </ac:spMkLst>
        </pc:spChg>
      </pc:sldChg>
      <pc:sldChg chg="addSp delSp modSp add mod ord addAnim delAnim modAnim">
        <pc:chgData name="Loc Huynh" userId="80c0383e323bd6ea" providerId="LiveId" clId="{45D23C15-8B6E-3442-9B58-7B186F27CDA3}" dt="2023-09-25T10:00:19.755" v="11635"/>
        <pc:sldMkLst>
          <pc:docMk/>
          <pc:sldMk cId="367513602" sldId="550"/>
        </pc:sldMkLst>
        <pc:spChg chg="add del mod">
          <ac:chgData name="Loc Huynh" userId="80c0383e323bd6ea" providerId="LiveId" clId="{45D23C15-8B6E-3442-9B58-7B186F27CDA3}" dt="2023-09-25T10:00:05.641" v="11632" actId="478"/>
          <ac:spMkLst>
            <pc:docMk/>
            <pc:sldMk cId="367513602" sldId="550"/>
            <ac:spMk id="2" creationId="{8449C904-8229-3F4A-B5DC-9CCA09B255CD}"/>
          </ac:spMkLst>
        </pc:spChg>
        <pc:spChg chg="add del mod">
          <ac:chgData name="Loc Huynh" userId="80c0383e323bd6ea" providerId="LiveId" clId="{45D23C15-8B6E-3442-9B58-7B186F27CDA3}" dt="2023-09-25T10:00:05.641" v="11632" actId="478"/>
          <ac:spMkLst>
            <pc:docMk/>
            <pc:sldMk cId="367513602" sldId="550"/>
            <ac:spMk id="3" creationId="{E71E1CD6-B17B-BC44-9447-5B8A3062A2A5}"/>
          </ac:spMkLst>
        </pc:spChg>
        <pc:spChg chg="add del">
          <ac:chgData name="Loc Huynh" userId="80c0383e323bd6ea" providerId="LiveId" clId="{45D23C15-8B6E-3442-9B58-7B186F27CDA3}" dt="2023-09-25T10:00:05.641" v="11632" actId="478"/>
          <ac:spMkLst>
            <pc:docMk/>
            <pc:sldMk cId="367513602" sldId="550"/>
            <ac:spMk id="4" creationId="{6B5CBD79-AEDD-A247-99AA-1CA98E0A1BDD}"/>
          </ac:spMkLst>
        </pc:spChg>
        <pc:spChg chg="add del">
          <ac:chgData name="Loc Huynh" userId="80c0383e323bd6ea" providerId="LiveId" clId="{45D23C15-8B6E-3442-9B58-7B186F27CDA3}" dt="2023-09-25T10:00:05.641" v="11632" actId="478"/>
          <ac:spMkLst>
            <pc:docMk/>
            <pc:sldMk cId="367513602" sldId="550"/>
            <ac:spMk id="5" creationId="{CDE0F8E3-D708-FDE5-518E-9E63CA29D368}"/>
          </ac:spMkLst>
        </pc:spChg>
        <pc:spChg chg="add del mod">
          <ac:chgData name="Loc Huynh" userId="80c0383e323bd6ea" providerId="LiveId" clId="{45D23C15-8B6E-3442-9B58-7B186F27CDA3}" dt="2023-09-25T10:00:05.641" v="11632" actId="478"/>
          <ac:spMkLst>
            <pc:docMk/>
            <pc:sldMk cId="367513602" sldId="550"/>
            <ac:spMk id="7" creationId="{1D74AD71-046C-7D4E-89A6-3E979F5DF46A}"/>
          </ac:spMkLst>
        </pc:spChg>
        <pc:spChg chg="add del mod">
          <ac:chgData name="Loc Huynh" userId="80c0383e323bd6ea" providerId="LiveId" clId="{45D23C15-8B6E-3442-9B58-7B186F27CDA3}" dt="2023-09-25T10:00:05.641" v="11632" actId="478"/>
          <ac:spMkLst>
            <pc:docMk/>
            <pc:sldMk cId="367513602" sldId="550"/>
            <ac:spMk id="8" creationId="{B30182D2-6C45-2046-DB8B-D4FAA2990AC1}"/>
          </ac:spMkLst>
        </pc:spChg>
        <pc:spChg chg="add del mod">
          <ac:chgData name="Loc Huynh" userId="80c0383e323bd6ea" providerId="LiveId" clId="{45D23C15-8B6E-3442-9B58-7B186F27CDA3}" dt="2023-09-25T10:00:05.641" v="11632" actId="478"/>
          <ac:spMkLst>
            <pc:docMk/>
            <pc:sldMk cId="367513602" sldId="550"/>
            <ac:spMk id="9" creationId="{ABE5426C-07EF-1843-9C26-E0D6A0159646}"/>
          </ac:spMkLst>
        </pc:spChg>
        <pc:spChg chg="add del mod">
          <ac:chgData name="Loc Huynh" userId="80c0383e323bd6ea" providerId="LiveId" clId="{45D23C15-8B6E-3442-9B58-7B186F27CDA3}" dt="2023-09-25T10:00:05.641" v="11632" actId="478"/>
          <ac:spMkLst>
            <pc:docMk/>
            <pc:sldMk cId="367513602" sldId="550"/>
            <ac:spMk id="11" creationId="{26B710F4-C956-414C-3FB6-D257AC17840E}"/>
          </ac:spMkLst>
        </pc:spChg>
        <pc:spChg chg="add del mod">
          <ac:chgData name="Loc Huynh" userId="80c0383e323bd6ea" providerId="LiveId" clId="{45D23C15-8B6E-3442-9B58-7B186F27CDA3}" dt="2023-09-25T10:00:13.446" v="11634" actId="478"/>
          <ac:spMkLst>
            <pc:docMk/>
            <pc:sldMk cId="367513602" sldId="550"/>
            <ac:spMk id="12" creationId="{842EDBD0-63B3-42E4-F339-59C6F75E9079}"/>
          </ac:spMkLst>
        </pc:spChg>
        <pc:spChg chg="add del mod">
          <ac:chgData name="Loc Huynh" userId="80c0383e323bd6ea" providerId="LiveId" clId="{45D23C15-8B6E-3442-9B58-7B186F27CDA3}" dt="2023-09-25T10:00:05.641" v="11632" actId="478"/>
          <ac:spMkLst>
            <pc:docMk/>
            <pc:sldMk cId="367513602" sldId="550"/>
            <ac:spMk id="13" creationId="{C048148D-688D-DAFF-EA3E-0A4EAEFB1C59}"/>
          </ac:spMkLst>
        </pc:spChg>
      </pc:sldChg>
      <pc:sldChg chg="modSp add mod">
        <pc:chgData name="Loc Huynh" userId="80c0383e323bd6ea" providerId="LiveId" clId="{45D23C15-8B6E-3442-9B58-7B186F27CDA3}" dt="2023-09-25T07:40:29.706" v="9803"/>
        <pc:sldMkLst>
          <pc:docMk/>
          <pc:sldMk cId="8540420" sldId="551"/>
        </pc:sldMkLst>
        <pc:spChg chg="mod">
          <ac:chgData name="Loc Huynh" userId="80c0383e323bd6ea" providerId="LiveId" clId="{45D23C15-8B6E-3442-9B58-7B186F27CDA3}" dt="2023-09-25T07:40:29.706" v="9803"/>
          <ac:spMkLst>
            <pc:docMk/>
            <pc:sldMk cId="8540420" sldId="551"/>
            <ac:spMk id="2" creationId="{636479E2-C0D6-904F-B5C5-2271728A96C3}"/>
          </ac:spMkLst>
        </pc:spChg>
        <pc:spChg chg="mod">
          <ac:chgData name="Loc Huynh" userId="80c0383e323bd6ea" providerId="LiveId" clId="{45D23C15-8B6E-3442-9B58-7B186F27CDA3}" dt="2023-09-25T07:38:55.573" v="9799" actId="20577"/>
          <ac:spMkLst>
            <pc:docMk/>
            <pc:sldMk cId="8540420" sldId="551"/>
            <ac:spMk id="3" creationId="{C0C21A69-FB3A-5848-81E0-17A1514E605F}"/>
          </ac:spMkLst>
        </pc:spChg>
      </pc:sldChg>
      <pc:sldMasterChg chg="delSldLayout">
        <pc:chgData name="Loc Huynh" userId="80c0383e323bd6ea" providerId="LiveId" clId="{45D23C15-8B6E-3442-9B58-7B186F27CDA3}" dt="2023-09-25T01:57:12.389" v="5151" actId="2696"/>
        <pc:sldMasterMkLst>
          <pc:docMk/>
          <pc:sldMasterMk cId="3606943067" sldId="2147483660"/>
        </pc:sldMasterMkLst>
        <pc:sldLayoutChg chg="del">
          <pc:chgData name="Loc Huynh" userId="80c0383e323bd6ea" providerId="LiveId" clId="{45D23C15-8B6E-3442-9B58-7B186F27CDA3}" dt="2023-09-25T01:57:12.389" v="5151" actId="2696"/>
          <pc:sldLayoutMkLst>
            <pc:docMk/>
            <pc:sldMasterMk cId="3606943067" sldId="2147483660"/>
            <pc:sldLayoutMk cId="126711876" sldId="2147483668"/>
          </pc:sldLayoutMkLst>
        </pc:sldLayoutChg>
        <pc:sldLayoutChg chg="del">
          <pc:chgData name="Loc Huynh" userId="80c0383e323bd6ea" providerId="LiveId" clId="{45D23C15-8B6E-3442-9B58-7B186F27CDA3}" dt="2023-09-18T00:59:22.670" v="144" actId="2696"/>
          <pc:sldLayoutMkLst>
            <pc:docMk/>
            <pc:sldMasterMk cId="3606943067" sldId="2147483660"/>
            <pc:sldLayoutMk cId="1832653104" sldId="2147483668"/>
          </pc:sldLayoutMkLst>
        </pc:sldLayoutChg>
      </pc:sldMasterChg>
    </pc:docChg>
  </pc:docChgLst>
  <pc:docChgLst>
    <pc:chgData name="Loc Huynh" userId="80c0383e323bd6ea" providerId="LiveId" clId="{6191E253-D739-6B4F-B188-AC17CCA94646}"/>
    <pc:docChg chg="undo custSel addSld delSld modSld sldOrd">
      <pc:chgData name="Loc Huynh" userId="80c0383e323bd6ea" providerId="LiveId" clId="{6191E253-D739-6B4F-B188-AC17CCA94646}" dt="2023-10-03T13:21:15.805" v="7535" actId="20577"/>
      <pc:docMkLst>
        <pc:docMk/>
      </pc:docMkLst>
      <pc:sldChg chg="modSp add del mod">
        <pc:chgData name="Loc Huynh" userId="80c0383e323bd6ea" providerId="LiveId" clId="{6191E253-D739-6B4F-B188-AC17CCA94646}" dt="2023-10-03T06:02:15.205" v="550" actId="2696"/>
        <pc:sldMkLst>
          <pc:docMk/>
          <pc:sldMk cId="1841662302" sldId="300"/>
        </pc:sldMkLst>
        <pc:spChg chg="mod">
          <ac:chgData name="Loc Huynh" userId="80c0383e323bd6ea" providerId="LiveId" clId="{6191E253-D739-6B4F-B188-AC17CCA94646}" dt="2023-10-03T05:54:09.061" v="29" actId="27636"/>
          <ac:spMkLst>
            <pc:docMk/>
            <pc:sldMk cId="1841662302" sldId="300"/>
            <ac:spMk id="2" creationId="{707B5CBE-3939-F54D-A22C-69B71CE11473}"/>
          </ac:spMkLst>
        </pc:spChg>
      </pc:sldChg>
      <pc:sldChg chg="modSp mod">
        <pc:chgData name="Loc Huynh" userId="80c0383e323bd6ea" providerId="LiveId" clId="{6191E253-D739-6B4F-B188-AC17CCA94646}" dt="2023-10-03T09:20:31.261" v="4450" actId="20577"/>
        <pc:sldMkLst>
          <pc:docMk/>
          <pc:sldMk cId="1614817535" sldId="304"/>
        </pc:sldMkLst>
        <pc:spChg chg="mod">
          <ac:chgData name="Loc Huynh" userId="80c0383e323bd6ea" providerId="LiveId" clId="{6191E253-D739-6B4F-B188-AC17CCA94646}" dt="2023-10-03T09:20:31.261" v="4450" actId="20577"/>
          <ac:spMkLst>
            <pc:docMk/>
            <pc:sldMk cId="1614817535" sldId="304"/>
            <ac:spMk id="3" creationId="{F68C27CE-6A1E-0840-BC2F-D1738F041307}"/>
          </ac:spMkLst>
        </pc:spChg>
      </pc:sldChg>
      <pc:sldChg chg="modSp add del mod">
        <pc:chgData name="Loc Huynh" userId="80c0383e323bd6ea" providerId="LiveId" clId="{6191E253-D739-6B4F-B188-AC17CCA94646}" dt="2023-10-03T05:58:59.930" v="448" actId="2696"/>
        <pc:sldMkLst>
          <pc:docMk/>
          <pc:sldMk cId="2538837064" sldId="385"/>
        </pc:sldMkLst>
        <pc:spChg chg="mod">
          <ac:chgData name="Loc Huynh" userId="80c0383e323bd6ea" providerId="LiveId" clId="{6191E253-D739-6B4F-B188-AC17CCA94646}" dt="2023-10-03T05:54:06.482" v="28" actId="27636"/>
          <ac:spMkLst>
            <pc:docMk/>
            <pc:sldMk cId="2538837064" sldId="385"/>
            <ac:spMk id="2" creationId="{B47FBB48-7296-B043-B166-77771F65499C}"/>
          </ac:spMkLst>
        </pc:spChg>
      </pc:sldChg>
      <pc:sldChg chg="add del">
        <pc:chgData name="Loc Huynh" userId="80c0383e323bd6ea" providerId="LiveId" clId="{6191E253-D739-6B4F-B188-AC17CCA94646}" dt="2023-10-03T05:59:02.004" v="449" actId="2696"/>
        <pc:sldMkLst>
          <pc:docMk/>
          <pc:sldMk cId="2590096522" sldId="386"/>
        </pc:sldMkLst>
      </pc:sldChg>
      <pc:sldChg chg="modSp mod">
        <pc:chgData name="Loc Huynh" userId="80c0383e323bd6ea" providerId="LiveId" clId="{6191E253-D739-6B4F-B188-AC17CCA94646}" dt="2023-10-03T05:59:16.562" v="457" actId="20577"/>
        <pc:sldMkLst>
          <pc:docMk/>
          <pc:sldMk cId="4095758079" sldId="393"/>
        </pc:sldMkLst>
        <pc:spChg chg="mod">
          <ac:chgData name="Loc Huynh" userId="80c0383e323bd6ea" providerId="LiveId" clId="{6191E253-D739-6B4F-B188-AC17CCA94646}" dt="2023-10-03T05:59:16.562" v="457" actId="20577"/>
          <ac:spMkLst>
            <pc:docMk/>
            <pc:sldMk cId="4095758079" sldId="393"/>
            <ac:spMk id="2" creationId="{00000000-0000-0000-0000-000000000000}"/>
          </ac:spMkLst>
        </pc:spChg>
      </pc:sldChg>
      <pc:sldChg chg="del">
        <pc:chgData name="Loc Huynh" userId="80c0383e323bd6ea" providerId="LiveId" clId="{6191E253-D739-6B4F-B188-AC17CCA94646}" dt="2023-10-03T05:54:32.005" v="78" actId="2696"/>
        <pc:sldMkLst>
          <pc:docMk/>
          <pc:sldMk cId="3684564904" sldId="450"/>
        </pc:sldMkLst>
      </pc:sldChg>
      <pc:sldChg chg="add del">
        <pc:chgData name="Loc Huynh" userId="80c0383e323bd6ea" providerId="LiveId" clId="{6191E253-D739-6B4F-B188-AC17CCA94646}" dt="2023-10-03T05:59:10.439" v="451" actId="2696"/>
        <pc:sldMkLst>
          <pc:docMk/>
          <pc:sldMk cId="0" sldId="471"/>
        </pc:sldMkLst>
      </pc:sldChg>
      <pc:sldChg chg="del">
        <pc:chgData name="Loc Huynh" userId="80c0383e323bd6ea" providerId="LiveId" clId="{6191E253-D739-6B4F-B188-AC17CCA94646}" dt="2023-10-03T05:54:30.495" v="50" actId="2696"/>
        <pc:sldMkLst>
          <pc:docMk/>
          <pc:sldMk cId="2897397870" sldId="472"/>
        </pc:sldMkLst>
      </pc:sldChg>
      <pc:sldChg chg="del">
        <pc:chgData name="Loc Huynh" userId="80c0383e323bd6ea" providerId="LiveId" clId="{6191E253-D739-6B4F-B188-AC17CCA94646}" dt="2023-10-03T05:54:30.703" v="56" actId="2696"/>
        <pc:sldMkLst>
          <pc:docMk/>
          <pc:sldMk cId="3466914255" sldId="473"/>
        </pc:sldMkLst>
      </pc:sldChg>
      <pc:sldChg chg="del">
        <pc:chgData name="Loc Huynh" userId="80c0383e323bd6ea" providerId="LiveId" clId="{6191E253-D739-6B4F-B188-AC17CCA94646}" dt="2023-10-03T05:54:31.355" v="68" actId="2696"/>
        <pc:sldMkLst>
          <pc:docMk/>
          <pc:sldMk cId="612608965" sldId="488"/>
        </pc:sldMkLst>
      </pc:sldChg>
      <pc:sldChg chg="del">
        <pc:chgData name="Loc Huynh" userId="80c0383e323bd6ea" providerId="LiveId" clId="{6191E253-D739-6B4F-B188-AC17CCA94646}" dt="2023-10-03T05:54:30.679" v="51" actId="2696"/>
        <pc:sldMkLst>
          <pc:docMk/>
          <pc:sldMk cId="2073377484" sldId="489"/>
        </pc:sldMkLst>
      </pc:sldChg>
      <pc:sldChg chg="del">
        <pc:chgData name="Loc Huynh" userId="80c0383e323bd6ea" providerId="LiveId" clId="{6191E253-D739-6B4F-B188-AC17CCA94646}" dt="2023-10-03T05:54:31.014" v="67" actId="2696"/>
        <pc:sldMkLst>
          <pc:docMk/>
          <pc:sldMk cId="603624601" sldId="490"/>
        </pc:sldMkLst>
      </pc:sldChg>
      <pc:sldChg chg="del">
        <pc:chgData name="Loc Huynh" userId="80c0383e323bd6ea" providerId="LiveId" clId="{6191E253-D739-6B4F-B188-AC17CCA94646}" dt="2023-10-03T05:54:30.709" v="57" actId="2696"/>
        <pc:sldMkLst>
          <pc:docMk/>
          <pc:sldMk cId="3018077777" sldId="491"/>
        </pc:sldMkLst>
      </pc:sldChg>
      <pc:sldChg chg="modSp mod">
        <pc:chgData name="Loc Huynh" userId="80c0383e323bd6ea" providerId="LiveId" clId="{6191E253-D739-6B4F-B188-AC17CCA94646}" dt="2023-10-03T09:20:47.523" v="4473" actId="207"/>
        <pc:sldMkLst>
          <pc:docMk/>
          <pc:sldMk cId="2539440922" sldId="492"/>
        </pc:sldMkLst>
        <pc:spChg chg="mod">
          <ac:chgData name="Loc Huynh" userId="80c0383e323bd6ea" providerId="LiveId" clId="{6191E253-D739-6B4F-B188-AC17CCA94646}" dt="2023-10-03T09:20:47.523" v="4473" actId="207"/>
          <ac:spMkLst>
            <pc:docMk/>
            <pc:sldMk cId="2539440922" sldId="492"/>
            <ac:spMk id="3" creationId="{5AF176FD-7669-EF49-B2D4-CDB406817E64}"/>
          </ac:spMkLst>
        </pc:spChg>
        <pc:spChg chg="mod">
          <ac:chgData name="Loc Huynh" userId="80c0383e323bd6ea" providerId="LiveId" clId="{6191E253-D739-6B4F-B188-AC17CCA94646}" dt="2023-10-03T05:54:38.237" v="83" actId="20577"/>
          <ac:spMkLst>
            <pc:docMk/>
            <pc:sldMk cId="2539440922" sldId="492"/>
            <ac:spMk id="7" creationId="{0C974B13-B1B8-E148-903B-85C71136A561}"/>
          </ac:spMkLst>
        </pc:spChg>
      </pc:sldChg>
      <pc:sldChg chg="del">
        <pc:chgData name="Loc Huynh" userId="80c0383e323bd6ea" providerId="LiveId" clId="{6191E253-D739-6B4F-B188-AC17CCA94646}" dt="2023-10-03T05:54:30.823" v="61" actId="2696"/>
        <pc:sldMkLst>
          <pc:docMk/>
          <pc:sldMk cId="2440061235" sldId="493"/>
        </pc:sldMkLst>
      </pc:sldChg>
      <pc:sldChg chg="del">
        <pc:chgData name="Loc Huynh" userId="80c0383e323bd6ea" providerId="LiveId" clId="{6191E253-D739-6B4F-B188-AC17CCA94646}" dt="2023-10-03T05:54:32.133" v="80" actId="2696"/>
        <pc:sldMkLst>
          <pc:docMk/>
          <pc:sldMk cId="899869156" sldId="494"/>
        </pc:sldMkLst>
      </pc:sldChg>
      <pc:sldChg chg="del">
        <pc:chgData name="Loc Huynh" userId="80c0383e323bd6ea" providerId="LiveId" clId="{6191E253-D739-6B4F-B188-AC17CCA94646}" dt="2023-10-03T05:54:31.894" v="77" actId="2696"/>
        <pc:sldMkLst>
          <pc:docMk/>
          <pc:sldMk cId="1782875541" sldId="495"/>
        </pc:sldMkLst>
      </pc:sldChg>
      <pc:sldChg chg="del">
        <pc:chgData name="Loc Huynh" userId="80c0383e323bd6ea" providerId="LiveId" clId="{6191E253-D739-6B4F-B188-AC17CCA94646}" dt="2023-10-03T05:54:30.692" v="54" actId="2696"/>
        <pc:sldMkLst>
          <pc:docMk/>
          <pc:sldMk cId="1176549881" sldId="496"/>
        </pc:sldMkLst>
      </pc:sldChg>
      <pc:sldChg chg="del">
        <pc:chgData name="Loc Huynh" userId="80c0383e323bd6ea" providerId="LiveId" clId="{6191E253-D739-6B4F-B188-AC17CCA94646}" dt="2023-10-03T05:54:32.010" v="79" actId="2696"/>
        <pc:sldMkLst>
          <pc:docMk/>
          <pc:sldMk cId="878530208" sldId="498"/>
        </pc:sldMkLst>
      </pc:sldChg>
      <pc:sldChg chg="del">
        <pc:chgData name="Loc Huynh" userId="80c0383e323bd6ea" providerId="LiveId" clId="{6191E253-D739-6B4F-B188-AC17CCA94646}" dt="2023-10-03T05:54:31.882" v="73" actId="2696"/>
        <pc:sldMkLst>
          <pc:docMk/>
          <pc:sldMk cId="655906729" sldId="499"/>
        </pc:sldMkLst>
      </pc:sldChg>
      <pc:sldChg chg="del">
        <pc:chgData name="Loc Huynh" userId="80c0383e323bd6ea" providerId="LiveId" clId="{6191E253-D739-6B4F-B188-AC17CCA94646}" dt="2023-10-03T05:54:31.886" v="74" actId="2696"/>
        <pc:sldMkLst>
          <pc:docMk/>
          <pc:sldMk cId="4156012545" sldId="500"/>
        </pc:sldMkLst>
      </pc:sldChg>
      <pc:sldChg chg="del">
        <pc:chgData name="Loc Huynh" userId="80c0383e323bd6ea" providerId="LiveId" clId="{6191E253-D739-6B4F-B188-AC17CCA94646}" dt="2023-10-03T05:54:30.833" v="63" actId="2696"/>
        <pc:sldMkLst>
          <pc:docMk/>
          <pc:sldMk cId="4165040611" sldId="506"/>
        </pc:sldMkLst>
      </pc:sldChg>
      <pc:sldChg chg="addSp delSp modSp add mod chgLayout">
        <pc:chgData name="Loc Huynh" userId="80c0383e323bd6ea" providerId="LiveId" clId="{6191E253-D739-6B4F-B188-AC17CCA94646}" dt="2023-10-03T07:02:08.780" v="1165" actId="1076"/>
        <pc:sldMkLst>
          <pc:docMk/>
          <pc:sldMk cId="2617154263" sldId="511"/>
        </pc:sldMkLst>
        <pc:spChg chg="mod ord">
          <ac:chgData name="Loc Huynh" userId="80c0383e323bd6ea" providerId="LiveId" clId="{6191E253-D739-6B4F-B188-AC17CCA94646}" dt="2023-10-03T07:01:37.584" v="1136" actId="700"/>
          <ac:spMkLst>
            <pc:docMk/>
            <pc:sldMk cId="2617154263" sldId="511"/>
            <ac:spMk id="2" creationId="{AB4197F3-7A13-3347-AE92-8D502625A344}"/>
          </ac:spMkLst>
        </pc:spChg>
        <pc:spChg chg="mod ord">
          <ac:chgData name="Loc Huynh" userId="80c0383e323bd6ea" providerId="LiveId" clId="{6191E253-D739-6B4F-B188-AC17CCA94646}" dt="2023-10-03T07:01:37.584" v="1136" actId="700"/>
          <ac:spMkLst>
            <pc:docMk/>
            <pc:sldMk cId="2617154263" sldId="511"/>
            <ac:spMk id="4" creationId="{8940B50C-4F26-A849-B35C-D5CA8A07E169}"/>
          </ac:spMkLst>
        </pc:spChg>
        <pc:spChg chg="add mod">
          <ac:chgData name="Loc Huynh" userId="80c0383e323bd6ea" providerId="LiveId" clId="{6191E253-D739-6B4F-B188-AC17CCA94646}" dt="2023-10-03T07:01:56.229" v="1162" actId="20577"/>
          <ac:spMkLst>
            <pc:docMk/>
            <pc:sldMk cId="2617154263" sldId="511"/>
            <ac:spMk id="5" creationId="{B0FD307D-5F0E-770C-2B94-EC5615B82FB9}"/>
          </ac:spMkLst>
        </pc:spChg>
        <pc:spChg chg="mod ord">
          <ac:chgData name="Loc Huynh" userId="80c0383e323bd6ea" providerId="LiveId" clId="{6191E253-D739-6B4F-B188-AC17CCA94646}" dt="2023-10-03T07:01:37.584" v="1136" actId="700"/>
          <ac:spMkLst>
            <pc:docMk/>
            <pc:sldMk cId="2617154263" sldId="511"/>
            <ac:spMk id="9" creationId="{FC4C16B3-B625-3949-B2F8-E60374D6D11D}"/>
          </ac:spMkLst>
        </pc:spChg>
        <pc:graphicFrameChg chg="add mod">
          <ac:chgData name="Loc Huynh" userId="80c0383e323bd6ea" providerId="LiveId" clId="{6191E253-D739-6B4F-B188-AC17CCA94646}" dt="2023-10-03T07:02:08.780" v="1165" actId="1076"/>
          <ac:graphicFrameMkLst>
            <pc:docMk/>
            <pc:sldMk cId="2617154263" sldId="511"/>
            <ac:graphicFrameMk id="6" creationId="{15817379-4040-27F7-AE3E-312AA94FF67C}"/>
          </ac:graphicFrameMkLst>
        </pc:graphicFrameChg>
        <pc:graphicFrameChg chg="del mod ord">
          <ac:chgData name="Loc Huynh" userId="80c0383e323bd6ea" providerId="LiveId" clId="{6191E253-D739-6B4F-B188-AC17CCA94646}" dt="2023-10-03T07:01:48.139" v="1137" actId="21"/>
          <ac:graphicFrameMkLst>
            <pc:docMk/>
            <pc:sldMk cId="2617154263" sldId="511"/>
            <ac:graphicFrameMk id="8" creationId="{EFC7750E-DB60-F04B-9FEE-E7D21D31AE0A}"/>
          </ac:graphicFrameMkLst>
        </pc:graphicFrameChg>
      </pc:sldChg>
      <pc:sldChg chg="modSp add del mod">
        <pc:chgData name="Loc Huynh" userId="80c0383e323bd6ea" providerId="LiveId" clId="{6191E253-D739-6B4F-B188-AC17CCA94646}" dt="2023-10-03T07:13:24.217" v="1483" actId="2696"/>
        <pc:sldMkLst>
          <pc:docMk/>
          <pc:sldMk cId="2836711636" sldId="512"/>
        </pc:sldMkLst>
        <pc:spChg chg="mod">
          <ac:chgData name="Loc Huynh" userId="80c0383e323bd6ea" providerId="LiveId" clId="{6191E253-D739-6B4F-B188-AC17CCA94646}" dt="2023-10-03T05:54:11.890" v="34" actId="27636"/>
          <ac:spMkLst>
            <pc:docMk/>
            <pc:sldMk cId="2836711636" sldId="512"/>
            <ac:spMk id="2" creationId="{9077CC4D-F5BD-D34C-8F83-3D9C63A6941F}"/>
          </ac:spMkLst>
        </pc:spChg>
      </pc:sldChg>
      <pc:sldChg chg="modSp add mod chgLayout">
        <pc:chgData name="Loc Huynh" userId="80c0383e323bd6ea" providerId="LiveId" clId="{6191E253-D739-6B4F-B188-AC17CCA94646}" dt="2023-10-03T13:19:24.960" v="7521" actId="114"/>
        <pc:sldMkLst>
          <pc:docMk/>
          <pc:sldMk cId="2377125062" sldId="513"/>
        </pc:sldMkLst>
        <pc:spChg chg="mod ord">
          <ac:chgData name="Loc Huynh" userId="80c0383e323bd6ea" providerId="LiveId" clId="{6191E253-D739-6B4F-B188-AC17CCA94646}" dt="2023-10-03T09:21:04.593" v="4505" actId="20577"/>
          <ac:spMkLst>
            <pc:docMk/>
            <pc:sldMk cId="2377125062" sldId="513"/>
            <ac:spMk id="2" creationId="{9077CC4D-F5BD-D34C-8F83-3D9C63A6941F}"/>
          </ac:spMkLst>
        </pc:spChg>
        <pc:spChg chg="mod ord">
          <ac:chgData name="Loc Huynh" userId="80c0383e323bd6ea" providerId="LiveId" clId="{6191E253-D739-6B4F-B188-AC17CCA94646}" dt="2023-10-03T13:19:24.960" v="7521" actId="114"/>
          <ac:spMkLst>
            <pc:docMk/>
            <pc:sldMk cId="2377125062" sldId="513"/>
            <ac:spMk id="3" creationId="{26BE6A67-FCA1-284D-985A-35883DFE6502}"/>
          </ac:spMkLst>
        </pc:spChg>
        <pc:spChg chg="mod ord">
          <ac:chgData name="Loc Huynh" userId="80c0383e323bd6ea" providerId="LiveId" clId="{6191E253-D739-6B4F-B188-AC17CCA94646}" dt="2023-10-03T07:04:46.456" v="1279" actId="700"/>
          <ac:spMkLst>
            <pc:docMk/>
            <pc:sldMk cId="2377125062" sldId="513"/>
            <ac:spMk id="4" creationId="{09113DD4-CC4D-514E-8A24-3895D5D85ED5}"/>
          </ac:spMkLst>
        </pc:spChg>
        <pc:spChg chg="mod ord">
          <ac:chgData name="Loc Huynh" userId="80c0383e323bd6ea" providerId="LiveId" clId="{6191E253-D739-6B4F-B188-AC17CCA94646}" dt="2023-10-03T07:04:46.456" v="1279" actId="700"/>
          <ac:spMkLst>
            <pc:docMk/>
            <pc:sldMk cId="2377125062" sldId="513"/>
            <ac:spMk id="5" creationId="{5524D0C4-EAE8-0D46-B045-500C48738E3A}"/>
          </ac:spMkLst>
        </pc:spChg>
        <pc:spChg chg="mod">
          <ac:chgData name="Loc Huynh" userId="80c0383e323bd6ea" providerId="LiveId" clId="{6191E253-D739-6B4F-B188-AC17CCA94646}" dt="2023-10-03T07:17:38.533" v="1535" actId="1076"/>
          <ac:spMkLst>
            <pc:docMk/>
            <pc:sldMk cId="2377125062" sldId="513"/>
            <ac:spMk id="7" creationId="{0CC7C25E-3C51-6744-A8C8-E0F115EFC715}"/>
          </ac:spMkLst>
        </pc:spChg>
        <pc:spChg chg="mod">
          <ac:chgData name="Loc Huynh" userId="80c0383e323bd6ea" providerId="LiveId" clId="{6191E253-D739-6B4F-B188-AC17CCA94646}" dt="2023-10-03T07:48:46.085" v="2539" actId="20577"/>
          <ac:spMkLst>
            <pc:docMk/>
            <pc:sldMk cId="2377125062" sldId="513"/>
            <ac:spMk id="14" creationId="{32B938ED-FEB0-B346-B946-C57073A836A8}"/>
          </ac:spMkLst>
        </pc:spChg>
      </pc:sldChg>
      <pc:sldChg chg="modSp add del mod">
        <pc:chgData name="Loc Huynh" userId="80c0383e323bd6ea" providerId="LiveId" clId="{6191E253-D739-6B4F-B188-AC17CCA94646}" dt="2023-10-03T07:31:44.901" v="1991" actId="2696"/>
        <pc:sldMkLst>
          <pc:docMk/>
          <pc:sldMk cId="3169266154" sldId="514"/>
        </pc:sldMkLst>
        <pc:spChg chg="mod">
          <ac:chgData name="Loc Huynh" userId="80c0383e323bd6ea" providerId="LiveId" clId="{6191E253-D739-6B4F-B188-AC17CCA94646}" dt="2023-10-03T07:04:01.554" v="1266"/>
          <ac:spMkLst>
            <pc:docMk/>
            <pc:sldMk cId="3169266154" sldId="514"/>
            <ac:spMk id="2" creationId="{9077CC4D-F5BD-D34C-8F83-3D9C63A6941F}"/>
          </ac:spMkLst>
        </pc:spChg>
        <pc:spChg chg="mod">
          <ac:chgData name="Loc Huynh" userId="80c0383e323bd6ea" providerId="LiveId" clId="{6191E253-D739-6B4F-B188-AC17CCA94646}" dt="2023-10-03T07:26:01.511" v="1780" actId="21"/>
          <ac:spMkLst>
            <pc:docMk/>
            <pc:sldMk cId="3169266154" sldId="514"/>
            <ac:spMk id="3" creationId="{26BE6A67-FCA1-284D-985A-35883DFE6502}"/>
          </ac:spMkLst>
        </pc:spChg>
      </pc:sldChg>
      <pc:sldChg chg="modSp add del mod">
        <pc:chgData name="Loc Huynh" userId="80c0383e323bd6ea" providerId="LiveId" clId="{6191E253-D739-6B4F-B188-AC17CCA94646}" dt="2023-10-03T07:38:38.488" v="2252" actId="2696"/>
        <pc:sldMkLst>
          <pc:docMk/>
          <pc:sldMk cId="122171203" sldId="515"/>
        </pc:sldMkLst>
        <pc:spChg chg="mod">
          <ac:chgData name="Loc Huynh" userId="80c0383e323bd6ea" providerId="LiveId" clId="{6191E253-D739-6B4F-B188-AC17CCA94646}" dt="2023-10-03T07:04:10.814" v="1270"/>
          <ac:spMkLst>
            <pc:docMk/>
            <pc:sldMk cId="122171203" sldId="515"/>
            <ac:spMk id="2" creationId="{9077CC4D-F5BD-D34C-8F83-3D9C63A6941F}"/>
          </ac:spMkLst>
        </pc:spChg>
      </pc:sldChg>
      <pc:sldChg chg="addSp delSp modSp add del mod ord">
        <pc:chgData name="Loc Huynh" userId="80c0383e323bd6ea" providerId="LiveId" clId="{6191E253-D739-6B4F-B188-AC17CCA94646}" dt="2023-10-03T07:37:57.645" v="2211" actId="2696"/>
        <pc:sldMkLst>
          <pc:docMk/>
          <pc:sldMk cId="1894947080" sldId="516"/>
        </pc:sldMkLst>
        <pc:spChg chg="mod">
          <ac:chgData name="Loc Huynh" userId="80c0383e323bd6ea" providerId="LiveId" clId="{6191E253-D739-6B4F-B188-AC17CCA94646}" dt="2023-10-03T07:04:07.903" v="1269"/>
          <ac:spMkLst>
            <pc:docMk/>
            <pc:sldMk cId="1894947080" sldId="516"/>
            <ac:spMk id="2" creationId="{9077CC4D-F5BD-D34C-8F83-3D9C63A6941F}"/>
          </ac:spMkLst>
        </pc:spChg>
        <pc:spChg chg="mod">
          <ac:chgData name="Loc Huynh" userId="80c0383e323bd6ea" providerId="LiveId" clId="{6191E253-D739-6B4F-B188-AC17CCA94646}" dt="2023-10-03T05:54:13.290" v="38" actId="27636"/>
          <ac:spMkLst>
            <pc:docMk/>
            <pc:sldMk cId="1894947080" sldId="516"/>
            <ac:spMk id="3" creationId="{26BE6A67-FCA1-284D-985A-35883DFE6502}"/>
          </ac:spMkLst>
        </pc:spChg>
        <pc:spChg chg="add del">
          <ac:chgData name="Loc Huynh" userId="80c0383e323bd6ea" providerId="LiveId" clId="{6191E253-D739-6B4F-B188-AC17CCA94646}" dt="2023-10-03T07:04:05.688" v="1268" actId="22"/>
          <ac:spMkLst>
            <pc:docMk/>
            <pc:sldMk cId="1894947080" sldId="516"/>
            <ac:spMk id="6" creationId="{9C27EA47-6902-F239-9DA5-9D5B1DD20651}"/>
          </ac:spMkLst>
        </pc:spChg>
      </pc:sldChg>
      <pc:sldChg chg="modSp add del mod">
        <pc:chgData name="Loc Huynh" userId="80c0383e323bd6ea" providerId="LiveId" clId="{6191E253-D739-6B4F-B188-AC17CCA94646}" dt="2023-10-03T07:45:37.856" v="2514" actId="2696"/>
        <pc:sldMkLst>
          <pc:docMk/>
          <pc:sldMk cId="3979747319" sldId="518"/>
        </pc:sldMkLst>
        <pc:spChg chg="mod">
          <ac:chgData name="Loc Huynh" userId="80c0383e323bd6ea" providerId="LiveId" clId="{6191E253-D739-6B4F-B188-AC17CCA94646}" dt="2023-10-03T07:04:13.940" v="1271"/>
          <ac:spMkLst>
            <pc:docMk/>
            <pc:sldMk cId="3979747319" sldId="518"/>
            <ac:spMk id="2" creationId="{9077CC4D-F5BD-D34C-8F83-3D9C63A6941F}"/>
          </ac:spMkLst>
        </pc:spChg>
      </pc:sldChg>
      <pc:sldChg chg="modSp add del mod">
        <pc:chgData name="Loc Huynh" userId="80c0383e323bd6ea" providerId="LiveId" clId="{6191E253-D739-6B4F-B188-AC17CCA94646}" dt="2023-10-03T07:50:03.107" v="2637" actId="2696"/>
        <pc:sldMkLst>
          <pc:docMk/>
          <pc:sldMk cId="3676824940" sldId="519"/>
        </pc:sldMkLst>
        <pc:spChg chg="mod">
          <ac:chgData name="Loc Huynh" userId="80c0383e323bd6ea" providerId="LiveId" clId="{6191E253-D739-6B4F-B188-AC17CCA94646}" dt="2023-10-03T07:04:16.897" v="1272"/>
          <ac:spMkLst>
            <pc:docMk/>
            <pc:sldMk cId="3676824940" sldId="519"/>
            <ac:spMk id="2" creationId="{9077CC4D-F5BD-D34C-8F83-3D9C63A6941F}"/>
          </ac:spMkLst>
        </pc:spChg>
      </pc:sldChg>
      <pc:sldChg chg="modSp add mod chgLayout">
        <pc:chgData name="Loc Huynh" userId="80c0383e323bd6ea" providerId="LiveId" clId="{6191E253-D739-6B4F-B188-AC17CCA94646}" dt="2023-10-03T09:21:22.305" v="4510"/>
        <pc:sldMkLst>
          <pc:docMk/>
          <pc:sldMk cId="3891302056" sldId="520"/>
        </pc:sldMkLst>
        <pc:spChg chg="mod ord">
          <ac:chgData name="Loc Huynh" userId="80c0383e323bd6ea" providerId="LiveId" clId="{6191E253-D739-6B4F-B188-AC17CCA94646}" dt="2023-10-03T09:21:22.305" v="4510"/>
          <ac:spMkLst>
            <pc:docMk/>
            <pc:sldMk cId="3891302056" sldId="520"/>
            <ac:spMk id="2" creationId="{9077CC4D-F5BD-D34C-8F83-3D9C63A6941F}"/>
          </ac:spMkLst>
        </pc:spChg>
        <pc:spChg chg="mod ord">
          <ac:chgData name="Loc Huynh" userId="80c0383e323bd6ea" providerId="LiveId" clId="{6191E253-D739-6B4F-B188-AC17CCA94646}" dt="2023-10-03T08:12:19.431" v="3396"/>
          <ac:spMkLst>
            <pc:docMk/>
            <pc:sldMk cId="3891302056" sldId="520"/>
            <ac:spMk id="3" creationId="{26BE6A67-FCA1-284D-985A-35883DFE6502}"/>
          </ac:spMkLst>
        </pc:spChg>
        <pc:spChg chg="mod ord">
          <ac:chgData name="Loc Huynh" userId="80c0383e323bd6ea" providerId="LiveId" clId="{6191E253-D739-6B4F-B188-AC17CCA94646}" dt="2023-10-03T07:52:31.943" v="2820" actId="700"/>
          <ac:spMkLst>
            <pc:docMk/>
            <pc:sldMk cId="3891302056" sldId="520"/>
            <ac:spMk id="4" creationId="{09113DD4-CC4D-514E-8A24-3895D5D85ED5}"/>
          </ac:spMkLst>
        </pc:spChg>
        <pc:spChg chg="mod ord">
          <ac:chgData name="Loc Huynh" userId="80c0383e323bd6ea" providerId="LiveId" clId="{6191E253-D739-6B4F-B188-AC17CCA94646}" dt="2023-10-03T07:52:31.943" v="2820" actId="700"/>
          <ac:spMkLst>
            <pc:docMk/>
            <pc:sldMk cId="3891302056" sldId="520"/>
            <ac:spMk id="5" creationId="{3556DF30-27B0-F142-AF96-C1406E6154E3}"/>
          </ac:spMkLst>
        </pc:spChg>
        <pc:spChg chg="mod">
          <ac:chgData name="Loc Huynh" userId="80c0383e323bd6ea" providerId="LiveId" clId="{6191E253-D739-6B4F-B188-AC17CCA94646}" dt="2023-10-03T07:53:35.764" v="2843" actId="108"/>
          <ac:spMkLst>
            <pc:docMk/>
            <pc:sldMk cId="3891302056" sldId="520"/>
            <ac:spMk id="8" creationId="{23622D8D-4530-2845-8E3A-75D289EF0D6F}"/>
          </ac:spMkLst>
        </pc:spChg>
      </pc:sldChg>
      <pc:sldChg chg="modSp add del mod">
        <pc:chgData name="Loc Huynh" userId="80c0383e323bd6ea" providerId="LiveId" clId="{6191E253-D739-6B4F-B188-AC17CCA94646}" dt="2023-10-03T08:19:35.669" v="3681" actId="2696"/>
        <pc:sldMkLst>
          <pc:docMk/>
          <pc:sldMk cId="2344519143" sldId="521"/>
        </pc:sldMkLst>
        <pc:spChg chg="mod">
          <ac:chgData name="Loc Huynh" userId="80c0383e323bd6ea" providerId="LiveId" clId="{6191E253-D739-6B4F-B188-AC17CCA94646}" dt="2023-10-03T07:04:27.092" v="1275"/>
          <ac:spMkLst>
            <pc:docMk/>
            <pc:sldMk cId="2344519143" sldId="521"/>
            <ac:spMk id="2" creationId="{9077CC4D-F5BD-D34C-8F83-3D9C63A6941F}"/>
          </ac:spMkLst>
        </pc:spChg>
        <pc:spChg chg="mod">
          <ac:chgData name="Loc Huynh" userId="80c0383e323bd6ea" providerId="LiveId" clId="{6191E253-D739-6B4F-B188-AC17CCA94646}" dt="2023-10-03T05:54:14.019" v="46" actId="27636"/>
          <ac:spMkLst>
            <pc:docMk/>
            <pc:sldMk cId="2344519143" sldId="521"/>
            <ac:spMk id="3" creationId="{26BE6A67-FCA1-284D-985A-35883DFE6502}"/>
          </ac:spMkLst>
        </pc:spChg>
      </pc:sldChg>
      <pc:sldChg chg="modSp add del mod">
        <pc:chgData name="Loc Huynh" userId="80c0383e323bd6ea" providerId="LiveId" clId="{6191E253-D739-6B4F-B188-AC17CCA94646}" dt="2023-10-03T08:09:37.743" v="3306" actId="2696"/>
        <pc:sldMkLst>
          <pc:docMk/>
          <pc:sldMk cId="776071746" sldId="522"/>
        </pc:sldMkLst>
        <pc:spChg chg="mod">
          <ac:chgData name="Loc Huynh" userId="80c0383e323bd6ea" providerId="LiveId" clId="{6191E253-D739-6B4F-B188-AC17CCA94646}" dt="2023-10-03T07:04:23.393" v="1274"/>
          <ac:spMkLst>
            <pc:docMk/>
            <pc:sldMk cId="776071746" sldId="522"/>
            <ac:spMk id="2" creationId="{9077CC4D-F5BD-D34C-8F83-3D9C63A6941F}"/>
          </ac:spMkLst>
        </pc:spChg>
      </pc:sldChg>
      <pc:sldChg chg="modSp add mod">
        <pc:chgData name="Loc Huynh" userId="80c0383e323bd6ea" providerId="LiveId" clId="{6191E253-D739-6B4F-B188-AC17CCA94646}" dt="2023-10-03T09:18:31.400" v="4338" actId="20577"/>
        <pc:sldMkLst>
          <pc:docMk/>
          <pc:sldMk cId="999604520" sldId="523"/>
        </pc:sldMkLst>
        <pc:spChg chg="mod">
          <ac:chgData name="Loc Huynh" userId="80c0383e323bd6ea" providerId="LiveId" clId="{6191E253-D739-6B4F-B188-AC17CCA94646}" dt="2023-10-03T05:54:14.195" v="49" actId="27636"/>
          <ac:spMkLst>
            <pc:docMk/>
            <pc:sldMk cId="999604520" sldId="523"/>
            <ac:spMk id="2" creationId="{F518F5B6-2B35-0049-BA49-44A29008CBD6}"/>
          </ac:spMkLst>
        </pc:spChg>
        <pc:spChg chg="mod">
          <ac:chgData name="Loc Huynh" userId="80c0383e323bd6ea" providerId="LiveId" clId="{6191E253-D739-6B4F-B188-AC17CCA94646}" dt="2023-10-03T09:18:31.400" v="4338" actId="20577"/>
          <ac:spMkLst>
            <pc:docMk/>
            <pc:sldMk cId="999604520" sldId="523"/>
            <ac:spMk id="3" creationId="{B269EA81-1FD2-FC41-A8A5-F8D065B00FC5}"/>
          </ac:spMkLst>
        </pc:spChg>
        <pc:spChg chg="mod">
          <ac:chgData name="Loc Huynh" userId="80c0383e323bd6ea" providerId="LiveId" clId="{6191E253-D739-6B4F-B188-AC17CCA94646}" dt="2023-10-03T08:58:49.429" v="4320" actId="20577"/>
          <ac:spMkLst>
            <pc:docMk/>
            <pc:sldMk cId="999604520" sldId="523"/>
            <ac:spMk id="5" creationId="{EAB632FD-002B-2B46-9556-52B5A4A1246C}"/>
          </ac:spMkLst>
        </pc:spChg>
        <pc:spChg chg="mod">
          <ac:chgData name="Loc Huynh" userId="80c0383e323bd6ea" providerId="LiveId" clId="{6191E253-D739-6B4F-B188-AC17CCA94646}" dt="2023-10-03T08:58:57.895" v="4322" actId="1076"/>
          <ac:spMkLst>
            <pc:docMk/>
            <pc:sldMk cId="999604520" sldId="523"/>
            <ac:spMk id="6" creationId="{29AED0DD-AE1E-8348-B75F-7809A5860573}"/>
          </ac:spMkLst>
        </pc:spChg>
        <pc:spChg chg="mod">
          <ac:chgData name="Loc Huynh" userId="80c0383e323bd6ea" providerId="LiveId" clId="{6191E253-D739-6B4F-B188-AC17CCA94646}" dt="2023-10-03T08:59:31.601" v="4332" actId="14100"/>
          <ac:spMkLst>
            <pc:docMk/>
            <pc:sldMk cId="999604520" sldId="523"/>
            <ac:spMk id="7" creationId="{C739CAF1-6F78-5E4A-96EC-3E25EEFF1E36}"/>
          </ac:spMkLst>
        </pc:spChg>
        <pc:spChg chg="mod">
          <ac:chgData name="Loc Huynh" userId="80c0383e323bd6ea" providerId="LiveId" clId="{6191E253-D739-6B4F-B188-AC17CCA94646}" dt="2023-10-03T08:59:12.133" v="4326" actId="1076"/>
          <ac:spMkLst>
            <pc:docMk/>
            <pc:sldMk cId="999604520" sldId="523"/>
            <ac:spMk id="8" creationId="{0BDAB569-9618-DB4D-B9D5-0BB3D517FB23}"/>
          </ac:spMkLst>
        </pc:spChg>
      </pc:sldChg>
      <pc:sldChg chg="delSp modSp add mod">
        <pc:chgData name="Loc Huynh" userId="80c0383e323bd6ea" providerId="LiveId" clId="{6191E253-D739-6B4F-B188-AC17CCA94646}" dt="2023-10-03T12:49:23.366" v="6916" actId="20577"/>
        <pc:sldMkLst>
          <pc:docMk/>
          <pc:sldMk cId="1372734431" sldId="524"/>
        </pc:sldMkLst>
        <pc:spChg chg="mod">
          <ac:chgData name="Loc Huynh" userId="80c0383e323bd6ea" providerId="LiveId" clId="{6191E253-D739-6B4F-B188-AC17CCA94646}" dt="2023-10-03T12:49:01.714" v="6900"/>
          <ac:spMkLst>
            <pc:docMk/>
            <pc:sldMk cId="1372734431" sldId="524"/>
            <ac:spMk id="2" creationId="{A3E32633-B1C5-E941-AAD5-1FFEA1DCF3A9}"/>
          </ac:spMkLst>
        </pc:spChg>
        <pc:spChg chg="mod">
          <ac:chgData name="Loc Huynh" userId="80c0383e323bd6ea" providerId="LiveId" clId="{6191E253-D739-6B4F-B188-AC17CCA94646}" dt="2023-10-03T12:49:23.366" v="6916" actId="20577"/>
          <ac:spMkLst>
            <pc:docMk/>
            <pc:sldMk cId="1372734431" sldId="524"/>
            <ac:spMk id="3" creationId="{47622408-7C9D-B344-8FC2-B1B3303EBD0D}"/>
          </ac:spMkLst>
        </pc:spChg>
        <pc:spChg chg="mod">
          <ac:chgData name="Loc Huynh" userId="80c0383e323bd6ea" providerId="LiveId" clId="{6191E253-D739-6B4F-B188-AC17CCA94646}" dt="2023-10-03T11:20:52.861" v="6171" actId="1076"/>
          <ac:spMkLst>
            <pc:docMk/>
            <pc:sldMk cId="1372734431" sldId="524"/>
            <ac:spMk id="8" creationId="{5B14CD43-A189-1C4C-A1D0-C29F5F1E5948}"/>
          </ac:spMkLst>
        </pc:spChg>
        <pc:spChg chg="del mod">
          <ac:chgData name="Loc Huynh" userId="80c0383e323bd6ea" providerId="LiveId" clId="{6191E253-D739-6B4F-B188-AC17CCA94646}" dt="2023-10-03T11:23:51.764" v="6270" actId="478"/>
          <ac:spMkLst>
            <pc:docMk/>
            <pc:sldMk cId="1372734431" sldId="524"/>
            <ac:spMk id="9" creationId="{12A9192E-38FE-7D41-A62C-257B6B5C046F}"/>
          </ac:spMkLst>
        </pc:spChg>
        <pc:spChg chg="mod">
          <ac:chgData name="Loc Huynh" userId="80c0383e323bd6ea" providerId="LiveId" clId="{6191E253-D739-6B4F-B188-AC17CCA94646}" dt="2023-10-03T11:20:52.861" v="6171" actId="1076"/>
          <ac:spMkLst>
            <pc:docMk/>
            <pc:sldMk cId="1372734431" sldId="524"/>
            <ac:spMk id="15" creationId="{EBB63344-489E-3D49-9FED-AA81E83970F7}"/>
          </ac:spMkLst>
        </pc:spChg>
        <pc:spChg chg="mod">
          <ac:chgData name="Loc Huynh" userId="80c0383e323bd6ea" providerId="LiveId" clId="{6191E253-D739-6B4F-B188-AC17CCA94646}" dt="2023-10-03T11:21:00.090" v="6172" actId="13822"/>
          <ac:spMkLst>
            <pc:docMk/>
            <pc:sldMk cId="1372734431" sldId="524"/>
            <ac:spMk id="16" creationId="{1B01AB01-A59C-6140-89CC-E70C2BB83828}"/>
          </ac:spMkLst>
        </pc:spChg>
        <pc:spChg chg="del mod">
          <ac:chgData name="Loc Huynh" userId="80c0383e323bd6ea" providerId="LiveId" clId="{6191E253-D739-6B4F-B188-AC17CCA94646}" dt="2023-10-03T11:23:52.592" v="6271" actId="478"/>
          <ac:spMkLst>
            <pc:docMk/>
            <pc:sldMk cId="1372734431" sldId="524"/>
            <ac:spMk id="17" creationId="{3671DA08-D1F2-DE48-8B85-A78F3178F02E}"/>
          </ac:spMkLst>
        </pc:spChg>
        <pc:grpChg chg="mod">
          <ac:chgData name="Loc Huynh" userId="80c0383e323bd6ea" providerId="LiveId" clId="{6191E253-D739-6B4F-B188-AC17CCA94646}" dt="2023-10-03T11:20:52.861" v="6171" actId="1076"/>
          <ac:grpSpMkLst>
            <pc:docMk/>
            <pc:sldMk cId="1372734431" sldId="524"/>
            <ac:grpSpMk id="10" creationId="{F47856DF-5A72-1A4D-8305-48BA68098BE9}"/>
          </ac:grpSpMkLst>
        </pc:grpChg>
        <pc:grpChg chg="mod">
          <ac:chgData name="Loc Huynh" userId="80c0383e323bd6ea" providerId="LiveId" clId="{6191E253-D739-6B4F-B188-AC17CCA94646}" dt="2023-10-03T11:20:52.861" v="6171" actId="1076"/>
          <ac:grpSpMkLst>
            <pc:docMk/>
            <pc:sldMk cId="1372734431" sldId="524"/>
            <ac:grpSpMk id="18" creationId="{FF7FE418-35C8-E24D-BD45-83FA76D4115F}"/>
          </ac:grpSpMkLst>
        </pc:grpChg>
        <pc:cxnChg chg="mod">
          <ac:chgData name="Loc Huynh" userId="80c0383e323bd6ea" providerId="LiveId" clId="{6191E253-D739-6B4F-B188-AC17CCA94646}" dt="2023-10-03T11:20:52.861" v="6171" actId="1076"/>
          <ac:cxnSpMkLst>
            <pc:docMk/>
            <pc:sldMk cId="1372734431" sldId="524"/>
            <ac:cxnSpMk id="24" creationId="{C9381EA5-97CB-9A43-B493-58578244F52D}"/>
          </ac:cxnSpMkLst>
        </pc:cxnChg>
      </pc:sldChg>
      <pc:sldChg chg="addSp delSp modSp add mod delAnim modAnim">
        <pc:chgData name="Loc Huynh" userId="80c0383e323bd6ea" providerId="LiveId" clId="{6191E253-D739-6B4F-B188-AC17CCA94646}" dt="2023-10-03T13:21:15.805" v="7535" actId="20577"/>
        <pc:sldMkLst>
          <pc:docMk/>
          <pc:sldMk cId="980320550" sldId="525"/>
        </pc:sldMkLst>
        <pc:spChg chg="mod">
          <ac:chgData name="Loc Huynh" userId="80c0383e323bd6ea" providerId="LiveId" clId="{6191E253-D739-6B4F-B188-AC17CCA94646}" dt="2023-10-03T05:54:04.887" v="2" actId="27636"/>
          <ac:spMkLst>
            <pc:docMk/>
            <pc:sldMk cId="980320550" sldId="525"/>
            <ac:spMk id="2" creationId="{F518F5B6-2B35-0049-BA49-44A29008CBD6}"/>
          </ac:spMkLst>
        </pc:spChg>
        <pc:spChg chg="mod">
          <ac:chgData name="Loc Huynh" userId="80c0383e323bd6ea" providerId="LiveId" clId="{6191E253-D739-6B4F-B188-AC17CCA94646}" dt="2023-10-03T13:21:15.805" v="7535" actId="20577"/>
          <ac:spMkLst>
            <pc:docMk/>
            <pc:sldMk cId="980320550" sldId="525"/>
            <ac:spMk id="5" creationId="{EAB632FD-002B-2B46-9556-52B5A4A1246C}"/>
          </ac:spMkLst>
        </pc:spChg>
        <pc:spChg chg="mod">
          <ac:chgData name="Loc Huynh" userId="80c0383e323bd6ea" providerId="LiveId" clId="{6191E253-D739-6B4F-B188-AC17CCA94646}" dt="2023-10-03T09:47:58.819" v="4789" actId="1076"/>
          <ac:spMkLst>
            <pc:docMk/>
            <pc:sldMk cId="980320550" sldId="525"/>
            <ac:spMk id="6" creationId="{29AED0DD-AE1E-8348-B75F-7809A5860573}"/>
          </ac:spMkLst>
        </pc:spChg>
        <pc:spChg chg="del mod">
          <ac:chgData name="Loc Huynh" userId="80c0383e323bd6ea" providerId="LiveId" clId="{6191E253-D739-6B4F-B188-AC17CCA94646}" dt="2023-10-03T09:47:45.782" v="4785" actId="478"/>
          <ac:spMkLst>
            <pc:docMk/>
            <pc:sldMk cId="980320550" sldId="525"/>
            <ac:spMk id="7" creationId="{C739CAF1-6F78-5E4A-96EC-3E25EEFF1E36}"/>
          </ac:spMkLst>
        </pc:spChg>
        <pc:spChg chg="del">
          <ac:chgData name="Loc Huynh" userId="80c0383e323bd6ea" providerId="LiveId" clId="{6191E253-D739-6B4F-B188-AC17CCA94646}" dt="2023-10-03T09:48:01.511" v="4790" actId="478"/>
          <ac:spMkLst>
            <pc:docMk/>
            <pc:sldMk cId="980320550" sldId="525"/>
            <ac:spMk id="8" creationId="{0BDAB569-9618-DB4D-B9D5-0BB3D517FB23}"/>
          </ac:spMkLst>
        </pc:spChg>
        <pc:spChg chg="add mod">
          <ac:chgData name="Loc Huynh" userId="80c0383e323bd6ea" providerId="LiveId" clId="{6191E253-D739-6B4F-B188-AC17CCA94646}" dt="2023-10-03T09:52:22.279" v="4933" actId="1036"/>
          <ac:spMkLst>
            <pc:docMk/>
            <pc:sldMk cId="980320550" sldId="525"/>
            <ac:spMk id="9" creationId="{FE1FAD6A-CF50-DCF7-890E-A4D03F706A86}"/>
          </ac:spMkLst>
        </pc:spChg>
        <pc:spChg chg="mod">
          <ac:chgData name="Loc Huynh" userId="80c0383e323bd6ea" providerId="LiveId" clId="{6191E253-D739-6B4F-B188-AC17CCA94646}" dt="2023-10-03T09:47:49.549" v="4787" actId="1076"/>
          <ac:spMkLst>
            <pc:docMk/>
            <pc:sldMk cId="980320550" sldId="525"/>
            <ac:spMk id="10" creationId="{22C83036-1ADF-2745-91A1-6B9691E6B419}"/>
          </ac:spMkLst>
        </pc:spChg>
        <pc:spChg chg="add mod">
          <ac:chgData name="Loc Huynh" userId="80c0383e323bd6ea" providerId="LiveId" clId="{6191E253-D739-6B4F-B188-AC17CCA94646}" dt="2023-10-03T09:48:32.304" v="4824" actId="207"/>
          <ac:spMkLst>
            <pc:docMk/>
            <pc:sldMk cId="980320550" sldId="525"/>
            <ac:spMk id="11" creationId="{DB844576-2117-81F6-E034-C25F84EABE1D}"/>
          </ac:spMkLst>
        </pc:spChg>
        <pc:spChg chg="add mod">
          <ac:chgData name="Loc Huynh" userId="80c0383e323bd6ea" providerId="LiveId" clId="{6191E253-D739-6B4F-B188-AC17CCA94646}" dt="2023-10-03T09:50:42.831" v="4918" actId="14100"/>
          <ac:spMkLst>
            <pc:docMk/>
            <pc:sldMk cId="980320550" sldId="525"/>
            <ac:spMk id="13" creationId="{14D826B8-631F-2D16-0157-01E384967633}"/>
          </ac:spMkLst>
        </pc:spChg>
        <pc:spChg chg="add mod">
          <ac:chgData name="Loc Huynh" userId="80c0383e323bd6ea" providerId="LiveId" clId="{6191E253-D739-6B4F-B188-AC17CCA94646}" dt="2023-10-03T09:49:48.260" v="4913" actId="14100"/>
          <ac:spMkLst>
            <pc:docMk/>
            <pc:sldMk cId="980320550" sldId="525"/>
            <ac:spMk id="14" creationId="{0313DE9E-21B2-0875-1441-C17EAAE655B0}"/>
          </ac:spMkLst>
        </pc:spChg>
        <pc:spChg chg="mod">
          <ac:chgData name="Loc Huynh" userId="80c0383e323bd6ea" providerId="LiveId" clId="{6191E253-D739-6B4F-B188-AC17CCA94646}" dt="2023-10-03T09:50:53.763" v="4921" actId="1076"/>
          <ac:spMkLst>
            <pc:docMk/>
            <pc:sldMk cId="980320550" sldId="525"/>
            <ac:spMk id="18" creationId="{A8845B49-8804-0546-A536-CDB2C4B68921}"/>
          </ac:spMkLst>
        </pc:spChg>
        <pc:cxnChg chg="del">
          <ac:chgData name="Loc Huynh" userId="80c0383e323bd6ea" providerId="LiveId" clId="{6191E253-D739-6B4F-B188-AC17CCA94646}" dt="2023-10-03T09:47:47.119" v="4786" actId="478"/>
          <ac:cxnSpMkLst>
            <pc:docMk/>
            <pc:sldMk cId="980320550" sldId="525"/>
            <ac:cxnSpMk id="12" creationId="{4013803F-8737-7648-ABF7-6783E583CDA1}"/>
          </ac:cxnSpMkLst>
        </pc:cxnChg>
      </pc:sldChg>
      <pc:sldChg chg="delSp modSp add mod delAnim">
        <pc:chgData name="Loc Huynh" userId="80c0383e323bd6ea" providerId="LiveId" clId="{6191E253-D739-6B4F-B188-AC17CCA94646}" dt="2023-10-03T09:43:01.297" v="4712" actId="20577"/>
        <pc:sldMkLst>
          <pc:docMk/>
          <pc:sldMk cId="2662131259" sldId="526"/>
        </pc:sldMkLst>
        <pc:spChg chg="mod">
          <ac:chgData name="Loc Huynh" userId="80c0383e323bd6ea" providerId="LiveId" clId="{6191E253-D739-6B4F-B188-AC17CCA94646}" dt="2023-10-03T05:54:04.688" v="1" actId="27636"/>
          <ac:spMkLst>
            <pc:docMk/>
            <pc:sldMk cId="2662131259" sldId="526"/>
            <ac:spMk id="2" creationId="{F518F5B6-2B35-0049-BA49-44A29008CBD6}"/>
          </ac:spMkLst>
        </pc:spChg>
        <pc:spChg chg="mod">
          <ac:chgData name="Loc Huynh" userId="80c0383e323bd6ea" providerId="LiveId" clId="{6191E253-D739-6B4F-B188-AC17CCA94646}" dt="2023-10-03T09:42:16.540" v="4676" actId="15"/>
          <ac:spMkLst>
            <pc:docMk/>
            <pc:sldMk cId="2662131259" sldId="526"/>
            <ac:spMk id="3" creationId="{B269EA81-1FD2-FC41-A8A5-F8D065B00FC5}"/>
          </ac:spMkLst>
        </pc:spChg>
        <pc:spChg chg="mod">
          <ac:chgData name="Loc Huynh" userId="80c0383e323bd6ea" providerId="LiveId" clId="{6191E253-D739-6B4F-B188-AC17CCA94646}" dt="2023-10-03T09:42:27.656" v="4677" actId="1076"/>
          <ac:spMkLst>
            <pc:docMk/>
            <pc:sldMk cId="2662131259" sldId="526"/>
            <ac:spMk id="5" creationId="{EAB632FD-002B-2B46-9556-52B5A4A1246C}"/>
          </ac:spMkLst>
        </pc:spChg>
        <pc:spChg chg="mod">
          <ac:chgData name="Loc Huynh" userId="80c0383e323bd6ea" providerId="LiveId" clId="{6191E253-D739-6B4F-B188-AC17CCA94646}" dt="2023-10-03T09:42:46.601" v="4682" actId="1076"/>
          <ac:spMkLst>
            <pc:docMk/>
            <pc:sldMk cId="2662131259" sldId="526"/>
            <ac:spMk id="6" creationId="{29AED0DD-AE1E-8348-B75F-7809A5860573}"/>
          </ac:spMkLst>
        </pc:spChg>
        <pc:spChg chg="mod">
          <ac:chgData name="Loc Huynh" userId="80c0383e323bd6ea" providerId="LiveId" clId="{6191E253-D739-6B4F-B188-AC17CCA94646}" dt="2023-10-03T09:42:48.831" v="4685" actId="20577"/>
          <ac:spMkLst>
            <pc:docMk/>
            <pc:sldMk cId="2662131259" sldId="526"/>
            <ac:spMk id="7" creationId="{C739CAF1-6F78-5E4A-96EC-3E25EEFF1E36}"/>
          </ac:spMkLst>
        </pc:spChg>
        <pc:spChg chg="mod">
          <ac:chgData name="Loc Huynh" userId="80c0383e323bd6ea" providerId="LiveId" clId="{6191E253-D739-6B4F-B188-AC17CCA94646}" dt="2023-10-03T09:43:01.297" v="4712" actId="20577"/>
          <ac:spMkLst>
            <pc:docMk/>
            <pc:sldMk cId="2662131259" sldId="526"/>
            <ac:spMk id="8" creationId="{0BDAB569-9618-DB4D-B9D5-0BB3D517FB23}"/>
          </ac:spMkLst>
        </pc:spChg>
        <pc:spChg chg="del mod">
          <ac:chgData name="Loc Huynh" userId="80c0383e323bd6ea" providerId="LiveId" clId="{6191E253-D739-6B4F-B188-AC17CCA94646}" dt="2023-10-03T09:42:12.422" v="4675" actId="478"/>
          <ac:spMkLst>
            <pc:docMk/>
            <pc:sldMk cId="2662131259" sldId="526"/>
            <ac:spMk id="9" creationId="{86D4DD2A-C0E0-EC48-9AFD-068D525F5D2B}"/>
          </ac:spMkLst>
        </pc:spChg>
      </pc:sldChg>
      <pc:sldChg chg="modSp add mod modAnim chgLayout">
        <pc:chgData name="Loc Huynh" userId="80c0383e323bd6ea" providerId="LiveId" clId="{6191E253-D739-6B4F-B188-AC17CCA94646}" dt="2023-10-03T10:12:44.765" v="5591" actId="207"/>
        <pc:sldMkLst>
          <pc:docMk/>
          <pc:sldMk cId="2161480600" sldId="527"/>
        </pc:sldMkLst>
        <pc:spChg chg="mod ord">
          <ac:chgData name="Loc Huynh" userId="80c0383e323bd6ea" providerId="LiveId" clId="{6191E253-D739-6B4F-B188-AC17CCA94646}" dt="2023-10-03T09:52:57.311" v="4934" actId="700"/>
          <ac:spMkLst>
            <pc:docMk/>
            <pc:sldMk cId="2161480600" sldId="527"/>
            <ac:spMk id="2" creationId="{F518F5B6-2B35-0049-BA49-44A29008CBD6}"/>
          </ac:spMkLst>
        </pc:spChg>
        <pc:spChg chg="mod ord">
          <ac:chgData name="Loc Huynh" userId="80c0383e323bd6ea" providerId="LiveId" clId="{6191E253-D739-6B4F-B188-AC17CCA94646}" dt="2023-10-03T10:03:24.547" v="5373" actId="20577"/>
          <ac:spMkLst>
            <pc:docMk/>
            <pc:sldMk cId="2161480600" sldId="527"/>
            <ac:spMk id="3" creationId="{B269EA81-1FD2-FC41-A8A5-F8D065B00FC5}"/>
          </ac:spMkLst>
        </pc:spChg>
        <pc:spChg chg="mod ord">
          <ac:chgData name="Loc Huynh" userId="80c0383e323bd6ea" providerId="LiveId" clId="{6191E253-D739-6B4F-B188-AC17CCA94646}" dt="2023-10-03T09:52:57.311" v="4934" actId="700"/>
          <ac:spMkLst>
            <pc:docMk/>
            <pc:sldMk cId="2161480600" sldId="527"/>
            <ac:spMk id="4" creationId="{1C539748-48B9-C040-9680-467BCD27B513}"/>
          </ac:spMkLst>
        </pc:spChg>
        <pc:spChg chg="mod">
          <ac:chgData name="Loc Huynh" userId="80c0383e323bd6ea" providerId="LiveId" clId="{6191E253-D739-6B4F-B188-AC17CCA94646}" dt="2023-10-03T10:06:07.774" v="5461" actId="20577"/>
          <ac:spMkLst>
            <pc:docMk/>
            <pc:sldMk cId="2161480600" sldId="527"/>
            <ac:spMk id="5" creationId="{EAB632FD-002B-2B46-9556-52B5A4A1246C}"/>
          </ac:spMkLst>
        </pc:spChg>
        <pc:spChg chg="mod">
          <ac:chgData name="Loc Huynh" userId="80c0383e323bd6ea" providerId="LiveId" clId="{6191E253-D739-6B4F-B188-AC17CCA94646}" dt="2023-10-03T10:12:42.302" v="5590" actId="207"/>
          <ac:spMkLst>
            <pc:docMk/>
            <pc:sldMk cId="2161480600" sldId="527"/>
            <ac:spMk id="7" creationId="{C739CAF1-6F78-5E4A-96EC-3E25EEFF1E36}"/>
          </ac:spMkLst>
        </pc:spChg>
        <pc:spChg chg="mod">
          <ac:chgData name="Loc Huynh" userId="80c0383e323bd6ea" providerId="LiveId" clId="{6191E253-D739-6B4F-B188-AC17CCA94646}" dt="2023-10-03T10:12:35.598" v="5589" actId="13822"/>
          <ac:spMkLst>
            <pc:docMk/>
            <pc:sldMk cId="2161480600" sldId="527"/>
            <ac:spMk id="8" creationId="{0BDAB569-9618-DB4D-B9D5-0BB3D517FB23}"/>
          </ac:spMkLst>
        </pc:spChg>
        <pc:spChg chg="mod">
          <ac:chgData name="Loc Huynh" userId="80c0383e323bd6ea" providerId="LiveId" clId="{6191E253-D739-6B4F-B188-AC17CCA94646}" dt="2023-10-03T10:12:44.765" v="5591" actId="207"/>
          <ac:spMkLst>
            <pc:docMk/>
            <pc:sldMk cId="2161480600" sldId="527"/>
            <ac:spMk id="10" creationId="{BC4602E8-6554-7F4C-80DB-35EB1006956C}"/>
          </ac:spMkLst>
        </pc:spChg>
        <pc:spChg chg="mod ord">
          <ac:chgData name="Loc Huynh" userId="80c0383e323bd6ea" providerId="LiveId" clId="{6191E253-D739-6B4F-B188-AC17CCA94646}" dt="2023-10-03T09:52:57.311" v="4934" actId="700"/>
          <ac:spMkLst>
            <pc:docMk/>
            <pc:sldMk cId="2161480600" sldId="527"/>
            <ac:spMk id="11" creationId="{A3AACE93-6862-B24A-B40D-CA68502B10C6}"/>
          </ac:spMkLst>
        </pc:spChg>
      </pc:sldChg>
      <pc:sldChg chg="modSp add del mod">
        <pc:chgData name="Loc Huynh" userId="80c0383e323bd6ea" providerId="LiveId" clId="{6191E253-D739-6B4F-B188-AC17CCA94646}" dt="2023-10-03T10:10:15.424" v="5517" actId="2696"/>
        <pc:sldMkLst>
          <pc:docMk/>
          <pc:sldMk cId="4279161231" sldId="528"/>
        </pc:sldMkLst>
        <pc:spChg chg="mod">
          <ac:chgData name="Loc Huynh" userId="80c0383e323bd6ea" providerId="LiveId" clId="{6191E253-D739-6B4F-B188-AC17CCA94646}" dt="2023-10-03T05:54:05.070" v="4" actId="27636"/>
          <ac:spMkLst>
            <pc:docMk/>
            <pc:sldMk cId="4279161231" sldId="528"/>
            <ac:spMk id="2" creationId="{F518F5B6-2B35-0049-BA49-44A29008CBD6}"/>
          </ac:spMkLst>
        </pc:spChg>
      </pc:sldChg>
      <pc:sldChg chg="modSp add del mod modAnim chgLayout modNotesTx">
        <pc:chgData name="Loc Huynh" userId="80c0383e323bd6ea" providerId="LiveId" clId="{6191E253-D739-6B4F-B188-AC17CCA94646}" dt="2023-10-03T08:27:33.248" v="4085" actId="2696"/>
        <pc:sldMkLst>
          <pc:docMk/>
          <pc:sldMk cId="3459118432" sldId="529"/>
        </pc:sldMkLst>
        <pc:spChg chg="mod ord">
          <ac:chgData name="Loc Huynh" userId="80c0383e323bd6ea" providerId="LiveId" clId="{6191E253-D739-6B4F-B188-AC17CCA94646}" dt="2023-10-03T08:20:26.497" v="3682" actId="700"/>
          <ac:spMkLst>
            <pc:docMk/>
            <pc:sldMk cId="3459118432" sldId="529"/>
            <ac:spMk id="2" creationId="{9077CC4D-F5BD-D34C-8F83-3D9C63A6941F}"/>
          </ac:spMkLst>
        </pc:spChg>
        <pc:spChg chg="mod ord">
          <ac:chgData name="Loc Huynh" userId="80c0383e323bd6ea" providerId="LiveId" clId="{6191E253-D739-6B4F-B188-AC17CCA94646}" dt="2023-10-03T08:22:27.174" v="3869" actId="207"/>
          <ac:spMkLst>
            <pc:docMk/>
            <pc:sldMk cId="3459118432" sldId="529"/>
            <ac:spMk id="3" creationId="{26BE6A67-FCA1-284D-985A-35883DFE6502}"/>
          </ac:spMkLst>
        </pc:spChg>
        <pc:spChg chg="mod ord">
          <ac:chgData name="Loc Huynh" userId="80c0383e323bd6ea" providerId="LiveId" clId="{6191E253-D739-6B4F-B188-AC17CCA94646}" dt="2023-10-03T08:20:26.497" v="3682" actId="700"/>
          <ac:spMkLst>
            <pc:docMk/>
            <pc:sldMk cId="3459118432" sldId="529"/>
            <ac:spMk id="4" creationId="{09113DD4-CC4D-514E-8A24-3895D5D85ED5}"/>
          </ac:spMkLst>
        </pc:spChg>
        <pc:spChg chg="mod ord">
          <ac:chgData name="Loc Huynh" userId="80c0383e323bd6ea" providerId="LiveId" clId="{6191E253-D739-6B4F-B188-AC17CCA94646}" dt="2023-10-03T08:20:26.497" v="3682" actId="700"/>
          <ac:spMkLst>
            <pc:docMk/>
            <pc:sldMk cId="3459118432" sldId="529"/>
            <ac:spMk id="5" creationId="{131A54B8-0CEC-1546-95CE-72871F8E7E06}"/>
          </ac:spMkLst>
        </pc:spChg>
        <pc:spChg chg="mod">
          <ac:chgData name="Loc Huynh" userId="80c0383e323bd6ea" providerId="LiveId" clId="{6191E253-D739-6B4F-B188-AC17CCA94646}" dt="2023-10-03T08:25:20.310" v="4057" actId="207"/>
          <ac:spMkLst>
            <pc:docMk/>
            <pc:sldMk cId="3459118432" sldId="529"/>
            <ac:spMk id="6" creationId="{3F101676-B436-5048-B3E5-5FFFB0DD9AFE}"/>
          </ac:spMkLst>
        </pc:spChg>
        <pc:spChg chg="mod">
          <ac:chgData name="Loc Huynh" userId="80c0383e323bd6ea" providerId="LiveId" clId="{6191E253-D739-6B4F-B188-AC17CCA94646}" dt="2023-10-03T08:26:04.964" v="4068" actId="207"/>
          <ac:spMkLst>
            <pc:docMk/>
            <pc:sldMk cId="3459118432" sldId="529"/>
            <ac:spMk id="7" creationId="{6DF504F8-A3E3-B749-A9DB-7C60C83E3E8C}"/>
          </ac:spMkLst>
        </pc:spChg>
        <pc:spChg chg="mod">
          <ac:chgData name="Loc Huynh" userId="80c0383e323bd6ea" providerId="LiveId" clId="{6191E253-D739-6B4F-B188-AC17CCA94646}" dt="2023-10-03T08:25:14.369" v="4056" actId="207"/>
          <ac:spMkLst>
            <pc:docMk/>
            <pc:sldMk cId="3459118432" sldId="529"/>
            <ac:spMk id="8" creationId="{23622D8D-4530-2845-8E3A-75D289EF0D6F}"/>
          </ac:spMkLst>
        </pc:spChg>
      </pc:sldChg>
      <pc:sldChg chg="modSp add del mod">
        <pc:chgData name="Loc Huynh" userId="80c0383e323bd6ea" providerId="LiveId" clId="{6191E253-D739-6B4F-B188-AC17CCA94646}" dt="2023-10-03T08:47:47.469" v="4221" actId="2696"/>
        <pc:sldMkLst>
          <pc:docMk/>
          <pc:sldMk cId="3057144525" sldId="530"/>
        </pc:sldMkLst>
        <pc:spChg chg="mod">
          <ac:chgData name="Loc Huynh" userId="80c0383e323bd6ea" providerId="LiveId" clId="{6191E253-D739-6B4F-B188-AC17CCA94646}" dt="2023-10-03T07:04:32.613" v="1277"/>
          <ac:spMkLst>
            <pc:docMk/>
            <pc:sldMk cId="3057144525" sldId="530"/>
            <ac:spMk id="2" creationId="{9077CC4D-F5BD-D34C-8F83-3D9C63A6941F}"/>
          </ac:spMkLst>
        </pc:spChg>
      </pc:sldChg>
      <pc:sldChg chg="modSp add mod ord">
        <pc:chgData name="Loc Huynh" userId="80c0383e323bd6ea" providerId="LiveId" clId="{6191E253-D739-6B4F-B188-AC17CCA94646}" dt="2023-10-03T10:58:11.049" v="5732" actId="207"/>
        <pc:sldMkLst>
          <pc:docMk/>
          <pc:sldMk cId="2977025325" sldId="531"/>
        </pc:sldMkLst>
        <pc:spChg chg="mod">
          <ac:chgData name="Loc Huynh" userId="80c0383e323bd6ea" providerId="LiveId" clId="{6191E253-D739-6B4F-B188-AC17CCA94646}" dt="2023-10-03T05:54:05.127" v="5" actId="27636"/>
          <ac:spMkLst>
            <pc:docMk/>
            <pc:sldMk cId="2977025325" sldId="531"/>
            <ac:spMk id="2" creationId="{B0CCA81C-97CC-C247-AB27-CCD4F422B26C}"/>
          </ac:spMkLst>
        </pc:spChg>
        <pc:spChg chg="mod">
          <ac:chgData name="Loc Huynh" userId="80c0383e323bd6ea" providerId="LiveId" clId="{6191E253-D739-6B4F-B188-AC17CCA94646}" dt="2023-10-03T10:58:11.049" v="5732" actId="207"/>
          <ac:spMkLst>
            <pc:docMk/>
            <pc:sldMk cId="2977025325" sldId="531"/>
            <ac:spMk id="3" creationId="{E8A0D24C-4533-0E47-B790-258B7284770A}"/>
          </ac:spMkLst>
        </pc:spChg>
      </pc:sldChg>
      <pc:sldChg chg="modSp add mod modAnim">
        <pc:chgData name="Loc Huynh" userId="80c0383e323bd6ea" providerId="LiveId" clId="{6191E253-D739-6B4F-B188-AC17CCA94646}" dt="2023-10-03T11:08:28.551" v="5915" actId="1076"/>
        <pc:sldMkLst>
          <pc:docMk/>
          <pc:sldMk cId="735003156" sldId="532"/>
        </pc:sldMkLst>
        <pc:spChg chg="mod">
          <ac:chgData name="Loc Huynh" userId="80c0383e323bd6ea" providerId="LiveId" clId="{6191E253-D739-6B4F-B188-AC17CCA94646}" dt="2023-10-03T05:54:05.247" v="7" actId="27636"/>
          <ac:spMkLst>
            <pc:docMk/>
            <pc:sldMk cId="735003156" sldId="532"/>
            <ac:spMk id="2" creationId="{B0CCA81C-97CC-C247-AB27-CCD4F422B26C}"/>
          </ac:spMkLst>
        </pc:spChg>
        <pc:spChg chg="mod">
          <ac:chgData name="Loc Huynh" userId="80c0383e323bd6ea" providerId="LiveId" clId="{6191E253-D739-6B4F-B188-AC17CCA94646}" dt="2023-10-03T11:03:04.486" v="5844" actId="404"/>
          <ac:spMkLst>
            <pc:docMk/>
            <pc:sldMk cId="735003156" sldId="532"/>
            <ac:spMk id="3" creationId="{E8A0D24C-4533-0E47-B790-258B7284770A}"/>
          </ac:spMkLst>
        </pc:spChg>
        <pc:spChg chg="mod">
          <ac:chgData name="Loc Huynh" userId="80c0383e323bd6ea" providerId="LiveId" clId="{6191E253-D739-6B4F-B188-AC17CCA94646}" dt="2023-10-03T11:08:18.200" v="5912" actId="1076"/>
          <ac:spMkLst>
            <pc:docMk/>
            <pc:sldMk cId="735003156" sldId="532"/>
            <ac:spMk id="5" creationId="{46DA1B82-2B37-0D45-A421-754B4B8830A2}"/>
          </ac:spMkLst>
        </pc:spChg>
        <pc:spChg chg="mod">
          <ac:chgData name="Loc Huynh" userId="80c0383e323bd6ea" providerId="LiveId" clId="{6191E253-D739-6B4F-B188-AC17CCA94646}" dt="2023-10-03T11:08:28.551" v="5915" actId="1076"/>
          <ac:spMkLst>
            <pc:docMk/>
            <pc:sldMk cId="735003156" sldId="532"/>
            <ac:spMk id="6" creationId="{C7BB7A6B-E35F-1B42-BA19-BFB164C38356}"/>
          </ac:spMkLst>
        </pc:spChg>
        <pc:spChg chg="mod">
          <ac:chgData name="Loc Huynh" userId="80c0383e323bd6ea" providerId="LiveId" clId="{6191E253-D739-6B4F-B188-AC17CCA94646}" dt="2023-10-03T11:08:23.598" v="5914" actId="1076"/>
          <ac:spMkLst>
            <pc:docMk/>
            <pc:sldMk cId="735003156" sldId="532"/>
            <ac:spMk id="7" creationId="{BF0D22BF-820F-8F48-9D85-49F999B4DD38}"/>
          </ac:spMkLst>
        </pc:spChg>
        <pc:picChg chg="mod">
          <ac:chgData name="Loc Huynh" userId="80c0383e323bd6ea" providerId="LiveId" clId="{6191E253-D739-6B4F-B188-AC17CCA94646}" dt="2023-10-03T11:08:21.427" v="5913" actId="1076"/>
          <ac:picMkLst>
            <pc:docMk/>
            <pc:sldMk cId="735003156" sldId="532"/>
            <ac:picMk id="8" creationId="{80E1E989-F641-A045-A12C-1E64BC57A63D}"/>
          </ac:picMkLst>
        </pc:picChg>
      </pc:sldChg>
      <pc:sldChg chg="modSp add mod ord">
        <pc:chgData name="Loc Huynh" userId="80c0383e323bd6ea" providerId="LiveId" clId="{6191E253-D739-6B4F-B188-AC17CCA94646}" dt="2023-10-03T11:00:37.726" v="5842" actId="20577"/>
        <pc:sldMkLst>
          <pc:docMk/>
          <pc:sldMk cId="385163853" sldId="533"/>
        </pc:sldMkLst>
        <pc:spChg chg="mod">
          <ac:chgData name="Loc Huynh" userId="80c0383e323bd6ea" providerId="LiveId" clId="{6191E253-D739-6B4F-B188-AC17CCA94646}" dt="2023-10-03T05:54:05.169" v="6" actId="27636"/>
          <ac:spMkLst>
            <pc:docMk/>
            <pc:sldMk cId="385163853" sldId="533"/>
            <ac:spMk id="2" creationId="{B0CCA81C-97CC-C247-AB27-CCD4F422B26C}"/>
          </ac:spMkLst>
        </pc:spChg>
        <pc:spChg chg="mod">
          <ac:chgData name="Loc Huynh" userId="80c0383e323bd6ea" providerId="LiveId" clId="{6191E253-D739-6B4F-B188-AC17CCA94646}" dt="2023-10-03T11:00:37.726" v="5842" actId="20577"/>
          <ac:spMkLst>
            <pc:docMk/>
            <pc:sldMk cId="385163853" sldId="533"/>
            <ac:spMk id="3" creationId="{E8A0D24C-4533-0E47-B790-258B7284770A}"/>
          </ac:spMkLst>
        </pc:spChg>
      </pc:sldChg>
      <pc:sldChg chg="del">
        <pc:chgData name="Loc Huynh" userId="80c0383e323bd6ea" providerId="LiveId" clId="{6191E253-D739-6B4F-B188-AC17CCA94646}" dt="2023-10-03T05:54:31.359" v="69" actId="2696"/>
        <pc:sldMkLst>
          <pc:docMk/>
          <pc:sldMk cId="2329243434" sldId="534"/>
        </pc:sldMkLst>
      </pc:sldChg>
      <pc:sldChg chg="del">
        <pc:chgData name="Loc Huynh" userId="80c0383e323bd6ea" providerId="LiveId" clId="{6191E253-D739-6B4F-B188-AC17CCA94646}" dt="2023-10-03T05:54:30.723" v="59" actId="2696"/>
        <pc:sldMkLst>
          <pc:docMk/>
          <pc:sldMk cId="3673897364" sldId="535"/>
        </pc:sldMkLst>
      </pc:sldChg>
      <pc:sldChg chg="del">
        <pc:chgData name="Loc Huynh" userId="80c0383e323bd6ea" providerId="LiveId" clId="{6191E253-D739-6B4F-B188-AC17CCA94646}" dt="2023-10-03T05:54:30.842" v="66" actId="2696"/>
        <pc:sldMkLst>
          <pc:docMk/>
          <pc:sldMk cId="3870402469" sldId="536"/>
        </pc:sldMkLst>
      </pc:sldChg>
      <pc:sldChg chg="del">
        <pc:chgData name="Loc Huynh" userId="80c0383e323bd6ea" providerId="LiveId" clId="{6191E253-D739-6B4F-B188-AC17CCA94646}" dt="2023-10-03T05:54:30.836" v="64" actId="2696"/>
        <pc:sldMkLst>
          <pc:docMk/>
          <pc:sldMk cId="85835826" sldId="537"/>
        </pc:sldMkLst>
      </pc:sldChg>
      <pc:sldChg chg="del">
        <pc:chgData name="Loc Huynh" userId="80c0383e323bd6ea" providerId="LiveId" clId="{6191E253-D739-6B4F-B188-AC17CCA94646}" dt="2023-10-03T05:54:31.891" v="76" actId="2696"/>
        <pc:sldMkLst>
          <pc:docMk/>
          <pc:sldMk cId="662193372" sldId="538"/>
        </pc:sldMkLst>
      </pc:sldChg>
      <pc:sldChg chg="del">
        <pc:chgData name="Loc Huynh" userId="80c0383e323bd6ea" providerId="LiveId" clId="{6191E253-D739-6B4F-B188-AC17CCA94646}" dt="2023-10-03T05:54:30.727" v="60" actId="2696"/>
        <pc:sldMkLst>
          <pc:docMk/>
          <pc:sldMk cId="484659110" sldId="539"/>
        </pc:sldMkLst>
      </pc:sldChg>
      <pc:sldChg chg="del">
        <pc:chgData name="Loc Huynh" userId="80c0383e323bd6ea" providerId="LiveId" clId="{6191E253-D739-6B4F-B188-AC17CCA94646}" dt="2023-10-03T05:54:31.889" v="75" actId="2696"/>
        <pc:sldMkLst>
          <pc:docMk/>
          <pc:sldMk cId="2476143270" sldId="540"/>
        </pc:sldMkLst>
      </pc:sldChg>
      <pc:sldChg chg="del">
        <pc:chgData name="Loc Huynh" userId="80c0383e323bd6ea" providerId="LiveId" clId="{6191E253-D739-6B4F-B188-AC17CCA94646}" dt="2023-10-03T05:54:31.878" v="72" actId="2696"/>
        <pc:sldMkLst>
          <pc:docMk/>
          <pc:sldMk cId="2106193444" sldId="541"/>
        </pc:sldMkLst>
      </pc:sldChg>
      <pc:sldChg chg="del">
        <pc:chgData name="Loc Huynh" userId="80c0383e323bd6ea" providerId="LiveId" clId="{6191E253-D739-6B4F-B188-AC17CCA94646}" dt="2023-10-03T05:54:30.839" v="65" actId="2696"/>
        <pc:sldMkLst>
          <pc:docMk/>
          <pc:sldMk cId="28359094" sldId="542"/>
        </pc:sldMkLst>
      </pc:sldChg>
      <pc:sldChg chg="del">
        <pc:chgData name="Loc Huynh" userId="80c0383e323bd6ea" providerId="LiveId" clId="{6191E253-D739-6B4F-B188-AC17CCA94646}" dt="2023-10-03T05:54:32.204" v="81" actId="2696"/>
        <pc:sldMkLst>
          <pc:docMk/>
          <pc:sldMk cId="3160544929" sldId="543"/>
        </pc:sldMkLst>
      </pc:sldChg>
      <pc:sldChg chg="addSp modSp add mod">
        <pc:chgData name="Loc Huynh" userId="80c0383e323bd6ea" providerId="LiveId" clId="{6191E253-D739-6B4F-B188-AC17CCA94646}" dt="2023-10-03T13:16:40.298" v="7501" actId="13822"/>
        <pc:sldMkLst>
          <pc:docMk/>
          <pc:sldMk cId="659122072" sldId="544"/>
        </pc:sldMkLst>
        <pc:spChg chg="mod">
          <ac:chgData name="Loc Huynh" userId="80c0383e323bd6ea" providerId="LiveId" clId="{6191E253-D739-6B4F-B188-AC17CCA94646}" dt="2023-10-03T05:54:05.983" v="18" actId="27636"/>
          <ac:spMkLst>
            <pc:docMk/>
            <pc:sldMk cId="659122072" sldId="544"/>
            <ac:spMk id="2" creationId="{2E09F558-D333-EE4F-BF8A-DD5A2AF8E8E5}"/>
          </ac:spMkLst>
        </pc:spChg>
        <pc:spChg chg="mod">
          <ac:chgData name="Loc Huynh" userId="80c0383e323bd6ea" providerId="LiveId" clId="{6191E253-D739-6B4F-B188-AC17CCA94646}" dt="2023-10-03T13:02:56.820" v="7096" actId="12789"/>
          <ac:spMkLst>
            <pc:docMk/>
            <pc:sldMk cId="659122072" sldId="544"/>
            <ac:spMk id="7" creationId="{017118D7-FF79-3B44-A42B-3224CA0A0058}"/>
          </ac:spMkLst>
        </pc:spChg>
        <pc:spChg chg="mod">
          <ac:chgData name="Loc Huynh" userId="80c0383e323bd6ea" providerId="LiveId" clId="{6191E253-D739-6B4F-B188-AC17CCA94646}" dt="2023-10-03T13:03:09.100" v="7099" actId="1076"/>
          <ac:spMkLst>
            <pc:docMk/>
            <pc:sldMk cId="659122072" sldId="544"/>
            <ac:spMk id="17" creationId="{F121E1D2-CA13-4242-9914-8F81BB55A8A5}"/>
          </ac:spMkLst>
        </pc:spChg>
        <pc:spChg chg="mod">
          <ac:chgData name="Loc Huynh" userId="80c0383e323bd6ea" providerId="LiveId" clId="{6191E253-D739-6B4F-B188-AC17CCA94646}" dt="2023-10-03T13:03:12.520" v="7100" actId="1076"/>
          <ac:spMkLst>
            <pc:docMk/>
            <pc:sldMk cId="659122072" sldId="544"/>
            <ac:spMk id="25" creationId="{DC70CD03-0CB7-C74B-ADCF-886EEF99FC2C}"/>
          </ac:spMkLst>
        </pc:spChg>
        <pc:spChg chg="mod">
          <ac:chgData name="Loc Huynh" userId="80c0383e323bd6ea" providerId="LiveId" clId="{6191E253-D739-6B4F-B188-AC17CCA94646}" dt="2023-10-03T13:16:40.298" v="7501" actId="13822"/>
          <ac:spMkLst>
            <pc:docMk/>
            <pc:sldMk cId="659122072" sldId="544"/>
            <ac:spMk id="26" creationId="{4308B351-EAA4-8E45-84E0-515CD6E4F1A9}"/>
          </ac:spMkLst>
        </pc:spChg>
        <pc:spChg chg="mod">
          <ac:chgData name="Loc Huynh" userId="80c0383e323bd6ea" providerId="LiveId" clId="{6191E253-D739-6B4F-B188-AC17CCA94646}" dt="2023-10-03T13:02:48.892" v="7094" actId="12789"/>
          <ac:spMkLst>
            <pc:docMk/>
            <pc:sldMk cId="659122072" sldId="544"/>
            <ac:spMk id="27" creationId="{AB9DFC89-818A-5444-BD5A-A62A26C593CB}"/>
          </ac:spMkLst>
        </pc:spChg>
        <pc:spChg chg="mod">
          <ac:chgData name="Loc Huynh" userId="80c0383e323bd6ea" providerId="LiveId" clId="{6191E253-D739-6B4F-B188-AC17CCA94646}" dt="2023-10-03T13:02:56.820" v="7096" actId="12789"/>
          <ac:spMkLst>
            <pc:docMk/>
            <pc:sldMk cId="659122072" sldId="544"/>
            <ac:spMk id="33" creationId="{FCC4685F-5414-8A49-9085-4C377CCE38F0}"/>
          </ac:spMkLst>
        </pc:spChg>
        <pc:spChg chg="mod">
          <ac:chgData name="Loc Huynh" userId="80c0383e323bd6ea" providerId="LiveId" clId="{6191E253-D739-6B4F-B188-AC17CCA94646}" dt="2023-10-03T13:02:56.820" v="7096" actId="12789"/>
          <ac:spMkLst>
            <pc:docMk/>
            <pc:sldMk cId="659122072" sldId="544"/>
            <ac:spMk id="34" creationId="{BA63657A-1C24-8644-9780-1CF6A82FC73B}"/>
          </ac:spMkLst>
        </pc:spChg>
        <pc:spChg chg="mod">
          <ac:chgData name="Loc Huynh" userId="80c0383e323bd6ea" providerId="LiveId" clId="{6191E253-D739-6B4F-B188-AC17CCA94646}" dt="2023-10-03T13:02:56.820" v="7096" actId="12789"/>
          <ac:spMkLst>
            <pc:docMk/>
            <pc:sldMk cId="659122072" sldId="544"/>
            <ac:spMk id="35" creationId="{63A6B586-826E-2C45-90C9-78772DDB88DD}"/>
          </ac:spMkLst>
        </pc:spChg>
        <pc:spChg chg="mod">
          <ac:chgData name="Loc Huynh" userId="80c0383e323bd6ea" providerId="LiveId" clId="{6191E253-D739-6B4F-B188-AC17CCA94646}" dt="2023-10-03T13:02:56.820" v="7096" actId="12789"/>
          <ac:spMkLst>
            <pc:docMk/>
            <pc:sldMk cId="659122072" sldId="544"/>
            <ac:spMk id="36" creationId="{6D5B53EA-919A-EB4C-A657-67C36D154456}"/>
          </ac:spMkLst>
        </pc:spChg>
        <pc:spChg chg="mod">
          <ac:chgData name="Loc Huynh" userId="80c0383e323bd6ea" providerId="LiveId" clId="{6191E253-D739-6B4F-B188-AC17CCA94646}" dt="2023-10-03T13:02:56.820" v="7096" actId="12789"/>
          <ac:spMkLst>
            <pc:docMk/>
            <pc:sldMk cId="659122072" sldId="544"/>
            <ac:spMk id="37" creationId="{5B982AA0-FD9F-A247-BC10-2CC2D4175FBC}"/>
          </ac:spMkLst>
        </pc:spChg>
        <pc:spChg chg="mod">
          <ac:chgData name="Loc Huynh" userId="80c0383e323bd6ea" providerId="LiveId" clId="{6191E253-D739-6B4F-B188-AC17CCA94646}" dt="2023-10-03T13:02:56.820" v="7096" actId="12789"/>
          <ac:spMkLst>
            <pc:docMk/>
            <pc:sldMk cId="659122072" sldId="544"/>
            <ac:spMk id="38" creationId="{D379B4FC-DF8A-3B48-83E3-ABA0E1D0243C}"/>
          </ac:spMkLst>
        </pc:spChg>
        <pc:spChg chg="mod">
          <ac:chgData name="Loc Huynh" userId="80c0383e323bd6ea" providerId="LiveId" clId="{6191E253-D739-6B4F-B188-AC17CCA94646}" dt="2023-10-03T13:02:56.820" v="7096" actId="12789"/>
          <ac:spMkLst>
            <pc:docMk/>
            <pc:sldMk cId="659122072" sldId="544"/>
            <ac:spMk id="39" creationId="{6B418011-A256-0C4F-A7BD-7F2FF91B4D0C}"/>
          </ac:spMkLst>
        </pc:spChg>
        <pc:spChg chg="mod">
          <ac:chgData name="Loc Huynh" userId="80c0383e323bd6ea" providerId="LiveId" clId="{6191E253-D739-6B4F-B188-AC17CCA94646}" dt="2023-10-03T13:02:56.820" v="7096" actId="12789"/>
          <ac:spMkLst>
            <pc:docMk/>
            <pc:sldMk cId="659122072" sldId="544"/>
            <ac:spMk id="40" creationId="{8B2BCC08-E356-ED46-A197-F62FF83BA997}"/>
          </ac:spMkLst>
        </pc:spChg>
        <pc:spChg chg="mod">
          <ac:chgData name="Loc Huynh" userId="80c0383e323bd6ea" providerId="LiveId" clId="{6191E253-D739-6B4F-B188-AC17CCA94646}" dt="2023-10-03T13:16:40.298" v="7501" actId="13822"/>
          <ac:spMkLst>
            <pc:docMk/>
            <pc:sldMk cId="659122072" sldId="544"/>
            <ac:spMk id="41" creationId="{5330C2F0-0A6C-414D-A958-EB97918114DE}"/>
          </ac:spMkLst>
        </pc:spChg>
        <pc:spChg chg="mod">
          <ac:chgData name="Loc Huynh" userId="80c0383e323bd6ea" providerId="LiveId" clId="{6191E253-D739-6B4F-B188-AC17CCA94646}" dt="2023-10-03T13:03:26.387" v="7105" actId="1036"/>
          <ac:spMkLst>
            <pc:docMk/>
            <pc:sldMk cId="659122072" sldId="544"/>
            <ac:spMk id="44" creationId="{9A6276F2-E0CA-7B4C-A577-BDCF5041CAF5}"/>
          </ac:spMkLst>
        </pc:spChg>
        <pc:grpChg chg="mod">
          <ac:chgData name="Loc Huynh" userId="80c0383e323bd6ea" providerId="LiveId" clId="{6191E253-D739-6B4F-B188-AC17CCA94646}" dt="2023-10-03T13:02:56.820" v="7096" actId="12789"/>
          <ac:grpSpMkLst>
            <pc:docMk/>
            <pc:sldMk cId="659122072" sldId="544"/>
            <ac:grpSpMk id="14" creationId="{8DC8490A-FEC6-A246-8550-4196DCEAB4FC}"/>
          </ac:grpSpMkLst>
        </pc:grpChg>
        <pc:grpChg chg="add mod">
          <ac:chgData name="Loc Huynh" userId="80c0383e323bd6ea" providerId="LiveId" clId="{6191E253-D739-6B4F-B188-AC17CCA94646}" dt="2023-10-03T13:03:03.317" v="7098" actId="12789"/>
          <ac:grpSpMkLst>
            <pc:docMk/>
            <pc:sldMk cId="659122072" sldId="544"/>
            <ac:grpSpMk id="15" creationId="{FAA3C904-A503-8E28-2E4E-3642DC6B707F}"/>
          </ac:grpSpMkLst>
        </pc:grpChg>
        <pc:grpChg chg="mod">
          <ac:chgData name="Loc Huynh" userId="80c0383e323bd6ea" providerId="LiveId" clId="{6191E253-D739-6B4F-B188-AC17CCA94646}" dt="2023-10-03T13:02:56.820" v="7096" actId="12789"/>
          <ac:grpSpMkLst>
            <pc:docMk/>
            <pc:sldMk cId="659122072" sldId="544"/>
            <ac:grpSpMk id="30" creationId="{C3203A95-E85B-BC49-B67B-02DDD2A85E72}"/>
          </ac:grpSpMkLst>
        </pc:grpChg>
      </pc:sldChg>
      <pc:sldChg chg="del">
        <pc:chgData name="Loc Huynh" userId="80c0383e323bd6ea" providerId="LiveId" clId="{6191E253-D739-6B4F-B188-AC17CCA94646}" dt="2023-10-03T05:54:30.829" v="62" actId="2696"/>
        <pc:sldMkLst>
          <pc:docMk/>
          <pc:sldMk cId="908152491" sldId="545"/>
        </pc:sldMkLst>
      </pc:sldChg>
      <pc:sldChg chg="del">
        <pc:chgData name="Loc Huynh" userId="80c0383e323bd6ea" providerId="LiveId" clId="{6191E253-D739-6B4F-B188-AC17CCA94646}" dt="2023-10-03T05:54:30.684" v="52" actId="2696"/>
        <pc:sldMkLst>
          <pc:docMk/>
          <pc:sldMk cId="2221110913" sldId="546"/>
        </pc:sldMkLst>
      </pc:sldChg>
      <pc:sldChg chg="del">
        <pc:chgData name="Loc Huynh" userId="80c0383e323bd6ea" providerId="LiveId" clId="{6191E253-D739-6B4F-B188-AC17CCA94646}" dt="2023-10-03T05:54:30.716" v="58" actId="2696"/>
        <pc:sldMkLst>
          <pc:docMk/>
          <pc:sldMk cId="4243974354" sldId="547"/>
        </pc:sldMkLst>
      </pc:sldChg>
      <pc:sldChg chg="del">
        <pc:chgData name="Loc Huynh" userId="80c0383e323bd6ea" providerId="LiveId" clId="{6191E253-D739-6B4F-B188-AC17CCA94646}" dt="2023-10-03T05:54:31.603" v="70" actId="2696"/>
        <pc:sldMkLst>
          <pc:docMk/>
          <pc:sldMk cId="1443015628" sldId="548"/>
        </pc:sldMkLst>
      </pc:sldChg>
      <pc:sldChg chg="del">
        <pc:chgData name="Loc Huynh" userId="80c0383e323bd6ea" providerId="LiveId" clId="{6191E253-D739-6B4F-B188-AC17CCA94646}" dt="2023-10-03T05:54:31.876" v="71" actId="2696"/>
        <pc:sldMkLst>
          <pc:docMk/>
          <pc:sldMk cId="850602967" sldId="549"/>
        </pc:sldMkLst>
      </pc:sldChg>
      <pc:sldChg chg="del">
        <pc:chgData name="Loc Huynh" userId="80c0383e323bd6ea" providerId="LiveId" clId="{6191E253-D739-6B4F-B188-AC17CCA94646}" dt="2023-10-03T05:54:30.698" v="55" actId="2696"/>
        <pc:sldMkLst>
          <pc:docMk/>
          <pc:sldMk cId="367513602" sldId="550"/>
        </pc:sldMkLst>
      </pc:sldChg>
      <pc:sldChg chg="del">
        <pc:chgData name="Loc Huynh" userId="80c0383e323bd6ea" providerId="LiveId" clId="{6191E253-D739-6B4F-B188-AC17CCA94646}" dt="2023-10-03T05:54:30.688" v="53" actId="2696"/>
        <pc:sldMkLst>
          <pc:docMk/>
          <pc:sldMk cId="8540420" sldId="551"/>
        </pc:sldMkLst>
      </pc:sldChg>
      <pc:sldChg chg="modSp add mod chgLayout">
        <pc:chgData name="Loc Huynh" userId="80c0383e323bd6ea" providerId="LiveId" clId="{6191E253-D739-6B4F-B188-AC17CCA94646}" dt="2023-10-03T06:44:49.611" v="793" actId="14100"/>
        <pc:sldMkLst>
          <pc:docMk/>
          <pc:sldMk cId="3361564997" sldId="552"/>
        </pc:sldMkLst>
        <pc:spChg chg="mod ord">
          <ac:chgData name="Loc Huynh" userId="80c0383e323bd6ea" providerId="LiveId" clId="{6191E253-D739-6B4F-B188-AC17CCA94646}" dt="2023-10-03T06:34:50.198" v="579" actId="700"/>
          <ac:spMkLst>
            <pc:docMk/>
            <pc:sldMk cId="3361564997" sldId="552"/>
            <ac:spMk id="2" creationId="{1C111DD4-D6F5-0741-8C18-D64693B57757}"/>
          </ac:spMkLst>
        </pc:spChg>
        <pc:spChg chg="mod ord">
          <ac:chgData name="Loc Huynh" userId="80c0383e323bd6ea" providerId="LiveId" clId="{6191E253-D739-6B4F-B188-AC17CCA94646}" dt="2023-10-03T06:40:32.254" v="686" actId="20577"/>
          <ac:spMkLst>
            <pc:docMk/>
            <pc:sldMk cId="3361564997" sldId="552"/>
            <ac:spMk id="3" creationId="{7F7DFE1E-8A2D-6145-BBE1-74889E55A8BD}"/>
          </ac:spMkLst>
        </pc:spChg>
        <pc:spChg chg="mod ord">
          <ac:chgData name="Loc Huynh" userId="80c0383e323bd6ea" providerId="LiveId" clId="{6191E253-D739-6B4F-B188-AC17CCA94646}" dt="2023-10-03T06:34:50.198" v="579" actId="700"/>
          <ac:spMkLst>
            <pc:docMk/>
            <pc:sldMk cId="3361564997" sldId="552"/>
            <ac:spMk id="4" creationId="{3DF2F3A0-B11D-C945-844B-13BB2613F0DD}"/>
          </ac:spMkLst>
        </pc:spChg>
        <pc:spChg chg="mod ord">
          <ac:chgData name="Loc Huynh" userId="80c0383e323bd6ea" providerId="LiveId" clId="{6191E253-D739-6B4F-B188-AC17CCA94646}" dt="2023-10-03T06:34:50.198" v="579" actId="700"/>
          <ac:spMkLst>
            <pc:docMk/>
            <pc:sldMk cId="3361564997" sldId="552"/>
            <ac:spMk id="5" creationId="{6641DB1D-7358-424D-B951-08DDA864648D}"/>
          </ac:spMkLst>
        </pc:spChg>
        <pc:spChg chg="mod">
          <ac:chgData name="Loc Huynh" userId="80c0383e323bd6ea" providerId="LiveId" clId="{6191E253-D739-6B4F-B188-AC17CCA94646}" dt="2023-10-03T06:41:49.345" v="702" actId="207"/>
          <ac:spMkLst>
            <pc:docMk/>
            <pc:sldMk cId="3361564997" sldId="552"/>
            <ac:spMk id="27" creationId="{1E2D6E77-77BF-3847-A05B-2C5AEF2B23B8}"/>
          </ac:spMkLst>
        </pc:spChg>
        <pc:spChg chg="mod">
          <ac:chgData name="Loc Huynh" userId="80c0383e323bd6ea" providerId="LiveId" clId="{6191E253-D739-6B4F-B188-AC17CCA94646}" dt="2023-10-03T06:41:54.158" v="703" actId="1076"/>
          <ac:spMkLst>
            <pc:docMk/>
            <pc:sldMk cId="3361564997" sldId="552"/>
            <ac:spMk id="28" creationId="{8C7789AB-3A9B-8A4A-872C-63277A73E746}"/>
          </ac:spMkLst>
        </pc:spChg>
        <pc:spChg chg="mod">
          <ac:chgData name="Loc Huynh" userId="80c0383e323bd6ea" providerId="LiveId" clId="{6191E253-D739-6B4F-B188-AC17CCA94646}" dt="2023-10-03T06:42:19.173" v="736" actId="20577"/>
          <ac:spMkLst>
            <pc:docMk/>
            <pc:sldMk cId="3361564997" sldId="552"/>
            <ac:spMk id="29" creationId="{56154BFF-28CF-1348-809E-1355D2634970}"/>
          </ac:spMkLst>
        </pc:spChg>
        <pc:spChg chg="mod">
          <ac:chgData name="Loc Huynh" userId="80c0383e323bd6ea" providerId="LiveId" clId="{6191E253-D739-6B4F-B188-AC17CCA94646}" dt="2023-10-03T06:44:49.611" v="793" actId="14100"/>
          <ac:spMkLst>
            <pc:docMk/>
            <pc:sldMk cId="3361564997" sldId="552"/>
            <ac:spMk id="30" creationId="{049A18B4-E692-8046-A715-0C3D5AA5F6DE}"/>
          </ac:spMkLst>
        </pc:spChg>
        <pc:picChg chg="mod">
          <ac:chgData name="Loc Huynh" userId="80c0383e323bd6ea" providerId="LiveId" clId="{6191E253-D739-6B4F-B188-AC17CCA94646}" dt="2023-10-03T06:44:29.482" v="787" actId="1076"/>
          <ac:picMkLst>
            <pc:docMk/>
            <pc:sldMk cId="3361564997" sldId="552"/>
            <ac:picMk id="38" creationId="{607A03C8-723C-644B-93E3-57A742D6B618}"/>
          </ac:picMkLst>
        </pc:picChg>
      </pc:sldChg>
      <pc:sldChg chg="addSp modSp add mod chgLayout">
        <pc:chgData name="Loc Huynh" userId="80c0383e323bd6ea" providerId="LiveId" clId="{6191E253-D739-6B4F-B188-AC17CCA94646}" dt="2023-10-03T07:09:12.151" v="1434" actId="1076"/>
        <pc:sldMkLst>
          <pc:docMk/>
          <pc:sldMk cId="989988788" sldId="553"/>
        </pc:sldMkLst>
        <pc:spChg chg="mod ord">
          <ac:chgData name="Loc Huynh" userId="80c0383e323bd6ea" providerId="LiveId" clId="{6191E253-D739-6B4F-B188-AC17CCA94646}" dt="2023-10-03T07:08:43.871" v="1423" actId="700"/>
          <ac:spMkLst>
            <pc:docMk/>
            <pc:sldMk cId="989988788" sldId="553"/>
            <ac:spMk id="2" creationId="{636479E2-C0D6-904F-B5C5-2271728A96C3}"/>
          </ac:spMkLst>
        </pc:spChg>
        <pc:spChg chg="mod ord">
          <ac:chgData name="Loc Huynh" userId="80c0383e323bd6ea" providerId="LiveId" clId="{6191E253-D739-6B4F-B188-AC17CCA94646}" dt="2023-10-03T07:08:51.743" v="1429" actId="20577"/>
          <ac:spMkLst>
            <pc:docMk/>
            <pc:sldMk cId="989988788" sldId="553"/>
            <ac:spMk id="3" creationId="{C0C21A69-FB3A-5848-81E0-17A1514E605F}"/>
          </ac:spMkLst>
        </pc:spChg>
        <pc:spChg chg="mod ord">
          <ac:chgData name="Loc Huynh" userId="80c0383e323bd6ea" providerId="LiveId" clId="{6191E253-D739-6B4F-B188-AC17CCA94646}" dt="2023-10-03T07:08:43.871" v="1423" actId="700"/>
          <ac:spMkLst>
            <pc:docMk/>
            <pc:sldMk cId="989988788" sldId="553"/>
            <ac:spMk id="4" creationId="{961813DB-F3F2-A844-9A22-9324D7622836}"/>
          </ac:spMkLst>
        </pc:spChg>
        <pc:spChg chg="mod ord">
          <ac:chgData name="Loc Huynh" userId="80c0383e323bd6ea" providerId="LiveId" clId="{6191E253-D739-6B4F-B188-AC17CCA94646}" dt="2023-10-03T07:08:43.871" v="1423" actId="700"/>
          <ac:spMkLst>
            <pc:docMk/>
            <pc:sldMk cId="989988788" sldId="553"/>
            <ac:spMk id="5" creationId="{D78C7F57-CA11-D14F-8EC5-88FA71DFB91F}"/>
          </ac:spMkLst>
        </pc:spChg>
        <pc:spChg chg="mod">
          <ac:chgData name="Loc Huynh" userId="80c0383e323bd6ea" providerId="LiveId" clId="{6191E253-D739-6B4F-B188-AC17CCA94646}" dt="2023-10-03T07:09:00.023" v="1430" actId="164"/>
          <ac:spMkLst>
            <pc:docMk/>
            <pc:sldMk cId="989988788" sldId="553"/>
            <ac:spMk id="7" creationId="{71DFCC42-F639-A143-9EBC-FD19533C65C8}"/>
          </ac:spMkLst>
        </pc:spChg>
        <pc:spChg chg="mod">
          <ac:chgData name="Loc Huynh" userId="80c0383e323bd6ea" providerId="LiveId" clId="{6191E253-D739-6B4F-B188-AC17CCA94646}" dt="2023-10-03T06:51:05.106" v="816" actId="1076"/>
          <ac:spMkLst>
            <pc:docMk/>
            <pc:sldMk cId="989988788" sldId="553"/>
            <ac:spMk id="8" creationId="{31FF0724-880E-0E45-BF6A-6809379EC09C}"/>
          </ac:spMkLst>
        </pc:spChg>
        <pc:grpChg chg="add mod">
          <ac:chgData name="Loc Huynh" userId="80c0383e323bd6ea" providerId="LiveId" clId="{6191E253-D739-6B4F-B188-AC17CCA94646}" dt="2023-10-03T07:09:04.159" v="1432" actId="1076"/>
          <ac:grpSpMkLst>
            <pc:docMk/>
            <pc:sldMk cId="989988788" sldId="553"/>
            <ac:grpSpMk id="9" creationId="{724E9AD3-9E77-3CFA-7A7D-A5DAAE81154D}"/>
          </ac:grpSpMkLst>
        </pc:grpChg>
        <pc:grpChg chg="add mod">
          <ac:chgData name="Loc Huynh" userId="80c0383e323bd6ea" providerId="LiveId" clId="{6191E253-D739-6B4F-B188-AC17CCA94646}" dt="2023-10-03T07:09:12.151" v="1434" actId="1076"/>
          <ac:grpSpMkLst>
            <pc:docMk/>
            <pc:sldMk cId="989988788" sldId="553"/>
            <ac:grpSpMk id="10" creationId="{7702DA9D-D833-6154-C828-0F75D9156570}"/>
          </ac:grpSpMkLst>
        </pc:grpChg>
        <pc:graphicFrameChg chg="mod modGraphic">
          <ac:chgData name="Loc Huynh" userId="80c0383e323bd6ea" providerId="LiveId" clId="{6191E253-D739-6B4F-B188-AC17CCA94646}" dt="2023-10-03T07:09:00.023" v="1430" actId="164"/>
          <ac:graphicFrameMkLst>
            <pc:docMk/>
            <pc:sldMk cId="989988788" sldId="553"/>
            <ac:graphicFrameMk id="6" creationId="{878586ED-82B8-624D-85DB-6E8B60ECF47F}"/>
          </ac:graphicFrameMkLst>
        </pc:graphicFrameChg>
      </pc:sldChg>
      <pc:sldChg chg="delSp modSp add mod">
        <pc:chgData name="Loc Huynh" userId="80c0383e323bd6ea" providerId="LiveId" clId="{6191E253-D739-6B4F-B188-AC17CCA94646}" dt="2023-10-03T12:48:57.170" v="6899" actId="20577"/>
        <pc:sldMkLst>
          <pc:docMk/>
          <pc:sldMk cId="500954117" sldId="554"/>
        </pc:sldMkLst>
        <pc:spChg chg="mod">
          <ac:chgData name="Loc Huynh" userId="80c0383e323bd6ea" providerId="LiveId" clId="{6191E253-D739-6B4F-B188-AC17CCA94646}" dt="2023-10-03T12:48:57.170" v="6899" actId="20577"/>
          <ac:spMkLst>
            <pc:docMk/>
            <pc:sldMk cId="500954117" sldId="554"/>
            <ac:spMk id="2" creationId="{A3E32633-B1C5-E941-AAD5-1FFEA1DCF3A9}"/>
          </ac:spMkLst>
        </pc:spChg>
        <pc:spChg chg="mod">
          <ac:chgData name="Loc Huynh" userId="80c0383e323bd6ea" providerId="LiveId" clId="{6191E253-D739-6B4F-B188-AC17CCA94646}" dt="2023-10-03T12:48:52.643" v="6888" actId="20577"/>
          <ac:spMkLst>
            <pc:docMk/>
            <pc:sldMk cId="500954117" sldId="554"/>
            <ac:spMk id="3" creationId="{47622408-7C9D-B344-8FC2-B1B3303EBD0D}"/>
          </ac:spMkLst>
        </pc:spChg>
        <pc:spChg chg="mod">
          <ac:chgData name="Loc Huynh" userId="80c0383e323bd6ea" providerId="LiveId" clId="{6191E253-D739-6B4F-B188-AC17CCA94646}" dt="2023-10-03T11:19:19.691" v="6089" actId="1076"/>
          <ac:spMkLst>
            <pc:docMk/>
            <pc:sldMk cId="500954117" sldId="554"/>
            <ac:spMk id="6" creationId="{CFD16CAB-36DE-5D4F-A643-6A578098089C}"/>
          </ac:spMkLst>
        </pc:spChg>
        <pc:spChg chg="del mod">
          <ac:chgData name="Loc Huynh" userId="80c0383e323bd6ea" providerId="LiveId" clId="{6191E253-D739-6B4F-B188-AC17CCA94646}" dt="2023-10-03T11:23:47.612" v="6269" actId="478"/>
          <ac:spMkLst>
            <pc:docMk/>
            <pc:sldMk cId="500954117" sldId="554"/>
            <ac:spMk id="8" creationId="{0D996314-5120-B240-92E9-1923E041F3B5}"/>
          </ac:spMkLst>
        </pc:spChg>
        <pc:spChg chg="mod">
          <ac:chgData name="Loc Huynh" userId="80c0383e323bd6ea" providerId="LiveId" clId="{6191E253-D739-6B4F-B188-AC17CCA94646}" dt="2023-10-03T11:24:09.522" v="6275" actId="207"/>
          <ac:spMkLst>
            <pc:docMk/>
            <pc:sldMk cId="500954117" sldId="554"/>
            <ac:spMk id="14" creationId="{485FF7E9-22EA-9F48-9A3A-4CF29DE5813B}"/>
          </ac:spMkLst>
        </pc:spChg>
        <pc:spChg chg="mod">
          <ac:chgData name="Loc Huynh" userId="80c0383e323bd6ea" providerId="LiveId" clId="{6191E253-D739-6B4F-B188-AC17CCA94646}" dt="2023-10-03T11:19:19.691" v="6089" actId="1076"/>
          <ac:spMkLst>
            <pc:docMk/>
            <pc:sldMk cId="500954117" sldId="554"/>
            <ac:spMk id="15" creationId="{F112DB2E-0171-854B-B415-6A683BFE5820}"/>
          </ac:spMkLst>
        </pc:spChg>
        <pc:grpChg chg="mod">
          <ac:chgData name="Loc Huynh" userId="80c0383e323bd6ea" providerId="LiveId" clId="{6191E253-D739-6B4F-B188-AC17CCA94646}" dt="2023-10-03T11:19:19.691" v="6089" actId="1076"/>
          <ac:grpSpMkLst>
            <pc:docMk/>
            <pc:sldMk cId="500954117" sldId="554"/>
            <ac:grpSpMk id="13" creationId="{50E7809E-BCAF-AD49-8E37-D32BCED27BE6}"/>
          </ac:grpSpMkLst>
        </pc:grpChg>
      </pc:sldChg>
      <pc:sldChg chg="delSp modSp add mod">
        <pc:chgData name="Loc Huynh" userId="80c0383e323bd6ea" providerId="LiveId" clId="{6191E253-D739-6B4F-B188-AC17CCA94646}" dt="2023-10-03T12:49:07.095" v="6902" actId="478"/>
        <pc:sldMkLst>
          <pc:docMk/>
          <pc:sldMk cId="2099724931" sldId="555"/>
        </pc:sldMkLst>
        <pc:spChg chg="mod">
          <ac:chgData name="Loc Huynh" userId="80c0383e323bd6ea" providerId="LiveId" clId="{6191E253-D739-6B4F-B188-AC17CCA94646}" dt="2023-10-03T12:49:05.325" v="6901"/>
          <ac:spMkLst>
            <pc:docMk/>
            <pc:sldMk cId="2099724931" sldId="555"/>
            <ac:spMk id="2" creationId="{A3E32633-B1C5-E941-AAD5-1FFEA1DCF3A9}"/>
          </ac:spMkLst>
        </pc:spChg>
        <pc:spChg chg="del">
          <ac:chgData name="Loc Huynh" userId="80c0383e323bd6ea" providerId="LiveId" clId="{6191E253-D739-6B4F-B188-AC17CCA94646}" dt="2023-10-03T12:49:07.095" v="6902" actId="478"/>
          <ac:spMkLst>
            <pc:docMk/>
            <pc:sldMk cId="2099724931" sldId="555"/>
            <ac:spMk id="3" creationId="{47622408-7C9D-B344-8FC2-B1B3303EBD0D}"/>
          </ac:spMkLst>
        </pc:spChg>
        <pc:picChg chg="mod">
          <ac:chgData name="Loc Huynh" userId="80c0383e323bd6ea" providerId="LiveId" clId="{6191E253-D739-6B4F-B188-AC17CCA94646}" dt="2023-10-03T11:24:56.450" v="6331" actId="1076"/>
          <ac:picMkLst>
            <pc:docMk/>
            <pc:sldMk cId="2099724931" sldId="555"/>
            <ac:picMk id="20" creationId="{7616B104-F556-AB4B-9FAE-F713DB9D2A73}"/>
          </ac:picMkLst>
        </pc:picChg>
      </pc:sldChg>
      <pc:sldChg chg="modSp add mod">
        <pc:chgData name="Loc Huynh" userId="80c0383e323bd6ea" providerId="LiveId" clId="{6191E253-D739-6B4F-B188-AC17CCA94646}" dt="2023-10-03T12:53:17.271" v="6969" actId="20577"/>
        <pc:sldMkLst>
          <pc:docMk/>
          <pc:sldMk cId="3621644574" sldId="556"/>
        </pc:sldMkLst>
        <pc:spChg chg="mod">
          <ac:chgData name="Loc Huynh" userId="80c0383e323bd6ea" providerId="LiveId" clId="{6191E253-D739-6B4F-B188-AC17CCA94646}" dt="2023-10-03T11:25:29.996" v="6363" actId="20577"/>
          <ac:spMkLst>
            <pc:docMk/>
            <pc:sldMk cId="3621644574" sldId="556"/>
            <ac:spMk id="2" creationId="{A141AF66-68E7-B54F-A0AE-E8D51FA0DFE6}"/>
          </ac:spMkLst>
        </pc:spChg>
        <pc:spChg chg="mod">
          <ac:chgData name="Loc Huynh" userId="80c0383e323bd6ea" providerId="LiveId" clId="{6191E253-D739-6B4F-B188-AC17CCA94646}" dt="2023-10-03T12:53:17.271" v="6969" actId="20577"/>
          <ac:spMkLst>
            <pc:docMk/>
            <pc:sldMk cId="3621644574" sldId="556"/>
            <ac:spMk id="3" creationId="{32B2AE70-993F-724C-BED2-B73A399FFD02}"/>
          </ac:spMkLst>
        </pc:spChg>
      </pc:sldChg>
      <pc:sldChg chg="modSp add mod">
        <pc:chgData name="Loc Huynh" userId="80c0383e323bd6ea" providerId="LiveId" clId="{6191E253-D739-6B4F-B188-AC17CCA94646}" dt="2023-10-03T13:10:02.829" v="7219" actId="20577"/>
        <pc:sldMkLst>
          <pc:docMk/>
          <pc:sldMk cId="1351623164" sldId="557"/>
        </pc:sldMkLst>
        <pc:spChg chg="mod">
          <ac:chgData name="Loc Huynh" userId="80c0383e323bd6ea" providerId="LiveId" clId="{6191E253-D739-6B4F-B188-AC17CCA94646}" dt="2023-10-03T12:53:32.792" v="6990" actId="20577"/>
          <ac:spMkLst>
            <pc:docMk/>
            <pc:sldMk cId="1351623164" sldId="557"/>
            <ac:spMk id="2" creationId="{2E09F558-D333-EE4F-BF8A-DD5A2AF8E8E5}"/>
          </ac:spMkLst>
        </pc:spChg>
        <pc:spChg chg="mod">
          <ac:chgData name="Loc Huynh" userId="80c0383e323bd6ea" providerId="LiveId" clId="{6191E253-D739-6B4F-B188-AC17CCA94646}" dt="2023-10-03T13:10:02.829" v="7219" actId="20577"/>
          <ac:spMkLst>
            <pc:docMk/>
            <pc:sldMk cId="1351623164" sldId="557"/>
            <ac:spMk id="3" creationId="{46E931EB-84F8-664B-A670-FCDDEF319EBC}"/>
          </ac:spMkLst>
        </pc:spChg>
      </pc:sldChg>
      <pc:sldChg chg="addSp modSp add mod delAnim">
        <pc:chgData name="Loc Huynh" userId="80c0383e323bd6ea" providerId="LiveId" clId="{6191E253-D739-6B4F-B188-AC17CCA94646}" dt="2023-10-03T13:15:43.508" v="7495" actId="13822"/>
        <pc:sldMkLst>
          <pc:docMk/>
          <pc:sldMk cId="1101247138" sldId="558"/>
        </pc:sldMkLst>
        <pc:spChg chg="mod">
          <ac:chgData name="Loc Huynh" userId="80c0383e323bd6ea" providerId="LiveId" clId="{6191E253-D739-6B4F-B188-AC17CCA94646}" dt="2023-10-03T05:54:05.851" v="13" actId="27636"/>
          <ac:spMkLst>
            <pc:docMk/>
            <pc:sldMk cId="1101247138" sldId="558"/>
            <ac:spMk id="2" creationId="{2E09F558-D333-EE4F-BF8A-DD5A2AF8E8E5}"/>
          </ac:spMkLst>
        </pc:spChg>
        <pc:spChg chg="mod">
          <ac:chgData name="Loc Huynh" userId="80c0383e323bd6ea" providerId="LiveId" clId="{6191E253-D739-6B4F-B188-AC17CCA94646}" dt="2023-10-03T13:00:02.800" v="7067" actId="1076"/>
          <ac:spMkLst>
            <pc:docMk/>
            <pc:sldMk cId="1101247138" sldId="558"/>
            <ac:spMk id="25" creationId="{DC70CD03-0CB7-C74B-ADCF-886EEF99FC2C}"/>
          </ac:spMkLst>
        </pc:spChg>
        <pc:spChg chg="mod">
          <ac:chgData name="Loc Huynh" userId="80c0383e323bd6ea" providerId="LiveId" clId="{6191E253-D739-6B4F-B188-AC17CCA94646}" dt="2023-10-03T13:15:43.508" v="7495" actId="13822"/>
          <ac:spMkLst>
            <pc:docMk/>
            <pc:sldMk cId="1101247138" sldId="558"/>
            <ac:spMk id="26" creationId="{4308B351-EAA4-8E45-84E0-515CD6E4F1A9}"/>
          </ac:spMkLst>
        </pc:spChg>
        <pc:spChg chg="mod">
          <ac:chgData name="Loc Huynh" userId="80c0383e323bd6ea" providerId="LiveId" clId="{6191E253-D739-6B4F-B188-AC17CCA94646}" dt="2023-10-03T12:59:54.738" v="7066" actId="12789"/>
          <ac:spMkLst>
            <pc:docMk/>
            <pc:sldMk cId="1101247138" sldId="558"/>
            <ac:spMk id="27" creationId="{AB9DFC89-818A-5444-BD5A-A62A26C593CB}"/>
          </ac:spMkLst>
        </pc:spChg>
        <pc:grpChg chg="add mod">
          <ac:chgData name="Loc Huynh" userId="80c0383e323bd6ea" providerId="LiveId" clId="{6191E253-D739-6B4F-B188-AC17CCA94646}" dt="2023-10-03T12:59:48.757" v="7064" actId="12789"/>
          <ac:grpSpMkLst>
            <pc:docMk/>
            <pc:sldMk cId="1101247138" sldId="558"/>
            <ac:grpSpMk id="8" creationId="{03C66A05-6973-CEEF-5C0A-43D085A4580E}"/>
          </ac:grpSpMkLst>
        </pc:grpChg>
      </pc:sldChg>
      <pc:sldChg chg="addSp modSp add mod">
        <pc:chgData name="Loc Huynh" userId="80c0383e323bd6ea" providerId="LiveId" clId="{6191E253-D739-6B4F-B188-AC17CCA94646}" dt="2023-10-03T13:16:04.703" v="7497" actId="13822"/>
        <pc:sldMkLst>
          <pc:docMk/>
          <pc:sldMk cId="908335500" sldId="559"/>
        </pc:sldMkLst>
        <pc:spChg chg="mod">
          <ac:chgData name="Loc Huynh" userId="80c0383e323bd6ea" providerId="LiveId" clId="{6191E253-D739-6B4F-B188-AC17CCA94646}" dt="2023-10-03T05:54:05.880" v="14" actId="27636"/>
          <ac:spMkLst>
            <pc:docMk/>
            <pc:sldMk cId="908335500" sldId="559"/>
            <ac:spMk id="2" creationId="{2E09F558-D333-EE4F-BF8A-DD5A2AF8E8E5}"/>
          </ac:spMkLst>
        </pc:spChg>
        <pc:spChg chg="mod">
          <ac:chgData name="Loc Huynh" userId="80c0383e323bd6ea" providerId="LiveId" clId="{6191E253-D739-6B4F-B188-AC17CCA94646}" dt="2023-10-03T13:06:12.832" v="7129" actId="1037"/>
          <ac:spMkLst>
            <pc:docMk/>
            <pc:sldMk cId="908335500" sldId="559"/>
            <ac:spMk id="25" creationId="{DC70CD03-0CB7-C74B-ADCF-886EEF99FC2C}"/>
          </ac:spMkLst>
        </pc:spChg>
        <pc:spChg chg="mod">
          <ac:chgData name="Loc Huynh" userId="80c0383e323bd6ea" providerId="LiveId" clId="{6191E253-D739-6B4F-B188-AC17CCA94646}" dt="2023-10-03T13:16:04.703" v="7497" actId="13822"/>
          <ac:spMkLst>
            <pc:docMk/>
            <pc:sldMk cId="908335500" sldId="559"/>
            <ac:spMk id="26" creationId="{4308B351-EAA4-8E45-84E0-515CD6E4F1A9}"/>
          </ac:spMkLst>
        </pc:spChg>
        <pc:spChg chg="mod">
          <ac:chgData name="Loc Huynh" userId="80c0383e323bd6ea" providerId="LiveId" clId="{6191E253-D739-6B4F-B188-AC17CCA94646}" dt="2023-10-03T13:00:14.242" v="7068" actId="12789"/>
          <ac:spMkLst>
            <pc:docMk/>
            <pc:sldMk cId="908335500" sldId="559"/>
            <ac:spMk id="27" creationId="{AB9DFC89-818A-5444-BD5A-A62A26C593CB}"/>
          </ac:spMkLst>
        </pc:spChg>
        <pc:spChg chg="mod">
          <ac:chgData name="Loc Huynh" userId="80c0383e323bd6ea" providerId="LiveId" clId="{6191E253-D739-6B4F-B188-AC17CCA94646}" dt="2023-10-03T13:00:44.033" v="7076" actId="1076"/>
          <ac:spMkLst>
            <pc:docMk/>
            <pc:sldMk cId="908335500" sldId="559"/>
            <ac:spMk id="28" creationId="{FDAAC7D6-3B03-684C-965A-E2205CEF82B6}"/>
          </ac:spMkLst>
        </pc:spChg>
        <pc:grpChg chg="add mod">
          <ac:chgData name="Loc Huynh" userId="80c0383e323bd6ea" providerId="LiveId" clId="{6191E253-D739-6B4F-B188-AC17CCA94646}" dt="2023-10-03T13:00:22.639" v="7070" actId="12789"/>
          <ac:grpSpMkLst>
            <pc:docMk/>
            <pc:sldMk cId="908335500" sldId="559"/>
            <ac:grpSpMk id="14" creationId="{0271011C-2585-F25D-272E-67439FAFDF50}"/>
          </ac:grpSpMkLst>
        </pc:grpChg>
      </pc:sldChg>
      <pc:sldChg chg="addSp modSp add mod delAnim">
        <pc:chgData name="Loc Huynh" userId="80c0383e323bd6ea" providerId="LiveId" clId="{6191E253-D739-6B4F-B188-AC17CCA94646}" dt="2023-10-03T13:16:12.204" v="7498" actId="13822"/>
        <pc:sldMkLst>
          <pc:docMk/>
          <pc:sldMk cId="170851043" sldId="560"/>
        </pc:sldMkLst>
        <pc:spChg chg="mod">
          <ac:chgData name="Loc Huynh" userId="80c0383e323bd6ea" providerId="LiveId" clId="{6191E253-D739-6B4F-B188-AC17CCA94646}" dt="2023-10-03T05:54:05.911" v="15" actId="27636"/>
          <ac:spMkLst>
            <pc:docMk/>
            <pc:sldMk cId="170851043" sldId="560"/>
            <ac:spMk id="2" creationId="{2E09F558-D333-EE4F-BF8A-DD5A2AF8E8E5}"/>
          </ac:spMkLst>
        </pc:spChg>
        <pc:spChg chg="mod">
          <ac:chgData name="Loc Huynh" userId="80c0383e323bd6ea" providerId="LiveId" clId="{6191E253-D739-6B4F-B188-AC17CCA94646}" dt="2023-10-03T13:01:21.357" v="7082" actId="1076"/>
          <ac:spMkLst>
            <pc:docMk/>
            <pc:sldMk cId="170851043" sldId="560"/>
            <ac:spMk id="17" creationId="{F121E1D2-CA13-4242-9914-8F81BB55A8A5}"/>
          </ac:spMkLst>
        </pc:spChg>
        <pc:spChg chg="mod">
          <ac:chgData name="Loc Huynh" userId="80c0383e323bd6ea" providerId="LiveId" clId="{6191E253-D739-6B4F-B188-AC17CCA94646}" dt="2023-10-03T13:05:45.596" v="7126" actId="1038"/>
          <ac:spMkLst>
            <pc:docMk/>
            <pc:sldMk cId="170851043" sldId="560"/>
            <ac:spMk id="25" creationId="{DC70CD03-0CB7-C74B-ADCF-886EEF99FC2C}"/>
          </ac:spMkLst>
        </pc:spChg>
        <pc:spChg chg="mod">
          <ac:chgData name="Loc Huynh" userId="80c0383e323bd6ea" providerId="LiveId" clId="{6191E253-D739-6B4F-B188-AC17CCA94646}" dt="2023-10-03T13:16:12.204" v="7498" actId="13822"/>
          <ac:spMkLst>
            <pc:docMk/>
            <pc:sldMk cId="170851043" sldId="560"/>
            <ac:spMk id="26" creationId="{4308B351-EAA4-8E45-84E0-515CD6E4F1A9}"/>
          </ac:spMkLst>
        </pc:spChg>
        <pc:spChg chg="mod">
          <ac:chgData name="Loc Huynh" userId="80c0383e323bd6ea" providerId="LiveId" clId="{6191E253-D739-6B4F-B188-AC17CCA94646}" dt="2023-10-03T13:01:18.577" v="7081" actId="12789"/>
          <ac:spMkLst>
            <pc:docMk/>
            <pc:sldMk cId="170851043" sldId="560"/>
            <ac:spMk id="27" creationId="{AB9DFC89-818A-5444-BD5A-A62A26C593CB}"/>
          </ac:spMkLst>
        </pc:spChg>
        <pc:spChg chg="mod">
          <ac:chgData name="Loc Huynh" userId="80c0383e323bd6ea" providerId="LiveId" clId="{6191E253-D739-6B4F-B188-AC17CCA94646}" dt="2023-10-03T13:16:12.204" v="7498" actId="13822"/>
          <ac:spMkLst>
            <pc:docMk/>
            <pc:sldMk cId="170851043" sldId="560"/>
            <ac:spMk id="41" creationId="{5330C2F0-0A6C-414D-A958-EB97918114DE}"/>
          </ac:spMkLst>
        </pc:spChg>
        <pc:grpChg chg="add mod">
          <ac:chgData name="Loc Huynh" userId="80c0383e323bd6ea" providerId="LiveId" clId="{6191E253-D739-6B4F-B188-AC17CCA94646}" dt="2023-10-03T13:01:14.110" v="7080" actId="12789"/>
          <ac:grpSpMkLst>
            <pc:docMk/>
            <pc:sldMk cId="170851043" sldId="560"/>
            <ac:grpSpMk id="15" creationId="{A046A67F-7A43-1133-74FB-B9C40CF4DA0D}"/>
          </ac:grpSpMkLst>
        </pc:grpChg>
      </pc:sldChg>
      <pc:sldChg chg="addSp delSp modSp add mod delAnim modAnim">
        <pc:chgData name="Loc Huynh" userId="80c0383e323bd6ea" providerId="LiveId" clId="{6191E253-D739-6B4F-B188-AC17CCA94646}" dt="2023-10-03T13:16:23.423" v="7499" actId="13822"/>
        <pc:sldMkLst>
          <pc:docMk/>
          <pc:sldMk cId="1315952847" sldId="561"/>
        </pc:sldMkLst>
        <pc:spChg chg="mod">
          <ac:chgData name="Loc Huynh" userId="80c0383e323bd6ea" providerId="LiveId" clId="{6191E253-D739-6B4F-B188-AC17CCA94646}" dt="2023-10-03T05:54:05.971" v="16" actId="27636"/>
          <ac:spMkLst>
            <pc:docMk/>
            <pc:sldMk cId="1315952847" sldId="561"/>
            <ac:spMk id="2" creationId="{2E09F558-D333-EE4F-BF8A-DD5A2AF8E8E5}"/>
          </ac:spMkLst>
        </pc:spChg>
        <pc:spChg chg="add mod">
          <ac:chgData name="Loc Huynh" userId="80c0383e323bd6ea" providerId="LiveId" clId="{6191E253-D739-6B4F-B188-AC17CCA94646}" dt="2023-10-03T13:06:30.408" v="7131" actId="1038"/>
          <ac:spMkLst>
            <pc:docMk/>
            <pc:sldMk cId="1315952847" sldId="561"/>
            <ac:spMk id="16" creationId="{B285401F-A05B-BD1C-DD8A-FF597B9E1849}"/>
          </ac:spMkLst>
        </pc:spChg>
        <pc:spChg chg="del mod">
          <ac:chgData name="Loc Huynh" userId="80c0383e323bd6ea" providerId="LiveId" clId="{6191E253-D739-6B4F-B188-AC17CCA94646}" dt="2023-10-03T13:04:50.607" v="7118" actId="478"/>
          <ac:spMkLst>
            <pc:docMk/>
            <pc:sldMk cId="1315952847" sldId="561"/>
            <ac:spMk id="17" creationId="{F121E1D2-CA13-4242-9914-8F81BB55A8A5}"/>
          </ac:spMkLst>
        </pc:spChg>
        <pc:spChg chg="add mod">
          <ac:chgData name="Loc Huynh" userId="80c0383e323bd6ea" providerId="LiveId" clId="{6191E253-D739-6B4F-B188-AC17CCA94646}" dt="2023-10-03T13:04:51.580" v="7119"/>
          <ac:spMkLst>
            <pc:docMk/>
            <pc:sldMk cId="1315952847" sldId="561"/>
            <ac:spMk id="19" creationId="{97FE5EA6-ED00-70F7-B606-CDC993558F7F}"/>
          </ac:spMkLst>
        </pc:spChg>
        <pc:spChg chg="del mod">
          <ac:chgData name="Loc Huynh" userId="80c0383e323bd6ea" providerId="LiveId" clId="{6191E253-D739-6B4F-B188-AC17CCA94646}" dt="2023-10-03T13:04:50.607" v="7118" actId="478"/>
          <ac:spMkLst>
            <pc:docMk/>
            <pc:sldMk cId="1315952847" sldId="561"/>
            <ac:spMk id="25" creationId="{DC70CD03-0CB7-C74B-ADCF-886EEF99FC2C}"/>
          </ac:spMkLst>
        </pc:spChg>
        <pc:spChg chg="mod">
          <ac:chgData name="Loc Huynh" userId="80c0383e323bd6ea" providerId="LiveId" clId="{6191E253-D739-6B4F-B188-AC17CCA94646}" dt="2023-10-03T13:16:23.423" v="7499" actId="13822"/>
          <ac:spMkLst>
            <pc:docMk/>
            <pc:sldMk cId="1315952847" sldId="561"/>
            <ac:spMk id="26" creationId="{4308B351-EAA4-8E45-84E0-515CD6E4F1A9}"/>
          </ac:spMkLst>
        </pc:spChg>
        <pc:spChg chg="mod">
          <ac:chgData name="Loc Huynh" userId="80c0383e323bd6ea" providerId="LiveId" clId="{6191E253-D739-6B4F-B188-AC17CCA94646}" dt="2023-10-03T13:02:00.695" v="7086" actId="12789"/>
          <ac:spMkLst>
            <pc:docMk/>
            <pc:sldMk cId="1315952847" sldId="561"/>
            <ac:spMk id="27" creationId="{AB9DFC89-818A-5444-BD5A-A62A26C593CB}"/>
          </ac:spMkLst>
        </pc:spChg>
        <pc:spChg chg="mod">
          <ac:chgData name="Loc Huynh" userId="80c0383e323bd6ea" providerId="LiveId" clId="{6191E253-D739-6B4F-B188-AC17CCA94646}" dt="2023-10-03T13:16:23.423" v="7499" actId="13822"/>
          <ac:spMkLst>
            <pc:docMk/>
            <pc:sldMk cId="1315952847" sldId="561"/>
            <ac:spMk id="41" creationId="{5330C2F0-0A6C-414D-A958-EB97918114DE}"/>
          </ac:spMkLst>
        </pc:spChg>
        <pc:grpChg chg="add mod">
          <ac:chgData name="Loc Huynh" userId="80c0383e323bd6ea" providerId="LiveId" clId="{6191E253-D739-6B4F-B188-AC17CCA94646}" dt="2023-10-03T13:01:56.990" v="7085" actId="12789"/>
          <ac:grpSpMkLst>
            <pc:docMk/>
            <pc:sldMk cId="1315952847" sldId="561"/>
            <ac:grpSpMk id="15" creationId="{466018CD-240D-B2D0-1917-50F9305F9222}"/>
          </ac:grpSpMkLst>
        </pc:grpChg>
      </pc:sldChg>
      <pc:sldChg chg="addSp modSp add mod delAnim">
        <pc:chgData name="Loc Huynh" userId="80c0383e323bd6ea" providerId="LiveId" clId="{6191E253-D739-6B4F-B188-AC17CCA94646}" dt="2023-10-03T13:16:33.486" v="7500" actId="13822"/>
        <pc:sldMkLst>
          <pc:docMk/>
          <pc:sldMk cId="1431341833" sldId="562"/>
        </pc:sldMkLst>
        <pc:spChg chg="mod">
          <ac:chgData name="Loc Huynh" userId="80c0383e323bd6ea" providerId="LiveId" clId="{6191E253-D739-6B4F-B188-AC17CCA94646}" dt="2023-10-03T05:54:05.977" v="17" actId="27636"/>
          <ac:spMkLst>
            <pc:docMk/>
            <pc:sldMk cId="1431341833" sldId="562"/>
            <ac:spMk id="2" creationId="{2E09F558-D333-EE4F-BF8A-DD5A2AF8E8E5}"/>
          </ac:spMkLst>
        </pc:spChg>
        <pc:spChg chg="mod">
          <ac:chgData name="Loc Huynh" userId="80c0383e323bd6ea" providerId="LiveId" clId="{6191E253-D739-6B4F-B188-AC17CCA94646}" dt="2023-10-03T13:02:27.177" v="7091" actId="1076"/>
          <ac:spMkLst>
            <pc:docMk/>
            <pc:sldMk cId="1431341833" sldId="562"/>
            <ac:spMk id="17" creationId="{F121E1D2-CA13-4242-9914-8F81BB55A8A5}"/>
          </ac:spMkLst>
        </pc:spChg>
        <pc:spChg chg="mod">
          <ac:chgData name="Loc Huynh" userId="80c0383e323bd6ea" providerId="LiveId" clId="{6191E253-D739-6B4F-B188-AC17CCA94646}" dt="2023-10-03T13:02:23.637" v="7090" actId="1076"/>
          <ac:spMkLst>
            <pc:docMk/>
            <pc:sldMk cId="1431341833" sldId="562"/>
            <ac:spMk id="25" creationId="{DC70CD03-0CB7-C74B-ADCF-886EEF99FC2C}"/>
          </ac:spMkLst>
        </pc:spChg>
        <pc:spChg chg="mod">
          <ac:chgData name="Loc Huynh" userId="80c0383e323bd6ea" providerId="LiveId" clId="{6191E253-D739-6B4F-B188-AC17CCA94646}" dt="2023-10-03T13:16:33.486" v="7500" actId="13822"/>
          <ac:spMkLst>
            <pc:docMk/>
            <pc:sldMk cId="1431341833" sldId="562"/>
            <ac:spMk id="26" creationId="{4308B351-EAA4-8E45-84E0-515CD6E4F1A9}"/>
          </ac:spMkLst>
        </pc:spChg>
        <pc:spChg chg="mod">
          <ac:chgData name="Loc Huynh" userId="80c0383e323bd6ea" providerId="LiveId" clId="{6191E253-D739-6B4F-B188-AC17CCA94646}" dt="2023-10-03T13:02:20.266" v="7089" actId="12789"/>
          <ac:spMkLst>
            <pc:docMk/>
            <pc:sldMk cId="1431341833" sldId="562"/>
            <ac:spMk id="27" creationId="{AB9DFC89-818A-5444-BD5A-A62A26C593CB}"/>
          </ac:spMkLst>
        </pc:spChg>
        <pc:spChg chg="mod">
          <ac:chgData name="Loc Huynh" userId="80c0383e323bd6ea" providerId="LiveId" clId="{6191E253-D739-6B4F-B188-AC17CCA94646}" dt="2023-10-03T13:16:33.486" v="7500" actId="13822"/>
          <ac:spMkLst>
            <pc:docMk/>
            <pc:sldMk cId="1431341833" sldId="562"/>
            <ac:spMk id="41" creationId="{5330C2F0-0A6C-414D-A958-EB97918114DE}"/>
          </ac:spMkLst>
        </pc:spChg>
        <pc:grpChg chg="add mod">
          <ac:chgData name="Loc Huynh" userId="80c0383e323bd6ea" providerId="LiveId" clId="{6191E253-D739-6B4F-B188-AC17CCA94646}" dt="2023-10-03T13:02:40.832" v="7093" actId="12789"/>
          <ac:grpSpMkLst>
            <pc:docMk/>
            <pc:sldMk cId="1431341833" sldId="562"/>
            <ac:grpSpMk id="15" creationId="{9544D010-895C-190F-15A4-2259D4B12748}"/>
          </ac:grpSpMkLst>
        </pc:grpChg>
      </pc:sldChg>
      <pc:sldChg chg="addSp modSp add mod">
        <pc:chgData name="Loc Huynh" userId="80c0383e323bd6ea" providerId="LiveId" clId="{6191E253-D739-6B4F-B188-AC17CCA94646}" dt="2023-10-03T13:16:47.183" v="7502" actId="13822"/>
        <pc:sldMkLst>
          <pc:docMk/>
          <pc:sldMk cId="3207413004" sldId="563"/>
        </pc:sldMkLst>
        <pc:spChg chg="mod">
          <ac:chgData name="Loc Huynh" userId="80c0383e323bd6ea" providerId="LiveId" clId="{6191E253-D739-6B4F-B188-AC17CCA94646}" dt="2023-10-03T05:54:06.025" v="19" actId="27636"/>
          <ac:spMkLst>
            <pc:docMk/>
            <pc:sldMk cId="3207413004" sldId="563"/>
            <ac:spMk id="2" creationId="{2E09F558-D333-EE4F-BF8A-DD5A2AF8E8E5}"/>
          </ac:spMkLst>
        </pc:spChg>
        <pc:spChg chg="mod">
          <ac:chgData name="Loc Huynh" userId="80c0383e323bd6ea" providerId="LiveId" clId="{6191E253-D739-6B4F-B188-AC17CCA94646}" dt="2023-10-03T13:03:53.622" v="7110" actId="1076"/>
          <ac:spMkLst>
            <pc:docMk/>
            <pc:sldMk cId="3207413004" sldId="563"/>
            <ac:spMk id="25" creationId="{DC70CD03-0CB7-C74B-ADCF-886EEF99FC2C}"/>
          </ac:spMkLst>
        </pc:spChg>
        <pc:spChg chg="mod">
          <ac:chgData name="Loc Huynh" userId="80c0383e323bd6ea" providerId="LiveId" clId="{6191E253-D739-6B4F-B188-AC17CCA94646}" dt="2023-10-03T13:16:47.183" v="7502" actId="13822"/>
          <ac:spMkLst>
            <pc:docMk/>
            <pc:sldMk cId="3207413004" sldId="563"/>
            <ac:spMk id="26" creationId="{4308B351-EAA4-8E45-84E0-515CD6E4F1A9}"/>
          </ac:spMkLst>
        </pc:spChg>
        <pc:spChg chg="mod">
          <ac:chgData name="Loc Huynh" userId="80c0383e323bd6ea" providerId="LiveId" clId="{6191E253-D739-6B4F-B188-AC17CCA94646}" dt="2023-10-03T13:03:40.744" v="7107" actId="12789"/>
          <ac:spMkLst>
            <pc:docMk/>
            <pc:sldMk cId="3207413004" sldId="563"/>
            <ac:spMk id="27" creationId="{AB9DFC89-818A-5444-BD5A-A62A26C593CB}"/>
          </ac:spMkLst>
        </pc:spChg>
        <pc:spChg chg="mod">
          <ac:chgData name="Loc Huynh" userId="80c0383e323bd6ea" providerId="LiveId" clId="{6191E253-D739-6B4F-B188-AC17CCA94646}" dt="2023-10-03T13:04:13.678" v="7117" actId="14100"/>
          <ac:spMkLst>
            <pc:docMk/>
            <pc:sldMk cId="3207413004" sldId="563"/>
            <ac:spMk id="28" creationId="{FDAAC7D6-3B03-684C-965A-E2205CEF82B6}"/>
          </ac:spMkLst>
        </pc:spChg>
        <pc:grpChg chg="add mod">
          <ac:chgData name="Loc Huynh" userId="80c0383e323bd6ea" providerId="LiveId" clId="{6191E253-D739-6B4F-B188-AC17CCA94646}" dt="2023-10-03T13:03:43.961" v="7108" actId="12789"/>
          <ac:grpSpMkLst>
            <pc:docMk/>
            <pc:sldMk cId="3207413004" sldId="563"/>
            <ac:grpSpMk id="15" creationId="{7D6F61C0-6A08-6FB9-F98A-EDBCEA48F93F}"/>
          </ac:grpSpMkLst>
        </pc:grpChg>
      </pc:sldChg>
      <pc:sldChg chg="modSp add mod">
        <pc:chgData name="Loc Huynh" userId="80c0383e323bd6ea" providerId="LiveId" clId="{6191E253-D739-6B4F-B188-AC17CCA94646}" dt="2023-10-03T13:10:20.890" v="7223" actId="20577"/>
        <pc:sldMkLst>
          <pc:docMk/>
          <pc:sldMk cId="1409185922" sldId="564"/>
        </pc:sldMkLst>
        <pc:spChg chg="mod">
          <ac:chgData name="Loc Huynh" userId="80c0383e323bd6ea" providerId="LiveId" clId="{6191E253-D739-6B4F-B188-AC17CCA94646}" dt="2023-10-03T11:25:46.458" v="6382" actId="20577"/>
          <ac:spMkLst>
            <pc:docMk/>
            <pc:sldMk cId="1409185922" sldId="564"/>
            <ac:spMk id="2" creationId="{2E09F558-D333-EE4F-BF8A-DD5A2AF8E8E5}"/>
          </ac:spMkLst>
        </pc:spChg>
        <pc:spChg chg="mod">
          <ac:chgData name="Loc Huynh" userId="80c0383e323bd6ea" providerId="LiveId" clId="{6191E253-D739-6B4F-B188-AC17CCA94646}" dt="2023-10-03T13:10:20.890" v="7223" actId="20577"/>
          <ac:spMkLst>
            <pc:docMk/>
            <pc:sldMk cId="1409185922" sldId="564"/>
            <ac:spMk id="3" creationId="{46E931EB-84F8-664B-A670-FCDDEF319EBC}"/>
          </ac:spMkLst>
        </pc:spChg>
      </pc:sldChg>
      <pc:sldChg chg="addSp modSp add mod">
        <pc:chgData name="Loc Huynh" userId="80c0383e323bd6ea" providerId="LiveId" clId="{6191E253-D739-6B4F-B188-AC17CCA94646}" dt="2023-10-03T13:17:53.636" v="7515" actId="207"/>
        <pc:sldMkLst>
          <pc:docMk/>
          <pc:sldMk cId="3811112677" sldId="565"/>
        </pc:sldMkLst>
        <pc:spChg chg="mod">
          <ac:chgData name="Loc Huynh" userId="80c0383e323bd6ea" providerId="LiveId" clId="{6191E253-D739-6B4F-B188-AC17CCA94646}" dt="2023-10-03T11:26:16.114" v="6383"/>
          <ac:spMkLst>
            <pc:docMk/>
            <pc:sldMk cId="3811112677" sldId="565"/>
            <ac:spMk id="2" creationId="{2E09F558-D333-EE4F-BF8A-DD5A2AF8E8E5}"/>
          </ac:spMkLst>
        </pc:spChg>
        <pc:spChg chg="mod">
          <ac:chgData name="Loc Huynh" userId="80c0383e323bd6ea" providerId="LiveId" clId="{6191E253-D739-6B4F-B188-AC17CCA94646}" dt="2023-10-03T13:13:03.948" v="7319" actId="1035"/>
          <ac:spMkLst>
            <pc:docMk/>
            <pc:sldMk cId="3811112677" sldId="565"/>
            <ac:spMk id="17" creationId="{F121E1D2-CA13-4242-9914-8F81BB55A8A5}"/>
          </ac:spMkLst>
        </pc:spChg>
        <pc:spChg chg="mod">
          <ac:chgData name="Loc Huynh" userId="80c0383e323bd6ea" providerId="LiveId" clId="{6191E253-D739-6B4F-B188-AC17CCA94646}" dt="2023-10-03T13:11:12.472" v="7235" actId="1035"/>
          <ac:spMkLst>
            <pc:docMk/>
            <pc:sldMk cId="3811112677" sldId="565"/>
            <ac:spMk id="25" creationId="{DC70CD03-0CB7-C74B-ADCF-886EEF99FC2C}"/>
          </ac:spMkLst>
        </pc:spChg>
        <pc:spChg chg="mod">
          <ac:chgData name="Loc Huynh" userId="80c0383e323bd6ea" providerId="LiveId" clId="{6191E253-D739-6B4F-B188-AC17CCA94646}" dt="2023-10-03T13:16:54.964" v="7503" actId="13822"/>
          <ac:spMkLst>
            <pc:docMk/>
            <pc:sldMk cId="3811112677" sldId="565"/>
            <ac:spMk id="26" creationId="{4308B351-EAA4-8E45-84E0-515CD6E4F1A9}"/>
          </ac:spMkLst>
        </pc:spChg>
        <pc:spChg chg="mod">
          <ac:chgData name="Loc Huynh" userId="80c0383e323bd6ea" providerId="LiveId" clId="{6191E253-D739-6B4F-B188-AC17CCA94646}" dt="2023-10-03T13:17:53.636" v="7515" actId="207"/>
          <ac:spMkLst>
            <pc:docMk/>
            <pc:sldMk cId="3811112677" sldId="565"/>
            <ac:spMk id="27" creationId="{AB9DFC89-818A-5444-BD5A-A62A26C593CB}"/>
          </ac:spMkLst>
        </pc:spChg>
        <pc:spChg chg="mod">
          <ac:chgData name="Loc Huynh" userId="80c0383e323bd6ea" providerId="LiveId" clId="{6191E253-D739-6B4F-B188-AC17CCA94646}" dt="2023-10-03T13:16:54.964" v="7503" actId="13822"/>
          <ac:spMkLst>
            <pc:docMk/>
            <pc:sldMk cId="3811112677" sldId="565"/>
            <ac:spMk id="41" creationId="{5330C2F0-0A6C-414D-A958-EB97918114DE}"/>
          </ac:spMkLst>
        </pc:spChg>
        <pc:spChg chg="mod">
          <ac:chgData name="Loc Huynh" userId="80c0383e323bd6ea" providerId="LiveId" clId="{6191E253-D739-6B4F-B188-AC17CCA94646}" dt="2023-10-03T13:12:15.680" v="7267" actId="1076"/>
          <ac:spMkLst>
            <pc:docMk/>
            <pc:sldMk cId="3811112677" sldId="565"/>
            <ac:spMk id="48" creationId="{72CE4937-1015-4347-940A-A6BAB855836B}"/>
          </ac:spMkLst>
        </pc:spChg>
        <pc:grpChg chg="add mod">
          <ac:chgData name="Loc Huynh" userId="80c0383e323bd6ea" providerId="LiveId" clId="{6191E253-D739-6B4F-B188-AC17CCA94646}" dt="2023-10-03T13:11:00.691" v="7226" actId="12789"/>
          <ac:grpSpMkLst>
            <pc:docMk/>
            <pc:sldMk cId="3811112677" sldId="565"/>
            <ac:grpSpMk id="15" creationId="{EC790219-1C4B-A5D8-AE2A-9BF808DD3B9D}"/>
          </ac:grpSpMkLst>
        </pc:grpChg>
      </pc:sldChg>
      <pc:sldChg chg="addSp modSp add mod delAnim">
        <pc:chgData name="Loc Huynh" userId="80c0383e323bd6ea" providerId="LiveId" clId="{6191E253-D739-6B4F-B188-AC17CCA94646}" dt="2023-10-03T13:17:47.458" v="7514" actId="207"/>
        <pc:sldMkLst>
          <pc:docMk/>
          <pc:sldMk cId="2906082604" sldId="566"/>
        </pc:sldMkLst>
        <pc:spChg chg="mod">
          <ac:chgData name="Loc Huynh" userId="80c0383e323bd6ea" providerId="LiveId" clId="{6191E253-D739-6B4F-B188-AC17CCA94646}" dt="2023-10-03T11:26:23.238" v="6384"/>
          <ac:spMkLst>
            <pc:docMk/>
            <pc:sldMk cId="2906082604" sldId="566"/>
            <ac:spMk id="2" creationId="{2E09F558-D333-EE4F-BF8A-DD5A2AF8E8E5}"/>
          </ac:spMkLst>
        </pc:spChg>
        <pc:spChg chg="mod">
          <ac:chgData name="Loc Huynh" userId="80c0383e323bd6ea" providerId="LiveId" clId="{6191E253-D739-6B4F-B188-AC17CCA94646}" dt="2023-10-03T13:12:48.379" v="7316" actId="1036"/>
          <ac:spMkLst>
            <pc:docMk/>
            <pc:sldMk cId="2906082604" sldId="566"/>
            <ac:spMk id="17" creationId="{F121E1D2-CA13-4242-9914-8F81BB55A8A5}"/>
          </ac:spMkLst>
        </pc:spChg>
        <pc:spChg chg="mod">
          <ac:chgData name="Loc Huynh" userId="80c0383e323bd6ea" providerId="LiveId" clId="{6191E253-D739-6B4F-B188-AC17CCA94646}" dt="2023-10-03T13:17:04.956" v="7504" actId="13822"/>
          <ac:spMkLst>
            <pc:docMk/>
            <pc:sldMk cId="2906082604" sldId="566"/>
            <ac:spMk id="26" creationId="{4308B351-EAA4-8E45-84E0-515CD6E4F1A9}"/>
          </ac:spMkLst>
        </pc:spChg>
        <pc:spChg chg="mod">
          <ac:chgData name="Loc Huynh" userId="80c0383e323bd6ea" providerId="LiveId" clId="{6191E253-D739-6B4F-B188-AC17CCA94646}" dt="2023-10-03T13:17:47.458" v="7514" actId="207"/>
          <ac:spMkLst>
            <pc:docMk/>
            <pc:sldMk cId="2906082604" sldId="566"/>
            <ac:spMk id="27" creationId="{AB9DFC89-818A-5444-BD5A-A62A26C593CB}"/>
          </ac:spMkLst>
        </pc:spChg>
        <pc:spChg chg="mod">
          <ac:chgData name="Loc Huynh" userId="80c0383e323bd6ea" providerId="LiveId" clId="{6191E253-D739-6B4F-B188-AC17CCA94646}" dt="2023-10-03T13:13:18.527" v="7353" actId="1036"/>
          <ac:spMkLst>
            <pc:docMk/>
            <pc:sldMk cId="2906082604" sldId="566"/>
            <ac:spMk id="36" creationId="{15698DBF-9742-1D4B-92F7-C164613764E4}"/>
          </ac:spMkLst>
        </pc:spChg>
        <pc:spChg chg="mod">
          <ac:chgData name="Loc Huynh" userId="80c0383e323bd6ea" providerId="LiveId" clId="{6191E253-D739-6B4F-B188-AC17CCA94646}" dt="2023-10-03T13:17:04.956" v="7504" actId="13822"/>
          <ac:spMkLst>
            <pc:docMk/>
            <pc:sldMk cId="2906082604" sldId="566"/>
            <ac:spMk id="41" creationId="{5330C2F0-0A6C-414D-A958-EB97918114DE}"/>
          </ac:spMkLst>
        </pc:spChg>
        <pc:grpChg chg="add mod">
          <ac:chgData name="Loc Huynh" userId="80c0383e323bd6ea" providerId="LiveId" clId="{6191E253-D739-6B4F-B188-AC17CCA94646}" dt="2023-10-03T13:13:43.564" v="7355" actId="12789"/>
          <ac:grpSpMkLst>
            <pc:docMk/>
            <pc:sldMk cId="2906082604" sldId="566"/>
            <ac:grpSpMk id="15" creationId="{A93E9682-D105-6172-BDB0-68D14204B214}"/>
          </ac:grpSpMkLst>
        </pc:grpChg>
      </pc:sldChg>
      <pc:sldChg chg="addSp modSp add mod">
        <pc:chgData name="Loc Huynh" userId="80c0383e323bd6ea" providerId="LiveId" clId="{6191E253-D739-6B4F-B188-AC17CCA94646}" dt="2023-10-03T13:17:58.600" v="7516" actId="207"/>
        <pc:sldMkLst>
          <pc:docMk/>
          <pc:sldMk cId="1562903317" sldId="567"/>
        </pc:sldMkLst>
        <pc:spChg chg="mod">
          <ac:chgData name="Loc Huynh" userId="80c0383e323bd6ea" providerId="LiveId" clId="{6191E253-D739-6B4F-B188-AC17CCA94646}" dt="2023-10-03T11:26:26.203" v="6385"/>
          <ac:spMkLst>
            <pc:docMk/>
            <pc:sldMk cId="1562903317" sldId="567"/>
            <ac:spMk id="2" creationId="{2E09F558-D333-EE4F-BF8A-DD5A2AF8E8E5}"/>
          </ac:spMkLst>
        </pc:spChg>
        <pc:spChg chg="mod">
          <ac:chgData name="Loc Huynh" userId="80c0383e323bd6ea" providerId="LiveId" clId="{6191E253-D739-6B4F-B188-AC17CCA94646}" dt="2023-10-03T13:14:42.370" v="7454" actId="1036"/>
          <ac:spMkLst>
            <pc:docMk/>
            <pc:sldMk cId="1562903317" sldId="567"/>
            <ac:spMk id="17" creationId="{F121E1D2-CA13-4242-9914-8F81BB55A8A5}"/>
          </ac:spMkLst>
        </pc:spChg>
        <pc:spChg chg="mod">
          <ac:chgData name="Loc Huynh" userId="80c0383e323bd6ea" providerId="LiveId" clId="{6191E253-D739-6B4F-B188-AC17CCA94646}" dt="2023-10-03T13:17:11.663" v="7505" actId="13822"/>
          <ac:spMkLst>
            <pc:docMk/>
            <pc:sldMk cId="1562903317" sldId="567"/>
            <ac:spMk id="26" creationId="{4308B351-EAA4-8E45-84E0-515CD6E4F1A9}"/>
          </ac:spMkLst>
        </pc:spChg>
        <pc:spChg chg="mod">
          <ac:chgData name="Loc Huynh" userId="80c0383e323bd6ea" providerId="LiveId" clId="{6191E253-D739-6B4F-B188-AC17CCA94646}" dt="2023-10-03T13:17:58.600" v="7516" actId="207"/>
          <ac:spMkLst>
            <pc:docMk/>
            <pc:sldMk cId="1562903317" sldId="567"/>
            <ac:spMk id="27" creationId="{AB9DFC89-818A-5444-BD5A-A62A26C593CB}"/>
          </ac:spMkLst>
        </pc:spChg>
        <pc:spChg chg="mod">
          <ac:chgData name="Loc Huynh" userId="80c0383e323bd6ea" providerId="LiveId" clId="{6191E253-D739-6B4F-B188-AC17CCA94646}" dt="2023-10-03T13:17:11.663" v="7505" actId="13822"/>
          <ac:spMkLst>
            <pc:docMk/>
            <pc:sldMk cId="1562903317" sldId="567"/>
            <ac:spMk id="41" creationId="{5330C2F0-0A6C-414D-A958-EB97918114DE}"/>
          </ac:spMkLst>
        </pc:spChg>
        <pc:spChg chg="mod">
          <ac:chgData name="Loc Huynh" userId="80c0383e323bd6ea" providerId="LiveId" clId="{6191E253-D739-6B4F-B188-AC17CCA94646}" dt="2023-10-03T13:14:19.819" v="7404" actId="1035"/>
          <ac:spMkLst>
            <pc:docMk/>
            <pc:sldMk cId="1562903317" sldId="567"/>
            <ac:spMk id="44" creationId="{FF884B2E-ED90-6D4E-B95C-35DB976AC781}"/>
          </ac:spMkLst>
        </pc:spChg>
        <pc:spChg chg="mod">
          <ac:chgData name="Loc Huynh" userId="80c0383e323bd6ea" providerId="LiveId" clId="{6191E253-D739-6B4F-B188-AC17CCA94646}" dt="2023-10-03T13:14:19.819" v="7404" actId="1035"/>
          <ac:spMkLst>
            <pc:docMk/>
            <pc:sldMk cId="1562903317" sldId="567"/>
            <ac:spMk id="45" creationId="{151E98CF-B4E9-0A45-B6D5-7AEAEB0EEA0E}"/>
          </ac:spMkLst>
        </pc:spChg>
        <pc:grpChg chg="add mod">
          <ac:chgData name="Loc Huynh" userId="80c0383e323bd6ea" providerId="LiveId" clId="{6191E253-D739-6B4F-B188-AC17CCA94646}" dt="2023-10-03T13:13:59.262" v="7357" actId="12789"/>
          <ac:grpSpMkLst>
            <pc:docMk/>
            <pc:sldMk cId="1562903317" sldId="567"/>
            <ac:grpSpMk id="15" creationId="{80F94B58-DC61-0F7B-EC68-C7EEA0C80F4E}"/>
          </ac:grpSpMkLst>
        </pc:grpChg>
      </pc:sldChg>
      <pc:sldChg chg="addSp modSp add mod">
        <pc:chgData name="Loc Huynh" userId="80c0383e323bd6ea" providerId="LiveId" clId="{6191E253-D739-6B4F-B188-AC17CCA94646}" dt="2023-10-03T13:18:06.458" v="7517" actId="207"/>
        <pc:sldMkLst>
          <pc:docMk/>
          <pc:sldMk cId="1443472809" sldId="568"/>
        </pc:sldMkLst>
        <pc:spChg chg="mod">
          <ac:chgData name="Loc Huynh" userId="80c0383e323bd6ea" providerId="LiveId" clId="{6191E253-D739-6B4F-B188-AC17CCA94646}" dt="2023-10-03T11:26:30.418" v="6386"/>
          <ac:spMkLst>
            <pc:docMk/>
            <pc:sldMk cId="1443472809" sldId="568"/>
            <ac:spMk id="2" creationId="{2E09F558-D333-EE4F-BF8A-DD5A2AF8E8E5}"/>
          </ac:spMkLst>
        </pc:spChg>
        <pc:spChg chg="mod">
          <ac:chgData name="Loc Huynh" userId="80c0383e323bd6ea" providerId="LiveId" clId="{6191E253-D739-6B4F-B188-AC17CCA94646}" dt="2023-10-03T13:15:15.704" v="7491" actId="1035"/>
          <ac:spMkLst>
            <pc:docMk/>
            <pc:sldMk cId="1443472809" sldId="568"/>
            <ac:spMk id="17" creationId="{F121E1D2-CA13-4242-9914-8F81BB55A8A5}"/>
          </ac:spMkLst>
        </pc:spChg>
        <pc:spChg chg="mod">
          <ac:chgData name="Loc Huynh" userId="80c0383e323bd6ea" providerId="LiveId" clId="{6191E253-D739-6B4F-B188-AC17CCA94646}" dt="2023-10-03T13:17:20.018" v="7506" actId="13822"/>
          <ac:spMkLst>
            <pc:docMk/>
            <pc:sldMk cId="1443472809" sldId="568"/>
            <ac:spMk id="26" creationId="{4308B351-EAA4-8E45-84E0-515CD6E4F1A9}"/>
          </ac:spMkLst>
        </pc:spChg>
        <pc:spChg chg="mod">
          <ac:chgData name="Loc Huynh" userId="80c0383e323bd6ea" providerId="LiveId" clId="{6191E253-D739-6B4F-B188-AC17CCA94646}" dt="2023-10-03T13:18:06.458" v="7517" actId="207"/>
          <ac:spMkLst>
            <pc:docMk/>
            <pc:sldMk cId="1443472809" sldId="568"/>
            <ac:spMk id="27" creationId="{AB9DFC89-818A-5444-BD5A-A62A26C593CB}"/>
          </ac:spMkLst>
        </pc:spChg>
        <pc:spChg chg="mod">
          <ac:chgData name="Loc Huynh" userId="80c0383e323bd6ea" providerId="LiveId" clId="{6191E253-D739-6B4F-B188-AC17CCA94646}" dt="2023-10-03T13:15:15.704" v="7491" actId="1035"/>
          <ac:spMkLst>
            <pc:docMk/>
            <pc:sldMk cId="1443472809" sldId="568"/>
            <ac:spMk id="35" creationId="{B0057DD5-D144-734E-9250-E448267E7366}"/>
          </ac:spMkLst>
        </pc:spChg>
        <pc:spChg chg="mod">
          <ac:chgData name="Loc Huynh" userId="80c0383e323bd6ea" providerId="LiveId" clId="{6191E253-D739-6B4F-B188-AC17CCA94646}" dt="2023-10-03T13:17:38.557" v="7513" actId="14100"/>
          <ac:spMkLst>
            <pc:docMk/>
            <pc:sldMk cId="1443472809" sldId="568"/>
            <ac:spMk id="39" creationId="{B56695E6-65D9-6040-A984-E891EE2A875C}"/>
          </ac:spMkLst>
        </pc:spChg>
        <pc:spChg chg="mod">
          <ac:chgData name="Loc Huynh" userId="80c0383e323bd6ea" providerId="LiveId" clId="{6191E253-D739-6B4F-B188-AC17CCA94646}" dt="2023-10-03T13:17:20.018" v="7506" actId="13822"/>
          <ac:spMkLst>
            <pc:docMk/>
            <pc:sldMk cId="1443472809" sldId="568"/>
            <ac:spMk id="41" creationId="{5330C2F0-0A6C-414D-A958-EB97918114DE}"/>
          </ac:spMkLst>
        </pc:spChg>
        <pc:grpChg chg="add mod">
          <ac:chgData name="Loc Huynh" userId="80c0383e323bd6ea" providerId="LiveId" clId="{6191E253-D739-6B4F-B188-AC17CCA94646}" dt="2023-10-03T13:15:00.544" v="7458" actId="12789"/>
          <ac:grpSpMkLst>
            <pc:docMk/>
            <pc:sldMk cId="1443472809" sldId="568"/>
            <ac:grpSpMk id="15" creationId="{3D733511-BED8-01B7-3FEA-9710D13E2DF6}"/>
          </ac:grpSpMkLst>
        </pc:grpChg>
      </pc:sldChg>
      <pc:sldChg chg="modSp add mod chgLayout">
        <pc:chgData name="Loc Huynh" userId="80c0383e323bd6ea" providerId="LiveId" clId="{6191E253-D739-6B4F-B188-AC17CCA94646}" dt="2023-10-03T12:02:26.957" v="6618" actId="207"/>
        <pc:sldMkLst>
          <pc:docMk/>
          <pc:sldMk cId="1833287283" sldId="569"/>
        </pc:sldMkLst>
        <pc:spChg chg="mod ord">
          <ac:chgData name="Loc Huynh" userId="80c0383e323bd6ea" providerId="LiveId" clId="{6191E253-D739-6B4F-B188-AC17CCA94646}" dt="2023-10-03T12:00:39.146" v="6556" actId="700"/>
          <ac:spMkLst>
            <pc:docMk/>
            <pc:sldMk cId="1833287283" sldId="569"/>
            <ac:spMk id="2" creationId="{D9B8DF27-EF63-4E48-915F-3280E837FFEC}"/>
          </ac:spMkLst>
        </pc:spChg>
        <pc:spChg chg="mod ord">
          <ac:chgData name="Loc Huynh" userId="80c0383e323bd6ea" providerId="LiveId" clId="{6191E253-D739-6B4F-B188-AC17CCA94646}" dt="2023-10-03T12:01:26.191" v="6609" actId="1035"/>
          <ac:spMkLst>
            <pc:docMk/>
            <pc:sldMk cId="1833287283" sldId="569"/>
            <ac:spMk id="3" creationId="{311433EB-F56F-004D-8367-D17259BE19FA}"/>
          </ac:spMkLst>
        </pc:spChg>
        <pc:spChg chg="mod ord">
          <ac:chgData name="Loc Huynh" userId="80c0383e323bd6ea" providerId="LiveId" clId="{6191E253-D739-6B4F-B188-AC17CCA94646}" dt="2023-10-03T12:00:39.146" v="6556" actId="700"/>
          <ac:spMkLst>
            <pc:docMk/>
            <pc:sldMk cId="1833287283" sldId="569"/>
            <ac:spMk id="4" creationId="{569B6A24-CA45-2A47-B40D-45E44A591A4D}"/>
          </ac:spMkLst>
        </pc:spChg>
        <pc:spChg chg="mod ord">
          <ac:chgData name="Loc Huynh" userId="80c0383e323bd6ea" providerId="LiveId" clId="{6191E253-D739-6B4F-B188-AC17CCA94646}" dt="2023-10-03T12:00:39.146" v="6556" actId="700"/>
          <ac:spMkLst>
            <pc:docMk/>
            <pc:sldMk cId="1833287283" sldId="569"/>
            <ac:spMk id="5" creationId="{CF2E07B3-1D0D-134E-938C-59A574F5C690}"/>
          </ac:spMkLst>
        </pc:spChg>
        <pc:spChg chg="mod ord">
          <ac:chgData name="Loc Huynh" userId="80c0383e323bd6ea" providerId="LiveId" clId="{6191E253-D739-6B4F-B188-AC17CCA94646}" dt="2023-10-03T12:01:26.191" v="6609" actId="1035"/>
          <ac:spMkLst>
            <pc:docMk/>
            <pc:sldMk cId="1833287283" sldId="569"/>
            <ac:spMk id="6" creationId="{7E549366-4659-CD43-B548-175F7744BD8E}"/>
          </ac:spMkLst>
        </pc:spChg>
        <pc:spChg chg="mod ord">
          <ac:chgData name="Loc Huynh" userId="80c0383e323bd6ea" providerId="LiveId" clId="{6191E253-D739-6B4F-B188-AC17CCA94646}" dt="2023-10-03T12:02:05.446" v="6615" actId="207"/>
          <ac:spMkLst>
            <pc:docMk/>
            <pc:sldMk cId="1833287283" sldId="569"/>
            <ac:spMk id="7" creationId="{E31700ED-4536-C046-A30F-C18BBBF28C28}"/>
          </ac:spMkLst>
        </pc:spChg>
        <pc:spChg chg="mod ord">
          <ac:chgData name="Loc Huynh" userId="80c0383e323bd6ea" providerId="LiveId" clId="{6191E253-D739-6B4F-B188-AC17CCA94646}" dt="2023-10-03T12:02:26.957" v="6618" actId="207"/>
          <ac:spMkLst>
            <pc:docMk/>
            <pc:sldMk cId="1833287283" sldId="569"/>
            <ac:spMk id="8" creationId="{6712F00C-A5F0-1C40-90EC-5FD184A109AB}"/>
          </ac:spMkLst>
        </pc:spChg>
        <pc:spChg chg="mod">
          <ac:chgData name="Loc Huynh" userId="80c0383e323bd6ea" providerId="LiveId" clId="{6191E253-D739-6B4F-B188-AC17CCA94646}" dt="2023-10-03T12:00:21.805" v="6553" actId="13822"/>
          <ac:spMkLst>
            <pc:docMk/>
            <pc:sldMk cId="1833287283" sldId="569"/>
            <ac:spMk id="9" creationId="{575F541A-85C3-2E48-8129-0F48734C46D3}"/>
          </ac:spMkLst>
        </pc:spChg>
        <pc:spChg chg="mod">
          <ac:chgData name="Loc Huynh" userId="80c0383e323bd6ea" providerId="LiveId" clId="{6191E253-D739-6B4F-B188-AC17CCA94646}" dt="2023-10-03T12:00:18.265" v="6552" actId="13822"/>
          <ac:spMkLst>
            <pc:docMk/>
            <pc:sldMk cId="1833287283" sldId="569"/>
            <ac:spMk id="10" creationId="{3C824AB6-1B16-7341-BEFB-8A845B2DC76A}"/>
          </ac:spMkLst>
        </pc:spChg>
        <pc:spChg chg="mod">
          <ac:chgData name="Loc Huynh" userId="80c0383e323bd6ea" providerId="LiveId" clId="{6191E253-D739-6B4F-B188-AC17CCA94646}" dt="2023-10-03T12:01:47.219" v="6613" actId="14100"/>
          <ac:spMkLst>
            <pc:docMk/>
            <pc:sldMk cId="1833287283" sldId="569"/>
            <ac:spMk id="11" creationId="{B0023F5D-715D-A64F-BAF8-157BEF4959F4}"/>
          </ac:spMkLst>
        </pc:spChg>
        <pc:spChg chg="mod">
          <ac:chgData name="Loc Huynh" userId="80c0383e323bd6ea" providerId="LiveId" clId="{6191E253-D739-6B4F-B188-AC17CCA94646}" dt="2023-10-03T12:01:43.964" v="6612" actId="14100"/>
          <ac:spMkLst>
            <pc:docMk/>
            <pc:sldMk cId="1833287283" sldId="569"/>
            <ac:spMk id="12" creationId="{3EE5D72C-BF3B-034C-AEC8-D5812FEFBCC3}"/>
          </ac:spMkLst>
        </pc:spChg>
      </pc:sldChg>
      <pc:sldChg chg="modSp add mod">
        <pc:chgData name="Loc Huynh" userId="80c0383e323bd6ea" providerId="LiveId" clId="{6191E253-D739-6B4F-B188-AC17CCA94646}" dt="2023-10-03T11:11:06.570" v="5985" actId="207"/>
        <pc:sldMkLst>
          <pc:docMk/>
          <pc:sldMk cId="2209039098" sldId="570"/>
        </pc:sldMkLst>
        <pc:spChg chg="mod">
          <ac:chgData name="Loc Huynh" userId="80c0383e323bd6ea" providerId="LiveId" clId="{6191E253-D739-6B4F-B188-AC17CCA94646}" dt="2023-10-03T05:54:06.383" v="26" actId="27636"/>
          <ac:spMkLst>
            <pc:docMk/>
            <pc:sldMk cId="2209039098" sldId="570"/>
            <ac:spMk id="9" creationId="{932152F9-2B95-EF47-948C-A169795CCD17}"/>
          </ac:spMkLst>
        </pc:spChg>
        <pc:spChg chg="mod">
          <ac:chgData name="Loc Huynh" userId="80c0383e323bd6ea" providerId="LiveId" clId="{6191E253-D739-6B4F-B188-AC17CCA94646}" dt="2023-10-03T11:11:06.570" v="5985" actId="207"/>
          <ac:spMkLst>
            <pc:docMk/>
            <pc:sldMk cId="2209039098" sldId="570"/>
            <ac:spMk id="10" creationId="{7953ABD5-A8EB-D044-B4BB-434D970AAAF6}"/>
          </ac:spMkLst>
        </pc:spChg>
      </pc:sldChg>
      <pc:sldChg chg="modSp add mod">
        <pc:chgData name="Loc Huynh" userId="80c0383e323bd6ea" providerId="LiveId" clId="{6191E253-D739-6B4F-B188-AC17CCA94646}" dt="2023-10-03T11:11:59.242" v="6007" actId="207"/>
        <pc:sldMkLst>
          <pc:docMk/>
          <pc:sldMk cId="1201420370" sldId="571"/>
        </pc:sldMkLst>
        <pc:spChg chg="mod">
          <ac:chgData name="Loc Huynh" userId="80c0383e323bd6ea" providerId="LiveId" clId="{6191E253-D739-6B4F-B188-AC17CCA94646}" dt="2023-10-03T05:54:06.419" v="27" actId="27636"/>
          <ac:spMkLst>
            <pc:docMk/>
            <pc:sldMk cId="1201420370" sldId="571"/>
            <ac:spMk id="9" creationId="{932152F9-2B95-EF47-948C-A169795CCD17}"/>
          </ac:spMkLst>
        </pc:spChg>
        <pc:spChg chg="mod">
          <ac:chgData name="Loc Huynh" userId="80c0383e323bd6ea" providerId="LiveId" clId="{6191E253-D739-6B4F-B188-AC17CCA94646}" dt="2023-10-03T11:11:59.242" v="6007" actId="207"/>
          <ac:spMkLst>
            <pc:docMk/>
            <pc:sldMk cId="1201420370" sldId="571"/>
            <ac:spMk id="10" creationId="{7953ABD5-A8EB-D044-B4BB-434D970AAAF6}"/>
          </ac:spMkLst>
        </pc:spChg>
      </pc:sldChg>
      <pc:sldChg chg="addSp delSp modSp add mod chgLayout">
        <pc:chgData name="Loc Huynh" userId="80c0383e323bd6ea" providerId="LiveId" clId="{6191E253-D739-6B4F-B188-AC17CCA94646}" dt="2023-10-03T07:12:57.593" v="1482" actId="5793"/>
        <pc:sldMkLst>
          <pc:docMk/>
          <pc:sldMk cId="4191146056" sldId="572"/>
        </pc:sldMkLst>
        <pc:spChg chg="mod ord">
          <ac:chgData name="Loc Huynh" userId="80c0383e323bd6ea" providerId="LiveId" clId="{6191E253-D739-6B4F-B188-AC17CCA94646}" dt="2023-10-03T07:09:21.839" v="1435" actId="700"/>
          <ac:spMkLst>
            <pc:docMk/>
            <pc:sldMk cId="4191146056" sldId="572"/>
            <ac:spMk id="2" creationId="{636479E2-C0D6-904F-B5C5-2271728A96C3}"/>
          </ac:spMkLst>
        </pc:spChg>
        <pc:spChg chg="mod ord">
          <ac:chgData name="Loc Huynh" userId="80c0383e323bd6ea" providerId="LiveId" clId="{6191E253-D739-6B4F-B188-AC17CCA94646}" dt="2023-10-03T07:12:57.593" v="1482" actId="5793"/>
          <ac:spMkLst>
            <pc:docMk/>
            <pc:sldMk cId="4191146056" sldId="572"/>
            <ac:spMk id="3" creationId="{C0C21A69-FB3A-5848-81E0-17A1514E605F}"/>
          </ac:spMkLst>
        </pc:spChg>
        <pc:spChg chg="mod ord">
          <ac:chgData name="Loc Huynh" userId="80c0383e323bd6ea" providerId="LiveId" clId="{6191E253-D739-6B4F-B188-AC17CCA94646}" dt="2023-10-03T07:09:21.839" v="1435" actId="700"/>
          <ac:spMkLst>
            <pc:docMk/>
            <pc:sldMk cId="4191146056" sldId="572"/>
            <ac:spMk id="4" creationId="{961813DB-F3F2-A844-9A22-9324D7622836}"/>
          </ac:spMkLst>
        </pc:spChg>
        <pc:spChg chg="mod ord">
          <ac:chgData name="Loc Huynh" userId="80c0383e323bd6ea" providerId="LiveId" clId="{6191E253-D739-6B4F-B188-AC17CCA94646}" dt="2023-10-03T07:09:21.839" v="1435" actId="700"/>
          <ac:spMkLst>
            <pc:docMk/>
            <pc:sldMk cId="4191146056" sldId="572"/>
            <ac:spMk id="5" creationId="{D78C7F57-CA11-D14F-8EC5-88FA71DFB91F}"/>
          </ac:spMkLst>
        </pc:spChg>
        <pc:spChg chg="del">
          <ac:chgData name="Loc Huynh" userId="80c0383e323bd6ea" providerId="LiveId" clId="{6191E253-D739-6B4F-B188-AC17CCA94646}" dt="2023-10-03T07:08:35.475" v="1421" actId="478"/>
          <ac:spMkLst>
            <pc:docMk/>
            <pc:sldMk cId="4191146056" sldId="572"/>
            <ac:spMk id="7" creationId="{71DFCC42-F639-A143-9EBC-FD19533C65C8}"/>
          </ac:spMkLst>
        </pc:spChg>
        <pc:spChg chg="del">
          <ac:chgData name="Loc Huynh" userId="80c0383e323bd6ea" providerId="LiveId" clId="{6191E253-D739-6B4F-B188-AC17CCA94646}" dt="2023-10-03T07:08:32.932" v="1420" actId="478"/>
          <ac:spMkLst>
            <pc:docMk/>
            <pc:sldMk cId="4191146056" sldId="572"/>
            <ac:spMk id="8" creationId="{31FF0724-880E-0E45-BF6A-6809379EC09C}"/>
          </ac:spMkLst>
        </pc:spChg>
        <pc:spChg chg="add mod">
          <ac:chgData name="Loc Huynh" userId="80c0383e323bd6ea" providerId="LiveId" clId="{6191E253-D739-6B4F-B188-AC17CCA94646}" dt="2023-10-03T07:11:31.113" v="1470" actId="20577"/>
          <ac:spMkLst>
            <pc:docMk/>
            <pc:sldMk cId="4191146056" sldId="572"/>
            <ac:spMk id="9" creationId="{58E60DC8-92D9-1518-9FAC-4BA4B58F4D65}"/>
          </ac:spMkLst>
        </pc:spChg>
        <pc:spChg chg="add mod">
          <ac:chgData name="Loc Huynh" userId="80c0383e323bd6ea" providerId="LiveId" clId="{6191E253-D739-6B4F-B188-AC17CCA94646}" dt="2023-10-03T07:11:43.109" v="1472" actId="14100"/>
          <ac:spMkLst>
            <pc:docMk/>
            <pc:sldMk cId="4191146056" sldId="572"/>
            <ac:spMk id="10" creationId="{A3EE21F9-DFA9-503B-CB26-0A1697BB7E63}"/>
          </ac:spMkLst>
        </pc:spChg>
        <pc:graphicFrameChg chg="del">
          <ac:chgData name="Loc Huynh" userId="80c0383e323bd6ea" providerId="LiveId" clId="{6191E253-D739-6B4F-B188-AC17CCA94646}" dt="2023-10-03T07:08:38.702" v="1422" actId="478"/>
          <ac:graphicFrameMkLst>
            <pc:docMk/>
            <pc:sldMk cId="4191146056" sldId="572"/>
            <ac:graphicFrameMk id="6" creationId="{878586ED-82B8-624D-85DB-6E8B60ECF47F}"/>
          </ac:graphicFrameMkLst>
        </pc:graphicFrameChg>
      </pc:sldChg>
      <pc:sldChg chg="modSp add mod">
        <pc:chgData name="Loc Huynh" userId="80c0383e323bd6ea" providerId="LiveId" clId="{6191E253-D739-6B4F-B188-AC17CCA94646}" dt="2023-10-03T09:21:09.481" v="4506"/>
        <pc:sldMkLst>
          <pc:docMk/>
          <pc:sldMk cId="2347045855" sldId="573"/>
        </pc:sldMkLst>
        <pc:spChg chg="mod">
          <ac:chgData name="Loc Huynh" userId="80c0383e323bd6ea" providerId="LiveId" clId="{6191E253-D739-6B4F-B188-AC17CCA94646}" dt="2023-10-03T09:21:09.481" v="4506"/>
          <ac:spMkLst>
            <pc:docMk/>
            <pc:sldMk cId="2347045855" sldId="573"/>
            <ac:spMk id="2" creationId="{9077CC4D-F5BD-D34C-8F83-3D9C63A6941F}"/>
          </ac:spMkLst>
        </pc:spChg>
        <pc:spChg chg="mod">
          <ac:chgData name="Loc Huynh" userId="80c0383e323bd6ea" providerId="LiveId" clId="{6191E253-D739-6B4F-B188-AC17CCA94646}" dt="2023-10-03T07:37:41.897" v="2210" actId="13926"/>
          <ac:spMkLst>
            <pc:docMk/>
            <pc:sldMk cId="2347045855" sldId="573"/>
            <ac:spMk id="3" creationId="{26BE6A67-FCA1-284D-985A-35883DFE6502}"/>
          </ac:spMkLst>
        </pc:spChg>
        <pc:spChg chg="mod">
          <ac:chgData name="Loc Huynh" userId="80c0383e323bd6ea" providerId="LiveId" clId="{6191E253-D739-6B4F-B188-AC17CCA94646}" dt="2023-10-03T07:48:08.055" v="2535" actId="20577"/>
          <ac:spMkLst>
            <pc:docMk/>
            <pc:sldMk cId="2347045855" sldId="573"/>
            <ac:spMk id="14" creationId="{32B938ED-FEB0-B346-B946-C57073A836A8}"/>
          </ac:spMkLst>
        </pc:spChg>
      </pc:sldChg>
      <pc:sldChg chg="modSp add mod">
        <pc:chgData name="Loc Huynh" userId="80c0383e323bd6ea" providerId="LiveId" clId="{6191E253-D739-6B4F-B188-AC17CCA94646}" dt="2023-10-03T09:21:12.589" v="4507"/>
        <pc:sldMkLst>
          <pc:docMk/>
          <pc:sldMk cId="1959802321" sldId="574"/>
        </pc:sldMkLst>
        <pc:spChg chg="mod">
          <ac:chgData name="Loc Huynh" userId="80c0383e323bd6ea" providerId="LiveId" clId="{6191E253-D739-6B4F-B188-AC17CCA94646}" dt="2023-10-03T09:21:12.589" v="4507"/>
          <ac:spMkLst>
            <pc:docMk/>
            <pc:sldMk cId="1959802321" sldId="574"/>
            <ac:spMk id="2" creationId="{9077CC4D-F5BD-D34C-8F83-3D9C63A6941F}"/>
          </ac:spMkLst>
        </pc:spChg>
        <pc:spChg chg="mod">
          <ac:chgData name="Loc Huynh" userId="80c0383e323bd6ea" providerId="LiveId" clId="{6191E253-D739-6B4F-B188-AC17CCA94646}" dt="2023-10-03T07:51:33.755" v="2804" actId="113"/>
          <ac:spMkLst>
            <pc:docMk/>
            <pc:sldMk cId="1959802321" sldId="574"/>
            <ac:spMk id="3" creationId="{26BE6A67-FCA1-284D-985A-35883DFE6502}"/>
          </ac:spMkLst>
        </pc:spChg>
        <pc:spChg chg="mod">
          <ac:chgData name="Loc Huynh" userId="80c0383e323bd6ea" providerId="LiveId" clId="{6191E253-D739-6B4F-B188-AC17CCA94646}" dt="2023-10-03T07:48:38.977" v="2537" actId="20577"/>
          <ac:spMkLst>
            <pc:docMk/>
            <pc:sldMk cId="1959802321" sldId="574"/>
            <ac:spMk id="14" creationId="{32B938ED-FEB0-B346-B946-C57073A836A8}"/>
          </ac:spMkLst>
        </pc:spChg>
      </pc:sldChg>
      <pc:sldChg chg="modSp add mod">
        <pc:chgData name="Loc Huynh" userId="80c0383e323bd6ea" providerId="LiveId" clId="{6191E253-D739-6B4F-B188-AC17CCA94646}" dt="2023-10-03T09:21:15.247" v="4508"/>
        <pc:sldMkLst>
          <pc:docMk/>
          <pc:sldMk cId="3175611268" sldId="575"/>
        </pc:sldMkLst>
        <pc:spChg chg="mod">
          <ac:chgData name="Loc Huynh" userId="80c0383e323bd6ea" providerId="LiveId" clId="{6191E253-D739-6B4F-B188-AC17CCA94646}" dt="2023-10-03T09:21:15.247" v="4508"/>
          <ac:spMkLst>
            <pc:docMk/>
            <pc:sldMk cId="3175611268" sldId="575"/>
            <ac:spMk id="2" creationId="{9077CC4D-F5BD-D34C-8F83-3D9C63A6941F}"/>
          </ac:spMkLst>
        </pc:spChg>
        <pc:spChg chg="mod">
          <ac:chgData name="Loc Huynh" userId="80c0383e323bd6ea" providerId="LiveId" clId="{6191E253-D739-6B4F-B188-AC17CCA94646}" dt="2023-10-03T07:43:07.055" v="2513" actId="20577"/>
          <ac:spMkLst>
            <pc:docMk/>
            <pc:sldMk cId="3175611268" sldId="575"/>
            <ac:spMk id="3" creationId="{26BE6A67-FCA1-284D-985A-35883DFE6502}"/>
          </ac:spMkLst>
        </pc:spChg>
        <pc:spChg chg="mod">
          <ac:chgData name="Loc Huynh" userId="80c0383e323bd6ea" providerId="LiveId" clId="{6191E253-D739-6B4F-B188-AC17CCA94646}" dt="2023-10-03T07:48:54.238" v="2541" actId="20577"/>
          <ac:spMkLst>
            <pc:docMk/>
            <pc:sldMk cId="3175611268" sldId="575"/>
            <ac:spMk id="14" creationId="{32B938ED-FEB0-B346-B946-C57073A836A8}"/>
          </ac:spMkLst>
        </pc:spChg>
      </pc:sldChg>
      <pc:sldChg chg="add del">
        <pc:chgData name="Loc Huynh" userId="80c0383e323bd6ea" providerId="LiveId" clId="{6191E253-D739-6B4F-B188-AC17CCA94646}" dt="2023-10-03T07:46:20.165" v="2516" actId="2696"/>
        <pc:sldMkLst>
          <pc:docMk/>
          <pc:sldMk cId="83866554" sldId="576"/>
        </pc:sldMkLst>
      </pc:sldChg>
      <pc:sldChg chg="modSp add mod">
        <pc:chgData name="Loc Huynh" userId="80c0383e323bd6ea" providerId="LiveId" clId="{6191E253-D739-6B4F-B188-AC17CCA94646}" dt="2023-10-03T09:21:18.848" v="4509"/>
        <pc:sldMkLst>
          <pc:docMk/>
          <pc:sldMk cId="3527773720" sldId="576"/>
        </pc:sldMkLst>
        <pc:spChg chg="mod">
          <ac:chgData name="Loc Huynh" userId="80c0383e323bd6ea" providerId="LiveId" clId="{6191E253-D739-6B4F-B188-AC17CCA94646}" dt="2023-10-03T09:21:18.848" v="4509"/>
          <ac:spMkLst>
            <pc:docMk/>
            <pc:sldMk cId="3527773720" sldId="576"/>
            <ac:spMk id="2" creationId="{9077CC4D-F5BD-D34C-8F83-3D9C63A6941F}"/>
          </ac:spMkLst>
        </pc:spChg>
        <pc:spChg chg="mod">
          <ac:chgData name="Loc Huynh" userId="80c0383e323bd6ea" providerId="LiveId" clId="{6191E253-D739-6B4F-B188-AC17CCA94646}" dt="2023-10-03T08:19:25.270" v="3680" actId="113"/>
          <ac:spMkLst>
            <pc:docMk/>
            <pc:sldMk cId="3527773720" sldId="576"/>
            <ac:spMk id="3" creationId="{26BE6A67-FCA1-284D-985A-35883DFE6502}"/>
          </ac:spMkLst>
        </pc:spChg>
        <pc:spChg chg="mod">
          <ac:chgData name="Loc Huynh" userId="80c0383e323bd6ea" providerId="LiveId" clId="{6191E253-D739-6B4F-B188-AC17CCA94646}" dt="2023-10-03T07:49:00.544" v="2545" actId="20577"/>
          <ac:spMkLst>
            <pc:docMk/>
            <pc:sldMk cId="3527773720" sldId="576"/>
            <ac:spMk id="14" creationId="{32B938ED-FEB0-B346-B946-C57073A836A8}"/>
          </ac:spMkLst>
        </pc:spChg>
      </pc:sldChg>
      <pc:sldChg chg="modSp add mod">
        <pc:chgData name="Loc Huynh" userId="80c0383e323bd6ea" providerId="LiveId" clId="{6191E253-D739-6B4F-B188-AC17CCA94646}" dt="2023-10-03T09:21:25.855" v="4511"/>
        <pc:sldMkLst>
          <pc:docMk/>
          <pc:sldMk cId="2464220072" sldId="577"/>
        </pc:sldMkLst>
        <pc:spChg chg="mod">
          <ac:chgData name="Loc Huynh" userId="80c0383e323bd6ea" providerId="LiveId" clId="{6191E253-D739-6B4F-B188-AC17CCA94646}" dt="2023-10-03T09:21:25.855" v="4511"/>
          <ac:spMkLst>
            <pc:docMk/>
            <pc:sldMk cId="2464220072" sldId="577"/>
            <ac:spMk id="2" creationId="{9077CC4D-F5BD-D34C-8F83-3D9C63A6941F}"/>
          </ac:spMkLst>
        </pc:spChg>
        <pc:spChg chg="mod">
          <ac:chgData name="Loc Huynh" userId="80c0383e323bd6ea" providerId="LiveId" clId="{6191E253-D739-6B4F-B188-AC17CCA94646}" dt="2023-10-03T08:12:22.625" v="3397"/>
          <ac:spMkLst>
            <pc:docMk/>
            <pc:sldMk cId="2464220072" sldId="577"/>
            <ac:spMk id="3" creationId="{26BE6A67-FCA1-284D-985A-35883DFE6502}"/>
          </ac:spMkLst>
        </pc:spChg>
        <pc:spChg chg="mod">
          <ac:chgData name="Loc Huynh" userId="80c0383e323bd6ea" providerId="LiveId" clId="{6191E253-D739-6B4F-B188-AC17CCA94646}" dt="2023-10-03T07:59:59.351" v="3101" actId="207"/>
          <ac:spMkLst>
            <pc:docMk/>
            <pc:sldMk cId="2464220072" sldId="577"/>
            <ac:spMk id="8" creationId="{23622D8D-4530-2845-8E3A-75D289EF0D6F}"/>
          </ac:spMkLst>
        </pc:spChg>
      </pc:sldChg>
      <pc:sldChg chg="modSp add mod">
        <pc:chgData name="Loc Huynh" userId="80c0383e323bd6ea" providerId="LiveId" clId="{6191E253-D739-6B4F-B188-AC17CCA94646}" dt="2023-10-03T09:21:28.760" v="4512"/>
        <pc:sldMkLst>
          <pc:docMk/>
          <pc:sldMk cId="3811943616" sldId="578"/>
        </pc:sldMkLst>
        <pc:spChg chg="mod">
          <ac:chgData name="Loc Huynh" userId="80c0383e323bd6ea" providerId="LiveId" clId="{6191E253-D739-6B4F-B188-AC17CCA94646}" dt="2023-10-03T09:21:28.760" v="4512"/>
          <ac:spMkLst>
            <pc:docMk/>
            <pc:sldMk cId="3811943616" sldId="578"/>
            <ac:spMk id="2" creationId="{9077CC4D-F5BD-D34C-8F83-3D9C63A6941F}"/>
          </ac:spMkLst>
        </pc:spChg>
        <pc:spChg chg="mod">
          <ac:chgData name="Loc Huynh" userId="80c0383e323bd6ea" providerId="LiveId" clId="{6191E253-D739-6B4F-B188-AC17CCA94646}" dt="2023-10-03T08:19:04.650" v="3675" actId="21"/>
          <ac:spMkLst>
            <pc:docMk/>
            <pc:sldMk cId="3811943616" sldId="578"/>
            <ac:spMk id="3" creationId="{26BE6A67-FCA1-284D-985A-35883DFE6502}"/>
          </ac:spMkLst>
        </pc:spChg>
        <pc:spChg chg="mod">
          <ac:chgData name="Loc Huynh" userId="80c0383e323bd6ea" providerId="LiveId" clId="{6191E253-D739-6B4F-B188-AC17CCA94646}" dt="2023-10-03T08:11:18.469" v="3346" actId="20577"/>
          <ac:spMkLst>
            <pc:docMk/>
            <pc:sldMk cId="3811943616" sldId="578"/>
            <ac:spMk id="8" creationId="{23622D8D-4530-2845-8E3A-75D289EF0D6F}"/>
          </ac:spMkLst>
        </pc:spChg>
      </pc:sldChg>
      <pc:sldChg chg="modSp add mod">
        <pc:chgData name="Loc Huynh" userId="80c0383e323bd6ea" providerId="LiveId" clId="{6191E253-D739-6B4F-B188-AC17CCA94646}" dt="2023-10-03T09:21:32.109" v="4513"/>
        <pc:sldMkLst>
          <pc:docMk/>
          <pc:sldMk cId="2375137816" sldId="579"/>
        </pc:sldMkLst>
        <pc:spChg chg="mod">
          <ac:chgData name="Loc Huynh" userId="80c0383e323bd6ea" providerId="LiveId" clId="{6191E253-D739-6B4F-B188-AC17CCA94646}" dt="2023-10-03T09:21:32.109" v="4513"/>
          <ac:spMkLst>
            <pc:docMk/>
            <pc:sldMk cId="2375137816" sldId="579"/>
            <ac:spMk id="2" creationId="{9077CC4D-F5BD-D34C-8F83-3D9C63A6941F}"/>
          </ac:spMkLst>
        </pc:spChg>
        <pc:spChg chg="mod">
          <ac:chgData name="Loc Huynh" userId="80c0383e323bd6ea" providerId="LiveId" clId="{6191E253-D739-6B4F-B188-AC17CCA94646}" dt="2023-10-03T08:29:00.106" v="4101" actId="1076"/>
          <ac:spMkLst>
            <pc:docMk/>
            <pc:sldMk cId="2375137816" sldId="579"/>
            <ac:spMk id="6" creationId="{3F101676-B436-5048-B3E5-5FFFB0DD9AFE}"/>
          </ac:spMkLst>
        </pc:spChg>
        <pc:spChg chg="mod">
          <ac:chgData name="Loc Huynh" userId="80c0383e323bd6ea" providerId="LiveId" clId="{6191E253-D739-6B4F-B188-AC17CCA94646}" dt="2023-10-03T08:29:07.068" v="4102" actId="1076"/>
          <ac:spMkLst>
            <pc:docMk/>
            <pc:sldMk cId="2375137816" sldId="579"/>
            <ac:spMk id="7" creationId="{6DF504F8-A3E3-B749-A9DB-7C60C83E3E8C}"/>
          </ac:spMkLst>
        </pc:spChg>
        <pc:spChg chg="mod">
          <ac:chgData name="Loc Huynh" userId="80c0383e323bd6ea" providerId="LiveId" clId="{6191E253-D739-6B4F-B188-AC17CCA94646}" dt="2023-10-03T08:28:55.201" v="4100" actId="1076"/>
          <ac:spMkLst>
            <pc:docMk/>
            <pc:sldMk cId="2375137816" sldId="579"/>
            <ac:spMk id="8" creationId="{23622D8D-4530-2845-8E3A-75D289EF0D6F}"/>
          </ac:spMkLst>
        </pc:spChg>
      </pc:sldChg>
      <pc:sldChg chg="addSp delSp modSp add mod delAnim modAnim">
        <pc:chgData name="Loc Huynh" userId="80c0383e323bd6ea" providerId="LiveId" clId="{6191E253-D739-6B4F-B188-AC17CCA94646}" dt="2023-10-03T09:21:35.724" v="4514"/>
        <pc:sldMkLst>
          <pc:docMk/>
          <pc:sldMk cId="2041922114" sldId="580"/>
        </pc:sldMkLst>
        <pc:spChg chg="mod">
          <ac:chgData name="Loc Huynh" userId="80c0383e323bd6ea" providerId="LiveId" clId="{6191E253-D739-6B4F-B188-AC17CCA94646}" dt="2023-10-03T09:21:35.724" v="4514"/>
          <ac:spMkLst>
            <pc:docMk/>
            <pc:sldMk cId="2041922114" sldId="580"/>
            <ac:spMk id="2" creationId="{9077CC4D-F5BD-D34C-8F83-3D9C63A6941F}"/>
          </ac:spMkLst>
        </pc:spChg>
        <pc:spChg chg="del">
          <ac:chgData name="Loc Huynh" userId="80c0383e323bd6ea" providerId="LiveId" clId="{6191E253-D739-6B4F-B188-AC17CCA94646}" dt="2023-10-03T08:27:52.633" v="4088" actId="478"/>
          <ac:spMkLst>
            <pc:docMk/>
            <pc:sldMk cId="2041922114" sldId="580"/>
            <ac:spMk id="6" creationId="{3F101676-B436-5048-B3E5-5FFFB0DD9AFE}"/>
          </ac:spMkLst>
        </pc:spChg>
        <pc:spChg chg="del">
          <ac:chgData name="Loc Huynh" userId="80c0383e323bd6ea" providerId="LiveId" clId="{6191E253-D739-6B4F-B188-AC17CCA94646}" dt="2023-10-03T08:27:53.283" v="4089" actId="478"/>
          <ac:spMkLst>
            <pc:docMk/>
            <pc:sldMk cId="2041922114" sldId="580"/>
            <ac:spMk id="7" creationId="{6DF504F8-A3E3-B749-A9DB-7C60C83E3E8C}"/>
          </ac:spMkLst>
        </pc:spChg>
        <pc:spChg chg="del">
          <ac:chgData name="Loc Huynh" userId="80c0383e323bd6ea" providerId="LiveId" clId="{6191E253-D739-6B4F-B188-AC17CCA94646}" dt="2023-10-03T08:27:51.668" v="4087" actId="478"/>
          <ac:spMkLst>
            <pc:docMk/>
            <pc:sldMk cId="2041922114" sldId="580"/>
            <ac:spMk id="8" creationId="{23622D8D-4530-2845-8E3A-75D289EF0D6F}"/>
          </ac:spMkLst>
        </pc:spChg>
        <pc:spChg chg="add mod">
          <ac:chgData name="Loc Huynh" userId="80c0383e323bd6ea" providerId="LiveId" clId="{6191E253-D739-6B4F-B188-AC17CCA94646}" dt="2023-10-03T08:29:55.246" v="4115" actId="207"/>
          <ac:spMkLst>
            <pc:docMk/>
            <pc:sldMk cId="2041922114" sldId="580"/>
            <ac:spMk id="9" creationId="{B368F82E-4F30-17AF-1763-947E4010C634}"/>
          </ac:spMkLst>
        </pc:spChg>
        <pc:spChg chg="add mod">
          <ac:chgData name="Loc Huynh" userId="80c0383e323bd6ea" providerId="LiveId" clId="{6191E253-D739-6B4F-B188-AC17CCA94646}" dt="2023-10-03T08:30:41.088" v="4126" actId="207"/>
          <ac:spMkLst>
            <pc:docMk/>
            <pc:sldMk cId="2041922114" sldId="580"/>
            <ac:spMk id="10" creationId="{773A9F04-5C37-D8EB-1A31-05B24CA2F844}"/>
          </ac:spMkLst>
        </pc:spChg>
        <pc:spChg chg="add mod">
          <ac:chgData name="Loc Huynh" userId="80c0383e323bd6ea" providerId="LiveId" clId="{6191E253-D739-6B4F-B188-AC17CCA94646}" dt="2023-10-03T08:34:26.961" v="4217" actId="14100"/>
          <ac:spMkLst>
            <pc:docMk/>
            <pc:sldMk cId="2041922114" sldId="580"/>
            <ac:spMk id="11" creationId="{C3995474-8AC9-1F9E-C95E-AB580CC3A92A}"/>
          </ac:spMkLst>
        </pc:spChg>
        <pc:spChg chg="add mod">
          <ac:chgData name="Loc Huynh" userId="80c0383e323bd6ea" providerId="LiveId" clId="{6191E253-D739-6B4F-B188-AC17CCA94646}" dt="2023-10-03T08:31:35.900" v="4136" actId="207"/>
          <ac:spMkLst>
            <pc:docMk/>
            <pc:sldMk cId="2041922114" sldId="580"/>
            <ac:spMk id="12" creationId="{A93CA164-B125-C254-3648-36CC7127EFB9}"/>
          </ac:spMkLst>
        </pc:spChg>
        <pc:spChg chg="add mod">
          <ac:chgData name="Loc Huynh" userId="80c0383e323bd6ea" providerId="LiveId" clId="{6191E253-D739-6B4F-B188-AC17CCA94646}" dt="2023-10-03T08:47:36.753" v="4220" actId="14100"/>
          <ac:spMkLst>
            <pc:docMk/>
            <pc:sldMk cId="2041922114" sldId="580"/>
            <ac:spMk id="13" creationId="{FB2DC231-C1B0-9008-ED2A-E6D1C4761D2D}"/>
          </ac:spMkLst>
        </pc:spChg>
      </pc:sldChg>
      <pc:sldChg chg="addSp delSp modSp new mod modAnim">
        <pc:chgData name="Loc Huynh" userId="80c0383e323bd6ea" providerId="LiveId" clId="{6191E253-D739-6B4F-B188-AC17CCA94646}" dt="2023-10-03T10:12:02.988" v="5584" actId="14100"/>
        <pc:sldMkLst>
          <pc:docMk/>
          <pc:sldMk cId="1827970674" sldId="581"/>
        </pc:sldMkLst>
        <pc:spChg chg="mod">
          <ac:chgData name="Loc Huynh" userId="80c0383e323bd6ea" providerId="LiveId" clId="{6191E253-D739-6B4F-B188-AC17CCA94646}" dt="2023-10-03T10:09:01.758" v="5491" actId="27636"/>
          <ac:spMkLst>
            <pc:docMk/>
            <pc:sldMk cId="1827970674" sldId="581"/>
            <ac:spMk id="2" creationId="{79CAB430-58C4-59B9-4336-43F565D509E6}"/>
          </ac:spMkLst>
        </pc:spChg>
        <pc:spChg chg="add mod">
          <ac:chgData name="Loc Huynh" userId="80c0383e323bd6ea" providerId="LiveId" clId="{6191E253-D739-6B4F-B188-AC17CCA94646}" dt="2023-10-03T10:09:56.825" v="5513" actId="1076"/>
          <ac:spMkLst>
            <pc:docMk/>
            <pc:sldMk cId="1827970674" sldId="581"/>
            <ac:spMk id="6" creationId="{564EAF26-B4AB-3451-8DAF-1E4567BB9A36}"/>
          </ac:spMkLst>
        </pc:spChg>
        <pc:spChg chg="add del mod">
          <ac:chgData name="Loc Huynh" userId="80c0383e323bd6ea" providerId="LiveId" clId="{6191E253-D739-6B4F-B188-AC17CCA94646}" dt="2023-10-03T10:10:04.918" v="5515"/>
          <ac:spMkLst>
            <pc:docMk/>
            <pc:sldMk cId="1827970674" sldId="581"/>
            <ac:spMk id="7" creationId="{6F3A4B20-8ABC-3AD9-6A88-55F910C752EC}"/>
          </ac:spMkLst>
        </pc:spChg>
        <pc:spChg chg="add mod">
          <ac:chgData name="Loc Huynh" userId="80c0383e323bd6ea" providerId="LiveId" clId="{6191E253-D739-6B4F-B188-AC17CCA94646}" dt="2023-10-03T10:11:04.098" v="5530" actId="207"/>
          <ac:spMkLst>
            <pc:docMk/>
            <pc:sldMk cId="1827970674" sldId="581"/>
            <ac:spMk id="8" creationId="{9AEC737B-CB7D-BA76-D6A9-DFCCDD55E2E8}"/>
          </ac:spMkLst>
        </pc:spChg>
        <pc:spChg chg="add mod">
          <ac:chgData name="Loc Huynh" userId="80c0383e323bd6ea" providerId="LiveId" clId="{6191E253-D739-6B4F-B188-AC17CCA94646}" dt="2023-10-03T10:12:02.988" v="5584" actId="14100"/>
          <ac:spMkLst>
            <pc:docMk/>
            <pc:sldMk cId="1827970674" sldId="581"/>
            <ac:spMk id="9" creationId="{DC175753-3F24-3356-8989-10B70178F675}"/>
          </ac:spMkLst>
        </pc:spChg>
      </pc:sldChg>
      <pc:sldMasterChg chg="delSldLayout">
        <pc:chgData name="Loc Huynh" userId="80c0383e323bd6ea" providerId="LiveId" clId="{6191E253-D739-6B4F-B188-AC17CCA94646}" dt="2023-10-03T05:59:02.006" v="450" actId="2696"/>
        <pc:sldMasterMkLst>
          <pc:docMk/>
          <pc:sldMasterMk cId="3606943067" sldId="2147483660"/>
        </pc:sldMasterMkLst>
        <pc:sldLayoutChg chg="del">
          <pc:chgData name="Loc Huynh" userId="80c0383e323bd6ea" providerId="LiveId" clId="{6191E253-D739-6B4F-B188-AC17CCA94646}" dt="2023-10-03T05:59:02.006" v="450" actId="2696"/>
          <pc:sldLayoutMkLst>
            <pc:docMk/>
            <pc:sldMasterMk cId="3606943067" sldId="2147483660"/>
            <pc:sldLayoutMk cId="3326872918" sldId="2147483668"/>
          </pc:sldLayoutMkLst>
        </pc:sldLayoutChg>
      </pc:sldMasterChg>
    </pc:docChg>
  </pc:docChgLst>
  <pc:docChgLst>
    <pc:chgData name="Loc Huynh" userId="80c0383e323bd6ea" providerId="LiveId" clId="{7174A1A7-6A26-42BF-9590-B9BA90E8F80B}"/>
    <pc:docChg chg="undo custSel addSld delSld modSld sldOrd">
      <pc:chgData name="Loc Huynh" userId="80c0383e323bd6ea" providerId="LiveId" clId="{7174A1A7-6A26-42BF-9590-B9BA90E8F80B}" dt="2023-09-13T10:58:09.984" v="1861" actId="14100"/>
      <pc:docMkLst>
        <pc:docMk/>
      </pc:docMkLst>
      <pc:sldChg chg="modSp mod">
        <pc:chgData name="Loc Huynh" userId="80c0383e323bd6ea" providerId="LiveId" clId="{7174A1A7-6A26-42BF-9590-B9BA90E8F80B}" dt="2023-09-13T10:56:01.630" v="1851"/>
        <pc:sldMkLst>
          <pc:docMk/>
          <pc:sldMk cId="4095758079" sldId="393"/>
        </pc:sldMkLst>
        <pc:spChg chg="mod">
          <ac:chgData name="Loc Huynh" userId="80c0383e323bd6ea" providerId="LiveId" clId="{7174A1A7-6A26-42BF-9590-B9BA90E8F80B}" dt="2023-09-13T10:56:01.630" v="1851"/>
          <ac:spMkLst>
            <pc:docMk/>
            <pc:sldMk cId="4095758079" sldId="393"/>
            <ac:spMk id="2" creationId="{00000000-0000-0000-0000-000000000000}"/>
          </ac:spMkLst>
        </pc:spChg>
      </pc:sldChg>
      <pc:sldChg chg="modSp mod">
        <pc:chgData name="Loc Huynh" userId="80c0383e323bd6ea" providerId="LiveId" clId="{7174A1A7-6A26-42BF-9590-B9BA90E8F80B}" dt="2023-09-13T09:23:29.764" v="191" actId="20577"/>
        <pc:sldMkLst>
          <pc:docMk/>
          <pc:sldMk cId="2252125456" sldId="417"/>
        </pc:sldMkLst>
        <pc:spChg chg="mod">
          <ac:chgData name="Loc Huynh" userId="80c0383e323bd6ea" providerId="LiveId" clId="{7174A1A7-6A26-42BF-9590-B9BA90E8F80B}" dt="2023-09-13T09:23:29.764" v="191" actId="20577"/>
          <ac:spMkLst>
            <pc:docMk/>
            <pc:sldMk cId="2252125456" sldId="417"/>
            <ac:spMk id="2" creationId="{DF2229FD-A740-5748-AFB0-392AC29E07F4}"/>
          </ac:spMkLst>
        </pc:spChg>
      </pc:sldChg>
      <pc:sldChg chg="modSp mod">
        <pc:chgData name="Loc Huynh" userId="80c0383e323bd6ea" providerId="LiveId" clId="{7174A1A7-6A26-42BF-9590-B9BA90E8F80B}" dt="2023-09-13T09:26:06.295" v="211" actId="14100"/>
        <pc:sldMkLst>
          <pc:docMk/>
          <pc:sldMk cId="4156242330" sldId="418"/>
        </pc:sldMkLst>
        <pc:spChg chg="mod">
          <ac:chgData name="Loc Huynh" userId="80c0383e323bd6ea" providerId="LiveId" clId="{7174A1A7-6A26-42BF-9590-B9BA90E8F80B}" dt="2023-09-13T09:23:36.311" v="192"/>
          <ac:spMkLst>
            <pc:docMk/>
            <pc:sldMk cId="4156242330" sldId="418"/>
            <ac:spMk id="2" creationId="{DF2229FD-A740-5748-AFB0-392AC29E07F4}"/>
          </ac:spMkLst>
        </pc:spChg>
        <pc:spChg chg="mod ord">
          <ac:chgData name="Loc Huynh" userId="80c0383e323bd6ea" providerId="LiveId" clId="{7174A1A7-6A26-42BF-9590-B9BA90E8F80B}" dt="2023-09-13T09:25:55.295" v="209" actId="167"/>
          <ac:spMkLst>
            <pc:docMk/>
            <pc:sldMk cId="4156242330" sldId="418"/>
            <ac:spMk id="6" creationId="{24E3A728-EF22-934F-917A-56D048C67AB6}"/>
          </ac:spMkLst>
        </pc:spChg>
        <pc:spChg chg="mod">
          <ac:chgData name="Loc Huynh" userId="80c0383e323bd6ea" providerId="LiveId" clId="{7174A1A7-6A26-42BF-9590-B9BA90E8F80B}" dt="2023-09-13T09:26:06.295" v="211" actId="14100"/>
          <ac:spMkLst>
            <pc:docMk/>
            <pc:sldMk cId="4156242330" sldId="418"/>
            <ac:spMk id="8" creationId="{9A2495CC-D633-184F-9E35-DBA6F8132AA1}"/>
          </ac:spMkLst>
        </pc:spChg>
      </pc:sldChg>
      <pc:sldChg chg="modSp del mod">
        <pc:chgData name="Loc Huynh" userId="80c0383e323bd6ea" providerId="LiveId" clId="{7174A1A7-6A26-42BF-9590-B9BA90E8F80B}" dt="2023-09-13T09:26:53.451" v="218" actId="47"/>
        <pc:sldMkLst>
          <pc:docMk/>
          <pc:sldMk cId="3461866014" sldId="419"/>
        </pc:sldMkLst>
        <pc:spChg chg="mod">
          <ac:chgData name="Loc Huynh" userId="80c0383e323bd6ea" providerId="LiveId" clId="{7174A1A7-6A26-42BF-9590-B9BA90E8F80B}" dt="2023-09-13T09:23:39.608" v="193"/>
          <ac:spMkLst>
            <pc:docMk/>
            <pc:sldMk cId="3461866014" sldId="419"/>
            <ac:spMk id="2" creationId="{DF2229FD-A740-5748-AFB0-392AC29E07F4}"/>
          </ac:spMkLst>
        </pc:spChg>
      </pc:sldChg>
      <pc:sldChg chg="modSp del mod">
        <pc:chgData name="Loc Huynh" userId="80c0383e323bd6ea" providerId="LiveId" clId="{7174A1A7-6A26-42BF-9590-B9BA90E8F80B}" dt="2023-09-13T09:28:27.467" v="231" actId="47"/>
        <pc:sldMkLst>
          <pc:docMk/>
          <pc:sldMk cId="752068417" sldId="420"/>
        </pc:sldMkLst>
        <pc:spChg chg="mod">
          <ac:chgData name="Loc Huynh" userId="80c0383e323bd6ea" providerId="LiveId" clId="{7174A1A7-6A26-42BF-9590-B9BA90E8F80B}" dt="2023-09-13T09:23:52.795" v="194"/>
          <ac:spMkLst>
            <pc:docMk/>
            <pc:sldMk cId="752068417" sldId="420"/>
            <ac:spMk id="2" creationId="{DF2229FD-A740-5748-AFB0-392AC29E07F4}"/>
          </ac:spMkLst>
        </pc:spChg>
      </pc:sldChg>
      <pc:sldChg chg="modSp del mod">
        <pc:chgData name="Loc Huynh" userId="80c0383e323bd6ea" providerId="LiveId" clId="{7174A1A7-6A26-42BF-9590-B9BA90E8F80B}" dt="2023-09-13T09:29:55.983" v="245" actId="47"/>
        <pc:sldMkLst>
          <pc:docMk/>
          <pc:sldMk cId="4002749354" sldId="421"/>
        </pc:sldMkLst>
        <pc:spChg chg="mod">
          <ac:chgData name="Loc Huynh" userId="80c0383e323bd6ea" providerId="LiveId" clId="{7174A1A7-6A26-42BF-9590-B9BA90E8F80B}" dt="2023-09-13T09:23:57.389" v="196"/>
          <ac:spMkLst>
            <pc:docMk/>
            <pc:sldMk cId="4002749354" sldId="421"/>
            <ac:spMk id="2" creationId="{DF2229FD-A740-5748-AFB0-392AC29E07F4}"/>
          </ac:spMkLst>
        </pc:spChg>
      </pc:sldChg>
      <pc:sldChg chg="modSp del mod">
        <pc:chgData name="Loc Huynh" userId="80c0383e323bd6ea" providerId="LiveId" clId="{7174A1A7-6A26-42BF-9590-B9BA90E8F80B}" dt="2023-09-13T09:30:54.186" v="260" actId="47"/>
        <pc:sldMkLst>
          <pc:docMk/>
          <pc:sldMk cId="1018241307" sldId="422"/>
        </pc:sldMkLst>
        <pc:spChg chg="mod">
          <ac:chgData name="Loc Huynh" userId="80c0383e323bd6ea" providerId="LiveId" clId="{7174A1A7-6A26-42BF-9590-B9BA90E8F80B}" dt="2023-09-13T09:24:02.592" v="197"/>
          <ac:spMkLst>
            <pc:docMk/>
            <pc:sldMk cId="1018241307" sldId="422"/>
            <ac:spMk id="2" creationId="{DF2229FD-A740-5748-AFB0-392AC29E07F4}"/>
          </ac:spMkLst>
        </pc:spChg>
      </pc:sldChg>
      <pc:sldChg chg="modSp mod chgLayout">
        <pc:chgData name="Loc Huynh" userId="80c0383e323bd6ea" providerId="LiveId" clId="{7174A1A7-6A26-42BF-9590-B9BA90E8F80B}" dt="2023-09-13T09:35:25.404" v="404" actId="20577"/>
        <pc:sldMkLst>
          <pc:docMk/>
          <pc:sldMk cId="1060857223" sldId="423"/>
        </pc:sldMkLst>
        <pc:spChg chg="mod ord">
          <ac:chgData name="Loc Huynh" userId="80c0383e323bd6ea" providerId="LiveId" clId="{7174A1A7-6A26-42BF-9590-B9BA90E8F80B}" dt="2023-09-13T09:32:02.233" v="311" actId="20577"/>
          <ac:spMkLst>
            <pc:docMk/>
            <pc:sldMk cId="1060857223" sldId="423"/>
            <ac:spMk id="2" creationId="{80F262CC-7108-BA47-9DF4-6470E3B2A4D3}"/>
          </ac:spMkLst>
        </pc:spChg>
        <pc:spChg chg="mod ord">
          <ac:chgData name="Loc Huynh" userId="80c0383e323bd6ea" providerId="LiveId" clId="{7174A1A7-6A26-42BF-9590-B9BA90E8F80B}" dt="2023-09-13T09:35:25.404" v="404" actId="20577"/>
          <ac:spMkLst>
            <pc:docMk/>
            <pc:sldMk cId="1060857223" sldId="423"/>
            <ac:spMk id="3" creationId="{9AF62101-CCA0-D741-965E-52864A21749A}"/>
          </ac:spMkLst>
        </pc:spChg>
        <pc:spChg chg="mod ord">
          <ac:chgData name="Loc Huynh" userId="80c0383e323bd6ea" providerId="LiveId" clId="{7174A1A7-6A26-42BF-9590-B9BA90E8F80B}" dt="2023-09-13T09:31:43.279" v="282" actId="700"/>
          <ac:spMkLst>
            <pc:docMk/>
            <pc:sldMk cId="1060857223" sldId="423"/>
            <ac:spMk id="4" creationId="{ADC454FB-5702-5C44-BA19-162C0A4A1369}"/>
          </ac:spMkLst>
        </pc:spChg>
        <pc:spChg chg="mod ord">
          <ac:chgData name="Loc Huynh" userId="80c0383e323bd6ea" providerId="LiveId" clId="{7174A1A7-6A26-42BF-9590-B9BA90E8F80B}" dt="2023-09-13T09:31:43.279" v="282" actId="700"/>
          <ac:spMkLst>
            <pc:docMk/>
            <pc:sldMk cId="1060857223" sldId="423"/>
            <ac:spMk id="5" creationId="{F3B52447-5453-054F-8272-608FF5D8E502}"/>
          </ac:spMkLst>
        </pc:spChg>
        <pc:spChg chg="mod">
          <ac:chgData name="Loc Huynh" userId="80c0383e323bd6ea" providerId="LiveId" clId="{7174A1A7-6A26-42BF-9590-B9BA90E8F80B}" dt="2023-09-13T09:34:56.686" v="377" actId="1076"/>
          <ac:spMkLst>
            <pc:docMk/>
            <pc:sldMk cId="1060857223" sldId="423"/>
            <ac:spMk id="7" creationId="{7E655FB6-0A4B-3A47-8D9A-B6C75B0F0D9C}"/>
          </ac:spMkLst>
        </pc:spChg>
        <pc:picChg chg="mod">
          <ac:chgData name="Loc Huynh" userId="80c0383e323bd6ea" providerId="LiveId" clId="{7174A1A7-6A26-42BF-9590-B9BA90E8F80B}" dt="2023-09-13T09:34:59.842" v="378" actId="1076"/>
          <ac:picMkLst>
            <pc:docMk/>
            <pc:sldMk cId="1060857223" sldId="423"/>
            <ac:picMk id="6" creationId="{F9BBBCFC-A58C-4B40-9CCC-2F4D2395E51B}"/>
          </ac:picMkLst>
        </pc:picChg>
      </pc:sldChg>
      <pc:sldChg chg="modSp mod chgLayout">
        <pc:chgData name="Loc Huynh" userId="80c0383e323bd6ea" providerId="LiveId" clId="{7174A1A7-6A26-42BF-9590-B9BA90E8F80B}" dt="2023-09-13T09:40:23.358" v="604" actId="14100"/>
        <pc:sldMkLst>
          <pc:docMk/>
          <pc:sldMk cId="1639710476" sldId="424"/>
        </pc:sldMkLst>
        <pc:spChg chg="mod ord">
          <ac:chgData name="Loc Huynh" userId="80c0383e323bd6ea" providerId="LiveId" clId="{7174A1A7-6A26-42BF-9590-B9BA90E8F80B}" dt="2023-09-13T09:39:45.154" v="579" actId="700"/>
          <ac:spMkLst>
            <pc:docMk/>
            <pc:sldMk cId="1639710476" sldId="424"/>
            <ac:spMk id="2" creationId="{80F262CC-7108-BA47-9DF4-6470E3B2A4D3}"/>
          </ac:spMkLst>
        </pc:spChg>
        <pc:spChg chg="mod ord">
          <ac:chgData name="Loc Huynh" userId="80c0383e323bd6ea" providerId="LiveId" clId="{7174A1A7-6A26-42BF-9590-B9BA90E8F80B}" dt="2023-09-13T09:39:49.358" v="580" actId="207"/>
          <ac:spMkLst>
            <pc:docMk/>
            <pc:sldMk cId="1639710476" sldId="424"/>
            <ac:spMk id="3" creationId="{9AF62101-CCA0-D741-965E-52864A21749A}"/>
          </ac:spMkLst>
        </pc:spChg>
        <pc:spChg chg="mod ord">
          <ac:chgData name="Loc Huynh" userId="80c0383e323bd6ea" providerId="LiveId" clId="{7174A1A7-6A26-42BF-9590-B9BA90E8F80B}" dt="2023-09-13T09:39:45.154" v="579" actId="700"/>
          <ac:spMkLst>
            <pc:docMk/>
            <pc:sldMk cId="1639710476" sldId="424"/>
            <ac:spMk id="4" creationId="{ADC454FB-5702-5C44-BA19-162C0A4A1369}"/>
          </ac:spMkLst>
        </pc:spChg>
        <pc:spChg chg="mod ord">
          <ac:chgData name="Loc Huynh" userId="80c0383e323bd6ea" providerId="LiveId" clId="{7174A1A7-6A26-42BF-9590-B9BA90E8F80B}" dt="2023-09-13T09:39:45.154" v="579" actId="700"/>
          <ac:spMkLst>
            <pc:docMk/>
            <pc:sldMk cId="1639710476" sldId="424"/>
            <ac:spMk id="5" creationId="{F3B52447-5453-054F-8272-608FF5D8E502}"/>
          </ac:spMkLst>
        </pc:spChg>
        <pc:spChg chg="mod">
          <ac:chgData name="Loc Huynh" userId="80c0383e323bd6ea" providerId="LiveId" clId="{7174A1A7-6A26-42BF-9590-B9BA90E8F80B}" dt="2023-09-13T09:40:07.201" v="602" actId="1076"/>
          <ac:spMkLst>
            <pc:docMk/>
            <pc:sldMk cId="1639710476" sldId="424"/>
            <ac:spMk id="20" creationId="{FA11DDA8-F3BD-3545-86C9-A399A991B047}"/>
          </ac:spMkLst>
        </pc:spChg>
        <pc:spChg chg="mod">
          <ac:chgData name="Loc Huynh" userId="80c0383e323bd6ea" providerId="LiveId" clId="{7174A1A7-6A26-42BF-9590-B9BA90E8F80B}" dt="2023-09-13T09:40:00.186" v="601" actId="1035"/>
          <ac:spMkLst>
            <pc:docMk/>
            <pc:sldMk cId="1639710476" sldId="424"/>
            <ac:spMk id="21" creationId="{81710F7F-B602-3D41-A826-158C02388363}"/>
          </ac:spMkLst>
        </pc:spChg>
        <pc:spChg chg="mod">
          <ac:chgData name="Loc Huynh" userId="80c0383e323bd6ea" providerId="LiveId" clId="{7174A1A7-6A26-42BF-9590-B9BA90E8F80B}" dt="2023-09-13T09:40:00.186" v="601" actId="1035"/>
          <ac:spMkLst>
            <pc:docMk/>
            <pc:sldMk cId="1639710476" sldId="424"/>
            <ac:spMk id="22" creationId="{779BDBAC-8884-FF49-899C-79BB55A2730D}"/>
          </ac:spMkLst>
        </pc:spChg>
        <pc:spChg chg="mod">
          <ac:chgData name="Loc Huynh" userId="80c0383e323bd6ea" providerId="LiveId" clId="{7174A1A7-6A26-42BF-9590-B9BA90E8F80B}" dt="2023-09-13T09:40:00.186" v="601" actId="1035"/>
          <ac:spMkLst>
            <pc:docMk/>
            <pc:sldMk cId="1639710476" sldId="424"/>
            <ac:spMk id="23" creationId="{C7376B87-400D-CC44-B9D0-B8883FDF0D16}"/>
          </ac:spMkLst>
        </pc:spChg>
        <pc:spChg chg="mod">
          <ac:chgData name="Loc Huynh" userId="80c0383e323bd6ea" providerId="LiveId" clId="{7174A1A7-6A26-42BF-9590-B9BA90E8F80B}" dt="2023-09-13T09:40:00.186" v="601" actId="1035"/>
          <ac:spMkLst>
            <pc:docMk/>
            <pc:sldMk cId="1639710476" sldId="424"/>
            <ac:spMk id="24" creationId="{742B023B-6E58-5F46-A6EE-6AEE903F293C}"/>
          </ac:spMkLst>
        </pc:spChg>
        <pc:spChg chg="mod">
          <ac:chgData name="Loc Huynh" userId="80c0383e323bd6ea" providerId="LiveId" clId="{7174A1A7-6A26-42BF-9590-B9BA90E8F80B}" dt="2023-09-13T09:40:00.186" v="601" actId="1035"/>
          <ac:spMkLst>
            <pc:docMk/>
            <pc:sldMk cId="1639710476" sldId="424"/>
            <ac:spMk id="25" creationId="{0D73DE56-1AB7-C448-9F22-C191BF690516}"/>
          </ac:spMkLst>
        </pc:spChg>
        <pc:spChg chg="mod">
          <ac:chgData name="Loc Huynh" userId="80c0383e323bd6ea" providerId="LiveId" clId="{7174A1A7-6A26-42BF-9590-B9BA90E8F80B}" dt="2023-09-13T09:40:00.186" v="601" actId="1035"/>
          <ac:spMkLst>
            <pc:docMk/>
            <pc:sldMk cId="1639710476" sldId="424"/>
            <ac:spMk id="26" creationId="{6F22B1D1-6C99-9A49-BA05-373C260BD677}"/>
          </ac:spMkLst>
        </pc:spChg>
        <pc:spChg chg="mod">
          <ac:chgData name="Loc Huynh" userId="80c0383e323bd6ea" providerId="LiveId" clId="{7174A1A7-6A26-42BF-9590-B9BA90E8F80B}" dt="2023-09-13T09:40:23.358" v="604" actId="14100"/>
          <ac:spMkLst>
            <pc:docMk/>
            <pc:sldMk cId="1639710476" sldId="424"/>
            <ac:spMk id="27" creationId="{0C8225AC-0C5B-CC40-B209-B19CD249E823}"/>
          </ac:spMkLst>
        </pc:spChg>
        <pc:grpChg chg="mod">
          <ac:chgData name="Loc Huynh" userId="80c0383e323bd6ea" providerId="LiveId" clId="{7174A1A7-6A26-42BF-9590-B9BA90E8F80B}" dt="2023-09-13T09:40:00.186" v="601" actId="1035"/>
          <ac:grpSpMkLst>
            <pc:docMk/>
            <pc:sldMk cId="1639710476" sldId="424"/>
            <ac:grpSpMk id="30" creationId="{B7209310-2F24-ED4E-8489-4C17D246E160}"/>
          </ac:grpSpMkLst>
        </pc:grpChg>
      </pc:sldChg>
      <pc:sldChg chg="modSp mod ord chgLayout">
        <pc:chgData name="Loc Huynh" userId="80c0383e323bd6ea" providerId="LiveId" clId="{7174A1A7-6A26-42BF-9590-B9BA90E8F80B}" dt="2023-09-13T09:39:09.936" v="526" actId="114"/>
        <pc:sldMkLst>
          <pc:docMk/>
          <pc:sldMk cId="3333566873" sldId="425"/>
        </pc:sldMkLst>
        <pc:spChg chg="mod ord">
          <ac:chgData name="Loc Huynh" userId="80c0383e323bd6ea" providerId="LiveId" clId="{7174A1A7-6A26-42BF-9590-B9BA90E8F80B}" dt="2023-09-13T09:36:58.311" v="418" actId="700"/>
          <ac:spMkLst>
            <pc:docMk/>
            <pc:sldMk cId="3333566873" sldId="425"/>
            <ac:spMk id="2" creationId="{80F262CC-7108-BA47-9DF4-6470E3B2A4D3}"/>
          </ac:spMkLst>
        </pc:spChg>
        <pc:spChg chg="mod ord">
          <ac:chgData name="Loc Huynh" userId="80c0383e323bd6ea" providerId="LiveId" clId="{7174A1A7-6A26-42BF-9590-B9BA90E8F80B}" dt="2023-09-13T09:39:09.936" v="526" actId="114"/>
          <ac:spMkLst>
            <pc:docMk/>
            <pc:sldMk cId="3333566873" sldId="425"/>
            <ac:spMk id="3" creationId="{9AF62101-CCA0-D741-965E-52864A21749A}"/>
          </ac:spMkLst>
        </pc:spChg>
        <pc:spChg chg="mod ord">
          <ac:chgData name="Loc Huynh" userId="80c0383e323bd6ea" providerId="LiveId" clId="{7174A1A7-6A26-42BF-9590-B9BA90E8F80B}" dt="2023-09-13T09:36:58.311" v="418" actId="700"/>
          <ac:spMkLst>
            <pc:docMk/>
            <pc:sldMk cId="3333566873" sldId="425"/>
            <ac:spMk id="4" creationId="{ADC454FB-5702-5C44-BA19-162C0A4A1369}"/>
          </ac:spMkLst>
        </pc:spChg>
        <pc:spChg chg="mod ord">
          <ac:chgData name="Loc Huynh" userId="80c0383e323bd6ea" providerId="LiveId" clId="{7174A1A7-6A26-42BF-9590-B9BA90E8F80B}" dt="2023-09-13T09:36:58.311" v="418" actId="700"/>
          <ac:spMkLst>
            <pc:docMk/>
            <pc:sldMk cId="3333566873" sldId="425"/>
            <ac:spMk id="5" creationId="{F3B52447-5453-054F-8272-608FF5D8E502}"/>
          </ac:spMkLst>
        </pc:spChg>
      </pc:sldChg>
      <pc:sldChg chg="modSp mod ord chgLayout">
        <pc:chgData name="Loc Huynh" userId="80c0383e323bd6ea" providerId="LiveId" clId="{7174A1A7-6A26-42BF-9590-B9BA90E8F80B}" dt="2023-09-13T09:39:17.998" v="527" actId="2710"/>
        <pc:sldMkLst>
          <pc:docMk/>
          <pc:sldMk cId="42986778" sldId="426"/>
        </pc:sldMkLst>
        <pc:spChg chg="mod ord">
          <ac:chgData name="Loc Huynh" userId="80c0383e323bd6ea" providerId="LiveId" clId="{7174A1A7-6A26-42BF-9590-B9BA90E8F80B}" dt="2023-09-13T09:35:55.920" v="409" actId="700"/>
          <ac:spMkLst>
            <pc:docMk/>
            <pc:sldMk cId="42986778" sldId="426"/>
            <ac:spMk id="2" creationId="{80F262CC-7108-BA47-9DF4-6470E3B2A4D3}"/>
          </ac:spMkLst>
        </pc:spChg>
        <pc:spChg chg="mod ord">
          <ac:chgData name="Loc Huynh" userId="80c0383e323bd6ea" providerId="LiveId" clId="{7174A1A7-6A26-42BF-9590-B9BA90E8F80B}" dt="2023-09-13T09:39:17.998" v="527" actId="2710"/>
          <ac:spMkLst>
            <pc:docMk/>
            <pc:sldMk cId="42986778" sldId="426"/>
            <ac:spMk id="3" creationId="{9AF62101-CCA0-D741-965E-52864A21749A}"/>
          </ac:spMkLst>
        </pc:spChg>
        <pc:spChg chg="mod ord">
          <ac:chgData name="Loc Huynh" userId="80c0383e323bd6ea" providerId="LiveId" clId="{7174A1A7-6A26-42BF-9590-B9BA90E8F80B}" dt="2023-09-13T09:35:55.920" v="409" actId="700"/>
          <ac:spMkLst>
            <pc:docMk/>
            <pc:sldMk cId="42986778" sldId="426"/>
            <ac:spMk id="4" creationId="{ADC454FB-5702-5C44-BA19-162C0A4A1369}"/>
          </ac:spMkLst>
        </pc:spChg>
        <pc:spChg chg="mod ord">
          <ac:chgData name="Loc Huynh" userId="80c0383e323bd6ea" providerId="LiveId" clId="{7174A1A7-6A26-42BF-9590-B9BA90E8F80B}" dt="2023-09-13T09:35:55.920" v="409" actId="700"/>
          <ac:spMkLst>
            <pc:docMk/>
            <pc:sldMk cId="42986778" sldId="426"/>
            <ac:spMk id="5" creationId="{F3B52447-5453-054F-8272-608FF5D8E502}"/>
          </ac:spMkLst>
        </pc:spChg>
      </pc:sldChg>
      <pc:sldChg chg="delSp modSp mod chgLayout">
        <pc:chgData name="Loc Huynh" userId="80c0383e323bd6ea" providerId="LiveId" clId="{7174A1A7-6A26-42BF-9590-B9BA90E8F80B}" dt="2023-09-13T09:48:56.575" v="761" actId="1076"/>
        <pc:sldMkLst>
          <pc:docMk/>
          <pc:sldMk cId="3400533864" sldId="427"/>
        </pc:sldMkLst>
        <pc:spChg chg="mod ord">
          <ac:chgData name="Loc Huynh" userId="80c0383e323bd6ea" providerId="LiveId" clId="{7174A1A7-6A26-42BF-9590-B9BA90E8F80B}" dt="2023-09-13T09:45:40.691" v="629" actId="700"/>
          <ac:spMkLst>
            <pc:docMk/>
            <pc:sldMk cId="3400533864" sldId="427"/>
            <ac:spMk id="2" creationId="{899DFE1E-6383-B44C-B387-B63B6B1BC446}"/>
          </ac:spMkLst>
        </pc:spChg>
        <pc:spChg chg="mod ord">
          <ac:chgData name="Loc Huynh" userId="80c0383e323bd6ea" providerId="LiveId" clId="{7174A1A7-6A26-42BF-9590-B9BA90E8F80B}" dt="2023-09-13T09:48:27.737" v="753" actId="2710"/>
          <ac:spMkLst>
            <pc:docMk/>
            <pc:sldMk cId="3400533864" sldId="427"/>
            <ac:spMk id="3" creationId="{B17CB756-9C6B-6C43-8FE6-760ECDD4A1E9}"/>
          </ac:spMkLst>
        </pc:spChg>
        <pc:spChg chg="mod ord">
          <ac:chgData name="Loc Huynh" userId="80c0383e323bd6ea" providerId="LiveId" clId="{7174A1A7-6A26-42BF-9590-B9BA90E8F80B}" dt="2023-09-13T09:45:40.691" v="629" actId="700"/>
          <ac:spMkLst>
            <pc:docMk/>
            <pc:sldMk cId="3400533864" sldId="427"/>
            <ac:spMk id="4" creationId="{31B88018-62EF-2B46-9E31-68F077D2C24B}"/>
          </ac:spMkLst>
        </pc:spChg>
        <pc:spChg chg="mod ord">
          <ac:chgData name="Loc Huynh" userId="80c0383e323bd6ea" providerId="LiveId" clId="{7174A1A7-6A26-42BF-9590-B9BA90E8F80B}" dt="2023-09-13T09:45:40.691" v="629" actId="700"/>
          <ac:spMkLst>
            <pc:docMk/>
            <pc:sldMk cId="3400533864" sldId="427"/>
            <ac:spMk id="5" creationId="{6065B84E-9972-884A-A2BD-94DDEC0B4060}"/>
          </ac:spMkLst>
        </pc:spChg>
        <pc:spChg chg="mod">
          <ac:chgData name="Loc Huynh" userId="80c0383e323bd6ea" providerId="LiveId" clId="{7174A1A7-6A26-42BF-9590-B9BA90E8F80B}" dt="2023-09-13T09:48:43.854" v="760" actId="1076"/>
          <ac:spMkLst>
            <pc:docMk/>
            <pc:sldMk cId="3400533864" sldId="427"/>
            <ac:spMk id="6" creationId="{D8C9A436-0DA9-774E-BBD9-1871AAFD4634}"/>
          </ac:spMkLst>
        </pc:spChg>
        <pc:spChg chg="del mod">
          <ac:chgData name="Loc Huynh" userId="80c0383e323bd6ea" providerId="LiveId" clId="{7174A1A7-6A26-42BF-9590-B9BA90E8F80B}" dt="2023-09-13T09:47:12.223" v="652" actId="478"/>
          <ac:spMkLst>
            <pc:docMk/>
            <pc:sldMk cId="3400533864" sldId="427"/>
            <ac:spMk id="8" creationId="{1DB030E6-0AB7-0E47-B083-DF2C2C7C38B1}"/>
          </ac:spMkLst>
        </pc:spChg>
        <pc:picChg chg="mod">
          <ac:chgData name="Loc Huynh" userId="80c0383e323bd6ea" providerId="LiveId" clId="{7174A1A7-6A26-42BF-9590-B9BA90E8F80B}" dt="2023-09-13T09:48:56.575" v="761" actId="1076"/>
          <ac:picMkLst>
            <pc:docMk/>
            <pc:sldMk cId="3400533864" sldId="427"/>
            <ac:picMk id="7" creationId="{67D98636-A361-D846-90EC-2C4E670F295F}"/>
          </ac:picMkLst>
        </pc:picChg>
      </pc:sldChg>
      <pc:sldChg chg="modSp mod chgLayout">
        <pc:chgData name="Loc Huynh" userId="80c0383e323bd6ea" providerId="LiveId" clId="{7174A1A7-6A26-42BF-9590-B9BA90E8F80B}" dt="2023-09-13T09:51:21.352" v="826" actId="14100"/>
        <pc:sldMkLst>
          <pc:docMk/>
          <pc:sldMk cId="1376264870" sldId="428"/>
        </pc:sldMkLst>
        <pc:spChg chg="mod ord">
          <ac:chgData name="Loc Huynh" userId="80c0383e323bd6ea" providerId="LiveId" clId="{7174A1A7-6A26-42BF-9590-B9BA90E8F80B}" dt="2023-09-13T09:49:07.888" v="762" actId="700"/>
          <ac:spMkLst>
            <pc:docMk/>
            <pc:sldMk cId="1376264870" sldId="428"/>
            <ac:spMk id="2" creationId="{899DFE1E-6383-B44C-B387-B63B6B1BC446}"/>
          </ac:spMkLst>
        </pc:spChg>
        <pc:spChg chg="mod ord">
          <ac:chgData name="Loc Huynh" userId="80c0383e323bd6ea" providerId="LiveId" clId="{7174A1A7-6A26-42BF-9590-B9BA90E8F80B}" dt="2023-09-13T09:50:00.336" v="816" actId="207"/>
          <ac:spMkLst>
            <pc:docMk/>
            <pc:sldMk cId="1376264870" sldId="428"/>
            <ac:spMk id="3" creationId="{B17CB756-9C6B-6C43-8FE6-760ECDD4A1E9}"/>
          </ac:spMkLst>
        </pc:spChg>
        <pc:spChg chg="mod ord">
          <ac:chgData name="Loc Huynh" userId="80c0383e323bd6ea" providerId="LiveId" clId="{7174A1A7-6A26-42BF-9590-B9BA90E8F80B}" dt="2023-09-13T09:49:07.888" v="762" actId="700"/>
          <ac:spMkLst>
            <pc:docMk/>
            <pc:sldMk cId="1376264870" sldId="428"/>
            <ac:spMk id="4" creationId="{31B88018-62EF-2B46-9E31-68F077D2C24B}"/>
          </ac:spMkLst>
        </pc:spChg>
        <pc:spChg chg="mod ord">
          <ac:chgData name="Loc Huynh" userId="80c0383e323bd6ea" providerId="LiveId" clId="{7174A1A7-6A26-42BF-9590-B9BA90E8F80B}" dt="2023-09-13T09:49:07.888" v="762" actId="700"/>
          <ac:spMkLst>
            <pc:docMk/>
            <pc:sldMk cId="1376264870" sldId="428"/>
            <ac:spMk id="5" creationId="{6065B84E-9972-884A-A2BD-94DDEC0B4060}"/>
          </ac:spMkLst>
        </pc:spChg>
        <pc:spChg chg="mod">
          <ac:chgData name="Loc Huynh" userId="80c0383e323bd6ea" providerId="LiveId" clId="{7174A1A7-6A26-42BF-9590-B9BA90E8F80B}" dt="2023-09-13T09:50:48.717" v="817" actId="1076"/>
          <ac:spMkLst>
            <pc:docMk/>
            <pc:sldMk cId="1376264870" sldId="428"/>
            <ac:spMk id="6" creationId="{D8C9A436-0DA9-774E-BBD9-1871AAFD4634}"/>
          </ac:spMkLst>
        </pc:spChg>
        <pc:spChg chg="mod">
          <ac:chgData name="Loc Huynh" userId="80c0383e323bd6ea" providerId="LiveId" clId="{7174A1A7-6A26-42BF-9590-B9BA90E8F80B}" dt="2023-09-13T09:51:14.679" v="824" actId="14100"/>
          <ac:spMkLst>
            <pc:docMk/>
            <pc:sldMk cId="1376264870" sldId="428"/>
            <ac:spMk id="12" creationId="{21587237-5640-A648-8E8D-4506EE033316}"/>
          </ac:spMkLst>
        </pc:spChg>
        <pc:spChg chg="mod">
          <ac:chgData name="Loc Huynh" userId="80c0383e323bd6ea" providerId="LiveId" clId="{7174A1A7-6A26-42BF-9590-B9BA90E8F80B}" dt="2023-09-13T09:51:17.761" v="825" actId="14100"/>
          <ac:spMkLst>
            <pc:docMk/>
            <pc:sldMk cId="1376264870" sldId="428"/>
            <ac:spMk id="13" creationId="{18720369-DFF3-0C4A-ACC8-ADF8E5B54C04}"/>
          </ac:spMkLst>
        </pc:spChg>
        <pc:spChg chg="mod">
          <ac:chgData name="Loc Huynh" userId="80c0383e323bd6ea" providerId="LiveId" clId="{7174A1A7-6A26-42BF-9590-B9BA90E8F80B}" dt="2023-09-13T09:51:21.352" v="826" actId="14100"/>
          <ac:spMkLst>
            <pc:docMk/>
            <pc:sldMk cId="1376264870" sldId="428"/>
            <ac:spMk id="14" creationId="{98E5A6B1-8B7E-BC41-8F51-6C5A48F572A1}"/>
          </ac:spMkLst>
        </pc:spChg>
        <pc:picChg chg="mod">
          <ac:chgData name="Loc Huynh" userId="80c0383e323bd6ea" providerId="LiveId" clId="{7174A1A7-6A26-42BF-9590-B9BA90E8F80B}" dt="2023-09-13T09:51:05.432" v="821" actId="1076"/>
          <ac:picMkLst>
            <pc:docMk/>
            <pc:sldMk cId="1376264870" sldId="428"/>
            <ac:picMk id="9" creationId="{95AF9984-A83D-3745-9D62-1F5A2C0EE88C}"/>
          </ac:picMkLst>
        </pc:picChg>
        <pc:picChg chg="mod">
          <ac:chgData name="Loc Huynh" userId="80c0383e323bd6ea" providerId="LiveId" clId="{7174A1A7-6A26-42BF-9590-B9BA90E8F80B}" dt="2023-09-13T09:51:07.838" v="822" actId="1076"/>
          <ac:picMkLst>
            <pc:docMk/>
            <pc:sldMk cId="1376264870" sldId="428"/>
            <ac:picMk id="10" creationId="{82D61940-C481-464B-8D42-9B50FBBE7171}"/>
          </ac:picMkLst>
        </pc:picChg>
        <pc:picChg chg="mod">
          <ac:chgData name="Loc Huynh" userId="80c0383e323bd6ea" providerId="LiveId" clId="{7174A1A7-6A26-42BF-9590-B9BA90E8F80B}" dt="2023-09-13T09:51:10.606" v="823" actId="1076"/>
          <ac:picMkLst>
            <pc:docMk/>
            <pc:sldMk cId="1376264870" sldId="428"/>
            <ac:picMk id="11" creationId="{5A496974-E844-6E4C-9621-E81755041771}"/>
          </ac:picMkLst>
        </pc:picChg>
      </pc:sldChg>
      <pc:sldChg chg="modSp mod modAnim">
        <pc:chgData name="Loc Huynh" userId="80c0383e323bd6ea" providerId="LiveId" clId="{7174A1A7-6A26-42BF-9590-B9BA90E8F80B}" dt="2023-09-13T10:12:49.104" v="1048" actId="207"/>
        <pc:sldMkLst>
          <pc:docMk/>
          <pc:sldMk cId="2750843972" sldId="429"/>
        </pc:sldMkLst>
        <pc:spChg chg="mod">
          <ac:chgData name="Loc Huynh" userId="80c0383e323bd6ea" providerId="LiveId" clId="{7174A1A7-6A26-42BF-9590-B9BA90E8F80B}" dt="2023-09-13T10:07:01.876" v="961" actId="20577"/>
          <ac:spMkLst>
            <pc:docMk/>
            <pc:sldMk cId="2750843972" sldId="429"/>
            <ac:spMk id="3" creationId="{E31B8DF0-5097-6849-A204-526B69A794B3}"/>
          </ac:spMkLst>
        </pc:spChg>
        <pc:spChg chg="mod">
          <ac:chgData name="Loc Huynh" userId="80c0383e323bd6ea" providerId="LiveId" clId="{7174A1A7-6A26-42BF-9590-B9BA90E8F80B}" dt="2023-09-13T10:12:49.104" v="1048" actId="207"/>
          <ac:spMkLst>
            <pc:docMk/>
            <pc:sldMk cId="2750843972" sldId="429"/>
            <ac:spMk id="7" creationId="{9CF46A69-C370-BC4E-A1B6-0D08CD7E7D51}"/>
          </ac:spMkLst>
        </pc:spChg>
        <pc:spChg chg="mod">
          <ac:chgData name="Loc Huynh" userId="80c0383e323bd6ea" providerId="LiveId" clId="{7174A1A7-6A26-42BF-9590-B9BA90E8F80B}" dt="2023-09-13T10:04:43.454" v="946" actId="14100"/>
          <ac:spMkLst>
            <pc:docMk/>
            <pc:sldMk cId="2750843972" sldId="429"/>
            <ac:spMk id="9" creationId="{63D82EEC-551D-774A-977B-2E51FC46DDFB}"/>
          </ac:spMkLst>
        </pc:spChg>
        <pc:spChg chg="mod">
          <ac:chgData name="Loc Huynh" userId="80c0383e323bd6ea" providerId="LiveId" clId="{7174A1A7-6A26-42BF-9590-B9BA90E8F80B}" dt="2023-09-13T10:05:54.599" v="959" actId="14100"/>
          <ac:spMkLst>
            <pc:docMk/>
            <pc:sldMk cId="2750843972" sldId="429"/>
            <ac:spMk id="10" creationId="{1A7F9704-633B-7344-905E-2FA7E1112854}"/>
          </ac:spMkLst>
        </pc:spChg>
        <pc:picChg chg="mod">
          <ac:chgData name="Loc Huynh" userId="80c0383e323bd6ea" providerId="LiveId" clId="{7174A1A7-6A26-42BF-9590-B9BA90E8F80B}" dt="2023-09-13T10:05:35.997" v="956" actId="1036"/>
          <ac:picMkLst>
            <pc:docMk/>
            <pc:sldMk cId="2750843972" sldId="429"/>
            <ac:picMk id="11" creationId="{658F11D1-A2B4-D843-A1D0-0C844D4E9B1A}"/>
          </ac:picMkLst>
        </pc:picChg>
      </pc:sldChg>
      <pc:sldChg chg="modSp mod chgLayout">
        <pc:chgData name="Loc Huynh" userId="80c0383e323bd6ea" providerId="LiveId" clId="{7174A1A7-6A26-42BF-9590-B9BA90E8F80B}" dt="2023-09-13T09:57:03.793" v="909" actId="207"/>
        <pc:sldMkLst>
          <pc:docMk/>
          <pc:sldMk cId="892916379" sldId="430"/>
        </pc:sldMkLst>
        <pc:spChg chg="mod ord">
          <ac:chgData name="Loc Huynh" userId="80c0383e323bd6ea" providerId="LiveId" clId="{7174A1A7-6A26-42BF-9590-B9BA90E8F80B}" dt="2023-09-13T09:52:04.166" v="857" actId="700"/>
          <ac:spMkLst>
            <pc:docMk/>
            <pc:sldMk cId="892916379" sldId="430"/>
            <ac:spMk id="3" creationId="{00000000-0000-0000-0000-000000000000}"/>
          </ac:spMkLst>
        </pc:spChg>
        <pc:spChg chg="mod ord">
          <ac:chgData name="Loc Huynh" userId="80c0383e323bd6ea" providerId="LiveId" clId="{7174A1A7-6A26-42BF-9590-B9BA90E8F80B}" dt="2023-09-13T09:52:08.507" v="858" actId="207"/>
          <ac:spMkLst>
            <pc:docMk/>
            <pc:sldMk cId="892916379" sldId="430"/>
            <ac:spMk id="5" creationId="{00000000-0000-0000-0000-000000000000}"/>
          </ac:spMkLst>
        </pc:spChg>
        <pc:spChg chg="mod">
          <ac:chgData name="Loc Huynh" userId="80c0383e323bd6ea" providerId="LiveId" clId="{7174A1A7-6A26-42BF-9590-B9BA90E8F80B}" dt="2023-09-13T09:52:23.675" v="861" actId="1076"/>
          <ac:spMkLst>
            <pc:docMk/>
            <pc:sldMk cId="892916379" sldId="430"/>
            <ac:spMk id="7" creationId="{00000000-0000-0000-0000-000000000000}"/>
          </ac:spMkLst>
        </pc:spChg>
        <pc:spChg chg="mod ord">
          <ac:chgData name="Loc Huynh" userId="80c0383e323bd6ea" providerId="LiveId" clId="{7174A1A7-6A26-42BF-9590-B9BA90E8F80B}" dt="2023-09-13T09:52:04.166" v="857" actId="700"/>
          <ac:spMkLst>
            <pc:docMk/>
            <pc:sldMk cId="892916379" sldId="430"/>
            <ac:spMk id="8" creationId="{239476E9-6325-814F-9E0C-7661FB780031}"/>
          </ac:spMkLst>
        </pc:spChg>
        <pc:spChg chg="mod ord">
          <ac:chgData name="Loc Huynh" userId="80c0383e323bd6ea" providerId="LiveId" clId="{7174A1A7-6A26-42BF-9590-B9BA90E8F80B}" dt="2023-09-13T09:52:04.166" v="857" actId="700"/>
          <ac:spMkLst>
            <pc:docMk/>
            <pc:sldMk cId="892916379" sldId="430"/>
            <ac:spMk id="9" creationId="{AC730A53-D852-2F42-9F8B-B2EE93EE8038}"/>
          </ac:spMkLst>
        </pc:spChg>
        <pc:graphicFrameChg chg="mod modGraphic">
          <ac:chgData name="Loc Huynh" userId="80c0383e323bd6ea" providerId="LiveId" clId="{7174A1A7-6A26-42BF-9590-B9BA90E8F80B}" dt="2023-09-13T09:57:03.793" v="909" actId="207"/>
          <ac:graphicFrameMkLst>
            <pc:docMk/>
            <pc:sldMk cId="892916379" sldId="430"/>
            <ac:graphicFrameMk id="6" creationId="{00000000-0000-0000-0000-000000000000}"/>
          </ac:graphicFrameMkLst>
        </pc:graphicFrameChg>
      </pc:sldChg>
      <pc:sldChg chg="addSp delSp modSp mod">
        <pc:chgData name="Loc Huynh" userId="80c0383e323bd6ea" providerId="LiveId" clId="{7174A1A7-6A26-42BF-9590-B9BA90E8F80B}" dt="2023-09-13T09:55:03.806" v="895" actId="1076"/>
        <pc:sldMkLst>
          <pc:docMk/>
          <pc:sldMk cId="1943365552" sldId="433"/>
        </pc:sldMkLst>
        <pc:spChg chg="add mod">
          <ac:chgData name="Loc Huynh" userId="80c0383e323bd6ea" providerId="LiveId" clId="{7174A1A7-6A26-42BF-9590-B9BA90E8F80B}" dt="2023-09-13T09:53:29.812" v="873"/>
          <ac:spMkLst>
            <pc:docMk/>
            <pc:sldMk cId="1943365552" sldId="433"/>
            <ac:spMk id="2" creationId="{0D817B2C-FF84-11E2-171A-B030D537DC79}"/>
          </ac:spMkLst>
        </pc:spChg>
        <pc:spChg chg="mod">
          <ac:chgData name="Loc Huynh" userId="80c0383e323bd6ea" providerId="LiveId" clId="{7174A1A7-6A26-42BF-9590-B9BA90E8F80B}" dt="2023-09-13T09:52:42.148" v="864"/>
          <ac:spMkLst>
            <pc:docMk/>
            <pc:sldMk cId="1943365552" sldId="433"/>
            <ac:spMk id="3" creationId="{00000000-0000-0000-0000-000000000000}"/>
          </ac:spMkLst>
        </pc:spChg>
        <pc:spChg chg="mod">
          <ac:chgData name="Loc Huynh" userId="80c0383e323bd6ea" providerId="LiveId" clId="{7174A1A7-6A26-42BF-9590-B9BA90E8F80B}" dt="2023-09-13T09:54:28.722" v="892" actId="20577"/>
          <ac:spMkLst>
            <pc:docMk/>
            <pc:sldMk cId="1943365552" sldId="433"/>
            <ac:spMk id="5" creationId="{00000000-0000-0000-0000-000000000000}"/>
          </ac:spMkLst>
        </pc:spChg>
        <pc:spChg chg="del">
          <ac:chgData name="Loc Huynh" userId="80c0383e323bd6ea" providerId="LiveId" clId="{7174A1A7-6A26-42BF-9590-B9BA90E8F80B}" dt="2023-09-13T09:53:28.480" v="872" actId="478"/>
          <ac:spMkLst>
            <pc:docMk/>
            <pc:sldMk cId="1943365552" sldId="433"/>
            <ac:spMk id="7" creationId="{9BA56974-3671-5A4B-A509-EF9EAB2EF312}"/>
          </ac:spMkLst>
        </pc:spChg>
        <pc:spChg chg="mod">
          <ac:chgData name="Loc Huynh" userId="80c0383e323bd6ea" providerId="LiveId" clId="{7174A1A7-6A26-42BF-9590-B9BA90E8F80B}" dt="2023-09-13T09:55:03.806" v="895" actId="1076"/>
          <ac:spMkLst>
            <pc:docMk/>
            <pc:sldMk cId="1943365552" sldId="433"/>
            <ac:spMk id="8" creationId="{00000000-0000-0000-0000-000000000000}"/>
          </ac:spMkLst>
        </pc:spChg>
      </pc:sldChg>
      <pc:sldChg chg="addSp delSp modSp mod">
        <pc:chgData name="Loc Huynh" userId="80c0383e323bd6ea" providerId="LiveId" clId="{7174A1A7-6A26-42BF-9590-B9BA90E8F80B}" dt="2023-09-13T09:56:08.605" v="906"/>
        <pc:sldMkLst>
          <pc:docMk/>
          <pc:sldMk cId="1953601379" sldId="434"/>
        </pc:sldMkLst>
        <pc:spChg chg="add mod">
          <ac:chgData name="Loc Huynh" userId="80c0383e323bd6ea" providerId="LiveId" clId="{7174A1A7-6A26-42BF-9590-B9BA90E8F80B}" dt="2023-09-13T09:53:33.683" v="875"/>
          <ac:spMkLst>
            <pc:docMk/>
            <pc:sldMk cId="1953601379" sldId="434"/>
            <ac:spMk id="2" creationId="{9A5B820F-BAD6-5EF6-004A-CD3F1EDDBC72}"/>
          </ac:spMkLst>
        </pc:spChg>
        <pc:spChg chg="mod">
          <ac:chgData name="Loc Huynh" userId="80c0383e323bd6ea" providerId="LiveId" clId="{7174A1A7-6A26-42BF-9590-B9BA90E8F80B}" dt="2023-09-13T09:56:08.605" v="906"/>
          <ac:spMkLst>
            <pc:docMk/>
            <pc:sldMk cId="1953601379" sldId="434"/>
            <ac:spMk id="3" creationId="{00000000-0000-0000-0000-000000000000}"/>
          </ac:spMkLst>
        </pc:spChg>
        <pc:spChg chg="mod">
          <ac:chgData name="Loc Huynh" userId="80c0383e323bd6ea" providerId="LiveId" clId="{7174A1A7-6A26-42BF-9590-B9BA90E8F80B}" dt="2023-09-13T09:55:16.158" v="897" actId="207"/>
          <ac:spMkLst>
            <pc:docMk/>
            <pc:sldMk cId="1953601379" sldId="434"/>
            <ac:spMk id="5" creationId="{00000000-0000-0000-0000-000000000000}"/>
          </ac:spMkLst>
        </pc:spChg>
        <pc:spChg chg="del">
          <ac:chgData name="Loc Huynh" userId="80c0383e323bd6ea" providerId="LiveId" clId="{7174A1A7-6A26-42BF-9590-B9BA90E8F80B}" dt="2023-09-13T09:53:33.046" v="874" actId="478"/>
          <ac:spMkLst>
            <pc:docMk/>
            <pc:sldMk cId="1953601379" sldId="434"/>
            <ac:spMk id="6" creationId="{5B185289-81D4-5444-8555-914A8CF7894A}"/>
          </ac:spMkLst>
        </pc:spChg>
        <pc:graphicFrameChg chg="mod modGraphic">
          <ac:chgData name="Loc Huynh" userId="80c0383e323bd6ea" providerId="LiveId" clId="{7174A1A7-6A26-42BF-9590-B9BA90E8F80B}" dt="2023-09-13T09:55:24.192" v="899" actId="1076"/>
          <ac:graphicFrameMkLst>
            <pc:docMk/>
            <pc:sldMk cId="1953601379" sldId="434"/>
            <ac:graphicFrameMk id="7" creationId="{00000000-0000-0000-0000-000000000000}"/>
          </ac:graphicFrameMkLst>
        </pc:graphicFrameChg>
      </pc:sldChg>
      <pc:sldChg chg="addSp delSp modSp mod">
        <pc:chgData name="Loc Huynh" userId="80c0383e323bd6ea" providerId="LiveId" clId="{7174A1A7-6A26-42BF-9590-B9BA90E8F80B}" dt="2023-09-13T09:56:11.360" v="907"/>
        <pc:sldMkLst>
          <pc:docMk/>
          <pc:sldMk cId="41131106" sldId="436"/>
        </pc:sldMkLst>
        <pc:spChg chg="add mod">
          <ac:chgData name="Loc Huynh" userId="80c0383e323bd6ea" providerId="LiveId" clId="{7174A1A7-6A26-42BF-9590-B9BA90E8F80B}" dt="2023-09-13T09:53:38.330" v="877"/>
          <ac:spMkLst>
            <pc:docMk/>
            <pc:sldMk cId="41131106" sldId="436"/>
            <ac:spMk id="2" creationId="{ADB30195-76DE-61F9-835B-B324BA335D3F}"/>
          </ac:spMkLst>
        </pc:spChg>
        <pc:spChg chg="mod">
          <ac:chgData name="Loc Huynh" userId="80c0383e323bd6ea" providerId="LiveId" clId="{7174A1A7-6A26-42BF-9590-B9BA90E8F80B}" dt="2023-09-13T09:56:11.360" v="907"/>
          <ac:spMkLst>
            <pc:docMk/>
            <pc:sldMk cId="41131106" sldId="436"/>
            <ac:spMk id="3" creationId="{00000000-0000-0000-0000-000000000000}"/>
          </ac:spMkLst>
        </pc:spChg>
        <pc:spChg chg="mod">
          <ac:chgData name="Loc Huynh" userId="80c0383e323bd6ea" providerId="LiveId" clId="{7174A1A7-6A26-42BF-9590-B9BA90E8F80B}" dt="2023-09-13T09:55:39.336" v="901" actId="207"/>
          <ac:spMkLst>
            <pc:docMk/>
            <pc:sldMk cId="41131106" sldId="436"/>
            <ac:spMk id="5" creationId="{00000000-0000-0000-0000-000000000000}"/>
          </ac:spMkLst>
        </pc:spChg>
        <pc:spChg chg="del">
          <ac:chgData name="Loc Huynh" userId="80c0383e323bd6ea" providerId="LiveId" clId="{7174A1A7-6A26-42BF-9590-B9BA90E8F80B}" dt="2023-09-13T09:53:37.880" v="876" actId="478"/>
          <ac:spMkLst>
            <pc:docMk/>
            <pc:sldMk cId="41131106" sldId="436"/>
            <ac:spMk id="6" creationId="{4566F98B-62C6-7546-93BB-95273726A825}"/>
          </ac:spMkLst>
        </pc:spChg>
        <pc:graphicFrameChg chg="mod modGraphic">
          <ac:chgData name="Loc Huynh" userId="80c0383e323bd6ea" providerId="LiveId" clId="{7174A1A7-6A26-42BF-9590-B9BA90E8F80B}" dt="2023-09-13T09:55:52.889" v="904" actId="1076"/>
          <ac:graphicFrameMkLst>
            <pc:docMk/>
            <pc:sldMk cId="41131106" sldId="436"/>
            <ac:graphicFrameMk id="7" creationId="{00000000-0000-0000-0000-000000000000}"/>
          </ac:graphicFrameMkLst>
        </pc:graphicFrameChg>
      </pc:sldChg>
      <pc:sldChg chg="addSp delSp modSp mod">
        <pc:chgData name="Loc Huynh" userId="80c0383e323bd6ea" providerId="LiveId" clId="{7174A1A7-6A26-42BF-9590-B9BA90E8F80B}" dt="2023-09-13T09:53:56.059" v="880" actId="1076"/>
        <pc:sldMkLst>
          <pc:docMk/>
          <pc:sldMk cId="3186563993" sldId="439"/>
        </pc:sldMkLst>
        <pc:spChg chg="add del mod">
          <ac:chgData name="Loc Huynh" userId="80c0383e323bd6ea" providerId="LiveId" clId="{7174A1A7-6A26-42BF-9590-B9BA90E8F80B}" dt="2023-09-13T09:53:16.801" v="869"/>
          <ac:spMkLst>
            <pc:docMk/>
            <pc:sldMk cId="3186563993" sldId="439"/>
            <ac:spMk id="2" creationId="{23F68DE8-EEF7-1E1C-2D26-149597D4909B}"/>
          </ac:spMkLst>
        </pc:spChg>
        <pc:spChg chg="mod">
          <ac:chgData name="Loc Huynh" userId="80c0383e323bd6ea" providerId="LiveId" clId="{7174A1A7-6A26-42BF-9590-B9BA90E8F80B}" dt="2023-09-13T09:52:39.003" v="863"/>
          <ac:spMkLst>
            <pc:docMk/>
            <pc:sldMk cId="3186563993" sldId="439"/>
            <ac:spMk id="3" creationId="{00000000-0000-0000-0000-000000000000}"/>
          </ac:spMkLst>
        </pc:spChg>
        <pc:spChg chg="add mod">
          <ac:chgData name="Loc Huynh" userId="80c0383e323bd6ea" providerId="LiveId" clId="{7174A1A7-6A26-42BF-9590-B9BA90E8F80B}" dt="2023-09-13T09:53:24.954" v="871"/>
          <ac:spMkLst>
            <pc:docMk/>
            <pc:sldMk cId="3186563993" sldId="439"/>
            <ac:spMk id="4" creationId="{A6666545-2CD4-1395-FFFF-17322415D961}"/>
          </ac:spMkLst>
        </pc:spChg>
        <pc:spChg chg="mod">
          <ac:chgData name="Loc Huynh" userId="80c0383e323bd6ea" providerId="LiveId" clId="{7174A1A7-6A26-42BF-9590-B9BA90E8F80B}" dt="2023-09-13T09:52:46.276" v="865" actId="207"/>
          <ac:spMkLst>
            <pc:docMk/>
            <pc:sldMk cId="3186563993" sldId="439"/>
            <ac:spMk id="5" creationId="{00000000-0000-0000-0000-000000000000}"/>
          </ac:spMkLst>
        </pc:spChg>
        <pc:spChg chg="del">
          <ac:chgData name="Loc Huynh" userId="80c0383e323bd6ea" providerId="LiveId" clId="{7174A1A7-6A26-42BF-9590-B9BA90E8F80B}" dt="2023-09-13T09:53:18.543" v="870" actId="478"/>
          <ac:spMkLst>
            <pc:docMk/>
            <pc:sldMk cId="3186563993" sldId="439"/>
            <ac:spMk id="6" creationId="{B177E208-866D-5541-9317-6B3AD721CB71}"/>
          </ac:spMkLst>
        </pc:spChg>
        <pc:graphicFrameChg chg="mod modGraphic">
          <ac:chgData name="Loc Huynh" userId="80c0383e323bd6ea" providerId="LiveId" clId="{7174A1A7-6A26-42BF-9590-B9BA90E8F80B}" dt="2023-09-13T09:53:56.059" v="880" actId="1076"/>
          <ac:graphicFrameMkLst>
            <pc:docMk/>
            <pc:sldMk cId="3186563993" sldId="439"/>
            <ac:graphicFrameMk id="7" creationId="{00000000-0000-0000-0000-000000000000}"/>
          </ac:graphicFrameMkLst>
        </pc:graphicFrameChg>
      </pc:sldChg>
      <pc:sldChg chg="addSp delSp modSp mod chgLayout">
        <pc:chgData name="Loc Huynh" userId="80c0383e323bd6ea" providerId="LiveId" clId="{7174A1A7-6A26-42BF-9590-B9BA90E8F80B}" dt="2023-09-13T09:57:47.096" v="926" actId="700"/>
        <pc:sldMkLst>
          <pc:docMk/>
          <pc:sldMk cId="4080267677" sldId="440"/>
        </pc:sldMkLst>
        <pc:spChg chg="mod ord">
          <ac:chgData name="Loc Huynh" userId="80c0383e323bd6ea" providerId="LiveId" clId="{7174A1A7-6A26-42BF-9590-B9BA90E8F80B}" dt="2023-09-13T09:57:47.096" v="926" actId="700"/>
          <ac:spMkLst>
            <pc:docMk/>
            <pc:sldMk cId="4080267677" sldId="440"/>
            <ac:spMk id="2" creationId="{00000000-0000-0000-0000-000000000000}"/>
          </ac:spMkLst>
        </pc:spChg>
        <pc:spChg chg="mod ord">
          <ac:chgData name="Loc Huynh" userId="80c0383e323bd6ea" providerId="LiveId" clId="{7174A1A7-6A26-42BF-9590-B9BA90E8F80B}" dt="2023-09-13T09:57:47.096" v="926" actId="700"/>
          <ac:spMkLst>
            <pc:docMk/>
            <pc:sldMk cId="4080267677" sldId="440"/>
            <ac:spMk id="3" creationId="{00000000-0000-0000-0000-000000000000}"/>
          </ac:spMkLst>
        </pc:spChg>
        <pc:spChg chg="add mod ord">
          <ac:chgData name="Loc Huynh" userId="80c0383e323bd6ea" providerId="LiveId" clId="{7174A1A7-6A26-42BF-9590-B9BA90E8F80B}" dt="2023-09-13T09:57:47.096" v="926" actId="700"/>
          <ac:spMkLst>
            <pc:docMk/>
            <pc:sldMk cId="4080267677" sldId="440"/>
            <ac:spMk id="4" creationId="{A95A16FC-0701-9C21-3D69-382706F5FC91}"/>
          </ac:spMkLst>
        </pc:spChg>
        <pc:spChg chg="del">
          <ac:chgData name="Loc Huynh" userId="80c0383e323bd6ea" providerId="LiveId" clId="{7174A1A7-6A26-42BF-9590-B9BA90E8F80B}" dt="2023-09-13T09:53:42.043" v="878" actId="478"/>
          <ac:spMkLst>
            <pc:docMk/>
            <pc:sldMk cId="4080267677" sldId="440"/>
            <ac:spMk id="6" creationId="{4FC6EE9C-A8B1-5749-8EAA-1093B53D5572}"/>
          </ac:spMkLst>
        </pc:spChg>
        <pc:spChg chg="mod ord">
          <ac:chgData name="Loc Huynh" userId="80c0383e323bd6ea" providerId="LiveId" clId="{7174A1A7-6A26-42BF-9590-B9BA90E8F80B}" dt="2023-09-13T09:57:47.096" v="926" actId="700"/>
          <ac:spMkLst>
            <pc:docMk/>
            <pc:sldMk cId="4080267677" sldId="440"/>
            <ac:spMk id="7" creationId="{9FDF7175-A023-C841-9242-1C79CE9F91EF}"/>
          </ac:spMkLst>
        </pc:spChg>
        <pc:graphicFrameChg chg="mod modGraphic">
          <ac:chgData name="Loc Huynh" userId="80c0383e323bd6ea" providerId="LiveId" clId="{7174A1A7-6A26-42BF-9590-B9BA90E8F80B}" dt="2023-09-13T09:57:27.028" v="923" actId="108"/>
          <ac:graphicFrameMkLst>
            <pc:docMk/>
            <pc:sldMk cId="4080267677" sldId="440"/>
            <ac:graphicFrameMk id="5" creationId="{00000000-0000-0000-0000-000000000000}"/>
          </ac:graphicFrameMkLst>
        </pc:graphicFrameChg>
      </pc:sldChg>
      <pc:sldChg chg="modSp mod">
        <pc:chgData name="Loc Huynh" userId="80c0383e323bd6ea" providerId="LiveId" clId="{7174A1A7-6A26-42BF-9590-B9BA90E8F80B}" dt="2023-09-13T10:19:46.357" v="1164"/>
        <pc:sldMkLst>
          <pc:docMk/>
          <pc:sldMk cId="2359405987" sldId="442"/>
        </pc:sldMkLst>
        <pc:spChg chg="mod">
          <ac:chgData name="Loc Huynh" userId="80c0383e323bd6ea" providerId="LiveId" clId="{7174A1A7-6A26-42BF-9590-B9BA90E8F80B}" dt="2023-09-13T10:19:46.357" v="1164"/>
          <ac:spMkLst>
            <pc:docMk/>
            <pc:sldMk cId="2359405987" sldId="442"/>
            <ac:spMk id="3" creationId="{00000000-0000-0000-0000-000000000000}"/>
          </ac:spMkLst>
        </pc:spChg>
        <pc:spChg chg="mod">
          <ac:chgData name="Loc Huynh" userId="80c0383e323bd6ea" providerId="LiveId" clId="{7174A1A7-6A26-42BF-9590-B9BA90E8F80B}" dt="2023-09-13T10:19:29.891" v="1161" actId="13822"/>
          <ac:spMkLst>
            <pc:docMk/>
            <pc:sldMk cId="2359405987" sldId="442"/>
            <ac:spMk id="5" creationId="{00000000-0000-0000-0000-000000000000}"/>
          </ac:spMkLst>
        </pc:spChg>
        <pc:spChg chg="mod">
          <ac:chgData name="Loc Huynh" userId="80c0383e323bd6ea" providerId="LiveId" clId="{7174A1A7-6A26-42BF-9590-B9BA90E8F80B}" dt="2023-09-13T10:19:31.813" v="1162" actId="13822"/>
          <ac:spMkLst>
            <pc:docMk/>
            <pc:sldMk cId="2359405987" sldId="442"/>
            <ac:spMk id="6" creationId="{00000000-0000-0000-0000-000000000000}"/>
          </ac:spMkLst>
        </pc:spChg>
        <pc:spChg chg="mod">
          <ac:chgData name="Loc Huynh" userId="80c0383e323bd6ea" providerId="LiveId" clId="{7174A1A7-6A26-42BF-9590-B9BA90E8F80B}" dt="2023-09-13T10:19:33.599" v="1163" actId="13822"/>
          <ac:spMkLst>
            <pc:docMk/>
            <pc:sldMk cId="2359405987" sldId="442"/>
            <ac:spMk id="7" creationId="{00000000-0000-0000-0000-000000000000}"/>
          </ac:spMkLst>
        </pc:spChg>
      </pc:sldChg>
      <pc:sldChg chg="modSp mod chgLayout">
        <pc:chgData name="Loc Huynh" userId="80c0383e323bd6ea" providerId="LiveId" clId="{7174A1A7-6A26-42BF-9590-B9BA90E8F80B}" dt="2023-09-13T10:44:43.145" v="1634" actId="700"/>
        <pc:sldMkLst>
          <pc:docMk/>
          <pc:sldMk cId="2035529738" sldId="443"/>
        </pc:sldMkLst>
        <pc:spChg chg="mod ord">
          <ac:chgData name="Loc Huynh" userId="80c0383e323bd6ea" providerId="LiveId" clId="{7174A1A7-6A26-42BF-9590-B9BA90E8F80B}" dt="2023-09-13T10:44:43.145" v="1634" actId="700"/>
          <ac:spMkLst>
            <pc:docMk/>
            <pc:sldMk cId="2035529738" sldId="443"/>
            <ac:spMk id="2" creationId="{00000000-0000-0000-0000-000000000000}"/>
          </ac:spMkLst>
        </pc:spChg>
        <pc:spChg chg="mod ord">
          <ac:chgData name="Loc Huynh" userId="80c0383e323bd6ea" providerId="LiveId" clId="{7174A1A7-6A26-42BF-9590-B9BA90E8F80B}" dt="2023-09-13T10:44:43.145" v="1634" actId="700"/>
          <ac:spMkLst>
            <pc:docMk/>
            <pc:sldMk cId="2035529738" sldId="443"/>
            <ac:spMk id="3" creationId="{00000000-0000-0000-0000-000000000000}"/>
          </ac:spMkLst>
        </pc:spChg>
        <pc:spChg chg="mod ord">
          <ac:chgData name="Loc Huynh" userId="80c0383e323bd6ea" providerId="LiveId" clId="{7174A1A7-6A26-42BF-9590-B9BA90E8F80B}" dt="2023-09-13T10:44:43.145" v="1634" actId="700"/>
          <ac:spMkLst>
            <pc:docMk/>
            <pc:sldMk cId="2035529738" sldId="443"/>
            <ac:spMk id="5" creationId="{40E0623B-1D2C-4B43-8DBC-8DC67F4AE8A7}"/>
          </ac:spMkLst>
        </pc:spChg>
        <pc:spChg chg="mod ord">
          <ac:chgData name="Loc Huynh" userId="80c0383e323bd6ea" providerId="LiveId" clId="{7174A1A7-6A26-42BF-9590-B9BA90E8F80B}" dt="2023-09-13T10:44:43.145" v="1634" actId="700"/>
          <ac:spMkLst>
            <pc:docMk/>
            <pc:sldMk cId="2035529738" sldId="443"/>
            <ac:spMk id="6" creationId="{E8739F5F-1D7E-4B4F-8D9D-6BE458F55F3B}"/>
          </ac:spMkLst>
        </pc:spChg>
      </pc:sldChg>
      <pc:sldChg chg="modSp mod">
        <pc:chgData name="Loc Huynh" userId="80c0383e323bd6ea" providerId="LiveId" clId="{7174A1A7-6A26-42BF-9590-B9BA90E8F80B}" dt="2023-09-13T10:57:06.800" v="1859" actId="1036"/>
        <pc:sldMkLst>
          <pc:docMk/>
          <pc:sldMk cId="3450026280" sldId="450"/>
        </pc:sldMkLst>
        <pc:spChg chg="mod">
          <ac:chgData name="Loc Huynh" userId="80c0383e323bd6ea" providerId="LiveId" clId="{7174A1A7-6A26-42BF-9590-B9BA90E8F80B}" dt="2023-09-13T10:56:56.199" v="1852" actId="20577"/>
          <ac:spMkLst>
            <pc:docMk/>
            <pc:sldMk cId="3450026280" sldId="450"/>
            <ac:spMk id="3" creationId="{9184872B-EE9F-C945-82F0-32164343430C}"/>
          </ac:spMkLst>
        </pc:spChg>
        <pc:spChg chg="mod">
          <ac:chgData name="Loc Huynh" userId="80c0383e323bd6ea" providerId="LiveId" clId="{7174A1A7-6A26-42BF-9590-B9BA90E8F80B}" dt="2023-09-13T10:57:06.800" v="1859" actId="1036"/>
          <ac:spMkLst>
            <pc:docMk/>
            <pc:sldMk cId="3450026280" sldId="450"/>
            <ac:spMk id="6" creationId="{64858A9E-7C91-254E-8A60-7E9C2A534D34}"/>
          </ac:spMkLst>
        </pc:spChg>
        <pc:spChg chg="mod">
          <ac:chgData name="Loc Huynh" userId="80c0383e323bd6ea" providerId="LiveId" clId="{7174A1A7-6A26-42BF-9590-B9BA90E8F80B}" dt="2023-09-13T10:57:06.800" v="1859" actId="1036"/>
          <ac:spMkLst>
            <pc:docMk/>
            <pc:sldMk cId="3450026280" sldId="450"/>
            <ac:spMk id="7" creationId="{CA4F2671-E679-5544-8147-E8C696D068FA}"/>
          </ac:spMkLst>
        </pc:spChg>
        <pc:spChg chg="mod">
          <ac:chgData name="Loc Huynh" userId="80c0383e323bd6ea" providerId="LiveId" clId="{7174A1A7-6A26-42BF-9590-B9BA90E8F80B}" dt="2023-09-13T10:57:06.800" v="1859" actId="1036"/>
          <ac:spMkLst>
            <pc:docMk/>
            <pc:sldMk cId="3450026280" sldId="450"/>
            <ac:spMk id="9" creationId="{7840AF84-772F-7341-98D4-A495815AEF37}"/>
          </ac:spMkLst>
        </pc:spChg>
        <pc:spChg chg="mod">
          <ac:chgData name="Loc Huynh" userId="80c0383e323bd6ea" providerId="LiveId" clId="{7174A1A7-6A26-42BF-9590-B9BA90E8F80B}" dt="2023-09-13T10:57:06.800" v="1859" actId="1036"/>
          <ac:spMkLst>
            <pc:docMk/>
            <pc:sldMk cId="3450026280" sldId="450"/>
            <ac:spMk id="11" creationId="{52F97703-9FB9-FE4E-977E-D0EE05B9C226}"/>
          </ac:spMkLst>
        </pc:spChg>
        <pc:spChg chg="mod">
          <ac:chgData name="Loc Huynh" userId="80c0383e323bd6ea" providerId="LiveId" clId="{7174A1A7-6A26-42BF-9590-B9BA90E8F80B}" dt="2023-09-13T10:57:06.800" v="1859" actId="1036"/>
          <ac:spMkLst>
            <pc:docMk/>
            <pc:sldMk cId="3450026280" sldId="450"/>
            <ac:spMk id="12" creationId="{ECF93B5F-850E-244A-9103-AD55E4FDA738}"/>
          </ac:spMkLst>
        </pc:spChg>
        <pc:spChg chg="mod">
          <ac:chgData name="Loc Huynh" userId="80c0383e323bd6ea" providerId="LiveId" clId="{7174A1A7-6A26-42BF-9590-B9BA90E8F80B}" dt="2023-09-13T10:57:06.800" v="1859" actId="1036"/>
          <ac:spMkLst>
            <pc:docMk/>
            <pc:sldMk cId="3450026280" sldId="450"/>
            <ac:spMk id="13" creationId="{959DAAE0-CCDC-834A-A5B4-682E4253164A}"/>
          </ac:spMkLst>
        </pc:spChg>
        <pc:spChg chg="mod">
          <ac:chgData name="Loc Huynh" userId="80c0383e323bd6ea" providerId="LiveId" clId="{7174A1A7-6A26-42BF-9590-B9BA90E8F80B}" dt="2023-09-13T10:57:06.800" v="1859" actId="1036"/>
          <ac:spMkLst>
            <pc:docMk/>
            <pc:sldMk cId="3450026280" sldId="450"/>
            <ac:spMk id="14" creationId="{9BD81CF9-9975-F141-9530-78EE6FF1CD02}"/>
          </ac:spMkLst>
        </pc:spChg>
        <pc:spChg chg="mod">
          <ac:chgData name="Loc Huynh" userId="80c0383e323bd6ea" providerId="LiveId" clId="{7174A1A7-6A26-42BF-9590-B9BA90E8F80B}" dt="2023-09-13T10:57:06.800" v="1859" actId="1036"/>
          <ac:spMkLst>
            <pc:docMk/>
            <pc:sldMk cId="3450026280" sldId="450"/>
            <ac:spMk id="15" creationId="{8A5BEC36-D415-B647-A01E-8F4B5B35B5BD}"/>
          </ac:spMkLst>
        </pc:spChg>
        <pc:spChg chg="mod">
          <ac:chgData name="Loc Huynh" userId="80c0383e323bd6ea" providerId="LiveId" clId="{7174A1A7-6A26-42BF-9590-B9BA90E8F80B}" dt="2023-09-13T10:57:06.800" v="1859" actId="1036"/>
          <ac:spMkLst>
            <pc:docMk/>
            <pc:sldMk cId="3450026280" sldId="450"/>
            <ac:spMk id="16" creationId="{D6C09F53-9DDC-B842-8146-9F607B4B1C74}"/>
          </ac:spMkLst>
        </pc:spChg>
        <pc:spChg chg="mod">
          <ac:chgData name="Loc Huynh" userId="80c0383e323bd6ea" providerId="LiveId" clId="{7174A1A7-6A26-42BF-9590-B9BA90E8F80B}" dt="2023-09-13T10:57:06.800" v="1859" actId="1036"/>
          <ac:spMkLst>
            <pc:docMk/>
            <pc:sldMk cId="3450026280" sldId="450"/>
            <ac:spMk id="18" creationId="{291291A8-12AD-544F-A5DF-D9E621FF3635}"/>
          </ac:spMkLst>
        </pc:spChg>
        <pc:spChg chg="mod">
          <ac:chgData name="Loc Huynh" userId="80c0383e323bd6ea" providerId="LiveId" clId="{7174A1A7-6A26-42BF-9590-B9BA90E8F80B}" dt="2023-09-13T10:57:06.800" v="1859" actId="1036"/>
          <ac:spMkLst>
            <pc:docMk/>
            <pc:sldMk cId="3450026280" sldId="450"/>
            <ac:spMk id="21" creationId="{31DAAB0E-CCEC-9F4E-A1AD-E7F8ED8798AE}"/>
          </ac:spMkLst>
        </pc:spChg>
        <pc:spChg chg="mod">
          <ac:chgData name="Loc Huynh" userId="80c0383e323bd6ea" providerId="LiveId" clId="{7174A1A7-6A26-42BF-9590-B9BA90E8F80B}" dt="2023-09-13T10:57:06.800" v="1859" actId="1036"/>
          <ac:spMkLst>
            <pc:docMk/>
            <pc:sldMk cId="3450026280" sldId="450"/>
            <ac:spMk id="22" creationId="{47368E84-4069-894F-9041-39C103095DA1}"/>
          </ac:spMkLst>
        </pc:spChg>
        <pc:spChg chg="mod">
          <ac:chgData name="Loc Huynh" userId="80c0383e323bd6ea" providerId="LiveId" clId="{7174A1A7-6A26-42BF-9590-B9BA90E8F80B}" dt="2023-09-13T10:57:06.800" v="1859" actId="1036"/>
          <ac:spMkLst>
            <pc:docMk/>
            <pc:sldMk cId="3450026280" sldId="450"/>
            <ac:spMk id="24" creationId="{E25ABFBF-9B73-3B49-9ED1-38FE4006020C}"/>
          </ac:spMkLst>
        </pc:spChg>
        <pc:spChg chg="mod">
          <ac:chgData name="Loc Huynh" userId="80c0383e323bd6ea" providerId="LiveId" clId="{7174A1A7-6A26-42BF-9590-B9BA90E8F80B}" dt="2023-09-13T10:57:06.800" v="1859" actId="1036"/>
          <ac:spMkLst>
            <pc:docMk/>
            <pc:sldMk cId="3450026280" sldId="450"/>
            <ac:spMk id="26" creationId="{CF381B6D-9CE3-E642-BBFA-775F39E044C7}"/>
          </ac:spMkLst>
        </pc:spChg>
        <pc:spChg chg="mod">
          <ac:chgData name="Loc Huynh" userId="80c0383e323bd6ea" providerId="LiveId" clId="{7174A1A7-6A26-42BF-9590-B9BA90E8F80B}" dt="2023-09-13T10:57:06.800" v="1859" actId="1036"/>
          <ac:spMkLst>
            <pc:docMk/>
            <pc:sldMk cId="3450026280" sldId="450"/>
            <ac:spMk id="27" creationId="{4E7ABAD5-D6C1-B44A-A6E3-187C792623B5}"/>
          </ac:spMkLst>
        </pc:spChg>
        <pc:spChg chg="mod">
          <ac:chgData name="Loc Huynh" userId="80c0383e323bd6ea" providerId="LiveId" clId="{7174A1A7-6A26-42BF-9590-B9BA90E8F80B}" dt="2023-09-13T10:57:06.800" v="1859" actId="1036"/>
          <ac:spMkLst>
            <pc:docMk/>
            <pc:sldMk cId="3450026280" sldId="450"/>
            <ac:spMk id="28" creationId="{0186A599-5444-0947-A622-BCD1324525FD}"/>
          </ac:spMkLst>
        </pc:spChg>
        <pc:spChg chg="mod">
          <ac:chgData name="Loc Huynh" userId="80c0383e323bd6ea" providerId="LiveId" clId="{7174A1A7-6A26-42BF-9590-B9BA90E8F80B}" dt="2023-09-13T10:57:06.800" v="1859" actId="1036"/>
          <ac:spMkLst>
            <pc:docMk/>
            <pc:sldMk cId="3450026280" sldId="450"/>
            <ac:spMk id="36" creationId="{92F61094-724C-6A4D-A14F-5A91AA7354D7}"/>
          </ac:spMkLst>
        </pc:spChg>
        <pc:spChg chg="mod">
          <ac:chgData name="Loc Huynh" userId="80c0383e323bd6ea" providerId="LiveId" clId="{7174A1A7-6A26-42BF-9590-B9BA90E8F80B}" dt="2023-09-13T10:57:06.800" v="1859" actId="1036"/>
          <ac:spMkLst>
            <pc:docMk/>
            <pc:sldMk cId="3450026280" sldId="450"/>
            <ac:spMk id="37" creationId="{150E60D1-D23C-7B4A-9F14-36F71ADB684C}"/>
          </ac:spMkLst>
        </pc:spChg>
        <pc:grpChg chg="mod">
          <ac:chgData name="Loc Huynh" userId="80c0383e323bd6ea" providerId="LiveId" clId="{7174A1A7-6A26-42BF-9590-B9BA90E8F80B}" dt="2023-09-13T10:57:06.800" v="1859" actId="1036"/>
          <ac:grpSpMkLst>
            <pc:docMk/>
            <pc:sldMk cId="3450026280" sldId="450"/>
            <ac:grpSpMk id="8" creationId="{1F67DCF7-0429-9549-A7DE-D53649EA508F}"/>
          </ac:grpSpMkLst>
        </pc:grpChg>
        <pc:grpChg chg="mod">
          <ac:chgData name="Loc Huynh" userId="80c0383e323bd6ea" providerId="LiveId" clId="{7174A1A7-6A26-42BF-9590-B9BA90E8F80B}" dt="2023-09-13T10:57:06.800" v="1859" actId="1036"/>
          <ac:grpSpMkLst>
            <pc:docMk/>
            <pc:sldMk cId="3450026280" sldId="450"/>
            <ac:grpSpMk id="17" creationId="{699D85AB-8783-FD45-BAC9-7E0ADB3B1F80}"/>
          </ac:grpSpMkLst>
        </pc:grpChg>
        <pc:grpChg chg="mod">
          <ac:chgData name="Loc Huynh" userId="80c0383e323bd6ea" providerId="LiveId" clId="{7174A1A7-6A26-42BF-9590-B9BA90E8F80B}" dt="2023-09-13T10:57:06.800" v="1859" actId="1036"/>
          <ac:grpSpMkLst>
            <pc:docMk/>
            <pc:sldMk cId="3450026280" sldId="450"/>
            <ac:grpSpMk id="19" creationId="{60C24176-E0D2-4442-960E-098CECB1AEC6}"/>
          </ac:grpSpMkLst>
        </pc:grpChg>
        <pc:grpChg chg="mod">
          <ac:chgData name="Loc Huynh" userId="80c0383e323bd6ea" providerId="LiveId" clId="{7174A1A7-6A26-42BF-9590-B9BA90E8F80B}" dt="2023-09-13T10:57:06.800" v="1859" actId="1036"/>
          <ac:grpSpMkLst>
            <pc:docMk/>
            <pc:sldMk cId="3450026280" sldId="450"/>
            <ac:grpSpMk id="38" creationId="{CD53F69D-6B1B-3F4B-B55E-212038E76539}"/>
          </ac:grpSpMkLst>
        </pc:grpChg>
        <pc:picChg chg="mod">
          <ac:chgData name="Loc Huynh" userId="80c0383e323bd6ea" providerId="LiveId" clId="{7174A1A7-6A26-42BF-9590-B9BA90E8F80B}" dt="2023-09-13T10:57:06.800" v="1859" actId="1036"/>
          <ac:picMkLst>
            <pc:docMk/>
            <pc:sldMk cId="3450026280" sldId="450"/>
            <ac:picMk id="10" creationId="{AE0E0C5C-5344-4947-A3EA-FC809DCBF40D}"/>
          </ac:picMkLst>
        </pc:picChg>
        <pc:picChg chg="mod">
          <ac:chgData name="Loc Huynh" userId="80c0383e323bd6ea" providerId="LiveId" clId="{7174A1A7-6A26-42BF-9590-B9BA90E8F80B}" dt="2023-09-13T10:57:06.800" v="1859" actId="1036"/>
          <ac:picMkLst>
            <pc:docMk/>
            <pc:sldMk cId="3450026280" sldId="450"/>
            <ac:picMk id="23" creationId="{A453E6AE-6119-B140-BD92-4AAB642F5DF2}"/>
          </ac:picMkLst>
        </pc:picChg>
        <pc:cxnChg chg="mod">
          <ac:chgData name="Loc Huynh" userId="80c0383e323bd6ea" providerId="LiveId" clId="{7174A1A7-6A26-42BF-9590-B9BA90E8F80B}" dt="2023-09-13T10:57:06.800" v="1859" actId="1036"/>
          <ac:cxnSpMkLst>
            <pc:docMk/>
            <pc:sldMk cId="3450026280" sldId="450"/>
            <ac:cxnSpMk id="30" creationId="{1F70C7ED-1A87-2143-850F-F8AA9497CC4A}"/>
          </ac:cxnSpMkLst>
        </pc:cxnChg>
        <pc:cxnChg chg="mod">
          <ac:chgData name="Loc Huynh" userId="80c0383e323bd6ea" providerId="LiveId" clId="{7174A1A7-6A26-42BF-9590-B9BA90E8F80B}" dt="2023-09-13T10:57:06.800" v="1859" actId="1036"/>
          <ac:cxnSpMkLst>
            <pc:docMk/>
            <pc:sldMk cId="3450026280" sldId="450"/>
            <ac:cxnSpMk id="32" creationId="{7E5065E0-CBB7-004D-B452-760D6DD40A37}"/>
          </ac:cxnSpMkLst>
        </pc:cxnChg>
        <pc:cxnChg chg="mod">
          <ac:chgData name="Loc Huynh" userId="80c0383e323bd6ea" providerId="LiveId" clId="{7174A1A7-6A26-42BF-9590-B9BA90E8F80B}" dt="2023-09-13T10:57:06.800" v="1859" actId="1036"/>
          <ac:cxnSpMkLst>
            <pc:docMk/>
            <pc:sldMk cId="3450026280" sldId="450"/>
            <ac:cxnSpMk id="33" creationId="{9BC9F708-76CA-A549-AF69-5F80D1D0C20F}"/>
          </ac:cxnSpMkLst>
        </pc:cxnChg>
        <pc:cxnChg chg="mod">
          <ac:chgData name="Loc Huynh" userId="80c0383e323bd6ea" providerId="LiveId" clId="{7174A1A7-6A26-42BF-9590-B9BA90E8F80B}" dt="2023-09-13T10:57:06.800" v="1859" actId="1036"/>
          <ac:cxnSpMkLst>
            <pc:docMk/>
            <pc:sldMk cId="3450026280" sldId="450"/>
            <ac:cxnSpMk id="35" creationId="{2D6DAEDE-D8B0-D44D-9679-EC5C8929AFA7}"/>
          </ac:cxnSpMkLst>
        </pc:cxnChg>
      </pc:sldChg>
      <pc:sldChg chg="modSp mod">
        <pc:chgData name="Loc Huynh" userId="80c0383e323bd6ea" providerId="LiveId" clId="{7174A1A7-6A26-42BF-9590-B9BA90E8F80B}" dt="2023-09-13T10:57:33.171" v="1860" actId="207"/>
        <pc:sldMkLst>
          <pc:docMk/>
          <pc:sldMk cId="2538116365" sldId="455"/>
        </pc:sldMkLst>
        <pc:spChg chg="mod">
          <ac:chgData name="Loc Huynh" userId="80c0383e323bd6ea" providerId="LiveId" clId="{7174A1A7-6A26-42BF-9590-B9BA90E8F80B}" dt="2023-09-13T10:57:33.171" v="1860" actId="207"/>
          <ac:spMkLst>
            <pc:docMk/>
            <pc:sldMk cId="2538116365" sldId="455"/>
            <ac:spMk id="3" creationId="{7D8C00FF-D755-A542-8F65-6C0E60E41754}"/>
          </ac:spMkLst>
        </pc:spChg>
      </pc:sldChg>
      <pc:sldChg chg="modSp mod chgLayout">
        <pc:chgData name="Loc Huynh" userId="80c0383e323bd6ea" providerId="LiveId" clId="{7174A1A7-6A26-42BF-9590-B9BA90E8F80B}" dt="2023-09-13T10:58:09.984" v="1861" actId="14100"/>
        <pc:sldMkLst>
          <pc:docMk/>
          <pc:sldMk cId="844610759" sldId="457"/>
        </pc:sldMkLst>
        <pc:spChg chg="mod ord">
          <ac:chgData name="Loc Huynh" userId="80c0383e323bd6ea" providerId="LiveId" clId="{7174A1A7-6A26-42BF-9590-B9BA90E8F80B}" dt="2023-09-13T10:44:35.443" v="1633" actId="700"/>
          <ac:spMkLst>
            <pc:docMk/>
            <pc:sldMk cId="844610759" sldId="457"/>
            <ac:spMk id="2" creationId="{703D850F-9603-3946-BD26-6A6AA1D03F2B}"/>
          </ac:spMkLst>
        </pc:spChg>
        <pc:spChg chg="mod ord">
          <ac:chgData name="Loc Huynh" userId="80c0383e323bd6ea" providerId="LiveId" clId="{7174A1A7-6A26-42BF-9590-B9BA90E8F80B}" dt="2023-09-13T10:58:09.984" v="1861" actId="14100"/>
          <ac:spMkLst>
            <pc:docMk/>
            <pc:sldMk cId="844610759" sldId="457"/>
            <ac:spMk id="3" creationId="{7B0A1E63-139D-6A40-9ED6-A4927BB7C207}"/>
          </ac:spMkLst>
        </pc:spChg>
        <pc:spChg chg="mod ord">
          <ac:chgData name="Loc Huynh" userId="80c0383e323bd6ea" providerId="LiveId" clId="{7174A1A7-6A26-42BF-9590-B9BA90E8F80B}" dt="2023-09-13T10:44:35.443" v="1633" actId="700"/>
          <ac:spMkLst>
            <pc:docMk/>
            <pc:sldMk cId="844610759" sldId="457"/>
            <ac:spMk id="4" creationId="{FD0519C7-6106-2D49-883D-664CB650716F}"/>
          </ac:spMkLst>
        </pc:spChg>
        <pc:spChg chg="mod ord">
          <ac:chgData name="Loc Huynh" userId="80c0383e323bd6ea" providerId="LiveId" clId="{7174A1A7-6A26-42BF-9590-B9BA90E8F80B}" dt="2023-09-13T10:44:35.443" v="1633" actId="700"/>
          <ac:spMkLst>
            <pc:docMk/>
            <pc:sldMk cId="844610759" sldId="457"/>
            <ac:spMk id="5" creationId="{E314E9F9-C21A-E548-B9C0-3DA0F38862F7}"/>
          </ac:spMkLst>
        </pc:spChg>
      </pc:sldChg>
      <pc:sldChg chg="modSp mod">
        <pc:chgData name="Loc Huynh" userId="80c0383e323bd6ea" providerId="LiveId" clId="{7174A1A7-6A26-42BF-9590-B9BA90E8F80B}" dt="2023-09-13T09:14:55.381" v="44" actId="207"/>
        <pc:sldMkLst>
          <pc:docMk/>
          <pc:sldMk cId="1184405224" sldId="463"/>
        </pc:sldMkLst>
        <pc:spChg chg="mod">
          <ac:chgData name="Loc Huynh" userId="80c0383e323bd6ea" providerId="LiveId" clId="{7174A1A7-6A26-42BF-9590-B9BA90E8F80B}" dt="2023-09-13T09:14:55.381" v="44" actId="207"/>
          <ac:spMkLst>
            <pc:docMk/>
            <pc:sldMk cId="1184405224" sldId="463"/>
            <ac:spMk id="8" creationId="{2AE32CA5-9373-1147-96C0-5EF392F34FE2}"/>
          </ac:spMkLst>
        </pc:spChg>
        <pc:spChg chg="mod">
          <ac:chgData name="Loc Huynh" userId="80c0383e323bd6ea" providerId="LiveId" clId="{7174A1A7-6A26-42BF-9590-B9BA90E8F80B}" dt="2023-09-13T09:14:23.740" v="37" actId="13822"/>
          <ac:spMkLst>
            <pc:docMk/>
            <pc:sldMk cId="1184405224" sldId="463"/>
            <ac:spMk id="14" creationId="{05E64506-CE7C-4F40-8ADA-50DEEC949A27}"/>
          </ac:spMkLst>
        </pc:spChg>
        <pc:spChg chg="mod">
          <ac:chgData name="Loc Huynh" userId="80c0383e323bd6ea" providerId="LiveId" clId="{7174A1A7-6A26-42BF-9590-B9BA90E8F80B}" dt="2023-09-13T09:14:27.193" v="38" actId="13822"/>
          <ac:spMkLst>
            <pc:docMk/>
            <pc:sldMk cId="1184405224" sldId="463"/>
            <ac:spMk id="15" creationId="{316A5D72-96EB-6847-99EC-1349CA0CF6BD}"/>
          </ac:spMkLst>
        </pc:spChg>
        <pc:spChg chg="mod">
          <ac:chgData name="Loc Huynh" userId="80c0383e323bd6ea" providerId="LiveId" clId="{7174A1A7-6A26-42BF-9590-B9BA90E8F80B}" dt="2023-09-13T09:14:31.209" v="39" actId="13822"/>
          <ac:spMkLst>
            <pc:docMk/>
            <pc:sldMk cId="1184405224" sldId="463"/>
            <ac:spMk id="16" creationId="{7DE4E753-3421-0443-80CC-B50FE334735A}"/>
          </ac:spMkLst>
        </pc:spChg>
        <pc:spChg chg="mod">
          <ac:chgData name="Loc Huynh" userId="80c0383e323bd6ea" providerId="LiveId" clId="{7174A1A7-6A26-42BF-9590-B9BA90E8F80B}" dt="2023-09-13T09:14:52.209" v="43" actId="207"/>
          <ac:spMkLst>
            <pc:docMk/>
            <pc:sldMk cId="1184405224" sldId="463"/>
            <ac:spMk id="18" creationId="{CDBA0CB4-F81E-854A-A7DA-1B0F3B7FF6F6}"/>
          </ac:spMkLst>
        </pc:spChg>
        <pc:spChg chg="mod">
          <ac:chgData name="Loc Huynh" userId="80c0383e323bd6ea" providerId="LiveId" clId="{7174A1A7-6A26-42BF-9590-B9BA90E8F80B}" dt="2023-09-13T09:14:44.443" v="42" actId="207"/>
          <ac:spMkLst>
            <pc:docMk/>
            <pc:sldMk cId="1184405224" sldId="463"/>
            <ac:spMk id="20" creationId="{E2D7722B-2D30-5D44-BFD1-2F06EB9175EF}"/>
          </ac:spMkLst>
        </pc:spChg>
      </pc:sldChg>
      <pc:sldChg chg="modSp mod">
        <pc:chgData name="Loc Huynh" userId="80c0383e323bd6ea" providerId="LiveId" clId="{7174A1A7-6A26-42BF-9590-B9BA90E8F80B}" dt="2023-09-13T09:15:36.037" v="55" actId="207"/>
        <pc:sldMkLst>
          <pc:docMk/>
          <pc:sldMk cId="3184868754" sldId="464"/>
        </pc:sldMkLst>
        <pc:spChg chg="mod">
          <ac:chgData name="Loc Huynh" userId="80c0383e323bd6ea" providerId="LiveId" clId="{7174A1A7-6A26-42BF-9590-B9BA90E8F80B}" dt="2023-09-13T09:15:08.818" v="48" actId="207"/>
          <ac:spMkLst>
            <pc:docMk/>
            <pc:sldMk cId="3184868754" sldId="464"/>
            <ac:spMk id="14" creationId="{05E64506-CE7C-4F40-8ADA-50DEEC949A27}"/>
          </ac:spMkLst>
        </pc:spChg>
        <pc:spChg chg="mod">
          <ac:chgData name="Loc Huynh" userId="80c0383e323bd6ea" providerId="LiveId" clId="{7174A1A7-6A26-42BF-9590-B9BA90E8F80B}" dt="2023-09-13T09:15:28.381" v="53" actId="207"/>
          <ac:spMkLst>
            <pc:docMk/>
            <pc:sldMk cId="3184868754" sldId="464"/>
            <ac:spMk id="23" creationId="{2BDA47C2-9B49-3B4B-B8C0-CA3591EC9B27}"/>
          </ac:spMkLst>
        </pc:spChg>
        <pc:spChg chg="mod">
          <ac:chgData name="Loc Huynh" userId="80c0383e323bd6ea" providerId="LiveId" clId="{7174A1A7-6A26-42BF-9590-B9BA90E8F80B}" dt="2023-09-13T09:15:36.037" v="55" actId="207"/>
          <ac:spMkLst>
            <pc:docMk/>
            <pc:sldMk cId="3184868754" sldId="464"/>
            <ac:spMk id="25" creationId="{B9A8BC55-8BC1-BD49-9FAD-A5E22B4DA652}"/>
          </ac:spMkLst>
        </pc:spChg>
        <pc:spChg chg="mod">
          <ac:chgData name="Loc Huynh" userId="80c0383e323bd6ea" providerId="LiveId" clId="{7174A1A7-6A26-42BF-9590-B9BA90E8F80B}" dt="2023-09-13T09:13:47.131" v="32" actId="207"/>
          <ac:spMkLst>
            <pc:docMk/>
            <pc:sldMk cId="3184868754" sldId="464"/>
            <ac:spMk id="28" creationId="{E38FCA70-45EA-2C46-8C30-9518595A7372}"/>
          </ac:spMkLst>
        </pc:spChg>
        <pc:spChg chg="mod">
          <ac:chgData name="Loc Huynh" userId="80c0383e323bd6ea" providerId="LiveId" clId="{7174A1A7-6A26-42BF-9590-B9BA90E8F80B}" dt="2023-09-13T09:14:00.850" v="34" actId="207"/>
          <ac:spMkLst>
            <pc:docMk/>
            <pc:sldMk cId="3184868754" sldId="464"/>
            <ac:spMk id="29" creationId="{A0BB8A7B-9F62-E143-9A69-9A99811342FD}"/>
          </ac:spMkLst>
        </pc:spChg>
      </pc:sldChg>
      <pc:sldChg chg="modSp mod">
        <pc:chgData name="Loc Huynh" userId="80c0383e323bd6ea" providerId="LiveId" clId="{7174A1A7-6A26-42BF-9590-B9BA90E8F80B}" dt="2023-09-13T09:13:13.381" v="27" actId="13822"/>
        <pc:sldMkLst>
          <pc:docMk/>
          <pc:sldMk cId="1313697068" sldId="465"/>
        </pc:sldMkLst>
        <pc:spChg chg="mod">
          <ac:chgData name="Loc Huynh" userId="80c0383e323bd6ea" providerId="LiveId" clId="{7174A1A7-6A26-42BF-9590-B9BA90E8F80B}" dt="2023-09-13T09:06:11.982" v="7" actId="14100"/>
          <ac:spMkLst>
            <pc:docMk/>
            <pc:sldMk cId="1313697068" sldId="465"/>
            <ac:spMk id="7" creationId="{0497AB36-E993-FA4C-B142-94E013FF89AC}"/>
          </ac:spMkLst>
        </pc:spChg>
        <pc:spChg chg="mod">
          <ac:chgData name="Loc Huynh" userId="80c0383e323bd6ea" providerId="LiveId" clId="{7174A1A7-6A26-42BF-9590-B9BA90E8F80B}" dt="2023-09-13T09:13:13.381" v="27" actId="13822"/>
          <ac:spMkLst>
            <pc:docMk/>
            <pc:sldMk cId="1313697068" sldId="465"/>
            <ac:spMk id="12" creationId="{9E614284-6606-B141-80A1-E04A0BE2189F}"/>
          </ac:spMkLst>
        </pc:spChg>
        <pc:picChg chg="mod">
          <ac:chgData name="Loc Huynh" userId="80c0383e323bd6ea" providerId="LiveId" clId="{7174A1A7-6A26-42BF-9590-B9BA90E8F80B}" dt="2023-09-13T09:06:17.654" v="8" actId="1076"/>
          <ac:picMkLst>
            <pc:docMk/>
            <pc:sldMk cId="1313697068" sldId="465"/>
            <ac:picMk id="13" creationId="{8E3683F5-9B61-B949-B543-D752AB379267}"/>
          </ac:picMkLst>
        </pc:picChg>
      </pc:sldChg>
      <pc:sldChg chg="addSp delSp modSp mod">
        <pc:chgData name="Loc Huynh" userId="80c0383e323bd6ea" providerId="LiveId" clId="{7174A1A7-6A26-42BF-9590-B9BA90E8F80B}" dt="2023-09-13T09:13:01.672" v="26" actId="1076"/>
        <pc:sldMkLst>
          <pc:docMk/>
          <pc:sldMk cId="1200658594" sldId="466"/>
        </pc:sldMkLst>
        <pc:spChg chg="mod">
          <ac:chgData name="Loc Huynh" userId="80c0383e323bd6ea" providerId="LiveId" clId="{7174A1A7-6A26-42BF-9590-B9BA90E8F80B}" dt="2023-09-13T09:11:39.387" v="18" actId="123"/>
          <ac:spMkLst>
            <pc:docMk/>
            <pc:sldMk cId="1200658594" sldId="466"/>
            <ac:spMk id="3" creationId="{0950CF22-330B-0B43-84E9-34FC1BB699DD}"/>
          </ac:spMkLst>
        </pc:spChg>
        <pc:spChg chg="add mod">
          <ac:chgData name="Loc Huynh" userId="80c0383e323bd6ea" providerId="LiveId" clId="{7174A1A7-6A26-42BF-9590-B9BA90E8F80B}" dt="2023-09-13T09:12:40.236" v="24" actId="13926"/>
          <ac:spMkLst>
            <pc:docMk/>
            <pc:sldMk cId="1200658594" sldId="466"/>
            <ac:spMk id="6" creationId="{F84D0A2B-97D0-059D-04FB-319FB71CDC33}"/>
          </ac:spMkLst>
        </pc:spChg>
        <pc:spChg chg="del mod">
          <ac:chgData name="Loc Huynh" userId="80c0383e323bd6ea" providerId="LiveId" clId="{7174A1A7-6A26-42BF-9590-B9BA90E8F80B}" dt="2023-09-13T09:12:21.608" v="21" actId="478"/>
          <ac:spMkLst>
            <pc:docMk/>
            <pc:sldMk cId="1200658594" sldId="466"/>
            <ac:spMk id="7" creationId="{0497AB36-E993-FA4C-B142-94E013FF89AC}"/>
          </ac:spMkLst>
        </pc:spChg>
        <pc:spChg chg="mod ord">
          <ac:chgData name="Loc Huynh" userId="80c0383e323bd6ea" providerId="LiveId" clId="{7174A1A7-6A26-42BF-9590-B9BA90E8F80B}" dt="2023-09-13T09:13:01.672" v="26" actId="1076"/>
          <ac:spMkLst>
            <pc:docMk/>
            <pc:sldMk cId="1200658594" sldId="466"/>
            <ac:spMk id="9" creationId="{3083815C-C709-6948-976D-81F10C6E89BD}"/>
          </ac:spMkLst>
        </pc:spChg>
      </pc:sldChg>
      <pc:sldChg chg="addSp delSp modSp mod">
        <pc:chgData name="Loc Huynh" userId="80c0383e323bd6ea" providerId="LiveId" clId="{7174A1A7-6A26-42BF-9590-B9BA90E8F80B}" dt="2023-09-13T09:18:13.748" v="88" actId="13926"/>
        <pc:sldMkLst>
          <pc:docMk/>
          <pc:sldMk cId="344793592" sldId="467"/>
        </pc:sldMkLst>
        <pc:spChg chg="mod">
          <ac:chgData name="Loc Huynh" userId="80c0383e323bd6ea" providerId="LiveId" clId="{7174A1A7-6A26-42BF-9590-B9BA90E8F80B}" dt="2023-09-13T09:17:13.897" v="76" actId="14100"/>
          <ac:spMkLst>
            <pc:docMk/>
            <pc:sldMk cId="344793592" sldId="467"/>
            <ac:spMk id="3" creationId="{0950CF22-330B-0B43-84E9-34FC1BB699DD}"/>
          </ac:spMkLst>
        </pc:spChg>
        <pc:spChg chg="add mod ord">
          <ac:chgData name="Loc Huynh" userId="80c0383e323bd6ea" providerId="LiveId" clId="{7174A1A7-6A26-42BF-9590-B9BA90E8F80B}" dt="2023-09-13T09:18:13.748" v="88" actId="13926"/>
          <ac:spMkLst>
            <pc:docMk/>
            <pc:sldMk cId="344793592" sldId="467"/>
            <ac:spMk id="6" creationId="{98D0EB43-CB27-01EE-C6FE-556BEAE8DEDE}"/>
          </ac:spMkLst>
        </pc:spChg>
        <pc:spChg chg="del">
          <ac:chgData name="Loc Huynh" userId="80c0383e323bd6ea" providerId="LiveId" clId="{7174A1A7-6A26-42BF-9590-B9BA90E8F80B}" dt="2023-09-13T09:16:14.772" v="61" actId="478"/>
          <ac:spMkLst>
            <pc:docMk/>
            <pc:sldMk cId="344793592" sldId="467"/>
            <ac:spMk id="7" creationId="{0497AB36-E993-FA4C-B142-94E013FF89AC}"/>
          </ac:spMkLst>
        </pc:spChg>
        <pc:spChg chg="mod">
          <ac:chgData name="Loc Huynh" userId="80c0383e323bd6ea" providerId="LiveId" clId="{7174A1A7-6A26-42BF-9590-B9BA90E8F80B}" dt="2023-09-13T09:17:48.005" v="83" actId="1076"/>
          <ac:spMkLst>
            <pc:docMk/>
            <pc:sldMk cId="344793592" sldId="467"/>
            <ac:spMk id="8" creationId="{30A0DD48-C3C5-4645-8EA2-E549C9F5E8E5}"/>
          </ac:spMkLst>
        </pc:spChg>
        <pc:spChg chg="mod">
          <ac:chgData name="Loc Huynh" userId="80c0383e323bd6ea" providerId="LiveId" clId="{7174A1A7-6A26-42BF-9590-B9BA90E8F80B}" dt="2023-09-13T09:17:50.239" v="84" actId="14100"/>
          <ac:spMkLst>
            <pc:docMk/>
            <pc:sldMk cId="344793592" sldId="467"/>
            <ac:spMk id="10" creationId="{8476AE5B-406A-5648-869A-6C06211093B6}"/>
          </ac:spMkLst>
        </pc:spChg>
        <pc:spChg chg="mod">
          <ac:chgData name="Loc Huynh" userId="80c0383e323bd6ea" providerId="LiveId" clId="{7174A1A7-6A26-42BF-9590-B9BA90E8F80B}" dt="2023-09-13T09:18:06.670" v="87" actId="14100"/>
          <ac:spMkLst>
            <pc:docMk/>
            <pc:sldMk cId="344793592" sldId="467"/>
            <ac:spMk id="12" creationId="{B0BD56CB-2A7F-CB4A-86B0-4842D8723840}"/>
          </ac:spMkLst>
        </pc:spChg>
      </pc:sldChg>
      <pc:sldChg chg="addSp delSp modSp mod chgLayout">
        <pc:chgData name="Loc Huynh" userId="80c0383e323bd6ea" providerId="LiveId" clId="{7174A1A7-6A26-42BF-9590-B9BA90E8F80B}" dt="2023-09-13T09:19:37.936" v="111" actId="1036"/>
        <pc:sldMkLst>
          <pc:docMk/>
          <pc:sldMk cId="3122522420" sldId="468"/>
        </pc:sldMkLst>
        <pc:spChg chg="mod ord">
          <ac:chgData name="Loc Huynh" userId="80c0383e323bd6ea" providerId="LiveId" clId="{7174A1A7-6A26-42BF-9590-B9BA90E8F80B}" dt="2023-09-13T09:18:21.373" v="89" actId="700"/>
          <ac:spMkLst>
            <pc:docMk/>
            <pc:sldMk cId="3122522420" sldId="468"/>
            <ac:spMk id="2" creationId="{A084E511-2F0A-2E4E-93F8-16231F34AE9E}"/>
          </ac:spMkLst>
        </pc:spChg>
        <pc:spChg chg="mod ord">
          <ac:chgData name="Loc Huynh" userId="80c0383e323bd6ea" providerId="LiveId" clId="{7174A1A7-6A26-42BF-9590-B9BA90E8F80B}" dt="2023-09-13T09:18:46.748" v="96" actId="123"/>
          <ac:spMkLst>
            <pc:docMk/>
            <pc:sldMk cId="3122522420" sldId="468"/>
            <ac:spMk id="3" creationId="{0950CF22-330B-0B43-84E9-34FC1BB699DD}"/>
          </ac:spMkLst>
        </pc:spChg>
        <pc:spChg chg="mod ord">
          <ac:chgData name="Loc Huynh" userId="80c0383e323bd6ea" providerId="LiveId" clId="{7174A1A7-6A26-42BF-9590-B9BA90E8F80B}" dt="2023-09-13T09:18:21.373" v="89" actId="700"/>
          <ac:spMkLst>
            <pc:docMk/>
            <pc:sldMk cId="3122522420" sldId="468"/>
            <ac:spMk id="4" creationId="{FA36776C-7372-C543-B1F1-59A33C1CCC3E}"/>
          </ac:spMkLst>
        </pc:spChg>
        <pc:spChg chg="mod ord">
          <ac:chgData name="Loc Huynh" userId="80c0383e323bd6ea" providerId="LiveId" clId="{7174A1A7-6A26-42BF-9590-B9BA90E8F80B}" dt="2023-09-13T09:18:21.373" v="89" actId="700"/>
          <ac:spMkLst>
            <pc:docMk/>
            <pc:sldMk cId="3122522420" sldId="468"/>
            <ac:spMk id="5" creationId="{8FB8B591-4F21-5D45-BC47-8A591A8CC92D}"/>
          </ac:spMkLst>
        </pc:spChg>
        <pc:spChg chg="add mod">
          <ac:chgData name="Loc Huynh" userId="80c0383e323bd6ea" providerId="LiveId" clId="{7174A1A7-6A26-42BF-9590-B9BA90E8F80B}" dt="2023-09-13T09:19:37.936" v="111" actId="1036"/>
          <ac:spMkLst>
            <pc:docMk/>
            <pc:sldMk cId="3122522420" sldId="468"/>
            <ac:spMk id="6" creationId="{BC014AB8-6F1B-8D96-0FCB-B5BCE1B7A5D6}"/>
          </ac:spMkLst>
        </pc:spChg>
        <pc:spChg chg="del">
          <ac:chgData name="Loc Huynh" userId="80c0383e323bd6ea" providerId="LiveId" clId="{7174A1A7-6A26-42BF-9590-B9BA90E8F80B}" dt="2023-09-13T09:18:58.326" v="97" actId="478"/>
          <ac:spMkLst>
            <pc:docMk/>
            <pc:sldMk cId="3122522420" sldId="468"/>
            <ac:spMk id="7" creationId="{0497AB36-E993-FA4C-B142-94E013FF89AC}"/>
          </ac:spMkLst>
        </pc:spChg>
      </pc:sldChg>
      <pc:sldChg chg="addSp delSp modSp mod chgLayout">
        <pc:chgData name="Loc Huynh" userId="80c0383e323bd6ea" providerId="LiveId" clId="{7174A1A7-6A26-42BF-9590-B9BA90E8F80B}" dt="2023-09-13T09:23:13.358" v="176" actId="14100"/>
        <pc:sldMkLst>
          <pc:docMk/>
          <pc:sldMk cId="1770153382" sldId="469"/>
        </pc:sldMkLst>
        <pc:spChg chg="mod ord">
          <ac:chgData name="Loc Huynh" userId="80c0383e323bd6ea" providerId="LiveId" clId="{7174A1A7-6A26-42BF-9590-B9BA90E8F80B}" dt="2023-09-13T09:20:15.311" v="122" actId="700"/>
          <ac:spMkLst>
            <pc:docMk/>
            <pc:sldMk cId="1770153382" sldId="469"/>
            <ac:spMk id="2" creationId="{A084E511-2F0A-2E4E-93F8-16231F34AE9E}"/>
          </ac:spMkLst>
        </pc:spChg>
        <pc:spChg chg="mod ord">
          <ac:chgData name="Loc Huynh" userId="80c0383e323bd6ea" providerId="LiveId" clId="{7174A1A7-6A26-42BF-9590-B9BA90E8F80B}" dt="2023-09-13T09:21:59.233" v="161" actId="20577"/>
          <ac:spMkLst>
            <pc:docMk/>
            <pc:sldMk cId="1770153382" sldId="469"/>
            <ac:spMk id="3" creationId="{0950CF22-330B-0B43-84E9-34FC1BB699DD}"/>
          </ac:spMkLst>
        </pc:spChg>
        <pc:spChg chg="mod ord">
          <ac:chgData name="Loc Huynh" userId="80c0383e323bd6ea" providerId="LiveId" clId="{7174A1A7-6A26-42BF-9590-B9BA90E8F80B}" dt="2023-09-13T09:20:15.311" v="122" actId="700"/>
          <ac:spMkLst>
            <pc:docMk/>
            <pc:sldMk cId="1770153382" sldId="469"/>
            <ac:spMk id="4" creationId="{FA36776C-7372-C543-B1F1-59A33C1CCC3E}"/>
          </ac:spMkLst>
        </pc:spChg>
        <pc:spChg chg="mod ord">
          <ac:chgData name="Loc Huynh" userId="80c0383e323bd6ea" providerId="LiveId" clId="{7174A1A7-6A26-42BF-9590-B9BA90E8F80B}" dt="2023-09-13T09:20:15.311" v="122" actId="700"/>
          <ac:spMkLst>
            <pc:docMk/>
            <pc:sldMk cId="1770153382" sldId="469"/>
            <ac:spMk id="5" creationId="{8FB8B591-4F21-5D45-BC47-8A591A8CC92D}"/>
          </ac:spMkLst>
        </pc:spChg>
        <pc:spChg chg="mod">
          <ac:chgData name="Loc Huynh" userId="80c0383e323bd6ea" providerId="LiveId" clId="{7174A1A7-6A26-42BF-9590-B9BA90E8F80B}" dt="2023-09-13T09:23:13.358" v="176" actId="14100"/>
          <ac:spMkLst>
            <pc:docMk/>
            <pc:sldMk cId="1770153382" sldId="469"/>
            <ac:spMk id="6" creationId="{65EBD7E5-1D57-9448-A846-3814DE95C179}"/>
          </ac:spMkLst>
        </pc:spChg>
        <pc:spChg chg="del">
          <ac:chgData name="Loc Huynh" userId="80c0383e323bd6ea" providerId="LiveId" clId="{7174A1A7-6A26-42BF-9590-B9BA90E8F80B}" dt="2023-09-13T09:20:04.983" v="119" actId="478"/>
          <ac:spMkLst>
            <pc:docMk/>
            <pc:sldMk cId="1770153382" sldId="469"/>
            <ac:spMk id="7" creationId="{0497AB36-E993-FA4C-B142-94E013FF89AC}"/>
          </ac:spMkLst>
        </pc:spChg>
        <pc:spChg chg="mod">
          <ac:chgData name="Loc Huynh" userId="80c0383e323bd6ea" providerId="LiveId" clId="{7174A1A7-6A26-42BF-9590-B9BA90E8F80B}" dt="2023-09-13T09:22:54.640" v="174" actId="1076"/>
          <ac:spMkLst>
            <pc:docMk/>
            <pc:sldMk cId="1770153382" sldId="469"/>
            <ac:spMk id="8" creationId="{206F696C-76DA-AE48-9BFD-C93EE7A992DA}"/>
          </ac:spMkLst>
        </pc:spChg>
        <pc:spChg chg="mod">
          <ac:chgData name="Loc Huynh" userId="80c0383e323bd6ea" providerId="LiveId" clId="{7174A1A7-6A26-42BF-9590-B9BA90E8F80B}" dt="2023-09-13T09:23:07.358" v="175" actId="14100"/>
          <ac:spMkLst>
            <pc:docMk/>
            <pc:sldMk cId="1770153382" sldId="469"/>
            <ac:spMk id="9" creationId="{D6D40A09-16CE-F44F-9F5C-AF6ABF4098B4}"/>
          </ac:spMkLst>
        </pc:spChg>
        <pc:spChg chg="add mod ord">
          <ac:chgData name="Loc Huynh" userId="80c0383e323bd6ea" providerId="LiveId" clId="{7174A1A7-6A26-42BF-9590-B9BA90E8F80B}" dt="2023-09-13T09:22:20.654" v="165" actId="13926"/>
          <ac:spMkLst>
            <pc:docMk/>
            <pc:sldMk cId="1770153382" sldId="469"/>
            <ac:spMk id="10" creationId="{E90D2676-5007-5D23-A929-1DD8F594A3C7}"/>
          </ac:spMkLst>
        </pc:spChg>
      </pc:sldChg>
      <pc:sldChg chg="modSp mod chgLayout">
        <pc:chgData name="Loc Huynh" userId="80c0383e323bd6ea" providerId="LiveId" clId="{7174A1A7-6A26-42BF-9590-B9BA90E8F80B}" dt="2023-09-13T10:13:23.748" v="1057" actId="13926"/>
        <pc:sldMkLst>
          <pc:docMk/>
          <pc:sldMk cId="3684564904" sldId="470"/>
        </pc:sldMkLst>
        <pc:spChg chg="mod ord">
          <ac:chgData name="Loc Huynh" userId="80c0383e323bd6ea" providerId="LiveId" clId="{7174A1A7-6A26-42BF-9590-B9BA90E8F80B}" dt="2023-09-13T10:07:08.371" v="962" actId="700"/>
          <ac:spMkLst>
            <pc:docMk/>
            <pc:sldMk cId="3684564904" sldId="470"/>
            <ac:spMk id="2" creationId="{67D965CF-1D55-5443-919B-AC77503498CA}"/>
          </ac:spMkLst>
        </pc:spChg>
        <pc:spChg chg="mod ord">
          <ac:chgData name="Loc Huynh" userId="80c0383e323bd6ea" providerId="LiveId" clId="{7174A1A7-6A26-42BF-9590-B9BA90E8F80B}" dt="2023-09-13T10:07:35.631" v="967" actId="207"/>
          <ac:spMkLst>
            <pc:docMk/>
            <pc:sldMk cId="3684564904" sldId="470"/>
            <ac:spMk id="3" creationId="{E31B8DF0-5097-6849-A204-526B69A794B3}"/>
          </ac:spMkLst>
        </pc:spChg>
        <pc:spChg chg="mod ord">
          <ac:chgData name="Loc Huynh" userId="80c0383e323bd6ea" providerId="LiveId" clId="{7174A1A7-6A26-42BF-9590-B9BA90E8F80B}" dt="2023-09-13T10:07:08.371" v="962" actId="700"/>
          <ac:spMkLst>
            <pc:docMk/>
            <pc:sldMk cId="3684564904" sldId="470"/>
            <ac:spMk id="4" creationId="{D0B4835D-B712-474E-B6B8-6C1BBDD99FFD}"/>
          </ac:spMkLst>
        </pc:spChg>
        <pc:spChg chg="mod ord">
          <ac:chgData name="Loc Huynh" userId="80c0383e323bd6ea" providerId="LiveId" clId="{7174A1A7-6A26-42BF-9590-B9BA90E8F80B}" dt="2023-09-13T10:07:08.371" v="962" actId="700"/>
          <ac:spMkLst>
            <pc:docMk/>
            <pc:sldMk cId="3684564904" sldId="470"/>
            <ac:spMk id="5" creationId="{AE526D72-773E-714F-A1AE-5B77BAF3A9FB}"/>
          </ac:spMkLst>
        </pc:spChg>
        <pc:spChg chg="mod">
          <ac:chgData name="Loc Huynh" userId="80c0383e323bd6ea" providerId="LiveId" clId="{7174A1A7-6A26-42BF-9590-B9BA90E8F80B}" dt="2023-09-13T10:13:23.748" v="1057" actId="13926"/>
          <ac:spMkLst>
            <pc:docMk/>
            <pc:sldMk cId="3684564904" sldId="470"/>
            <ac:spMk id="7" creationId="{9CF46A69-C370-BC4E-A1B6-0D08CD7E7D51}"/>
          </ac:spMkLst>
        </pc:spChg>
        <pc:spChg chg="mod">
          <ac:chgData name="Loc Huynh" userId="80c0383e323bd6ea" providerId="LiveId" clId="{7174A1A7-6A26-42BF-9590-B9BA90E8F80B}" dt="2023-09-13T10:10:57.511" v="1023" actId="14100"/>
          <ac:spMkLst>
            <pc:docMk/>
            <pc:sldMk cId="3684564904" sldId="470"/>
            <ac:spMk id="12" creationId="{4A99978A-B37F-CD45-9046-3023D55DA46A}"/>
          </ac:spMkLst>
        </pc:spChg>
        <pc:spChg chg="mod">
          <ac:chgData name="Loc Huynh" userId="80c0383e323bd6ea" providerId="LiveId" clId="{7174A1A7-6A26-42BF-9590-B9BA90E8F80B}" dt="2023-09-13T10:11:12.731" v="1028" actId="14100"/>
          <ac:spMkLst>
            <pc:docMk/>
            <pc:sldMk cId="3684564904" sldId="470"/>
            <ac:spMk id="13" creationId="{CF8E5AFE-5ADF-8549-AA19-5349EFFD0015}"/>
          </ac:spMkLst>
        </pc:spChg>
        <pc:spChg chg="mod">
          <ac:chgData name="Loc Huynh" userId="80c0383e323bd6ea" providerId="LiveId" clId="{7174A1A7-6A26-42BF-9590-B9BA90E8F80B}" dt="2023-09-13T10:11:53.693" v="1035" actId="14100"/>
          <ac:spMkLst>
            <pc:docMk/>
            <pc:sldMk cId="3684564904" sldId="470"/>
            <ac:spMk id="14" creationId="{D742A93A-92B6-3B44-8730-BB18DFD6ED20}"/>
          </ac:spMkLst>
        </pc:spChg>
      </pc:sldChg>
      <pc:sldChg chg="modSp mod chgLayout">
        <pc:chgData name="Loc Huynh" userId="80c0383e323bd6ea" providerId="LiveId" clId="{7174A1A7-6A26-42BF-9590-B9BA90E8F80B}" dt="2023-09-13T10:13:15.344" v="1054" actId="13926"/>
        <pc:sldMkLst>
          <pc:docMk/>
          <pc:sldMk cId="1997632837" sldId="471"/>
        </pc:sldMkLst>
        <pc:spChg chg="mod ord">
          <ac:chgData name="Loc Huynh" userId="80c0383e323bd6ea" providerId="LiveId" clId="{7174A1A7-6A26-42BF-9590-B9BA90E8F80B}" dt="2023-09-13T10:07:15.678" v="963" actId="700"/>
          <ac:spMkLst>
            <pc:docMk/>
            <pc:sldMk cId="1997632837" sldId="471"/>
            <ac:spMk id="2" creationId="{67D965CF-1D55-5443-919B-AC77503498CA}"/>
          </ac:spMkLst>
        </pc:spChg>
        <pc:spChg chg="mod ord">
          <ac:chgData name="Loc Huynh" userId="80c0383e323bd6ea" providerId="LiveId" clId="{7174A1A7-6A26-42BF-9590-B9BA90E8F80B}" dt="2023-09-13T10:08:29.971" v="987" actId="13926"/>
          <ac:spMkLst>
            <pc:docMk/>
            <pc:sldMk cId="1997632837" sldId="471"/>
            <ac:spMk id="3" creationId="{E31B8DF0-5097-6849-A204-526B69A794B3}"/>
          </ac:spMkLst>
        </pc:spChg>
        <pc:spChg chg="mod ord">
          <ac:chgData name="Loc Huynh" userId="80c0383e323bd6ea" providerId="LiveId" clId="{7174A1A7-6A26-42BF-9590-B9BA90E8F80B}" dt="2023-09-13T10:07:15.678" v="963" actId="700"/>
          <ac:spMkLst>
            <pc:docMk/>
            <pc:sldMk cId="1997632837" sldId="471"/>
            <ac:spMk id="4" creationId="{D0B4835D-B712-474E-B6B8-6C1BBDD99FFD}"/>
          </ac:spMkLst>
        </pc:spChg>
        <pc:spChg chg="mod ord">
          <ac:chgData name="Loc Huynh" userId="80c0383e323bd6ea" providerId="LiveId" clId="{7174A1A7-6A26-42BF-9590-B9BA90E8F80B}" dt="2023-09-13T10:07:15.678" v="963" actId="700"/>
          <ac:spMkLst>
            <pc:docMk/>
            <pc:sldMk cId="1997632837" sldId="471"/>
            <ac:spMk id="5" creationId="{AE526D72-773E-714F-A1AE-5B77BAF3A9FB}"/>
          </ac:spMkLst>
        </pc:spChg>
        <pc:spChg chg="mod">
          <ac:chgData name="Loc Huynh" userId="80c0383e323bd6ea" providerId="LiveId" clId="{7174A1A7-6A26-42BF-9590-B9BA90E8F80B}" dt="2023-09-13T10:13:15.344" v="1054" actId="13926"/>
          <ac:spMkLst>
            <pc:docMk/>
            <pc:sldMk cId="1997632837" sldId="471"/>
            <ac:spMk id="7" creationId="{9CF46A69-C370-BC4E-A1B6-0D08CD7E7D51}"/>
          </ac:spMkLst>
        </pc:spChg>
        <pc:spChg chg="mod">
          <ac:chgData name="Loc Huynh" userId="80c0383e323bd6ea" providerId="LiveId" clId="{7174A1A7-6A26-42BF-9590-B9BA90E8F80B}" dt="2023-09-13T10:09:48.167" v="1007" actId="14100"/>
          <ac:spMkLst>
            <pc:docMk/>
            <pc:sldMk cId="1997632837" sldId="471"/>
            <ac:spMk id="12" creationId="{4A99978A-B37F-CD45-9046-3023D55DA46A}"/>
          </ac:spMkLst>
        </pc:spChg>
        <pc:spChg chg="mod">
          <ac:chgData name="Loc Huynh" userId="80c0383e323bd6ea" providerId="LiveId" clId="{7174A1A7-6A26-42BF-9590-B9BA90E8F80B}" dt="2023-09-13T10:09:43.431" v="1006" actId="14100"/>
          <ac:spMkLst>
            <pc:docMk/>
            <pc:sldMk cId="1997632837" sldId="471"/>
            <ac:spMk id="13" creationId="{CF8E5AFE-5ADF-8549-AA19-5349EFFD0015}"/>
          </ac:spMkLst>
        </pc:spChg>
        <pc:spChg chg="mod">
          <ac:chgData name="Loc Huynh" userId="80c0383e323bd6ea" providerId="LiveId" clId="{7174A1A7-6A26-42BF-9590-B9BA90E8F80B}" dt="2023-09-13T10:09:51.746" v="1008" actId="14100"/>
          <ac:spMkLst>
            <pc:docMk/>
            <pc:sldMk cId="1997632837" sldId="471"/>
            <ac:spMk id="14" creationId="{D742A93A-92B6-3B44-8730-BB18DFD6ED20}"/>
          </ac:spMkLst>
        </pc:spChg>
        <pc:spChg chg="mod">
          <ac:chgData name="Loc Huynh" userId="80c0383e323bd6ea" providerId="LiveId" clId="{7174A1A7-6A26-42BF-9590-B9BA90E8F80B}" dt="2023-09-13T10:10:14.885" v="1013" actId="1076"/>
          <ac:spMkLst>
            <pc:docMk/>
            <pc:sldMk cId="1997632837" sldId="471"/>
            <ac:spMk id="15" creationId="{339CAA90-ACF0-3440-8D4E-98EDD25DBE0C}"/>
          </ac:spMkLst>
        </pc:spChg>
      </pc:sldChg>
      <pc:sldChg chg="modSp mod">
        <pc:chgData name="Loc Huynh" userId="80c0383e323bd6ea" providerId="LiveId" clId="{7174A1A7-6A26-42BF-9590-B9BA90E8F80B}" dt="2023-09-13T10:16:00.491" v="1094" actId="14100"/>
        <pc:sldMkLst>
          <pc:docMk/>
          <pc:sldMk cId="3934483243" sldId="472"/>
        </pc:sldMkLst>
        <pc:spChg chg="mod">
          <ac:chgData name="Loc Huynh" userId="80c0383e323bd6ea" providerId="LiveId" clId="{7174A1A7-6A26-42BF-9590-B9BA90E8F80B}" dt="2023-09-13T10:13:55.556" v="1064" actId="207"/>
          <ac:spMkLst>
            <pc:docMk/>
            <pc:sldMk cId="3934483243" sldId="472"/>
            <ac:spMk id="3" creationId="{E31B8DF0-5097-6849-A204-526B69A794B3}"/>
          </ac:spMkLst>
        </pc:spChg>
        <pc:spChg chg="mod">
          <ac:chgData name="Loc Huynh" userId="80c0383e323bd6ea" providerId="LiveId" clId="{7174A1A7-6A26-42BF-9590-B9BA90E8F80B}" dt="2023-09-13T10:15:45.563" v="1089" actId="108"/>
          <ac:spMkLst>
            <pc:docMk/>
            <pc:sldMk cId="3934483243" sldId="472"/>
            <ac:spMk id="7" creationId="{9CF46A69-C370-BC4E-A1B6-0D08CD7E7D51}"/>
          </ac:spMkLst>
        </pc:spChg>
        <pc:spChg chg="mod">
          <ac:chgData name="Loc Huynh" userId="80c0383e323bd6ea" providerId="LiveId" clId="{7174A1A7-6A26-42BF-9590-B9BA90E8F80B}" dt="2023-09-13T10:16:00.491" v="1094" actId="14100"/>
          <ac:spMkLst>
            <pc:docMk/>
            <pc:sldMk cId="3934483243" sldId="472"/>
            <ac:spMk id="9" creationId="{63D82EEC-551D-774A-977B-2E51FC46DDFB}"/>
          </ac:spMkLst>
        </pc:spChg>
        <pc:spChg chg="mod">
          <ac:chgData name="Loc Huynh" userId="80c0383e323bd6ea" providerId="LiveId" clId="{7174A1A7-6A26-42BF-9590-B9BA90E8F80B}" dt="2023-09-13T10:15:49.656" v="1090" actId="1076"/>
          <ac:spMkLst>
            <pc:docMk/>
            <pc:sldMk cId="3934483243" sldId="472"/>
            <ac:spMk id="12" creationId="{155E4025-4728-6547-882F-86215B9201A1}"/>
          </ac:spMkLst>
        </pc:spChg>
      </pc:sldChg>
      <pc:sldChg chg="addSp delSp modSp mod chgLayout">
        <pc:chgData name="Loc Huynh" userId="80c0383e323bd6ea" providerId="LiveId" clId="{7174A1A7-6A26-42BF-9590-B9BA90E8F80B}" dt="2023-09-13T10:44:56.918" v="1636" actId="700"/>
        <pc:sldMkLst>
          <pc:docMk/>
          <pc:sldMk cId="3915191108" sldId="473"/>
        </pc:sldMkLst>
        <pc:spChg chg="mod ord">
          <ac:chgData name="Loc Huynh" userId="80c0383e323bd6ea" providerId="LiveId" clId="{7174A1A7-6A26-42BF-9590-B9BA90E8F80B}" dt="2023-09-13T10:44:56.918" v="1636" actId="700"/>
          <ac:spMkLst>
            <pc:docMk/>
            <pc:sldMk cId="3915191108" sldId="473"/>
            <ac:spMk id="2" creationId="{00000000-0000-0000-0000-000000000000}"/>
          </ac:spMkLst>
        </pc:spChg>
        <pc:spChg chg="mod ord">
          <ac:chgData name="Loc Huynh" userId="80c0383e323bd6ea" providerId="LiveId" clId="{7174A1A7-6A26-42BF-9590-B9BA90E8F80B}" dt="2023-09-13T10:44:56.918" v="1636" actId="700"/>
          <ac:spMkLst>
            <pc:docMk/>
            <pc:sldMk cId="3915191108" sldId="473"/>
            <ac:spMk id="3" creationId="{00000000-0000-0000-0000-000000000000}"/>
          </ac:spMkLst>
        </pc:spChg>
        <pc:spChg chg="add mod ord">
          <ac:chgData name="Loc Huynh" userId="80c0383e323bd6ea" providerId="LiveId" clId="{7174A1A7-6A26-42BF-9590-B9BA90E8F80B}" dt="2023-09-13T10:44:56.918" v="1636" actId="700"/>
          <ac:spMkLst>
            <pc:docMk/>
            <pc:sldMk cId="3915191108" sldId="473"/>
            <ac:spMk id="4" creationId="{C73FAA6A-FF83-485B-4CFC-6CFD2E073412}"/>
          </ac:spMkLst>
        </pc:spChg>
        <pc:spChg chg="mod">
          <ac:chgData name="Loc Huynh" userId="80c0383e323bd6ea" providerId="LiveId" clId="{7174A1A7-6A26-42BF-9590-B9BA90E8F80B}" dt="2023-09-13T10:27:45.338" v="1311" actId="14100"/>
          <ac:spMkLst>
            <pc:docMk/>
            <pc:sldMk cId="3915191108" sldId="473"/>
            <ac:spMk id="6" creationId="{60420651-BFD4-8548-AFBC-451DF84F188F}"/>
          </ac:spMkLst>
        </pc:spChg>
        <pc:spChg chg="mod">
          <ac:chgData name="Loc Huynh" userId="80c0383e323bd6ea" providerId="LiveId" clId="{7174A1A7-6A26-42BF-9590-B9BA90E8F80B}" dt="2023-09-13T10:27:34.065" v="1309" actId="14100"/>
          <ac:spMkLst>
            <pc:docMk/>
            <pc:sldMk cId="3915191108" sldId="473"/>
            <ac:spMk id="7" creationId="{929A0727-2B96-974C-BC69-556B712170AC}"/>
          </ac:spMkLst>
        </pc:spChg>
        <pc:spChg chg="mod">
          <ac:chgData name="Loc Huynh" userId="80c0383e323bd6ea" providerId="LiveId" clId="{7174A1A7-6A26-42BF-9590-B9BA90E8F80B}" dt="2023-09-13T10:27:25.268" v="1306" actId="14100"/>
          <ac:spMkLst>
            <pc:docMk/>
            <pc:sldMk cId="3915191108" sldId="473"/>
            <ac:spMk id="8" creationId="{E2746794-A5E6-5D4B-8F68-5C63EC43737F}"/>
          </ac:spMkLst>
        </pc:spChg>
        <pc:spChg chg="del mod">
          <ac:chgData name="Loc Huynh" userId="80c0383e323bd6ea" providerId="LiveId" clId="{7174A1A7-6A26-42BF-9590-B9BA90E8F80B}" dt="2023-09-13T10:25:26.867" v="1283" actId="478"/>
          <ac:spMkLst>
            <pc:docMk/>
            <pc:sldMk cId="3915191108" sldId="473"/>
            <ac:spMk id="9" creationId="{EDAFBA57-2096-7248-B372-A140ADEEDE8B}"/>
          </ac:spMkLst>
        </pc:spChg>
        <pc:spChg chg="mod ord">
          <ac:chgData name="Loc Huynh" userId="80c0383e323bd6ea" providerId="LiveId" clId="{7174A1A7-6A26-42BF-9590-B9BA90E8F80B}" dt="2023-09-13T10:44:56.918" v="1636" actId="700"/>
          <ac:spMkLst>
            <pc:docMk/>
            <pc:sldMk cId="3915191108" sldId="473"/>
            <ac:spMk id="10" creationId="{9D03BF8F-944D-2944-A60B-FD87A037ED08}"/>
          </ac:spMkLst>
        </pc:spChg>
      </pc:sldChg>
      <pc:sldChg chg="addSp delSp modSp mod chgLayout">
        <pc:chgData name="Loc Huynh" userId="80c0383e323bd6ea" providerId="LiveId" clId="{7174A1A7-6A26-42BF-9590-B9BA90E8F80B}" dt="2023-09-13T10:44:59.048" v="1637" actId="700"/>
        <pc:sldMkLst>
          <pc:docMk/>
          <pc:sldMk cId="1242105478" sldId="474"/>
        </pc:sldMkLst>
        <pc:spChg chg="mod ord">
          <ac:chgData name="Loc Huynh" userId="80c0383e323bd6ea" providerId="LiveId" clId="{7174A1A7-6A26-42BF-9590-B9BA90E8F80B}" dt="2023-09-13T10:44:59.048" v="1637" actId="700"/>
          <ac:spMkLst>
            <pc:docMk/>
            <pc:sldMk cId="1242105478" sldId="474"/>
            <ac:spMk id="2" creationId="{00000000-0000-0000-0000-000000000000}"/>
          </ac:spMkLst>
        </pc:spChg>
        <pc:spChg chg="mod ord">
          <ac:chgData name="Loc Huynh" userId="80c0383e323bd6ea" providerId="LiveId" clId="{7174A1A7-6A26-42BF-9590-B9BA90E8F80B}" dt="2023-09-13T10:44:59.048" v="1637" actId="700"/>
          <ac:spMkLst>
            <pc:docMk/>
            <pc:sldMk cId="1242105478" sldId="474"/>
            <ac:spMk id="3" creationId="{00000000-0000-0000-0000-000000000000}"/>
          </ac:spMkLst>
        </pc:spChg>
        <pc:spChg chg="mod ord">
          <ac:chgData name="Loc Huynh" userId="80c0383e323bd6ea" providerId="LiveId" clId="{7174A1A7-6A26-42BF-9590-B9BA90E8F80B}" dt="2023-09-13T10:44:59.048" v="1637" actId="700"/>
          <ac:spMkLst>
            <pc:docMk/>
            <pc:sldMk cId="1242105478" sldId="474"/>
            <ac:spMk id="4" creationId="{00000000-0000-0000-0000-000000000000}"/>
          </ac:spMkLst>
        </pc:spChg>
        <pc:spChg chg="add mod ord">
          <ac:chgData name="Loc Huynh" userId="80c0383e323bd6ea" providerId="LiveId" clId="{7174A1A7-6A26-42BF-9590-B9BA90E8F80B}" dt="2023-09-13T10:44:59.048" v="1637" actId="700"/>
          <ac:spMkLst>
            <pc:docMk/>
            <pc:sldMk cId="1242105478" sldId="474"/>
            <ac:spMk id="5" creationId="{94ED5CE3-6B33-4E00-3AA0-3D76128D5716}"/>
          </ac:spMkLst>
        </pc:spChg>
        <pc:spChg chg="mod">
          <ac:chgData name="Loc Huynh" userId="80c0383e323bd6ea" providerId="LiveId" clId="{7174A1A7-6A26-42BF-9590-B9BA90E8F80B}" dt="2023-09-13T10:34:35.294" v="1459" actId="14100"/>
          <ac:spMkLst>
            <pc:docMk/>
            <pc:sldMk cId="1242105478" sldId="474"/>
            <ac:spMk id="7" creationId="{03A9A49A-8760-FC48-8E1C-8A867E0DC982}"/>
          </ac:spMkLst>
        </pc:spChg>
        <pc:spChg chg="mod">
          <ac:chgData name="Loc Huynh" userId="80c0383e323bd6ea" providerId="LiveId" clId="{7174A1A7-6A26-42BF-9590-B9BA90E8F80B}" dt="2023-09-13T10:33:01.887" v="1407" actId="1076"/>
          <ac:spMkLst>
            <pc:docMk/>
            <pc:sldMk cId="1242105478" sldId="474"/>
            <ac:spMk id="8" creationId="{7ECF8F5C-E57B-FE46-8DCB-ECF3061275E0}"/>
          </ac:spMkLst>
        </pc:spChg>
        <pc:spChg chg="mod">
          <ac:chgData name="Loc Huynh" userId="80c0383e323bd6ea" providerId="LiveId" clId="{7174A1A7-6A26-42BF-9590-B9BA90E8F80B}" dt="2023-09-13T10:32:20.947" v="1400" actId="14100"/>
          <ac:spMkLst>
            <pc:docMk/>
            <pc:sldMk cId="1242105478" sldId="474"/>
            <ac:spMk id="9" creationId="{E0B2BC97-FE1C-E44D-8451-2DC42EA9E39D}"/>
          </ac:spMkLst>
        </pc:spChg>
        <pc:spChg chg="mod">
          <ac:chgData name="Loc Huynh" userId="80c0383e323bd6ea" providerId="LiveId" clId="{7174A1A7-6A26-42BF-9590-B9BA90E8F80B}" dt="2023-09-13T10:34:46.498" v="1460" actId="14100"/>
          <ac:spMkLst>
            <pc:docMk/>
            <pc:sldMk cId="1242105478" sldId="474"/>
            <ac:spMk id="10" creationId="{535C6297-4E11-3147-8597-F20F75516A2D}"/>
          </ac:spMkLst>
        </pc:spChg>
        <pc:spChg chg="mod">
          <ac:chgData name="Loc Huynh" userId="80c0383e323bd6ea" providerId="LiveId" clId="{7174A1A7-6A26-42BF-9590-B9BA90E8F80B}" dt="2023-09-13T10:34:03.208" v="1446" actId="1076"/>
          <ac:spMkLst>
            <pc:docMk/>
            <pc:sldMk cId="1242105478" sldId="474"/>
            <ac:spMk id="11" creationId="{02D69FDF-1EC3-B84B-8956-E9CBCEEA9D1B}"/>
          </ac:spMkLst>
        </pc:spChg>
        <pc:spChg chg="mod">
          <ac:chgData name="Loc Huynh" userId="80c0383e323bd6ea" providerId="LiveId" clId="{7174A1A7-6A26-42BF-9590-B9BA90E8F80B}" dt="2023-09-13T10:32:43.056" v="1405" actId="1076"/>
          <ac:spMkLst>
            <pc:docMk/>
            <pc:sldMk cId="1242105478" sldId="474"/>
            <ac:spMk id="25" creationId="{38D813B1-F736-8348-8C90-D25DA3EB6E1C}"/>
          </ac:spMkLst>
        </pc:spChg>
        <pc:spChg chg="mod">
          <ac:chgData name="Loc Huynh" userId="80c0383e323bd6ea" providerId="LiveId" clId="{7174A1A7-6A26-42BF-9590-B9BA90E8F80B}" dt="2023-09-13T10:32:43.056" v="1405" actId="1076"/>
          <ac:spMkLst>
            <pc:docMk/>
            <pc:sldMk cId="1242105478" sldId="474"/>
            <ac:spMk id="32" creationId="{60C190B3-A31D-E347-BA0A-C1CDFA90B8A8}"/>
          </ac:spMkLst>
        </pc:spChg>
        <pc:spChg chg="mod">
          <ac:chgData name="Loc Huynh" userId="80c0383e323bd6ea" providerId="LiveId" clId="{7174A1A7-6A26-42BF-9590-B9BA90E8F80B}" dt="2023-09-13T10:32:43.056" v="1405" actId="1076"/>
          <ac:spMkLst>
            <pc:docMk/>
            <pc:sldMk cId="1242105478" sldId="474"/>
            <ac:spMk id="33" creationId="{F0246D17-B7C2-C843-975A-1C55D8A114DB}"/>
          </ac:spMkLst>
        </pc:spChg>
        <pc:spChg chg="mod">
          <ac:chgData name="Loc Huynh" userId="80c0383e323bd6ea" providerId="LiveId" clId="{7174A1A7-6A26-42BF-9590-B9BA90E8F80B}" dt="2023-09-13T10:33:18.771" v="1409" actId="14100"/>
          <ac:spMkLst>
            <pc:docMk/>
            <pc:sldMk cId="1242105478" sldId="474"/>
            <ac:spMk id="35" creationId="{AE3F959C-6613-DB42-8551-4C0812B9423A}"/>
          </ac:spMkLst>
        </pc:spChg>
        <pc:spChg chg="mod">
          <ac:chgData name="Loc Huynh" userId="80c0383e323bd6ea" providerId="LiveId" clId="{7174A1A7-6A26-42BF-9590-B9BA90E8F80B}" dt="2023-09-13T10:32:43.056" v="1405" actId="1076"/>
          <ac:spMkLst>
            <pc:docMk/>
            <pc:sldMk cId="1242105478" sldId="474"/>
            <ac:spMk id="36" creationId="{04D49AAE-16B9-BE40-9B2A-370697F0878E}"/>
          </ac:spMkLst>
        </pc:spChg>
        <pc:spChg chg="mod">
          <ac:chgData name="Loc Huynh" userId="80c0383e323bd6ea" providerId="LiveId" clId="{7174A1A7-6A26-42BF-9590-B9BA90E8F80B}" dt="2023-09-13T10:33:07.814" v="1408" actId="1076"/>
          <ac:spMkLst>
            <pc:docMk/>
            <pc:sldMk cId="1242105478" sldId="474"/>
            <ac:spMk id="37" creationId="{065A310A-0436-C54D-86DD-B03BC35D76E8}"/>
          </ac:spMkLst>
        </pc:spChg>
        <pc:spChg chg="del">
          <ac:chgData name="Loc Huynh" userId="80c0383e323bd6ea" providerId="LiveId" clId="{7174A1A7-6A26-42BF-9590-B9BA90E8F80B}" dt="2023-09-13T10:25:30.529" v="1285" actId="478"/>
          <ac:spMkLst>
            <pc:docMk/>
            <pc:sldMk cId="1242105478" sldId="474"/>
            <ac:spMk id="63" creationId="{8FD8F22E-E8CE-F04A-8711-045626214F9D}"/>
          </ac:spMkLst>
        </pc:spChg>
        <pc:cxnChg chg="mod">
          <ac:chgData name="Loc Huynh" userId="80c0383e323bd6ea" providerId="LiveId" clId="{7174A1A7-6A26-42BF-9590-B9BA90E8F80B}" dt="2023-09-13T10:34:05.426" v="1447" actId="14100"/>
          <ac:cxnSpMkLst>
            <pc:docMk/>
            <pc:sldMk cId="1242105478" sldId="474"/>
            <ac:cxnSpMk id="13" creationId="{B332532D-A722-4F44-8DFA-A16288457A7F}"/>
          </ac:cxnSpMkLst>
        </pc:cxnChg>
        <pc:cxnChg chg="mod">
          <ac:chgData name="Loc Huynh" userId="80c0383e323bd6ea" providerId="LiveId" clId="{7174A1A7-6A26-42BF-9590-B9BA90E8F80B}" dt="2023-09-13T10:34:08.473" v="1448" actId="14100"/>
          <ac:cxnSpMkLst>
            <pc:docMk/>
            <pc:sldMk cId="1242105478" sldId="474"/>
            <ac:cxnSpMk id="17" creationId="{242BACA7-6C63-F44C-8A20-22DDFBCADD9B}"/>
          </ac:cxnSpMkLst>
        </pc:cxnChg>
        <pc:cxnChg chg="mod">
          <ac:chgData name="Loc Huynh" userId="80c0383e323bd6ea" providerId="LiveId" clId="{7174A1A7-6A26-42BF-9590-B9BA90E8F80B}" dt="2023-09-13T10:32:43.056" v="1405" actId="1076"/>
          <ac:cxnSpMkLst>
            <pc:docMk/>
            <pc:sldMk cId="1242105478" sldId="474"/>
            <ac:cxnSpMk id="41" creationId="{7A09A6CE-BF84-1C4C-9839-4506C244CB87}"/>
          </ac:cxnSpMkLst>
        </pc:cxnChg>
        <pc:cxnChg chg="mod">
          <ac:chgData name="Loc Huynh" userId="80c0383e323bd6ea" providerId="LiveId" clId="{7174A1A7-6A26-42BF-9590-B9BA90E8F80B}" dt="2023-09-13T10:32:43.056" v="1405" actId="1076"/>
          <ac:cxnSpMkLst>
            <pc:docMk/>
            <pc:sldMk cId="1242105478" sldId="474"/>
            <ac:cxnSpMk id="44" creationId="{70869ADA-38FF-6C46-997B-01601BC3B53D}"/>
          </ac:cxnSpMkLst>
        </pc:cxnChg>
        <pc:cxnChg chg="mod">
          <ac:chgData name="Loc Huynh" userId="80c0383e323bd6ea" providerId="LiveId" clId="{7174A1A7-6A26-42BF-9590-B9BA90E8F80B}" dt="2023-09-13T10:32:43.056" v="1405" actId="1076"/>
          <ac:cxnSpMkLst>
            <pc:docMk/>
            <pc:sldMk cId="1242105478" sldId="474"/>
            <ac:cxnSpMk id="46" creationId="{5DEE573E-59E5-D746-B3FB-5DBB3B27E7A5}"/>
          </ac:cxnSpMkLst>
        </pc:cxnChg>
        <pc:cxnChg chg="mod">
          <ac:chgData name="Loc Huynh" userId="80c0383e323bd6ea" providerId="LiveId" clId="{7174A1A7-6A26-42BF-9590-B9BA90E8F80B}" dt="2023-09-13T10:32:43.056" v="1405" actId="1076"/>
          <ac:cxnSpMkLst>
            <pc:docMk/>
            <pc:sldMk cId="1242105478" sldId="474"/>
            <ac:cxnSpMk id="54" creationId="{2D62C39C-BDC4-4D4F-8DE4-081D41FC101B}"/>
          </ac:cxnSpMkLst>
        </pc:cxnChg>
        <pc:cxnChg chg="mod">
          <ac:chgData name="Loc Huynh" userId="80c0383e323bd6ea" providerId="LiveId" clId="{7174A1A7-6A26-42BF-9590-B9BA90E8F80B}" dt="2023-09-13T10:32:43.056" v="1405" actId="1076"/>
          <ac:cxnSpMkLst>
            <pc:docMk/>
            <pc:sldMk cId="1242105478" sldId="474"/>
            <ac:cxnSpMk id="56" creationId="{E77FD24A-F670-1E45-9B84-3F16607832CE}"/>
          </ac:cxnSpMkLst>
        </pc:cxnChg>
      </pc:sldChg>
      <pc:sldChg chg="addSp delSp modSp mod chgLayout">
        <pc:chgData name="Loc Huynh" userId="80c0383e323bd6ea" providerId="LiveId" clId="{7174A1A7-6A26-42BF-9590-B9BA90E8F80B}" dt="2023-09-13T10:45:01.554" v="1638" actId="700"/>
        <pc:sldMkLst>
          <pc:docMk/>
          <pc:sldMk cId="4292046202" sldId="475"/>
        </pc:sldMkLst>
        <pc:spChg chg="mod ord">
          <ac:chgData name="Loc Huynh" userId="80c0383e323bd6ea" providerId="LiveId" clId="{7174A1A7-6A26-42BF-9590-B9BA90E8F80B}" dt="2023-09-13T10:45:01.554" v="1638" actId="700"/>
          <ac:spMkLst>
            <pc:docMk/>
            <pc:sldMk cId="4292046202" sldId="475"/>
            <ac:spMk id="2" creationId="{00000000-0000-0000-0000-000000000000}"/>
          </ac:spMkLst>
        </pc:spChg>
        <pc:spChg chg="mod ord">
          <ac:chgData name="Loc Huynh" userId="80c0383e323bd6ea" providerId="LiveId" clId="{7174A1A7-6A26-42BF-9590-B9BA90E8F80B}" dt="2023-09-13T10:45:01.554" v="1638" actId="700"/>
          <ac:spMkLst>
            <pc:docMk/>
            <pc:sldMk cId="4292046202" sldId="475"/>
            <ac:spMk id="3" creationId="{00000000-0000-0000-0000-000000000000}"/>
          </ac:spMkLst>
        </pc:spChg>
        <pc:spChg chg="add mod ord">
          <ac:chgData name="Loc Huynh" userId="80c0383e323bd6ea" providerId="LiveId" clId="{7174A1A7-6A26-42BF-9590-B9BA90E8F80B}" dt="2023-09-13T10:45:01.554" v="1638" actId="700"/>
          <ac:spMkLst>
            <pc:docMk/>
            <pc:sldMk cId="4292046202" sldId="475"/>
            <ac:spMk id="4" creationId="{6E7B272C-1886-F62B-9F17-1833D31EA865}"/>
          </ac:spMkLst>
        </pc:spChg>
        <pc:spChg chg="mod">
          <ac:chgData name="Loc Huynh" userId="80c0383e323bd6ea" providerId="LiveId" clId="{7174A1A7-6A26-42BF-9590-B9BA90E8F80B}" dt="2023-09-13T10:35:35.953" v="1461" actId="1076"/>
          <ac:spMkLst>
            <pc:docMk/>
            <pc:sldMk cId="4292046202" sldId="475"/>
            <ac:spMk id="5" creationId="{10D50FDF-06A6-654D-9D64-8AC2F89AD6AC}"/>
          </ac:spMkLst>
        </pc:spChg>
        <pc:spChg chg="mod">
          <ac:chgData name="Loc Huynh" userId="80c0383e323bd6ea" providerId="LiveId" clId="{7174A1A7-6A26-42BF-9590-B9BA90E8F80B}" dt="2023-09-13T10:39:24.698" v="1572" actId="20577"/>
          <ac:spMkLst>
            <pc:docMk/>
            <pc:sldMk cId="4292046202" sldId="475"/>
            <ac:spMk id="24" creationId="{1DC4C6ED-DBBE-F844-9C53-9AFA24C1A7D5}"/>
          </ac:spMkLst>
        </pc:spChg>
        <pc:spChg chg="mod">
          <ac:chgData name="Loc Huynh" userId="80c0383e323bd6ea" providerId="LiveId" clId="{7174A1A7-6A26-42BF-9590-B9BA90E8F80B}" dt="2023-09-13T10:39:35.922" v="1575" actId="14100"/>
          <ac:spMkLst>
            <pc:docMk/>
            <pc:sldMk cId="4292046202" sldId="475"/>
            <ac:spMk id="28" creationId="{EF351290-CAF1-E74A-9379-674E3DCCF7D5}"/>
          </ac:spMkLst>
        </pc:spChg>
        <pc:spChg chg="mod">
          <ac:chgData name="Loc Huynh" userId="80c0383e323bd6ea" providerId="LiveId" clId="{7174A1A7-6A26-42BF-9590-B9BA90E8F80B}" dt="2023-09-13T10:39:39.668" v="1576" actId="14100"/>
          <ac:spMkLst>
            <pc:docMk/>
            <pc:sldMk cId="4292046202" sldId="475"/>
            <ac:spMk id="29" creationId="{DD594DF2-FD31-B74F-B472-EAA7368B207F}"/>
          </ac:spMkLst>
        </pc:spChg>
        <pc:spChg chg="mod">
          <ac:chgData name="Loc Huynh" userId="80c0383e323bd6ea" providerId="LiveId" clId="{7174A1A7-6A26-42BF-9590-B9BA90E8F80B}" dt="2023-09-13T10:39:44.460" v="1578" actId="14100"/>
          <ac:spMkLst>
            <pc:docMk/>
            <pc:sldMk cId="4292046202" sldId="475"/>
            <ac:spMk id="30" creationId="{AD1DAF9A-BD96-F647-8725-FD19487DC555}"/>
          </ac:spMkLst>
        </pc:spChg>
        <pc:spChg chg="mod">
          <ac:chgData name="Loc Huynh" userId="80c0383e323bd6ea" providerId="LiveId" clId="{7174A1A7-6A26-42BF-9590-B9BA90E8F80B}" dt="2023-09-13T10:39:33.719" v="1574" actId="14100"/>
          <ac:spMkLst>
            <pc:docMk/>
            <pc:sldMk cId="4292046202" sldId="475"/>
            <ac:spMk id="34" creationId="{FB1A7FA0-DFE5-5C4C-8EBA-424C0CF84F49}"/>
          </ac:spMkLst>
        </pc:spChg>
        <pc:spChg chg="del">
          <ac:chgData name="Loc Huynh" userId="80c0383e323bd6ea" providerId="LiveId" clId="{7174A1A7-6A26-42BF-9590-B9BA90E8F80B}" dt="2023-09-13T10:25:34.138" v="1287" actId="478"/>
          <ac:spMkLst>
            <pc:docMk/>
            <pc:sldMk cId="4292046202" sldId="475"/>
            <ac:spMk id="38" creationId="{167F3EC7-B09E-F64C-8CD0-B7C127855EFB}"/>
          </ac:spMkLst>
        </pc:spChg>
        <pc:spChg chg="mod ord">
          <ac:chgData name="Loc Huynh" userId="80c0383e323bd6ea" providerId="LiveId" clId="{7174A1A7-6A26-42BF-9590-B9BA90E8F80B}" dt="2023-09-13T10:45:01.554" v="1638" actId="700"/>
          <ac:spMkLst>
            <pc:docMk/>
            <pc:sldMk cId="4292046202" sldId="475"/>
            <ac:spMk id="39" creationId="{1E2381BA-9347-4F4C-90F5-F4545376703D}"/>
          </ac:spMkLst>
        </pc:spChg>
        <pc:spChg chg="mod">
          <ac:chgData name="Loc Huynh" userId="80c0383e323bd6ea" providerId="LiveId" clId="{7174A1A7-6A26-42BF-9590-B9BA90E8F80B}" dt="2023-09-13T10:40:52.343" v="1590" actId="14100"/>
          <ac:spMkLst>
            <pc:docMk/>
            <pc:sldMk cId="4292046202" sldId="475"/>
            <ac:spMk id="40" creationId="{4911A666-E045-B542-9925-585481B87B25}"/>
          </ac:spMkLst>
        </pc:spChg>
        <pc:grpChg chg="mod ord">
          <ac:chgData name="Loc Huynh" userId="80c0383e323bd6ea" providerId="LiveId" clId="{7174A1A7-6A26-42BF-9590-B9BA90E8F80B}" dt="2023-09-13T10:39:22.341" v="1570" actId="1076"/>
          <ac:grpSpMkLst>
            <pc:docMk/>
            <pc:sldMk cId="4292046202" sldId="475"/>
            <ac:grpSpMk id="14" creationId="{8251591F-C8E3-6844-A07F-A81F38C94C12}"/>
          </ac:grpSpMkLst>
        </pc:grpChg>
      </pc:sldChg>
      <pc:sldChg chg="addSp delSp modSp mod chgLayout">
        <pc:chgData name="Loc Huynh" userId="80c0383e323bd6ea" providerId="LiveId" clId="{7174A1A7-6A26-42BF-9590-B9BA90E8F80B}" dt="2023-09-13T10:46:34.255" v="1693" actId="1038"/>
        <pc:sldMkLst>
          <pc:docMk/>
          <pc:sldMk cId="950542315" sldId="476"/>
        </pc:sldMkLst>
        <pc:spChg chg="mod ord">
          <ac:chgData name="Loc Huynh" userId="80c0383e323bd6ea" providerId="LiveId" clId="{7174A1A7-6A26-42BF-9590-B9BA90E8F80B}" dt="2023-09-13T10:45:04.208" v="1639" actId="700"/>
          <ac:spMkLst>
            <pc:docMk/>
            <pc:sldMk cId="950542315" sldId="476"/>
            <ac:spMk id="2" creationId="{00000000-0000-0000-0000-000000000000}"/>
          </ac:spMkLst>
        </pc:spChg>
        <pc:spChg chg="mod ord">
          <ac:chgData name="Loc Huynh" userId="80c0383e323bd6ea" providerId="LiveId" clId="{7174A1A7-6A26-42BF-9590-B9BA90E8F80B}" dt="2023-09-13T10:45:04.208" v="1639" actId="700"/>
          <ac:spMkLst>
            <pc:docMk/>
            <pc:sldMk cId="950542315" sldId="476"/>
            <ac:spMk id="3" creationId="{00000000-0000-0000-0000-000000000000}"/>
          </ac:spMkLst>
        </pc:spChg>
        <pc:spChg chg="add mod">
          <ac:chgData name="Loc Huynh" userId="80c0383e323bd6ea" providerId="LiveId" clId="{7174A1A7-6A26-42BF-9590-B9BA90E8F80B}" dt="2023-09-13T10:41:28.136" v="1592"/>
          <ac:spMkLst>
            <pc:docMk/>
            <pc:sldMk cId="950542315" sldId="476"/>
            <ac:spMk id="4" creationId="{BAE83415-8896-3DFD-EB02-92061541C4ED}"/>
          </ac:spMkLst>
        </pc:spChg>
        <pc:spChg chg="del mod">
          <ac:chgData name="Loc Huynh" userId="80c0383e323bd6ea" providerId="LiveId" clId="{7174A1A7-6A26-42BF-9590-B9BA90E8F80B}" dt="2023-09-13T10:41:31.647" v="1593" actId="478"/>
          <ac:spMkLst>
            <pc:docMk/>
            <pc:sldMk cId="950542315" sldId="476"/>
            <ac:spMk id="5" creationId="{10D50FDF-06A6-654D-9D64-8AC2F89AD6AC}"/>
          </ac:spMkLst>
        </pc:spChg>
        <pc:spChg chg="mod ord">
          <ac:chgData name="Loc Huynh" userId="80c0383e323bd6ea" providerId="LiveId" clId="{7174A1A7-6A26-42BF-9590-B9BA90E8F80B}" dt="2023-09-13T10:45:04.208" v="1639" actId="700"/>
          <ac:spMkLst>
            <pc:docMk/>
            <pc:sldMk cId="950542315" sldId="476"/>
            <ac:spMk id="6" creationId="{FAED5974-DF4F-9540-ADC7-25B73245FFDD}"/>
          </ac:spMkLst>
        </pc:spChg>
        <pc:spChg chg="mod ord">
          <ac:chgData name="Loc Huynh" userId="80c0383e323bd6ea" providerId="LiveId" clId="{7174A1A7-6A26-42BF-9590-B9BA90E8F80B}" dt="2023-09-13T10:45:04.208" v="1639" actId="700"/>
          <ac:spMkLst>
            <pc:docMk/>
            <pc:sldMk cId="950542315" sldId="476"/>
            <ac:spMk id="7" creationId="{7EC6F026-90B3-C543-BF8A-B99315831004}"/>
          </ac:spMkLst>
        </pc:spChg>
        <pc:spChg chg="mod">
          <ac:chgData name="Loc Huynh" userId="80c0383e323bd6ea" providerId="LiveId" clId="{7174A1A7-6A26-42BF-9590-B9BA90E8F80B}" dt="2023-09-13T10:43:55.568" v="1628" actId="14100"/>
          <ac:spMkLst>
            <pc:docMk/>
            <pc:sldMk cId="950542315" sldId="476"/>
            <ac:spMk id="9" creationId="{03216693-70AE-E746-AD67-B187A6BD52A5}"/>
          </ac:spMkLst>
        </pc:spChg>
        <pc:spChg chg="mod">
          <ac:chgData name="Loc Huynh" userId="80c0383e323bd6ea" providerId="LiveId" clId="{7174A1A7-6A26-42BF-9590-B9BA90E8F80B}" dt="2023-09-13T10:46:17.259" v="1655" actId="14100"/>
          <ac:spMkLst>
            <pc:docMk/>
            <pc:sldMk cId="950542315" sldId="476"/>
            <ac:spMk id="14" creationId="{E2C5D40E-1902-2F4E-B6B0-5309B9394D83}"/>
          </ac:spMkLst>
        </pc:spChg>
        <pc:spChg chg="mod">
          <ac:chgData name="Loc Huynh" userId="80c0383e323bd6ea" providerId="LiveId" clId="{7174A1A7-6A26-42BF-9590-B9BA90E8F80B}" dt="2023-09-13T10:46:25.951" v="1674" actId="1035"/>
          <ac:spMkLst>
            <pc:docMk/>
            <pc:sldMk cId="950542315" sldId="476"/>
            <ac:spMk id="15" creationId="{16C691F6-A9A2-984C-BDB5-2901112914E7}"/>
          </ac:spMkLst>
        </pc:spChg>
        <pc:spChg chg="mod">
          <ac:chgData name="Loc Huynh" userId="80c0383e323bd6ea" providerId="LiveId" clId="{7174A1A7-6A26-42BF-9590-B9BA90E8F80B}" dt="2023-09-13T10:46:29.162" v="1678" actId="1035"/>
          <ac:spMkLst>
            <pc:docMk/>
            <pc:sldMk cId="950542315" sldId="476"/>
            <ac:spMk id="16" creationId="{B40C985C-E7E7-6049-9507-EBFBFF149A13}"/>
          </ac:spMkLst>
        </pc:spChg>
        <pc:spChg chg="mod">
          <ac:chgData name="Loc Huynh" userId="80c0383e323bd6ea" providerId="LiveId" clId="{7174A1A7-6A26-42BF-9590-B9BA90E8F80B}" dt="2023-09-13T10:46:21.280" v="1663" actId="1035"/>
          <ac:spMkLst>
            <pc:docMk/>
            <pc:sldMk cId="950542315" sldId="476"/>
            <ac:spMk id="17" creationId="{7D4B3CD3-F88D-7845-8235-D9A64B82FCE4}"/>
          </ac:spMkLst>
        </pc:spChg>
        <pc:spChg chg="mod">
          <ac:chgData name="Loc Huynh" userId="80c0383e323bd6ea" providerId="LiveId" clId="{7174A1A7-6A26-42BF-9590-B9BA90E8F80B}" dt="2023-09-13T10:46:34.255" v="1693" actId="1038"/>
          <ac:spMkLst>
            <pc:docMk/>
            <pc:sldMk cId="950542315" sldId="476"/>
            <ac:spMk id="18" creationId="{38F18724-A37C-3C4F-B042-015355392EC5}"/>
          </ac:spMkLst>
        </pc:spChg>
      </pc:sldChg>
      <pc:sldChg chg="addSp delSp modSp mod chgLayout">
        <pc:chgData name="Loc Huynh" userId="80c0383e323bd6ea" providerId="LiveId" clId="{7174A1A7-6A26-42BF-9590-B9BA90E8F80B}" dt="2023-09-13T10:48:02.303" v="1709" actId="700"/>
        <pc:sldMkLst>
          <pc:docMk/>
          <pc:sldMk cId="1686432855" sldId="477"/>
        </pc:sldMkLst>
        <pc:spChg chg="mod ord">
          <ac:chgData name="Loc Huynh" userId="80c0383e323bd6ea" providerId="LiveId" clId="{7174A1A7-6A26-42BF-9590-B9BA90E8F80B}" dt="2023-09-13T10:48:02.303" v="1709" actId="700"/>
          <ac:spMkLst>
            <pc:docMk/>
            <pc:sldMk cId="1686432855" sldId="477"/>
            <ac:spMk id="2" creationId="{00000000-0000-0000-0000-000000000000}"/>
          </ac:spMkLst>
        </pc:spChg>
        <pc:spChg chg="mod ord">
          <ac:chgData name="Loc Huynh" userId="80c0383e323bd6ea" providerId="LiveId" clId="{7174A1A7-6A26-42BF-9590-B9BA90E8F80B}" dt="2023-09-13T10:48:02.303" v="1709" actId="700"/>
          <ac:spMkLst>
            <pc:docMk/>
            <pc:sldMk cId="1686432855" sldId="477"/>
            <ac:spMk id="3" creationId="{00000000-0000-0000-0000-000000000000}"/>
          </ac:spMkLst>
        </pc:spChg>
        <pc:spChg chg="mod">
          <ac:chgData name="Loc Huynh" userId="80c0383e323bd6ea" providerId="LiveId" clId="{7174A1A7-6A26-42BF-9590-B9BA90E8F80B}" dt="2023-09-13T10:47:43.569" v="1706" actId="1076"/>
          <ac:spMkLst>
            <pc:docMk/>
            <pc:sldMk cId="1686432855" sldId="477"/>
            <ac:spMk id="4" creationId="{70505157-B093-8A49-B271-620FB541E748}"/>
          </ac:spMkLst>
        </pc:spChg>
        <pc:spChg chg="del">
          <ac:chgData name="Loc Huynh" userId="80c0383e323bd6ea" providerId="LiveId" clId="{7174A1A7-6A26-42BF-9590-B9BA90E8F80B}" dt="2023-09-13T10:47:01.802" v="1696" actId="478"/>
          <ac:spMkLst>
            <pc:docMk/>
            <pc:sldMk cId="1686432855" sldId="477"/>
            <ac:spMk id="5" creationId="{10D50FDF-06A6-654D-9D64-8AC2F89AD6AC}"/>
          </ac:spMkLst>
        </pc:spChg>
        <pc:spChg chg="del">
          <ac:chgData name="Loc Huynh" userId="80c0383e323bd6ea" providerId="LiveId" clId="{7174A1A7-6A26-42BF-9590-B9BA90E8F80B}" dt="2023-09-13T10:25:38.560" v="1289" actId="478"/>
          <ac:spMkLst>
            <pc:docMk/>
            <pc:sldMk cId="1686432855" sldId="477"/>
            <ac:spMk id="6" creationId="{FAED5974-DF4F-9540-ADC7-25B73245FFDD}"/>
          </ac:spMkLst>
        </pc:spChg>
        <pc:spChg chg="mod ord">
          <ac:chgData name="Loc Huynh" userId="80c0383e323bd6ea" providerId="LiveId" clId="{7174A1A7-6A26-42BF-9590-B9BA90E8F80B}" dt="2023-09-13T10:48:02.303" v="1709" actId="700"/>
          <ac:spMkLst>
            <pc:docMk/>
            <pc:sldMk cId="1686432855" sldId="477"/>
            <ac:spMk id="7" creationId="{7EC6F026-90B3-C543-BF8A-B99315831004}"/>
          </ac:spMkLst>
        </pc:spChg>
        <pc:spChg chg="mod">
          <ac:chgData name="Loc Huynh" userId="80c0383e323bd6ea" providerId="LiveId" clId="{7174A1A7-6A26-42BF-9590-B9BA90E8F80B}" dt="2023-09-13T10:47:41.026" v="1705" actId="1076"/>
          <ac:spMkLst>
            <pc:docMk/>
            <pc:sldMk cId="1686432855" sldId="477"/>
            <ac:spMk id="8" creationId="{FFBB666D-8182-2648-A089-88A6E3EE2A24}"/>
          </ac:spMkLst>
        </pc:spChg>
        <pc:spChg chg="add mod ord">
          <ac:chgData name="Loc Huynh" userId="80c0383e323bd6ea" providerId="LiveId" clId="{7174A1A7-6A26-42BF-9590-B9BA90E8F80B}" dt="2023-09-13T10:48:02.303" v="1709" actId="700"/>
          <ac:spMkLst>
            <pc:docMk/>
            <pc:sldMk cId="1686432855" sldId="477"/>
            <ac:spMk id="9" creationId="{2A9B9A23-5A50-083A-6A68-491078F603A6}"/>
          </ac:spMkLst>
        </pc:spChg>
        <pc:spChg chg="add mod">
          <ac:chgData name="Loc Huynh" userId="80c0383e323bd6ea" providerId="LiveId" clId="{7174A1A7-6A26-42BF-9590-B9BA90E8F80B}" dt="2023-09-13T10:47:10.123" v="1698"/>
          <ac:spMkLst>
            <pc:docMk/>
            <pc:sldMk cId="1686432855" sldId="477"/>
            <ac:spMk id="10" creationId="{E93623D4-7149-4811-DB96-5EEA47DBB4FD}"/>
          </ac:spMkLst>
        </pc:spChg>
      </pc:sldChg>
      <pc:sldChg chg="addSp delSp modSp mod chgLayout modNotesTx">
        <pc:chgData name="Loc Huynh" userId="80c0383e323bd6ea" providerId="LiveId" clId="{7174A1A7-6A26-42BF-9590-B9BA90E8F80B}" dt="2023-09-13T10:48:29.273" v="1727" actId="20577"/>
        <pc:sldMkLst>
          <pc:docMk/>
          <pc:sldMk cId="422089934" sldId="478"/>
        </pc:sldMkLst>
        <pc:spChg chg="mod ord">
          <ac:chgData name="Loc Huynh" userId="80c0383e323bd6ea" providerId="LiveId" clId="{7174A1A7-6A26-42BF-9590-B9BA90E8F80B}" dt="2023-09-13T10:47:59.359" v="1708" actId="700"/>
          <ac:spMkLst>
            <pc:docMk/>
            <pc:sldMk cId="422089934" sldId="478"/>
            <ac:spMk id="2" creationId="{00000000-0000-0000-0000-000000000000}"/>
          </ac:spMkLst>
        </pc:spChg>
        <pc:spChg chg="mod ord">
          <ac:chgData name="Loc Huynh" userId="80c0383e323bd6ea" providerId="LiveId" clId="{7174A1A7-6A26-42BF-9590-B9BA90E8F80B}" dt="2023-09-13T10:47:59.359" v="1708" actId="700"/>
          <ac:spMkLst>
            <pc:docMk/>
            <pc:sldMk cId="422089934" sldId="478"/>
            <ac:spMk id="3" creationId="{00000000-0000-0000-0000-000000000000}"/>
          </ac:spMkLst>
        </pc:spChg>
        <pc:spChg chg="add mod ord">
          <ac:chgData name="Loc Huynh" userId="80c0383e323bd6ea" providerId="LiveId" clId="{7174A1A7-6A26-42BF-9590-B9BA90E8F80B}" dt="2023-09-13T10:47:59.359" v="1708" actId="700"/>
          <ac:spMkLst>
            <pc:docMk/>
            <pc:sldMk cId="422089934" sldId="478"/>
            <ac:spMk id="4" creationId="{AAF23020-BB98-3B2A-ED15-E26B1893B740}"/>
          </ac:spMkLst>
        </pc:spChg>
        <pc:spChg chg="del">
          <ac:chgData name="Loc Huynh" userId="80c0383e323bd6ea" providerId="LiveId" clId="{7174A1A7-6A26-42BF-9590-B9BA90E8F80B}" dt="2023-09-13T10:25:42.455" v="1291" actId="478"/>
          <ac:spMkLst>
            <pc:docMk/>
            <pc:sldMk cId="422089934" sldId="478"/>
            <ac:spMk id="8" creationId="{51524054-FA43-A246-81E5-39D43C6D41AF}"/>
          </ac:spMkLst>
        </pc:spChg>
        <pc:spChg chg="mod ord">
          <ac:chgData name="Loc Huynh" userId="80c0383e323bd6ea" providerId="LiveId" clId="{7174A1A7-6A26-42BF-9590-B9BA90E8F80B}" dt="2023-09-13T10:47:59.359" v="1708" actId="700"/>
          <ac:spMkLst>
            <pc:docMk/>
            <pc:sldMk cId="422089934" sldId="478"/>
            <ac:spMk id="9" creationId="{79718BB4-1DD4-CD4D-9CBA-AC899433A066}"/>
          </ac:spMkLst>
        </pc:spChg>
        <pc:spChg chg="mod">
          <ac:chgData name="Loc Huynh" userId="80c0383e323bd6ea" providerId="LiveId" clId="{7174A1A7-6A26-42BF-9590-B9BA90E8F80B}" dt="2023-09-13T10:48:17.330" v="1712" actId="14100"/>
          <ac:spMkLst>
            <pc:docMk/>
            <pc:sldMk cId="422089934" sldId="478"/>
            <ac:spMk id="10" creationId="{BF145811-69D6-2347-B40D-11AC67434C32}"/>
          </ac:spMkLst>
        </pc:spChg>
      </pc:sldChg>
      <pc:sldChg chg="addSp delSp modSp mod">
        <pc:chgData name="Loc Huynh" userId="80c0383e323bd6ea" providerId="LiveId" clId="{7174A1A7-6A26-42BF-9590-B9BA90E8F80B}" dt="2023-09-13T10:49:30.138" v="1743" actId="1076"/>
        <pc:sldMkLst>
          <pc:docMk/>
          <pc:sldMk cId="1634204803" sldId="479"/>
        </pc:sldMkLst>
        <pc:spChg chg="mod">
          <ac:chgData name="Loc Huynh" userId="80c0383e323bd6ea" providerId="LiveId" clId="{7174A1A7-6A26-42BF-9590-B9BA90E8F80B}" dt="2023-09-13T10:49:27.143" v="1742" actId="2710"/>
          <ac:spMkLst>
            <pc:docMk/>
            <pc:sldMk cId="1634204803" sldId="479"/>
            <ac:spMk id="2" creationId="{00000000-0000-0000-0000-000000000000}"/>
          </ac:spMkLst>
        </pc:spChg>
        <pc:spChg chg="mod">
          <ac:chgData name="Loc Huynh" userId="80c0383e323bd6ea" providerId="LiveId" clId="{7174A1A7-6A26-42BF-9590-B9BA90E8F80B}" dt="2023-09-13T10:16:33.364" v="1101"/>
          <ac:spMkLst>
            <pc:docMk/>
            <pc:sldMk cId="1634204803" sldId="479"/>
            <ac:spMk id="3" creationId="{00000000-0000-0000-0000-000000000000}"/>
          </ac:spMkLst>
        </pc:spChg>
        <pc:spChg chg="del">
          <ac:chgData name="Loc Huynh" userId="80c0383e323bd6ea" providerId="LiveId" clId="{7174A1A7-6A26-42BF-9590-B9BA90E8F80B}" dt="2023-09-13T10:25:46.434" v="1293" actId="478"/>
          <ac:spMkLst>
            <pc:docMk/>
            <pc:sldMk cId="1634204803" sldId="479"/>
            <ac:spMk id="4" creationId="{93FA9B38-7A55-6EB5-EB48-E903764EEBBD}"/>
          </ac:spMkLst>
        </pc:spChg>
        <pc:spChg chg="add mod">
          <ac:chgData name="Loc Huynh" userId="80c0383e323bd6ea" providerId="LiveId" clId="{7174A1A7-6A26-42BF-9590-B9BA90E8F80B}" dt="2023-09-13T10:25:46.759" v="1294"/>
          <ac:spMkLst>
            <pc:docMk/>
            <pc:sldMk cId="1634204803" sldId="479"/>
            <ac:spMk id="6" creationId="{1D4BDC79-5D93-7556-67B0-E39D27F25778}"/>
          </ac:spMkLst>
        </pc:spChg>
        <pc:spChg chg="mod">
          <ac:chgData name="Loc Huynh" userId="80c0383e323bd6ea" providerId="LiveId" clId="{7174A1A7-6A26-42BF-9590-B9BA90E8F80B}" dt="2023-09-13T10:49:30.138" v="1743" actId="1076"/>
          <ac:spMkLst>
            <pc:docMk/>
            <pc:sldMk cId="1634204803" sldId="479"/>
            <ac:spMk id="24" creationId="{03D1B279-DA61-5E4C-B4EE-0B2EA31B38A3}"/>
          </ac:spMkLst>
        </pc:spChg>
      </pc:sldChg>
      <pc:sldChg chg="addSp delSp modSp mod chgLayout">
        <pc:chgData name="Loc Huynh" userId="80c0383e323bd6ea" providerId="LiveId" clId="{7174A1A7-6A26-42BF-9590-B9BA90E8F80B}" dt="2023-09-13T10:51:19.160" v="1772" actId="207"/>
        <pc:sldMkLst>
          <pc:docMk/>
          <pc:sldMk cId="1875871481" sldId="480"/>
        </pc:sldMkLst>
        <pc:spChg chg="mod ord">
          <ac:chgData name="Loc Huynh" userId="80c0383e323bd6ea" providerId="LiveId" clId="{7174A1A7-6A26-42BF-9590-B9BA90E8F80B}" dt="2023-09-13T10:51:19.160" v="1772" actId="207"/>
          <ac:spMkLst>
            <pc:docMk/>
            <pc:sldMk cId="1875871481" sldId="480"/>
            <ac:spMk id="2" creationId="{00000000-0000-0000-0000-000000000000}"/>
          </ac:spMkLst>
        </pc:spChg>
        <pc:spChg chg="mod ord">
          <ac:chgData name="Loc Huynh" userId="80c0383e323bd6ea" providerId="LiveId" clId="{7174A1A7-6A26-42BF-9590-B9BA90E8F80B}" dt="2023-09-13T10:44:48.998" v="1635" actId="700"/>
          <ac:spMkLst>
            <pc:docMk/>
            <pc:sldMk cId="1875871481" sldId="480"/>
            <ac:spMk id="3" creationId="{00000000-0000-0000-0000-000000000000}"/>
          </ac:spMkLst>
        </pc:spChg>
        <pc:spChg chg="add mod ord">
          <ac:chgData name="Loc Huynh" userId="80c0383e323bd6ea" providerId="LiveId" clId="{7174A1A7-6A26-42BF-9590-B9BA90E8F80B}" dt="2023-09-13T10:44:48.998" v="1635" actId="700"/>
          <ac:spMkLst>
            <pc:docMk/>
            <pc:sldMk cId="1875871481" sldId="480"/>
            <ac:spMk id="4" creationId="{E18A615E-7E2E-A04D-45C7-BC6C71C19893}"/>
          </ac:spMkLst>
        </pc:spChg>
        <pc:spChg chg="mod">
          <ac:chgData name="Loc Huynh" userId="80c0383e323bd6ea" providerId="LiveId" clId="{7174A1A7-6A26-42BF-9590-B9BA90E8F80B}" dt="2023-09-13T10:50:37.175" v="1761" actId="14100"/>
          <ac:spMkLst>
            <pc:docMk/>
            <pc:sldMk cId="1875871481" sldId="480"/>
            <ac:spMk id="5" creationId="{07DBD759-67E4-A54D-A536-C0B7A26EC88B}"/>
          </ac:spMkLst>
        </pc:spChg>
        <pc:spChg chg="mod">
          <ac:chgData name="Loc Huynh" userId="80c0383e323bd6ea" providerId="LiveId" clId="{7174A1A7-6A26-42BF-9590-B9BA90E8F80B}" dt="2023-09-13T10:50:25.633" v="1756" actId="14100"/>
          <ac:spMkLst>
            <pc:docMk/>
            <pc:sldMk cId="1875871481" sldId="480"/>
            <ac:spMk id="7" creationId="{162C9B1B-AD7F-8D4C-90CB-A0C646A54532}"/>
          </ac:spMkLst>
        </pc:spChg>
        <pc:spChg chg="del">
          <ac:chgData name="Loc Huynh" userId="80c0383e323bd6ea" providerId="LiveId" clId="{7174A1A7-6A26-42BF-9590-B9BA90E8F80B}" dt="2023-09-13T10:25:49.739" v="1295" actId="478"/>
          <ac:spMkLst>
            <pc:docMk/>
            <pc:sldMk cId="1875871481" sldId="480"/>
            <ac:spMk id="8" creationId="{47D8F42A-8B0F-594F-9260-EF98ED92AAD6}"/>
          </ac:spMkLst>
        </pc:spChg>
        <pc:spChg chg="mod ord">
          <ac:chgData name="Loc Huynh" userId="80c0383e323bd6ea" providerId="LiveId" clId="{7174A1A7-6A26-42BF-9590-B9BA90E8F80B}" dt="2023-09-13T10:44:48.998" v="1635" actId="700"/>
          <ac:spMkLst>
            <pc:docMk/>
            <pc:sldMk cId="1875871481" sldId="480"/>
            <ac:spMk id="9" creationId="{5F40083C-CF62-8148-8F65-6D548C27A6D8}"/>
          </ac:spMkLst>
        </pc:spChg>
        <pc:spChg chg="mod">
          <ac:chgData name="Loc Huynh" userId="80c0383e323bd6ea" providerId="LiveId" clId="{7174A1A7-6A26-42BF-9590-B9BA90E8F80B}" dt="2023-09-13T10:51:11.330" v="1771" actId="14100"/>
          <ac:spMkLst>
            <pc:docMk/>
            <pc:sldMk cId="1875871481" sldId="480"/>
            <ac:spMk id="11" creationId="{7A5714F0-3F48-FB48-950A-8006C6974611}"/>
          </ac:spMkLst>
        </pc:spChg>
        <pc:spChg chg="mod">
          <ac:chgData name="Loc Huynh" userId="80c0383e323bd6ea" providerId="LiveId" clId="{7174A1A7-6A26-42BF-9590-B9BA90E8F80B}" dt="2023-09-13T10:51:03.461" v="1769" actId="1076"/>
          <ac:spMkLst>
            <pc:docMk/>
            <pc:sldMk cId="1875871481" sldId="480"/>
            <ac:spMk id="24" creationId="{03D1B279-DA61-5E4C-B4EE-0B2EA31B38A3}"/>
          </ac:spMkLst>
        </pc:spChg>
        <pc:picChg chg="mod">
          <ac:chgData name="Loc Huynh" userId="80c0383e323bd6ea" providerId="LiveId" clId="{7174A1A7-6A26-42BF-9590-B9BA90E8F80B}" dt="2023-09-13T10:50:34.054" v="1760" actId="1076"/>
          <ac:picMkLst>
            <pc:docMk/>
            <pc:sldMk cId="1875871481" sldId="480"/>
            <ac:picMk id="6" creationId="{7DC29D26-140F-1D45-AE47-DC67E64A365D}"/>
          </ac:picMkLst>
        </pc:picChg>
      </pc:sldChg>
      <pc:sldChg chg="addSp delSp modSp mod chgLayout">
        <pc:chgData name="Loc Huynh" userId="80c0383e323bd6ea" providerId="LiveId" clId="{7174A1A7-6A26-42BF-9590-B9BA90E8F80B}" dt="2023-09-13T10:54:39.441" v="1826" actId="1076"/>
        <pc:sldMkLst>
          <pc:docMk/>
          <pc:sldMk cId="920391041" sldId="481"/>
        </pc:sldMkLst>
        <pc:spChg chg="mod ord">
          <ac:chgData name="Loc Huynh" userId="80c0383e323bd6ea" providerId="LiveId" clId="{7174A1A7-6A26-42BF-9590-B9BA90E8F80B}" dt="2023-09-13T10:54:03.385" v="1820" actId="207"/>
          <ac:spMkLst>
            <pc:docMk/>
            <pc:sldMk cId="920391041" sldId="481"/>
            <ac:spMk id="2" creationId="{00000000-0000-0000-0000-000000000000}"/>
          </ac:spMkLst>
        </pc:spChg>
        <pc:spChg chg="mod ord">
          <ac:chgData name="Loc Huynh" userId="80c0383e323bd6ea" providerId="LiveId" clId="{7174A1A7-6A26-42BF-9590-B9BA90E8F80B}" dt="2023-09-13T10:51:25.990" v="1773" actId="700"/>
          <ac:spMkLst>
            <pc:docMk/>
            <pc:sldMk cId="920391041" sldId="481"/>
            <ac:spMk id="3" creationId="{00000000-0000-0000-0000-000000000000}"/>
          </ac:spMkLst>
        </pc:spChg>
        <pc:spChg chg="mod">
          <ac:chgData name="Loc Huynh" userId="80c0383e323bd6ea" providerId="LiveId" clId="{7174A1A7-6A26-42BF-9590-B9BA90E8F80B}" dt="2023-09-13T10:54:39.441" v="1826" actId="1076"/>
          <ac:spMkLst>
            <pc:docMk/>
            <pc:sldMk cId="920391041" sldId="481"/>
            <ac:spMk id="4" creationId="{377DF544-0FFE-2A4E-87B3-9BC6D2F48215}"/>
          </ac:spMkLst>
        </pc:spChg>
        <pc:spChg chg="add mod ord">
          <ac:chgData name="Loc Huynh" userId="80c0383e323bd6ea" providerId="LiveId" clId="{7174A1A7-6A26-42BF-9590-B9BA90E8F80B}" dt="2023-09-13T10:51:25.990" v="1773" actId="700"/>
          <ac:spMkLst>
            <pc:docMk/>
            <pc:sldMk cId="920391041" sldId="481"/>
            <ac:spMk id="5" creationId="{5F107A0A-7696-C9D8-DB54-7B6E53550372}"/>
          </ac:spMkLst>
        </pc:spChg>
        <pc:spChg chg="del">
          <ac:chgData name="Loc Huynh" userId="80c0383e323bd6ea" providerId="LiveId" clId="{7174A1A7-6A26-42BF-9590-B9BA90E8F80B}" dt="2023-09-13T10:26:01.727" v="1297" actId="478"/>
          <ac:spMkLst>
            <pc:docMk/>
            <pc:sldMk cId="920391041" sldId="481"/>
            <ac:spMk id="8" creationId="{47D8F42A-8B0F-594F-9260-EF98ED92AAD6}"/>
          </ac:spMkLst>
        </pc:spChg>
        <pc:spChg chg="mod ord">
          <ac:chgData name="Loc Huynh" userId="80c0383e323bd6ea" providerId="LiveId" clId="{7174A1A7-6A26-42BF-9590-B9BA90E8F80B}" dt="2023-09-13T10:51:25.990" v="1773" actId="700"/>
          <ac:spMkLst>
            <pc:docMk/>
            <pc:sldMk cId="920391041" sldId="481"/>
            <ac:spMk id="9" creationId="{5F40083C-CF62-8148-8F65-6D548C27A6D8}"/>
          </ac:spMkLst>
        </pc:spChg>
        <pc:spChg chg="mod">
          <ac:chgData name="Loc Huynh" userId="80c0383e323bd6ea" providerId="LiveId" clId="{7174A1A7-6A26-42BF-9590-B9BA90E8F80B}" dt="2023-09-13T10:54:27.834" v="1825" actId="12"/>
          <ac:spMkLst>
            <pc:docMk/>
            <pc:sldMk cId="920391041" sldId="481"/>
            <ac:spMk id="24" creationId="{03D1B279-DA61-5E4C-B4EE-0B2EA31B38A3}"/>
          </ac:spMkLst>
        </pc:spChg>
      </pc:sldChg>
      <pc:sldChg chg="addSp delSp modSp mod chgLayout">
        <pc:chgData name="Loc Huynh" userId="80c0383e323bd6ea" providerId="LiveId" clId="{7174A1A7-6A26-42BF-9590-B9BA90E8F80B}" dt="2023-09-13T10:55:41.701" v="1842" actId="700"/>
        <pc:sldMkLst>
          <pc:docMk/>
          <pc:sldMk cId="3148386529" sldId="482"/>
        </pc:sldMkLst>
        <pc:spChg chg="mod ord">
          <ac:chgData name="Loc Huynh" userId="80c0383e323bd6ea" providerId="LiveId" clId="{7174A1A7-6A26-42BF-9590-B9BA90E8F80B}" dt="2023-09-13T10:55:41.701" v="1842" actId="700"/>
          <ac:spMkLst>
            <pc:docMk/>
            <pc:sldMk cId="3148386529" sldId="482"/>
            <ac:spMk id="2" creationId="{00000000-0000-0000-0000-000000000000}"/>
          </ac:spMkLst>
        </pc:spChg>
        <pc:spChg chg="mod ord">
          <ac:chgData name="Loc Huynh" userId="80c0383e323bd6ea" providerId="LiveId" clId="{7174A1A7-6A26-42BF-9590-B9BA90E8F80B}" dt="2023-09-13T10:55:41.701" v="1842" actId="700"/>
          <ac:spMkLst>
            <pc:docMk/>
            <pc:sldMk cId="3148386529" sldId="482"/>
            <ac:spMk id="3" creationId="{00000000-0000-0000-0000-000000000000}"/>
          </ac:spMkLst>
        </pc:spChg>
        <pc:spChg chg="add mod ord">
          <ac:chgData name="Loc Huynh" userId="80c0383e323bd6ea" providerId="LiveId" clId="{7174A1A7-6A26-42BF-9590-B9BA90E8F80B}" dt="2023-09-13T10:55:41.701" v="1842" actId="700"/>
          <ac:spMkLst>
            <pc:docMk/>
            <pc:sldMk cId="3148386529" sldId="482"/>
            <ac:spMk id="4" creationId="{3A0BD0D6-9D0B-F2ED-C67B-1AC34C7E88C2}"/>
          </ac:spMkLst>
        </pc:spChg>
        <pc:spChg chg="mod">
          <ac:chgData name="Loc Huynh" userId="80c0383e323bd6ea" providerId="LiveId" clId="{7174A1A7-6A26-42BF-9590-B9BA90E8F80B}" dt="2023-09-13T10:55:37.433" v="1841" actId="1076"/>
          <ac:spMkLst>
            <pc:docMk/>
            <pc:sldMk cId="3148386529" sldId="482"/>
            <ac:spMk id="7" creationId="{6F8F8D6C-4F47-764F-9134-0CC7EBFDEBAD}"/>
          </ac:spMkLst>
        </pc:spChg>
        <pc:spChg chg="del">
          <ac:chgData name="Loc Huynh" userId="80c0383e323bd6ea" providerId="LiveId" clId="{7174A1A7-6A26-42BF-9590-B9BA90E8F80B}" dt="2023-09-13T10:26:05.490" v="1299" actId="478"/>
          <ac:spMkLst>
            <pc:docMk/>
            <pc:sldMk cId="3148386529" sldId="482"/>
            <ac:spMk id="8" creationId="{47D8F42A-8B0F-594F-9260-EF98ED92AAD6}"/>
          </ac:spMkLst>
        </pc:spChg>
        <pc:spChg chg="mod ord">
          <ac:chgData name="Loc Huynh" userId="80c0383e323bd6ea" providerId="LiveId" clId="{7174A1A7-6A26-42BF-9590-B9BA90E8F80B}" dt="2023-09-13T10:55:41.701" v="1842" actId="700"/>
          <ac:spMkLst>
            <pc:docMk/>
            <pc:sldMk cId="3148386529" sldId="482"/>
            <ac:spMk id="9" creationId="{5F40083C-CF62-8148-8F65-6D548C27A6D8}"/>
          </ac:spMkLst>
        </pc:spChg>
      </pc:sldChg>
      <pc:sldChg chg="modSp mod chgLayout">
        <pc:chgData name="Loc Huynh" userId="80c0383e323bd6ea" providerId="LiveId" clId="{7174A1A7-6A26-42BF-9590-B9BA90E8F80B}" dt="2023-09-13T10:51:29.840" v="1774" actId="700"/>
        <pc:sldMkLst>
          <pc:docMk/>
          <pc:sldMk cId="325634289" sldId="483"/>
        </pc:sldMkLst>
        <pc:spChg chg="mod ord">
          <ac:chgData name="Loc Huynh" userId="80c0383e323bd6ea" providerId="LiveId" clId="{7174A1A7-6A26-42BF-9590-B9BA90E8F80B}" dt="2023-09-13T10:51:29.840" v="1774" actId="700"/>
          <ac:spMkLst>
            <pc:docMk/>
            <pc:sldMk cId="325634289" sldId="483"/>
            <ac:spMk id="2" creationId="{00000000-0000-0000-0000-000000000000}"/>
          </ac:spMkLst>
        </pc:spChg>
        <pc:spChg chg="mod ord">
          <ac:chgData name="Loc Huynh" userId="80c0383e323bd6ea" providerId="LiveId" clId="{7174A1A7-6A26-42BF-9590-B9BA90E8F80B}" dt="2023-09-13T10:51:29.840" v="1774" actId="700"/>
          <ac:spMkLst>
            <pc:docMk/>
            <pc:sldMk cId="325634289" sldId="483"/>
            <ac:spMk id="3" creationId="{00000000-0000-0000-0000-000000000000}"/>
          </ac:spMkLst>
        </pc:spChg>
        <pc:spChg chg="mod">
          <ac:chgData name="Loc Huynh" userId="80c0383e323bd6ea" providerId="LiveId" clId="{7174A1A7-6A26-42BF-9590-B9BA90E8F80B}" dt="2023-09-13T10:18:40.902" v="1147" actId="1076"/>
          <ac:spMkLst>
            <pc:docMk/>
            <pc:sldMk cId="325634289" sldId="483"/>
            <ac:spMk id="5" creationId="{B109203B-FED1-BB40-92DE-33CD3B5F8DC0}"/>
          </ac:spMkLst>
        </pc:spChg>
        <pc:spChg chg="mod ord">
          <ac:chgData name="Loc Huynh" userId="80c0383e323bd6ea" providerId="LiveId" clId="{7174A1A7-6A26-42BF-9590-B9BA90E8F80B}" dt="2023-09-13T10:51:29.840" v="1774" actId="700"/>
          <ac:spMkLst>
            <pc:docMk/>
            <pc:sldMk cId="325634289" sldId="483"/>
            <ac:spMk id="6" creationId="{860AA7E9-41F5-DB4B-9460-991A5BAFA183}"/>
          </ac:spMkLst>
        </pc:spChg>
        <pc:spChg chg="mod ord">
          <ac:chgData name="Loc Huynh" userId="80c0383e323bd6ea" providerId="LiveId" clId="{7174A1A7-6A26-42BF-9590-B9BA90E8F80B}" dt="2023-09-13T10:51:29.840" v="1774" actId="700"/>
          <ac:spMkLst>
            <pc:docMk/>
            <pc:sldMk cId="325634289" sldId="483"/>
            <ac:spMk id="7" creationId="{D30FA652-8D21-5846-B2D6-387AD1EA3354}"/>
          </ac:spMkLst>
        </pc:spChg>
      </pc:sldChg>
      <pc:sldChg chg="modSp mod chgLayout">
        <pc:chgData name="Loc Huynh" userId="80c0383e323bd6ea" providerId="LiveId" clId="{7174A1A7-6A26-42BF-9590-B9BA90E8F80B}" dt="2023-09-13T10:19:16.295" v="1160" actId="13822"/>
        <pc:sldMkLst>
          <pc:docMk/>
          <pc:sldMk cId="468758230" sldId="484"/>
        </pc:sldMkLst>
        <pc:spChg chg="mod ord">
          <ac:chgData name="Loc Huynh" userId="80c0383e323bd6ea" providerId="LiveId" clId="{7174A1A7-6A26-42BF-9590-B9BA90E8F80B}" dt="2023-09-13T10:19:04.622" v="1154" actId="20577"/>
          <ac:spMkLst>
            <pc:docMk/>
            <pc:sldMk cId="468758230" sldId="484"/>
            <ac:spMk id="2" creationId="{00000000-0000-0000-0000-000000000000}"/>
          </ac:spMkLst>
        </pc:spChg>
        <pc:spChg chg="mod ord">
          <ac:chgData name="Loc Huynh" userId="80c0383e323bd6ea" providerId="LiveId" clId="{7174A1A7-6A26-42BF-9590-B9BA90E8F80B}" dt="2023-09-13T10:18:46.010" v="1148" actId="700"/>
          <ac:spMkLst>
            <pc:docMk/>
            <pc:sldMk cId="468758230" sldId="484"/>
            <ac:spMk id="3" creationId="{00000000-0000-0000-0000-000000000000}"/>
          </ac:spMkLst>
        </pc:spChg>
        <pc:spChg chg="mod">
          <ac:chgData name="Loc Huynh" userId="80c0383e323bd6ea" providerId="LiveId" clId="{7174A1A7-6A26-42BF-9590-B9BA90E8F80B}" dt="2023-09-13T10:19:13.028" v="1158" actId="13822"/>
          <ac:spMkLst>
            <pc:docMk/>
            <pc:sldMk cId="468758230" sldId="484"/>
            <ac:spMk id="5" creationId="{00000000-0000-0000-0000-000000000000}"/>
          </ac:spMkLst>
        </pc:spChg>
        <pc:spChg chg="mod">
          <ac:chgData name="Loc Huynh" userId="80c0383e323bd6ea" providerId="LiveId" clId="{7174A1A7-6A26-42BF-9590-B9BA90E8F80B}" dt="2023-09-13T10:19:14.527" v="1159" actId="13822"/>
          <ac:spMkLst>
            <pc:docMk/>
            <pc:sldMk cId="468758230" sldId="484"/>
            <ac:spMk id="6" creationId="{00000000-0000-0000-0000-000000000000}"/>
          </ac:spMkLst>
        </pc:spChg>
        <pc:spChg chg="mod">
          <ac:chgData name="Loc Huynh" userId="80c0383e323bd6ea" providerId="LiveId" clId="{7174A1A7-6A26-42BF-9590-B9BA90E8F80B}" dt="2023-09-13T10:19:16.295" v="1160" actId="13822"/>
          <ac:spMkLst>
            <pc:docMk/>
            <pc:sldMk cId="468758230" sldId="484"/>
            <ac:spMk id="7" creationId="{00000000-0000-0000-0000-000000000000}"/>
          </ac:spMkLst>
        </pc:spChg>
        <pc:spChg chg="mod ord">
          <ac:chgData name="Loc Huynh" userId="80c0383e323bd6ea" providerId="LiveId" clId="{7174A1A7-6A26-42BF-9590-B9BA90E8F80B}" dt="2023-09-13T10:18:46.010" v="1148" actId="700"/>
          <ac:spMkLst>
            <pc:docMk/>
            <pc:sldMk cId="468758230" sldId="484"/>
            <ac:spMk id="8" creationId="{36B9E3EE-E3F3-6E44-9F09-A4DF485FBD08}"/>
          </ac:spMkLst>
        </pc:spChg>
        <pc:spChg chg="mod ord">
          <ac:chgData name="Loc Huynh" userId="80c0383e323bd6ea" providerId="LiveId" clId="{7174A1A7-6A26-42BF-9590-B9BA90E8F80B}" dt="2023-09-13T10:18:46.010" v="1148" actId="700"/>
          <ac:spMkLst>
            <pc:docMk/>
            <pc:sldMk cId="468758230" sldId="484"/>
            <ac:spMk id="9" creationId="{71976EA6-4CF7-DA40-91F3-1DD8BD77B9EA}"/>
          </ac:spMkLst>
        </pc:spChg>
      </pc:sldChg>
      <pc:sldChg chg="modSp mod">
        <pc:chgData name="Loc Huynh" userId="80c0383e323bd6ea" providerId="LiveId" clId="{7174A1A7-6A26-42BF-9590-B9BA90E8F80B}" dt="2023-09-13T10:24:06.605" v="1271" actId="113"/>
        <pc:sldMkLst>
          <pc:docMk/>
          <pc:sldMk cId="1211839815" sldId="485"/>
        </pc:sldMkLst>
        <pc:spChg chg="mod">
          <ac:chgData name="Loc Huynh" userId="80c0383e323bd6ea" providerId="LiveId" clId="{7174A1A7-6A26-42BF-9590-B9BA90E8F80B}" dt="2023-09-13T10:24:06.605" v="1271" actId="113"/>
          <ac:spMkLst>
            <pc:docMk/>
            <pc:sldMk cId="1211839815" sldId="485"/>
            <ac:spMk id="3" creationId="{2A8192BB-4C32-CE45-A13C-56689409F2AF}"/>
          </ac:spMkLst>
        </pc:spChg>
        <pc:graphicFrameChg chg="mod">
          <ac:chgData name="Loc Huynh" userId="80c0383e323bd6ea" providerId="LiveId" clId="{7174A1A7-6A26-42BF-9590-B9BA90E8F80B}" dt="2023-09-13T10:21:45.523" v="1245" actId="1076"/>
          <ac:graphicFrameMkLst>
            <pc:docMk/>
            <pc:sldMk cId="1211839815" sldId="485"/>
            <ac:graphicFrameMk id="8" creationId="{462D9E9B-59C9-8F4B-AE84-DC65D0F30724}"/>
          </ac:graphicFrameMkLst>
        </pc:graphicFrameChg>
      </pc:sldChg>
      <pc:sldChg chg="modSp mod chgLayout">
        <pc:chgData name="Loc Huynh" userId="80c0383e323bd6ea" providerId="LiveId" clId="{7174A1A7-6A26-42BF-9590-B9BA90E8F80B}" dt="2023-09-13T10:24:23.639" v="1272" actId="1076"/>
        <pc:sldMkLst>
          <pc:docMk/>
          <pc:sldMk cId="4108101354" sldId="486"/>
        </pc:sldMkLst>
        <pc:spChg chg="mod ord">
          <ac:chgData name="Loc Huynh" userId="80c0383e323bd6ea" providerId="LiveId" clId="{7174A1A7-6A26-42BF-9590-B9BA90E8F80B}" dt="2023-09-13T10:21:58.623" v="1246" actId="700"/>
          <ac:spMkLst>
            <pc:docMk/>
            <pc:sldMk cId="4108101354" sldId="486"/>
            <ac:spMk id="2" creationId="{7474A01E-A813-5647-A400-1D6EAD852A52}"/>
          </ac:spMkLst>
        </pc:spChg>
        <pc:spChg chg="mod ord">
          <ac:chgData name="Loc Huynh" userId="80c0383e323bd6ea" providerId="LiveId" clId="{7174A1A7-6A26-42BF-9590-B9BA90E8F80B}" dt="2023-09-13T10:23:59.290" v="1270" actId="20577"/>
          <ac:spMkLst>
            <pc:docMk/>
            <pc:sldMk cId="4108101354" sldId="486"/>
            <ac:spMk id="3" creationId="{2A8192BB-4C32-CE45-A13C-56689409F2AF}"/>
          </ac:spMkLst>
        </pc:spChg>
        <pc:spChg chg="mod ord">
          <ac:chgData name="Loc Huynh" userId="80c0383e323bd6ea" providerId="LiveId" clId="{7174A1A7-6A26-42BF-9590-B9BA90E8F80B}" dt="2023-09-13T10:21:58.623" v="1246" actId="700"/>
          <ac:spMkLst>
            <pc:docMk/>
            <pc:sldMk cId="4108101354" sldId="486"/>
            <ac:spMk id="4" creationId="{FFBFE301-8F5F-684A-B4CB-DD6AB90AB12A}"/>
          </ac:spMkLst>
        </pc:spChg>
        <pc:spChg chg="mod ord">
          <ac:chgData name="Loc Huynh" userId="80c0383e323bd6ea" providerId="LiveId" clId="{7174A1A7-6A26-42BF-9590-B9BA90E8F80B}" dt="2023-09-13T10:21:58.623" v="1246" actId="700"/>
          <ac:spMkLst>
            <pc:docMk/>
            <pc:sldMk cId="4108101354" sldId="486"/>
            <ac:spMk id="5" creationId="{EB5C2D11-34DE-4244-9A1B-B29A0BA6751D}"/>
          </ac:spMkLst>
        </pc:spChg>
        <pc:graphicFrameChg chg="mod">
          <ac:chgData name="Loc Huynh" userId="80c0383e323bd6ea" providerId="LiveId" clId="{7174A1A7-6A26-42BF-9590-B9BA90E8F80B}" dt="2023-09-13T10:24:23.639" v="1272" actId="1076"/>
          <ac:graphicFrameMkLst>
            <pc:docMk/>
            <pc:sldMk cId="4108101354" sldId="486"/>
            <ac:graphicFrameMk id="7" creationId="{1F618F6A-5ECE-A744-8994-08B151824511}"/>
          </ac:graphicFrameMkLst>
        </pc:graphicFrameChg>
      </pc:sldChg>
      <pc:sldChg chg="modSp mod chgLayout">
        <pc:chgData name="Loc Huynh" userId="80c0383e323bd6ea" providerId="LiveId" clId="{7174A1A7-6A26-42BF-9590-B9BA90E8F80B}" dt="2023-09-13T10:24:35.283" v="1273" actId="1076"/>
        <pc:sldMkLst>
          <pc:docMk/>
          <pc:sldMk cId="4007891925" sldId="487"/>
        </pc:sldMkLst>
        <pc:spChg chg="mod ord">
          <ac:chgData name="Loc Huynh" userId="80c0383e323bd6ea" providerId="LiveId" clId="{7174A1A7-6A26-42BF-9590-B9BA90E8F80B}" dt="2023-09-13T10:22:01.917" v="1247" actId="700"/>
          <ac:spMkLst>
            <pc:docMk/>
            <pc:sldMk cId="4007891925" sldId="487"/>
            <ac:spMk id="2" creationId="{7474A01E-A813-5647-A400-1D6EAD852A52}"/>
          </ac:spMkLst>
        </pc:spChg>
        <pc:spChg chg="mod ord">
          <ac:chgData name="Loc Huynh" userId="80c0383e323bd6ea" providerId="LiveId" clId="{7174A1A7-6A26-42BF-9590-B9BA90E8F80B}" dt="2023-09-13T10:23:31.009" v="1267" actId="207"/>
          <ac:spMkLst>
            <pc:docMk/>
            <pc:sldMk cId="4007891925" sldId="487"/>
            <ac:spMk id="3" creationId="{2A8192BB-4C32-CE45-A13C-56689409F2AF}"/>
          </ac:spMkLst>
        </pc:spChg>
        <pc:spChg chg="mod ord">
          <ac:chgData name="Loc Huynh" userId="80c0383e323bd6ea" providerId="LiveId" clId="{7174A1A7-6A26-42BF-9590-B9BA90E8F80B}" dt="2023-09-13T10:22:01.917" v="1247" actId="700"/>
          <ac:spMkLst>
            <pc:docMk/>
            <pc:sldMk cId="4007891925" sldId="487"/>
            <ac:spMk id="4" creationId="{FFBFE301-8F5F-684A-B4CB-DD6AB90AB12A}"/>
          </ac:spMkLst>
        </pc:spChg>
        <pc:spChg chg="mod ord">
          <ac:chgData name="Loc Huynh" userId="80c0383e323bd6ea" providerId="LiveId" clId="{7174A1A7-6A26-42BF-9590-B9BA90E8F80B}" dt="2023-09-13T10:22:01.917" v="1247" actId="700"/>
          <ac:spMkLst>
            <pc:docMk/>
            <pc:sldMk cId="4007891925" sldId="487"/>
            <ac:spMk id="5" creationId="{EB5C2D11-34DE-4244-9A1B-B29A0BA6751D}"/>
          </ac:spMkLst>
        </pc:spChg>
        <pc:graphicFrameChg chg="mod">
          <ac:chgData name="Loc Huynh" userId="80c0383e323bd6ea" providerId="LiveId" clId="{7174A1A7-6A26-42BF-9590-B9BA90E8F80B}" dt="2023-09-13T10:24:35.283" v="1273" actId="1076"/>
          <ac:graphicFrameMkLst>
            <pc:docMk/>
            <pc:sldMk cId="4007891925" sldId="487"/>
            <ac:graphicFrameMk id="7" creationId="{BCDA3781-C4BB-FF40-9491-F3A84A0CAE13}"/>
          </ac:graphicFrameMkLst>
        </pc:graphicFrameChg>
      </pc:sldChg>
      <pc:sldChg chg="modSp mod chgLayout">
        <pc:chgData name="Loc Huynh" userId="80c0383e323bd6ea" providerId="LiveId" clId="{7174A1A7-6A26-42BF-9590-B9BA90E8F80B}" dt="2023-09-13T10:24:41.494" v="1274" actId="1076"/>
        <pc:sldMkLst>
          <pc:docMk/>
          <pc:sldMk cId="1413876724" sldId="488"/>
        </pc:sldMkLst>
        <pc:spChg chg="mod ord">
          <ac:chgData name="Loc Huynh" userId="80c0383e323bd6ea" providerId="LiveId" clId="{7174A1A7-6A26-42BF-9590-B9BA90E8F80B}" dt="2023-09-13T10:22:04.619" v="1248" actId="700"/>
          <ac:spMkLst>
            <pc:docMk/>
            <pc:sldMk cId="1413876724" sldId="488"/>
            <ac:spMk id="2" creationId="{7474A01E-A813-5647-A400-1D6EAD852A52}"/>
          </ac:spMkLst>
        </pc:spChg>
        <pc:spChg chg="mod ord">
          <ac:chgData name="Loc Huynh" userId="80c0383e323bd6ea" providerId="LiveId" clId="{7174A1A7-6A26-42BF-9590-B9BA90E8F80B}" dt="2023-09-13T10:23:25.382" v="1266" actId="20577"/>
          <ac:spMkLst>
            <pc:docMk/>
            <pc:sldMk cId="1413876724" sldId="488"/>
            <ac:spMk id="3" creationId="{2A8192BB-4C32-CE45-A13C-56689409F2AF}"/>
          </ac:spMkLst>
        </pc:spChg>
        <pc:spChg chg="mod ord">
          <ac:chgData name="Loc Huynh" userId="80c0383e323bd6ea" providerId="LiveId" clId="{7174A1A7-6A26-42BF-9590-B9BA90E8F80B}" dt="2023-09-13T10:22:04.619" v="1248" actId="700"/>
          <ac:spMkLst>
            <pc:docMk/>
            <pc:sldMk cId="1413876724" sldId="488"/>
            <ac:spMk id="4" creationId="{FFBFE301-8F5F-684A-B4CB-DD6AB90AB12A}"/>
          </ac:spMkLst>
        </pc:spChg>
        <pc:spChg chg="mod ord">
          <ac:chgData name="Loc Huynh" userId="80c0383e323bd6ea" providerId="LiveId" clId="{7174A1A7-6A26-42BF-9590-B9BA90E8F80B}" dt="2023-09-13T10:22:04.619" v="1248" actId="700"/>
          <ac:spMkLst>
            <pc:docMk/>
            <pc:sldMk cId="1413876724" sldId="488"/>
            <ac:spMk id="5" creationId="{EB5C2D11-34DE-4244-9A1B-B29A0BA6751D}"/>
          </ac:spMkLst>
        </pc:spChg>
        <pc:graphicFrameChg chg="mod">
          <ac:chgData name="Loc Huynh" userId="80c0383e323bd6ea" providerId="LiveId" clId="{7174A1A7-6A26-42BF-9590-B9BA90E8F80B}" dt="2023-09-13T10:24:41.494" v="1274" actId="1076"/>
          <ac:graphicFrameMkLst>
            <pc:docMk/>
            <pc:sldMk cId="1413876724" sldId="488"/>
            <ac:graphicFrameMk id="7" creationId="{BCDA3781-C4BB-FF40-9491-F3A84A0CAE13}"/>
          </ac:graphicFrameMkLst>
        </pc:graphicFrameChg>
      </pc:sldChg>
      <pc:sldChg chg="modSp mod chgLayout">
        <pc:chgData name="Loc Huynh" userId="80c0383e323bd6ea" providerId="LiveId" clId="{7174A1A7-6A26-42BF-9590-B9BA90E8F80B}" dt="2023-09-13T10:24:48.288" v="1275" actId="1076"/>
        <pc:sldMkLst>
          <pc:docMk/>
          <pc:sldMk cId="2855966079" sldId="489"/>
        </pc:sldMkLst>
        <pc:spChg chg="mod ord">
          <ac:chgData name="Loc Huynh" userId="80c0383e323bd6ea" providerId="LiveId" clId="{7174A1A7-6A26-42BF-9590-B9BA90E8F80B}" dt="2023-09-13T10:22:08.941" v="1249" actId="700"/>
          <ac:spMkLst>
            <pc:docMk/>
            <pc:sldMk cId="2855966079" sldId="489"/>
            <ac:spMk id="2" creationId="{7474A01E-A813-5647-A400-1D6EAD852A52}"/>
          </ac:spMkLst>
        </pc:spChg>
        <pc:spChg chg="mod ord">
          <ac:chgData name="Loc Huynh" userId="80c0383e323bd6ea" providerId="LiveId" clId="{7174A1A7-6A26-42BF-9590-B9BA90E8F80B}" dt="2023-09-13T10:23:16.930" v="1264" actId="20577"/>
          <ac:spMkLst>
            <pc:docMk/>
            <pc:sldMk cId="2855966079" sldId="489"/>
            <ac:spMk id="3" creationId="{2A8192BB-4C32-CE45-A13C-56689409F2AF}"/>
          </ac:spMkLst>
        </pc:spChg>
        <pc:spChg chg="mod ord">
          <ac:chgData name="Loc Huynh" userId="80c0383e323bd6ea" providerId="LiveId" clId="{7174A1A7-6A26-42BF-9590-B9BA90E8F80B}" dt="2023-09-13T10:22:08.941" v="1249" actId="700"/>
          <ac:spMkLst>
            <pc:docMk/>
            <pc:sldMk cId="2855966079" sldId="489"/>
            <ac:spMk id="4" creationId="{FFBFE301-8F5F-684A-B4CB-DD6AB90AB12A}"/>
          </ac:spMkLst>
        </pc:spChg>
        <pc:spChg chg="mod ord">
          <ac:chgData name="Loc Huynh" userId="80c0383e323bd6ea" providerId="LiveId" clId="{7174A1A7-6A26-42BF-9590-B9BA90E8F80B}" dt="2023-09-13T10:22:08.941" v="1249" actId="700"/>
          <ac:spMkLst>
            <pc:docMk/>
            <pc:sldMk cId="2855966079" sldId="489"/>
            <ac:spMk id="5" creationId="{EB5C2D11-34DE-4244-9A1B-B29A0BA6751D}"/>
          </ac:spMkLst>
        </pc:spChg>
        <pc:graphicFrameChg chg="mod">
          <ac:chgData name="Loc Huynh" userId="80c0383e323bd6ea" providerId="LiveId" clId="{7174A1A7-6A26-42BF-9590-B9BA90E8F80B}" dt="2023-09-13T10:24:48.288" v="1275" actId="1076"/>
          <ac:graphicFrameMkLst>
            <pc:docMk/>
            <pc:sldMk cId="2855966079" sldId="489"/>
            <ac:graphicFrameMk id="7" creationId="{BCDA3781-C4BB-FF40-9491-F3A84A0CAE13}"/>
          </ac:graphicFrameMkLst>
        </pc:graphicFrameChg>
      </pc:sldChg>
      <pc:sldChg chg="modSp mod chgLayout">
        <pc:chgData name="Loc Huynh" userId="80c0383e323bd6ea" providerId="LiveId" clId="{7174A1A7-6A26-42BF-9590-B9BA90E8F80B}" dt="2023-09-13T10:25:00.720" v="1278" actId="207"/>
        <pc:sldMkLst>
          <pc:docMk/>
          <pc:sldMk cId="123613759" sldId="490"/>
        </pc:sldMkLst>
        <pc:spChg chg="mod ord">
          <ac:chgData name="Loc Huynh" userId="80c0383e323bd6ea" providerId="LiveId" clId="{7174A1A7-6A26-42BF-9590-B9BA90E8F80B}" dt="2023-09-13T10:22:11.266" v="1250" actId="700"/>
          <ac:spMkLst>
            <pc:docMk/>
            <pc:sldMk cId="123613759" sldId="490"/>
            <ac:spMk id="2" creationId="{7474A01E-A813-5647-A400-1D6EAD852A52}"/>
          </ac:spMkLst>
        </pc:spChg>
        <pc:spChg chg="mod ord">
          <ac:chgData name="Loc Huynh" userId="80c0383e323bd6ea" providerId="LiveId" clId="{7174A1A7-6A26-42BF-9590-B9BA90E8F80B}" dt="2023-09-13T10:23:10.414" v="1261" actId="207"/>
          <ac:spMkLst>
            <pc:docMk/>
            <pc:sldMk cId="123613759" sldId="490"/>
            <ac:spMk id="3" creationId="{2A8192BB-4C32-CE45-A13C-56689409F2AF}"/>
          </ac:spMkLst>
        </pc:spChg>
        <pc:spChg chg="mod ord">
          <ac:chgData name="Loc Huynh" userId="80c0383e323bd6ea" providerId="LiveId" clId="{7174A1A7-6A26-42BF-9590-B9BA90E8F80B}" dt="2023-09-13T10:22:11.266" v="1250" actId="700"/>
          <ac:spMkLst>
            <pc:docMk/>
            <pc:sldMk cId="123613759" sldId="490"/>
            <ac:spMk id="4" creationId="{FFBFE301-8F5F-684A-B4CB-DD6AB90AB12A}"/>
          </ac:spMkLst>
        </pc:spChg>
        <pc:spChg chg="mod ord">
          <ac:chgData name="Loc Huynh" userId="80c0383e323bd6ea" providerId="LiveId" clId="{7174A1A7-6A26-42BF-9590-B9BA90E8F80B}" dt="2023-09-13T10:22:11.266" v="1250" actId="700"/>
          <ac:spMkLst>
            <pc:docMk/>
            <pc:sldMk cId="123613759" sldId="490"/>
            <ac:spMk id="5" creationId="{EB5C2D11-34DE-4244-9A1B-B29A0BA6751D}"/>
          </ac:spMkLst>
        </pc:spChg>
        <pc:graphicFrameChg chg="mod modGraphic">
          <ac:chgData name="Loc Huynh" userId="80c0383e323bd6ea" providerId="LiveId" clId="{7174A1A7-6A26-42BF-9590-B9BA90E8F80B}" dt="2023-09-13T10:25:00.720" v="1278" actId="207"/>
          <ac:graphicFrameMkLst>
            <pc:docMk/>
            <pc:sldMk cId="123613759" sldId="490"/>
            <ac:graphicFrameMk id="7" creationId="{BCDA3781-C4BB-FF40-9491-F3A84A0CAE13}"/>
          </ac:graphicFrameMkLst>
        </pc:graphicFrameChg>
      </pc:sldChg>
      <pc:sldChg chg="addSp delSp modSp add mod">
        <pc:chgData name="Loc Huynh" userId="80c0383e323bd6ea" providerId="LiveId" clId="{7174A1A7-6A26-42BF-9590-B9BA90E8F80B}" dt="2023-09-13T09:29:35.217" v="242" actId="14100"/>
        <pc:sldMkLst>
          <pc:docMk/>
          <pc:sldMk cId="3887065777" sldId="495"/>
        </pc:sldMkLst>
        <pc:spChg chg="add mod">
          <ac:chgData name="Loc Huynh" userId="80c0383e323bd6ea" providerId="LiveId" clId="{7174A1A7-6A26-42BF-9590-B9BA90E8F80B}" dt="2023-09-13T09:29:35.217" v="242" actId="14100"/>
          <ac:spMkLst>
            <pc:docMk/>
            <pc:sldMk cId="3887065777" sldId="495"/>
            <ac:spMk id="3" creationId="{FB20DB8C-1C89-CCD3-C728-ED46C18517F2}"/>
          </ac:spMkLst>
        </pc:spChg>
        <pc:spChg chg="mod">
          <ac:chgData name="Loc Huynh" userId="80c0383e323bd6ea" providerId="LiveId" clId="{7174A1A7-6A26-42BF-9590-B9BA90E8F80B}" dt="2023-09-13T09:26:46.311" v="217" actId="13926"/>
          <ac:spMkLst>
            <pc:docMk/>
            <pc:sldMk cId="3887065777" sldId="495"/>
            <ac:spMk id="6" creationId="{24E3A728-EF22-934F-917A-56D048C67AB6}"/>
          </ac:spMkLst>
        </pc:spChg>
        <pc:spChg chg="del">
          <ac:chgData name="Loc Huynh" userId="80c0383e323bd6ea" providerId="LiveId" clId="{7174A1A7-6A26-42BF-9590-B9BA90E8F80B}" dt="2023-09-13T09:26:26.920" v="213" actId="478"/>
          <ac:spMkLst>
            <pc:docMk/>
            <pc:sldMk cId="3887065777" sldId="495"/>
            <ac:spMk id="8" creationId="{9A2495CC-D633-184F-9E35-DBA6F8132AA1}"/>
          </ac:spMkLst>
        </pc:spChg>
      </pc:sldChg>
      <pc:sldChg chg="addSp delSp modSp add mod">
        <pc:chgData name="Loc Huynh" userId="80c0383e323bd6ea" providerId="LiveId" clId="{7174A1A7-6A26-42BF-9590-B9BA90E8F80B}" dt="2023-09-13T09:28:09.654" v="229" actId="13926"/>
        <pc:sldMkLst>
          <pc:docMk/>
          <pc:sldMk cId="1922161333" sldId="496"/>
        </pc:sldMkLst>
        <pc:spChg chg="del">
          <ac:chgData name="Loc Huynh" userId="80c0383e323bd6ea" providerId="LiveId" clId="{7174A1A7-6A26-42BF-9590-B9BA90E8F80B}" dt="2023-09-13T09:27:45.076" v="224" actId="478"/>
          <ac:spMkLst>
            <pc:docMk/>
            <pc:sldMk cId="1922161333" sldId="496"/>
            <ac:spMk id="3" creationId="{FB20DB8C-1C89-CCD3-C728-ED46C18517F2}"/>
          </ac:spMkLst>
        </pc:spChg>
        <pc:spChg chg="mod">
          <ac:chgData name="Loc Huynh" userId="80c0383e323bd6ea" providerId="LiveId" clId="{7174A1A7-6A26-42BF-9590-B9BA90E8F80B}" dt="2023-09-13T09:28:09.654" v="229" actId="13926"/>
          <ac:spMkLst>
            <pc:docMk/>
            <pc:sldMk cId="1922161333" sldId="496"/>
            <ac:spMk id="6" creationId="{24E3A728-EF22-934F-917A-56D048C67AB6}"/>
          </ac:spMkLst>
        </pc:spChg>
        <pc:spChg chg="add mod">
          <ac:chgData name="Loc Huynh" userId="80c0383e323bd6ea" providerId="LiveId" clId="{7174A1A7-6A26-42BF-9590-B9BA90E8F80B}" dt="2023-09-13T09:27:59.764" v="227" actId="14100"/>
          <ac:spMkLst>
            <pc:docMk/>
            <pc:sldMk cId="1922161333" sldId="496"/>
            <ac:spMk id="7" creationId="{F15FABF9-88B9-112D-C1A1-EFD343147104}"/>
          </ac:spMkLst>
        </pc:spChg>
      </pc:sldChg>
      <pc:sldChg chg="addSp delSp modSp add mod">
        <pc:chgData name="Loc Huynh" userId="80c0383e323bd6ea" providerId="LiveId" clId="{7174A1A7-6A26-42BF-9590-B9BA90E8F80B}" dt="2023-09-13T09:29:51.076" v="244" actId="207"/>
        <pc:sldMkLst>
          <pc:docMk/>
          <pc:sldMk cId="1152783581" sldId="497"/>
        </pc:sldMkLst>
        <pc:spChg chg="add mod">
          <ac:chgData name="Loc Huynh" userId="80c0383e323bd6ea" providerId="LiveId" clId="{7174A1A7-6A26-42BF-9590-B9BA90E8F80B}" dt="2023-09-13T09:29:51.076" v="244" actId="207"/>
          <ac:spMkLst>
            <pc:docMk/>
            <pc:sldMk cId="1152783581" sldId="497"/>
            <ac:spMk id="3" creationId="{1026FBB4-1B9B-BA3F-B3B1-AFC2991BD373}"/>
          </ac:spMkLst>
        </pc:spChg>
        <pc:spChg chg="mod">
          <ac:chgData name="Loc Huynh" userId="80c0383e323bd6ea" providerId="LiveId" clId="{7174A1A7-6A26-42BF-9590-B9BA90E8F80B}" dt="2023-09-13T09:29:12.858" v="238" actId="13926"/>
          <ac:spMkLst>
            <pc:docMk/>
            <pc:sldMk cId="1152783581" sldId="497"/>
            <ac:spMk id="6" creationId="{24E3A728-EF22-934F-917A-56D048C67AB6}"/>
          </ac:spMkLst>
        </pc:spChg>
        <pc:spChg chg="del mod">
          <ac:chgData name="Loc Huynh" userId="80c0383e323bd6ea" providerId="LiveId" clId="{7174A1A7-6A26-42BF-9590-B9BA90E8F80B}" dt="2023-09-13T09:28:49.936" v="234" actId="478"/>
          <ac:spMkLst>
            <pc:docMk/>
            <pc:sldMk cId="1152783581" sldId="497"/>
            <ac:spMk id="7" creationId="{F15FABF9-88B9-112D-C1A1-EFD343147104}"/>
          </ac:spMkLst>
        </pc:spChg>
      </pc:sldChg>
      <pc:sldChg chg="addSp delSp modSp add mod">
        <pc:chgData name="Loc Huynh" userId="80c0383e323bd6ea" providerId="LiveId" clId="{7174A1A7-6A26-42BF-9590-B9BA90E8F80B}" dt="2023-09-13T09:30:48.326" v="259" actId="207"/>
        <pc:sldMkLst>
          <pc:docMk/>
          <pc:sldMk cId="2317161822" sldId="498"/>
        </pc:sldMkLst>
        <pc:spChg chg="del">
          <ac:chgData name="Loc Huynh" userId="80c0383e323bd6ea" providerId="LiveId" clId="{7174A1A7-6A26-42BF-9590-B9BA90E8F80B}" dt="2023-09-13T09:30:11.389" v="248" actId="478"/>
          <ac:spMkLst>
            <pc:docMk/>
            <pc:sldMk cId="2317161822" sldId="498"/>
            <ac:spMk id="3" creationId="{1026FBB4-1B9B-BA3F-B3B1-AFC2991BD373}"/>
          </ac:spMkLst>
        </pc:spChg>
        <pc:spChg chg="mod">
          <ac:chgData name="Loc Huynh" userId="80c0383e323bd6ea" providerId="LiveId" clId="{7174A1A7-6A26-42BF-9590-B9BA90E8F80B}" dt="2023-09-13T09:30:27.154" v="251" actId="13926"/>
          <ac:spMkLst>
            <pc:docMk/>
            <pc:sldMk cId="2317161822" sldId="498"/>
            <ac:spMk id="6" creationId="{24E3A728-EF22-934F-917A-56D048C67AB6}"/>
          </ac:spMkLst>
        </pc:spChg>
        <pc:spChg chg="add mod">
          <ac:chgData name="Loc Huynh" userId="80c0383e323bd6ea" providerId="LiveId" clId="{7174A1A7-6A26-42BF-9590-B9BA90E8F80B}" dt="2023-09-13T09:30:48.326" v="259" actId="207"/>
          <ac:spMkLst>
            <pc:docMk/>
            <pc:sldMk cId="2317161822" sldId="498"/>
            <ac:spMk id="7" creationId="{A8D4045D-E969-D462-3D06-825F50FADA02}"/>
          </ac:spMkLst>
        </pc:spChg>
      </pc:sldChg>
      <pc:sldChg chg="addSp delSp modSp add mod">
        <pc:chgData name="Loc Huynh" userId="80c0383e323bd6ea" providerId="LiveId" clId="{7174A1A7-6A26-42BF-9590-B9BA90E8F80B}" dt="2023-09-13T09:45:11.961" v="628" actId="1036"/>
        <pc:sldMkLst>
          <pc:docMk/>
          <pc:sldMk cId="3028732016" sldId="499"/>
        </pc:sldMkLst>
        <pc:spChg chg="mod">
          <ac:chgData name="Loc Huynh" userId="80c0383e323bd6ea" providerId="LiveId" clId="{7174A1A7-6A26-42BF-9590-B9BA90E8F80B}" dt="2023-09-13T09:44:58.789" v="619" actId="1076"/>
          <ac:spMkLst>
            <pc:docMk/>
            <pc:sldMk cId="3028732016" sldId="499"/>
            <ac:spMk id="20" creationId="{FA11DDA8-F3BD-3545-86C9-A399A991B047}"/>
          </ac:spMkLst>
        </pc:spChg>
        <pc:spChg chg="del">
          <ac:chgData name="Loc Huynh" userId="80c0383e323bd6ea" providerId="LiveId" clId="{7174A1A7-6A26-42BF-9590-B9BA90E8F80B}" dt="2023-09-13T09:43:31.844" v="607" actId="478"/>
          <ac:spMkLst>
            <pc:docMk/>
            <pc:sldMk cId="3028732016" sldId="499"/>
            <ac:spMk id="21" creationId="{81710F7F-B602-3D41-A826-158C02388363}"/>
          </ac:spMkLst>
        </pc:spChg>
        <pc:spChg chg="del">
          <ac:chgData name="Loc Huynh" userId="80c0383e323bd6ea" providerId="LiveId" clId="{7174A1A7-6A26-42BF-9590-B9BA90E8F80B}" dt="2023-09-13T09:43:31.844" v="607" actId="478"/>
          <ac:spMkLst>
            <pc:docMk/>
            <pc:sldMk cId="3028732016" sldId="499"/>
            <ac:spMk id="22" creationId="{779BDBAC-8884-FF49-899C-79BB55A2730D}"/>
          </ac:spMkLst>
        </pc:spChg>
        <pc:spChg chg="del">
          <ac:chgData name="Loc Huynh" userId="80c0383e323bd6ea" providerId="LiveId" clId="{7174A1A7-6A26-42BF-9590-B9BA90E8F80B}" dt="2023-09-13T09:43:32.719" v="608" actId="478"/>
          <ac:spMkLst>
            <pc:docMk/>
            <pc:sldMk cId="3028732016" sldId="499"/>
            <ac:spMk id="23" creationId="{C7376B87-400D-CC44-B9D0-B8883FDF0D16}"/>
          </ac:spMkLst>
        </pc:spChg>
        <pc:spChg chg="del">
          <ac:chgData name="Loc Huynh" userId="80c0383e323bd6ea" providerId="LiveId" clId="{7174A1A7-6A26-42BF-9590-B9BA90E8F80B}" dt="2023-09-13T09:43:31.844" v="607" actId="478"/>
          <ac:spMkLst>
            <pc:docMk/>
            <pc:sldMk cId="3028732016" sldId="499"/>
            <ac:spMk id="24" creationId="{742B023B-6E58-5F46-A6EE-6AEE903F293C}"/>
          </ac:spMkLst>
        </pc:spChg>
        <pc:spChg chg="del">
          <ac:chgData name="Loc Huynh" userId="80c0383e323bd6ea" providerId="LiveId" clId="{7174A1A7-6A26-42BF-9590-B9BA90E8F80B}" dt="2023-09-13T09:43:31.844" v="607" actId="478"/>
          <ac:spMkLst>
            <pc:docMk/>
            <pc:sldMk cId="3028732016" sldId="499"/>
            <ac:spMk id="25" creationId="{0D73DE56-1AB7-C448-9F22-C191BF690516}"/>
          </ac:spMkLst>
        </pc:spChg>
        <pc:spChg chg="del">
          <ac:chgData name="Loc Huynh" userId="80c0383e323bd6ea" providerId="LiveId" clId="{7174A1A7-6A26-42BF-9590-B9BA90E8F80B}" dt="2023-09-13T09:43:31.844" v="607" actId="478"/>
          <ac:spMkLst>
            <pc:docMk/>
            <pc:sldMk cId="3028732016" sldId="499"/>
            <ac:spMk id="26" creationId="{6F22B1D1-6C99-9A49-BA05-373C260BD677}"/>
          </ac:spMkLst>
        </pc:spChg>
        <pc:grpChg chg="del">
          <ac:chgData name="Loc Huynh" userId="80c0383e323bd6ea" providerId="LiveId" clId="{7174A1A7-6A26-42BF-9590-B9BA90E8F80B}" dt="2023-09-13T09:43:29.075" v="606" actId="478"/>
          <ac:grpSpMkLst>
            <pc:docMk/>
            <pc:sldMk cId="3028732016" sldId="499"/>
            <ac:grpSpMk id="30" creationId="{B7209310-2F24-ED4E-8489-4C17D246E160}"/>
          </ac:grpSpMkLst>
        </pc:grpChg>
        <pc:picChg chg="add mod">
          <ac:chgData name="Loc Huynh" userId="80c0383e323bd6ea" providerId="LiveId" clId="{7174A1A7-6A26-42BF-9590-B9BA90E8F80B}" dt="2023-09-13T09:45:11.961" v="628" actId="1036"/>
          <ac:picMkLst>
            <pc:docMk/>
            <pc:sldMk cId="3028732016" sldId="499"/>
            <ac:picMk id="7" creationId="{A50D01C9-B6BF-BBF7-A8C9-C5C102BBD6F2}"/>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26C563D-EACA-55BF-1038-A54973283186}"/>
              </a:ext>
            </a:extLst>
          </p:cNvPr>
          <p:cNvSpPr>
            <a:spLocks noGrp="1"/>
          </p:cNvSpPr>
          <p:nvPr>
            <p:ph type="hdr" sz="quarter"/>
          </p:nvPr>
        </p:nvSpPr>
        <p:spPr>
          <a:xfrm>
            <a:off x="540326" y="0"/>
            <a:ext cx="2431473" cy="458788"/>
          </a:xfrm>
          <a:prstGeom prst="rect">
            <a:avLst/>
          </a:prstGeom>
        </p:spPr>
        <p:txBody>
          <a:bodyPr vert="horz" lIns="91440" tIns="45720" rIns="91440" bIns="45720" rtlCol="0" anchor="ctr"/>
          <a:lstStyle>
            <a:lvl1pPr algn="l">
              <a:defRPr sz="1200"/>
            </a:lvl1pPr>
          </a:lstStyle>
          <a:p>
            <a:r>
              <a:rPr lang="en-US"/>
              <a:t>1210134 - Nhập môn lập trình</a:t>
            </a:r>
            <a:endParaRPr lang="en-VN"/>
          </a:p>
        </p:txBody>
      </p:sp>
      <p:sp>
        <p:nvSpPr>
          <p:cNvPr id="4" name="Footer Placeholder 3">
            <a:extLst>
              <a:ext uri="{FF2B5EF4-FFF2-40B4-BE49-F238E27FC236}">
                <a16:creationId xmlns:a16="http://schemas.microsoft.com/office/drawing/2014/main" id="{CC8B32BF-50BD-8AC2-5E4C-1C476A12D4A4}"/>
              </a:ext>
            </a:extLst>
          </p:cNvPr>
          <p:cNvSpPr>
            <a:spLocks noGrp="1"/>
          </p:cNvSpPr>
          <p:nvPr>
            <p:ph type="ftr" sz="quarter" idx="2"/>
          </p:nvPr>
        </p:nvSpPr>
        <p:spPr>
          <a:xfrm>
            <a:off x="540326" y="8685213"/>
            <a:ext cx="2431474" cy="458787"/>
          </a:xfrm>
          <a:prstGeom prst="rect">
            <a:avLst/>
          </a:prstGeom>
        </p:spPr>
        <p:txBody>
          <a:bodyPr vert="horz" lIns="91440" tIns="45720" rIns="91440" bIns="45720" rtlCol="0" anchor="ctr"/>
          <a:lstStyle>
            <a:lvl1pPr algn="l">
              <a:defRPr sz="1200"/>
            </a:lvl1pPr>
          </a:lstStyle>
          <a:p>
            <a:r>
              <a:rPr lang="en-US"/>
              <a:t>Biên soạn: ThS. Huỳnh Thành Lộc</a:t>
            </a:r>
            <a:endParaRPr lang="en-VN"/>
          </a:p>
        </p:txBody>
      </p:sp>
      <p:sp>
        <p:nvSpPr>
          <p:cNvPr id="5" name="Slide Number Placeholder 4">
            <a:extLst>
              <a:ext uri="{FF2B5EF4-FFF2-40B4-BE49-F238E27FC236}">
                <a16:creationId xmlns:a16="http://schemas.microsoft.com/office/drawing/2014/main" id="{8F01ADF8-76F0-60D3-1D6F-901C943D73A5}"/>
              </a:ext>
            </a:extLst>
          </p:cNvPr>
          <p:cNvSpPr>
            <a:spLocks noGrp="1"/>
          </p:cNvSpPr>
          <p:nvPr>
            <p:ph type="sldNum" sz="quarter" idx="3"/>
          </p:nvPr>
        </p:nvSpPr>
        <p:spPr>
          <a:xfrm>
            <a:off x="3884613" y="8685213"/>
            <a:ext cx="2431474" cy="458787"/>
          </a:xfrm>
          <a:prstGeom prst="rect">
            <a:avLst/>
          </a:prstGeom>
        </p:spPr>
        <p:txBody>
          <a:bodyPr vert="horz" lIns="91440" tIns="45720" rIns="91440" bIns="45720" rtlCol="0" anchor="b"/>
          <a:lstStyle>
            <a:lvl1pPr algn="r">
              <a:defRPr sz="1200"/>
            </a:lvl1pPr>
          </a:lstStyle>
          <a:p>
            <a:fld id="{35533E2E-59E0-4340-8EF0-06F48176ABF0}" type="slidenum">
              <a:rPr/>
              <a:t>‹#›</a:t>
            </a:fld>
            <a:endParaRPr lang="en-VN"/>
          </a:p>
        </p:txBody>
      </p:sp>
    </p:spTree>
    <p:extLst>
      <p:ext uri="{BB962C8B-B14F-4D97-AF65-F5344CB8AC3E}">
        <p14:creationId xmlns:p14="http://schemas.microsoft.com/office/powerpoint/2010/main" val="2918727727"/>
      </p:ext>
    </p:extLst>
  </p:cSld>
  <p:clrMap bg1="lt1" tx1="dk1" bg2="lt2" tx2="dk2" accent1="accent1" accent2="accent2" accent3="accent3" accent4="accent4" accent5="accent5" accent6="accent6" hlink="hlink" folHlink="folHlink"/>
  <p:hf dt="0"/>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8-14T07:23:25.317"/>
    </inkml:context>
    <inkml:brush xml:id="br0">
      <inkml:brushProperty name="width" value="0.1" units="cm"/>
      <inkml:brushProperty name="height" value="0.6" units="cm"/>
      <inkml:brushProperty name="color" value="#849398"/>
      <inkml:brushProperty name="inkEffects" value="pencil"/>
    </inkml:brush>
  </inkml:definitions>
  <inkml:trace contextRef="#ctx0" brushRef="#br0">1 0 21202 180000 90000,'0'0'0'0'0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8-14T07:23:25.319"/>
    </inkml:context>
    <inkml:brush xml:id="br0">
      <inkml:brushProperty name="width" value="0.1" units="cm"/>
      <inkml:brushProperty name="height" value="0.6" units="cm"/>
      <inkml:brushProperty name="color" value="#849398"/>
      <inkml:brushProperty name="inkEffects" value="pencil"/>
    </inkml:brush>
  </inkml:definitions>
  <inkml:trace contextRef="#ctx0" brushRef="#br0">1 0 21202 180000 90000,'0'0'0'0'0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019FE36-06C8-DA59-8BA0-8278C759889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r>
              <a:rPr lang="en-US"/>
              <a:t>1210134 - Nhập môn lập trình</a:t>
            </a:r>
            <a:endParaRPr lang="en-VN"/>
          </a:p>
        </p:txBody>
      </p:sp>
      <p:sp>
        <p:nvSpPr>
          <p:cNvPr id="3" name="Date Placeholder 2">
            <a:extLst>
              <a:ext uri="{FF2B5EF4-FFF2-40B4-BE49-F238E27FC236}">
                <a16:creationId xmlns:a16="http://schemas.microsoft.com/office/drawing/2014/main" id="{21985B86-2229-997C-469E-502ED1D041E1}"/>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9511BE8C-E06C-4D94-8436-A936C4D798D6}" type="datetimeFigureOut">
              <a:rPr lang="LID4096"/>
              <a:pPr>
                <a:defRPr/>
              </a:pPr>
              <a:t>10/23/23</a:t>
            </a:fld>
            <a:endParaRPr lang="en-VN"/>
          </a:p>
        </p:txBody>
      </p:sp>
      <p:sp>
        <p:nvSpPr>
          <p:cNvPr id="4" name="Slide Image Placeholder 3">
            <a:extLst>
              <a:ext uri="{FF2B5EF4-FFF2-40B4-BE49-F238E27FC236}">
                <a16:creationId xmlns:a16="http://schemas.microsoft.com/office/drawing/2014/main" id="{0CEA7B34-5DD4-5ABD-D1D4-1CA3E4C3409B}"/>
              </a:ext>
            </a:extLst>
          </p:cNvPr>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pPr lvl="0"/>
            <a:endParaRPr lang="en-VN" noProof="0"/>
          </a:p>
        </p:txBody>
      </p:sp>
      <p:sp>
        <p:nvSpPr>
          <p:cNvPr id="5" name="Notes Placeholder 4">
            <a:extLst>
              <a:ext uri="{FF2B5EF4-FFF2-40B4-BE49-F238E27FC236}">
                <a16:creationId xmlns:a16="http://schemas.microsoft.com/office/drawing/2014/main" id="{D3EC0341-DF5A-AE9D-2062-2143548C38A9}"/>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VN" noProof="0"/>
          </a:p>
        </p:txBody>
      </p:sp>
      <p:sp>
        <p:nvSpPr>
          <p:cNvPr id="6" name="Footer Placeholder 5">
            <a:extLst>
              <a:ext uri="{FF2B5EF4-FFF2-40B4-BE49-F238E27FC236}">
                <a16:creationId xmlns:a16="http://schemas.microsoft.com/office/drawing/2014/main" id="{3163AC77-91F6-CCA9-DA7B-BC8E41B2AC64}"/>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r>
              <a:rPr lang="en-US"/>
              <a:t>Biên soạn: ThS. Huỳnh Thành Lộc</a:t>
            </a:r>
            <a:endParaRPr lang="en-VN"/>
          </a:p>
        </p:txBody>
      </p:sp>
      <p:sp>
        <p:nvSpPr>
          <p:cNvPr id="7" name="Slide Number Placeholder 6">
            <a:extLst>
              <a:ext uri="{FF2B5EF4-FFF2-40B4-BE49-F238E27FC236}">
                <a16:creationId xmlns:a16="http://schemas.microsoft.com/office/drawing/2014/main" id="{F857B40C-1276-A9D4-B9EA-D945302F89B1}"/>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eaLnBrk="1" fontAlgn="auto" hangingPunct="1">
              <a:spcBef>
                <a:spcPts val="0"/>
              </a:spcBef>
              <a:spcAft>
                <a:spcPts val="0"/>
              </a:spcAft>
              <a:defRPr sz="1200">
                <a:latin typeface="+mn-lt"/>
              </a:defRPr>
            </a:lvl1pPr>
          </a:lstStyle>
          <a:p>
            <a:pPr>
              <a:defRPr/>
            </a:pPr>
            <a:fld id="{31B9ADCD-FC43-440A-BE93-3F20A47AC538}" type="slidenum">
              <a:rPr lang="en-VN"/>
              <a:pPr>
                <a:defRPr/>
              </a:pPr>
              <a:t>‹#›</a:t>
            </a:fld>
            <a:endParaRPr lang="en-VN"/>
          </a:p>
        </p:txBody>
      </p:sp>
    </p:spTree>
  </p:cSld>
  <p:clrMap bg1="lt1" tx1="dk1" bg2="lt2" tx2="dk2" accent1="accent1" accent2="accent2" accent3="accent3" accent4="accent4" accent5="accent5" accent6="accent6" hlink="hlink" folHlink="folHlink"/>
  <p:hf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2 Buổi = 6 tiết</a:t>
            </a:r>
            <a:endParaRPr lang="en-VN"/>
          </a:p>
        </p:txBody>
      </p:sp>
      <p:sp>
        <p:nvSpPr>
          <p:cNvPr id="4" name="Header Placeholder 3"/>
          <p:cNvSpPr>
            <a:spLocks noGrp="1"/>
          </p:cNvSpPr>
          <p:nvPr>
            <p:ph type="hdr" sz="quarter"/>
          </p:nvPr>
        </p:nvSpPr>
        <p:spPr/>
        <p:txBody>
          <a:bodyPr/>
          <a:lstStyle/>
          <a:p>
            <a:pPr>
              <a:defRPr/>
            </a:pPr>
            <a:r>
              <a:rPr lang="en-US"/>
              <a:t>1210134 - Nhập môn lập trình</a:t>
            </a:r>
            <a:endParaRPr lang="en-VN"/>
          </a:p>
        </p:txBody>
      </p:sp>
      <p:sp>
        <p:nvSpPr>
          <p:cNvPr id="5" name="Footer Placeholder 4"/>
          <p:cNvSpPr>
            <a:spLocks noGrp="1"/>
          </p:cNvSpPr>
          <p:nvPr>
            <p:ph type="ftr" sz="quarter" idx="4"/>
          </p:nvPr>
        </p:nvSpPr>
        <p:spPr/>
        <p:txBody>
          <a:bodyPr/>
          <a:lstStyle/>
          <a:p>
            <a:pPr>
              <a:defRPr/>
            </a:pPr>
            <a:r>
              <a:rPr lang="en-US"/>
              <a:t>Biên soạn: ThS. Huỳnh Thành Lộc</a:t>
            </a:r>
            <a:endParaRPr lang="en-VN"/>
          </a:p>
        </p:txBody>
      </p:sp>
      <p:sp>
        <p:nvSpPr>
          <p:cNvPr id="6" name="Slide Number Placeholder 5"/>
          <p:cNvSpPr>
            <a:spLocks noGrp="1"/>
          </p:cNvSpPr>
          <p:nvPr>
            <p:ph type="sldNum" sz="quarter" idx="5"/>
          </p:nvPr>
        </p:nvSpPr>
        <p:spPr/>
        <p:txBody>
          <a:bodyPr/>
          <a:lstStyle/>
          <a:p>
            <a:pPr>
              <a:defRPr/>
            </a:pPr>
            <a:fld id="{31B9ADCD-FC43-440A-BE93-3F20A47AC538}" type="slidenum">
              <a:rPr lang="en-VN"/>
              <a:pPr>
                <a:defRPr/>
              </a:pPr>
              <a:t>1</a:t>
            </a:fld>
            <a:endParaRPr lang="en-VN"/>
          </a:p>
        </p:txBody>
      </p:sp>
    </p:spTree>
    <p:extLst>
      <p:ext uri="{BB962C8B-B14F-4D97-AF65-F5344CB8AC3E}">
        <p14:creationId xmlns:p14="http://schemas.microsoft.com/office/powerpoint/2010/main" val="18344843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a:p>
        </p:txBody>
      </p:sp>
      <p:sp>
        <p:nvSpPr>
          <p:cNvPr id="4" name="Slide Number Placeholder 3"/>
          <p:cNvSpPr>
            <a:spLocks noGrp="1"/>
          </p:cNvSpPr>
          <p:nvPr>
            <p:ph type="sldNum" sz="quarter" idx="5"/>
          </p:nvPr>
        </p:nvSpPr>
        <p:spPr/>
        <p:txBody>
          <a:bodyPr/>
          <a:lstStyle/>
          <a:p>
            <a:fld id="{87D77045-401A-4D5E-BFE3-54C21A8A6634}" type="slidenum">
              <a:rPr lang="en-US" smtClean="0"/>
              <a:pPr/>
              <a:t>3</a:t>
            </a:fld>
            <a:endParaRPr lang="en-US" dirty="0"/>
          </a:p>
        </p:txBody>
      </p:sp>
    </p:spTree>
    <p:extLst>
      <p:ext uri="{BB962C8B-B14F-4D97-AF65-F5344CB8AC3E}">
        <p14:creationId xmlns:p14="http://schemas.microsoft.com/office/powerpoint/2010/main" val="41715156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a:p>
        </p:txBody>
      </p:sp>
      <p:sp>
        <p:nvSpPr>
          <p:cNvPr id="4" name="Header Placeholder 3"/>
          <p:cNvSpPr>
            <a:spLocks noGrp="1"/>
          </p:cNvSpPr>
          <p:nvPr>
            <p:ph type="hdr" sz="quarter"/>
          </p:nvPr>
        </p:nvSpPr>
        <p:spPr/>
        <p:txBody>
          <a:bodyPr/>
          <a:lstStyle/>
          <a:p>
            <a:pPr>
              <a:defRPr/>
            </a:pPr>
            <a:r>
              <a:rPr lang="en-US"/>
              <a:t>1210134 - Nhập môn lập trình</a:t>
            </a:r>
            <a:endParaRPr lang="en-VN"/>
          </a:p>
        </p:txBody>
      </p:sp>
      <p:sp>
        <p:nvSpPr>
          <p:cNvPr id="5" name="Footer Placeholder 4"/>
          <p:cNvSpPr>
            <a:spLocks noGrp="1"/>
          </p:cNvSpPr>
          <p:nvPr>
            <p:ph type="ftr" sz="quarter" idx="4"/>
          </p:nvPr>
        </p:nvSpPr>
        <p:spPr/>
        <p:txBody>
          <a:bodyPr/>
          <a:lstStyle/>
          <a:p>
            <a:pPr>
              <a:defRPr/>
            </a:pPr>
            <a:r>
              <a:rPr lang="en-US"/>
              <a:t>Biên soạn: ThS. Huỳnh Thành Lộc</a:t>
            </a:r>
            <a:endParaRPr lang="en-VN"/>
          </a:p>
        </p:txBody>
      </p:sp>
      <p:sp>
        <p:nvSpPr>
          <p:cNvPr id="6" name="Slide Number Placeholder 5"/>
          <p:cNvSpPr>
            <a:spLocks noGrp="1"/>
          </p:cNvSpPr>
          <p:nvPr>
            <p:ph type="sldNum" sz="quarter" idx="5"/>
          </p:nvPr>
        </p:nvSpPr>
        <p:spPr/>
        <p:txBody>
          <a:bodyPr/>
          <a:lstStyle/>
          <a:p>
            <a:pPr>
              <a:defRPr/>
            </a:pPr>
            <a:fld id="{31B9ADCD-FC43-440A-BE93-3F20A47AC538}" type="slidenum">
              <a:rPr lang="en-VN"/>
              <a:pPr>
                <a:defRPr/>
              </a:pPr>
              <a:t>7</a:t>
            </a:fld>
            <a:endParaRPr lang="en-VN"/>
          </a:p>
        </p:txBody>
      </p:sp>
    </p:spTree>
    <p:extLst>
      <p:ext uri="{BB962C8B-B14F-4D97-AF65-F5344CB8AC3E}">
        <p14:creationId xmlns:p14="http://schemas.microsoft.com/office/powerpoint/2010/main" val="40327956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a:p>
        </p:txBody>
      </p:sp>
      <p:sp>
        <p:nvSpPr>
          <p:cNvPr id="4" name="Header Placeholder 3"/>
          <p:cNvSpPr>
            <a:spLocks noGrp="1"/>
          </p:cNvSpPr>
          <p:nvPr>
            <p:ph type="hdr" sz="quarter"/>
          </p:nvPr>
        </p:nvSpPr>
        <p:spPr/>
        <p:txBody>
          <a:bodyPr/>
          <a:lstStyle/>
          <a:p>
            <a:pPr>
              <a:defRPr/>
            </a:pPr>
            <a:r>
              <a:rPr lang="en-US"/>
              <a:t>1210134 - Nhập môn lập trình</a:t>
            </a:r>
            <a:endParaRPr lang="en-VN"/>
          </a:p>
        </p:txBody>
      </p:sp>
      <p:sp>
        <p:nvSpPr>
          <p:cNvPr id="5" name="Footer Placeholder 4"/>
          <p:cNvSpPr>
            <a:spLocks noGrp="1"/>
          </p:cNvSpPr>
          <p:nvPr>
            <p:ph type="ftr" sz="quarter" idx="4"/>
          </p:nvPr>
        </p:nvSpPr>
        <p:spPr/>
        <p:txBody>
          <a:bodyPr/>
          <a:lstStyle/>
          <a:p>
            <a:pPr>
              <a:defRPr/>
            </a:pPr>
            <a:r>
              <a:rPr lang="en-US"/>
              <a:t>Biên soạn: ThS. Huỳnh Thành Lộc</a:t>
            </a:r>
            <a:endParaRPr lang="en-VN"/>
          </a:p>
        </p:txBody>
      </p:sp>
      <p:sp>
        <p:nvSpPr>
          <p:cNvPr id="6" name="Slide Number Placeholder 5"/>
          <p:cNvSpPr>
            <a:spLocks noGrp="1"/>
          </p:cNvSpPr>
          <p:nvPr>
            <p:ph type="sldNum" sz="quarter" idx="5"/>
          </p:nvPr>
        </p:nvSpPr>
        <p:spPr/>
        <p:txBody>
          <a:bodyPr/>
          <a:lstStyle/>
          <a:p>
            <a:pPr>
              <a:defRPr/>
            </a:pPr>
            <a:fld id="{31B9ADCD-FC43-440A-BE93-3F20A47AC538}" type="slidenum">
              <a:rPr lang="en-VN"/>
              <a:pPr>
                <a:defRPr/>
              </a:pPr>
              <a:t>8</a:t>
            </a:fld>
            <a:endParaRPr lang="en-VN"/>
          </a:p>
        </p:txBody>
      </p:sp>
    </p:spTree>
    <p:extLst>
      <p:ext uri="{BB962C8B-B14F-4D97-AF65-F5344CB8AC3E}">
        <p14:creationId xmlns:p14="http://schemas.microsoft.com/office/powerpoint/2010/main" val="24988952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a:p>
        </p:txBody>
      </p:sp>
      <p:sp>
        <p:nvSpPr>
          <p:cNvPr id="4" name="Slide Number Placeholder 3"/>
          <p:cNvSpPr>
            <a:spLocks noGrp="1"/>
          </p:cNvSpPr>
          <p:nvPr>
            <p:ph type="sldNum" sz="quarter" idx="5"/>
          </p:nvPr>
        </p:nvSpPr>
        <p:spPr/>
        <p:txBody>
          <a:bodyPr/>
          <a:lstStyle/>
          <a:p>
            <a:fld id="{87D77045-401A-4D5E-BFE3-54C21A8A6634}" type="slidenum">
              <a:rPr lang="en-US" smtClean="0"/>
              <a:pPr/>
              <a:t>17</a:t>
            </a:fld>
            <a:endParaRPr lang="en-US" dirty="0"/>
          </a:p>
        </p:txBody>
      </p:sp>
    </p:spTree>
    <p:extLst>
      <p:ext uri="{BB962C8B-B14F-4D97-AF65-F5344CB8AC3E}">
        <p14:creationId xmlns:p14="http://schemas.microsoft.com/office/powerpoint/2010/main" val="33931140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a:p>
        </p:txBody>
      </p:sp>
      <p:sp>
        <p:nvSpPr>
          <p:cNvPr id="4" name="Slide Number Placeholder 3"/>
          <p:cNvSpPr>
            <a:spLocks noGrp="1"/>
          </p:cNvSpPr>
          <p:nvPr>
            <p:ph type="sldNum" sz="quarter" idx="5"/>
          </p:nvPr>
        </p:nvSpPr>
        <p:spPr/>
        <p:txBody>
          <a:bodyPr/>
          <a:lstStyle/>
          <a:p>
            <a:fld id="{87D77045-401A-4D5E-BFE3-54C21A8A6634}" type="slidenum">
              <a:rPr lang="en-US" smtClean="0"/>
              <a:pPr/>
              <a:t>18</a:t>
            </a:fld>
            <a:endParaRPr lang="en-US" dirty="0"/>
          </a:p>
        </p:txBody>
      </p:sp>
    </p:spTree>
    <p:extLst>
      <p:ext uri="{BB962C8B-B14F-4D97-AF65-F5344CB8AC3E}">
        <p14:creationId xmlns:p14="http://schemas.microsoft.com/office/powerpoint/2010/main" val="38704193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a:p>
        </p:txBody>
      </p:sp>
      <p:sp>
        <p:nvSpPr>
          <p:cNvPr id="4" name="Slide Number Placeholder 3"/>
          <p:cNvSpPr>
            <a:spLocks noGrp="1"/>
          </p:cNvSpPr>
          <p:nvPr>
            <p:ph type="sldNum" sz="quarter" idx="5"/>
          </p:nvPr>
        </p:nvSpPr>
        <p:spPr/>
        <p:txBody>
          <a:bodyPr/>
          <a:lstStyle/>
          <a:p>
            <a:fld id="{87D77045-401A-4D5E-BFE3-54C21A8A6634}" type="slidenum">
              <a:rPr lang="en-US" smtClean="0"/>
              <a:pPr/>
              <a:t>19</a:t>
            </a:fld>
            <a:endParaRPr lang="en-US" dirty="0"/>
          </a:p>
        </p:txBody>
      </p:sp>
    </p:spTree>
    <p:extLst>
      <p:ext uri="{BB962C8B-B14F-4D97-AF65-F5344CB8AC3E}">
        <p14:creationId xmlns:p14="http://schemas.microsoft.com/office/powerpoint/2010/main" val="7449275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a:p>
        </p:txBody>
      </p:sp>
      <p:sp>
        <p:nvSpPr>
          <p:cNvPr id="4" name="Slide Number Placeholder 3"/>
          <p:cNvSpPr>
            <a:spLocks noGrp="1"/>
          </p:cNvSpPr>
          <p:nvPr>
            <p:ph type="sldNum" sz="quarter" idx="5"/>
          </p:nvPr>
        </p:nvSpPr>
        <p:spPr/>
        <p:txBody>
          <a:bodyPr/>
          <a:lstStyle/>
          <a:p>
            <a:fld id="{87D77045-401A-4D5E-BFE3-54C21A8A6634}" type="slidenum">
              <a:rPr lang="en-US" smtClean="0"/>
              <a:pPr/>
              <a:t>20</a:t>
            </a:fld>
            <a:endParaRPr lang="en-US" dirty="0"/>
          </a:p>
        </p:txBody>
      </p:sp>
    </p:spTree>
    <p:extLst>
      <p:ext uri="{BB962C8B-B14F-4D97-AF65-F5344CB8AC3E}">
        <p14:creationId xmlns:p14="http://schemas.microsoft.com/office/powerpoint/2010/main" val="36883447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a:p>
        </p:txBody>
      </p:sp>
      <p:sp>
        <p:nvSpPr>
          <p:cNvPr id="4" name="Slide Number Placeholder 3"/>
          <p:cNvSpPr>
            <a:spLocks noGrp="1"/>
          </p:cNvSpPr>
          <p:nvPr>
            <p:ph type="sldNum" sz="quarter" idx="5"/>
          </p:nvPr>
        </p:nvSpPr>
        <p:spPr/>
        <p:txBody>
          <a:bodyPr/>
          <a:lstStyle/>
          <a:p>
            <a:fld id="{87D77045-401A-4D5E-BFE3-54C21A8A6634}" type="slidenum">
              <a:rPr lang="en-US" smtClean="0"/>
              <a:pPr/>
              <a:t>21</a:t>
            </a:fld>
            <a:endParaRPr lang="en-US" dirty="0"/>
          </a:p>
        </p:txBody>
      </p:sp>
    </p:spTree>
    <p:extLst>
      <p:ext uri="{BB962C8B-B14F-4D97-AF65-F5344CB8AC3E}">
        <p14:creationId xmlns:p14="http://schemas.microsoft.com/office/powerpoint/2010/main" val="32594304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a:p>
        </p:txBody>
      </p:sp>
      <p:sp>
        <p:nvSpPr>
          <p:cNvPr id="4" name="Slide Number Placeholder 3"/>
          <p:cNvSpPr>
            <a:spLocks noGrp="1"/>
          </p:cNvSpPr>
          <p:nvPr>
            <p:ph type="sldNum" sz="quarter" idx="5"/>
          </p:nvPr>
        </p:nvSpPr>
        <p:spPr/>
        <p:txBody>
          <a:bodyPr/>
          <a:lstStyle/>
          <a:p>
            <a:fld id="{87D77045-401A-4D5E-BFE3-54C21A8A6634}" type="slidenum">
              <a:rPr lang="en-US" smtClean="0"/>
              <a:pPr/>
              <a:t>22</a:t>
            </a:fld>
            <a:endParaRPr lang="en-US" dirty="0"/>
          </a:p>
        </p:txBody>
      </p:sp>
    </p:spTree>
    <p:extLst>
      <p:ext uri="{BB962C8B-B14F-4D97-AF65-F5344CB8AC3E}">
        <p14:creationId xmlns:p14="http://schemas.microsoft.com/office/powerpoint/2010/main" val="21475217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a:p>
        </p:txBody>
      </p:sp>
      <p:sp>
        <p:nvSpPr>
          <p:cNvPr id="4" name="Slide Number Placeholder 3"/>
          <p:cNvSpPr>
            <a:spLocks noGrp="1"/>
          </p:cNvSpPr>
          <p:nvPr>
            <p:ph type="sldNum" sz="quarter" idx="5"/>
          </p:nvPr>
        </p:nvSpPr>
        <p:spPr/>
        <p:txBody>
          <a:bodyPr/>
          <a:lstStyle/>
          <a:p>
            <a:fld id="{87D77045-401A-4D5E-BFE3-54C21A8A6634}" type="slidenum">
              <a:rPr lang="en-US" smtClean="0"/>
              <a:pPr/>
              <a:t>23</a:t>
            </a:fld>
            <a:endParaRPr lang="en-US" dirty="0"/>
          </a:p>
        </p:txBody>
      </p:sp>
    </p:spTree>
    <p:extLst>
      <p:ext uri="{BB962C8B-B14F-4D97-AF65-F5344CB8AC3E}">
        <p14:creationId xmlns:p14="http://schemas.microsoft.com/office/powerpoint/2010/main" val="33362221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a:p>
        </p:txBody>
      </p:sp>
      <p:sp>
        <p:nvSpPr>
          <p:cNvPr id="4" name="Slide Number Placeholder 3"/>
          <p:cNvSpPr>
            <a:spLocks noGrp="1"/>
          </p:cNvSpPr>
          <p:nvPr>
            <p:ph type="sldNum" sz="quarter" idx="5"/>
          </p:nvPr>
        </p:nvSpPr>
        <p:spPr/>
        <p:txBody>
          <a:bodyPr/>
          <a:lstStyle/>
          <a:p>
            <a:fld id="{87D77045-401A-4D5E-BFE3-54C21A8A6634}" type="slidenum">
              <a:rPr lang="en-US" smtClean="0"/>
              <a:pPr/>
              <a:t>24</a:t>
            </a:fld>
            <a:endParaRPr lang="en-US" dirty="0"/>
          </a:p>
        </p:txBody>
      </p:sp>
    </p:spTree>
    <p:extLst>
      <p:ext uri="{BB962C8B-B14F-4D97-AF65-F5344CB8AC3E}">
        <p14:creationId xmlns:p14="http://schemas.microsoft.com/office/powerpoint/2010/main" val="32182231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a:p>
        </p:txBody>
      </p:sp>
      <p:sp>
        <p:nvSpPr>
          <p:cNvPr id="4" name="Slide Number Placeholder 3"/>
          <p:cNvSpPr>
            <a:spLocks noGrp="1"/>
          </p:cNvSpPr>
          <p:nvPr>
            <p:ph type="sldNum" sz="quarter" idx="5"/>
          </p:nvPr>
        </p:nvSpPr>
        <p:spPr/>
        <p:txBody>
          <a:bodyPr/>
          <a:lstStyle/>
          <a:p>
            <a:fld id="{87D77045-401A-4D5E-BFE3-54C21A8A6634}" type="slidenum">
              <a:rPr lang="en-US" smtClean="0"/>
              <a:pPr/>
              <a:t>25</a:t>
            </a:fld>
            <a:endParaRPr lang="en-US" dirty="0"/>
          </a:p>
        </p:txBody>
      </p:sp>
    </p:spTree>
    <p:extLst>
      <p:ext uri="{BB962C8B-B14F-4D97-AF65-F5344CB8AC3E}">
        <p14:creationId xmlns:p14="http://schemas.microsoft.com/office/powerpoint/2010/main" val="22552364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a:p>
        </p:txBody>
      </p:sp>
      <p:sp>
        <p:nvSpPr>
          <p:cNvPr id="4" name="Slide Number Placeholder 3"/>
          <p:cNvSpPr>
            <a:spLocks noGrp="1"/>
          </p:cNvSpPr>
          <p:nvPr>
            <p:ph type="sldNum" sz="quarter" idx="5"/>
          </p:nvPr>
        </p:nvSpPr>
        <p:spPr/>
        <p:txBody>
          <a:bodyPr/>
          <a:lstStyle/>
          <a:p>
            <a:fld id="{87D77045-401A-4D5E-BFE3-54C21A8A6634}" type="slidenum">
              <a:rPr lang="en-US" smtClean="0"/>
              <a:pPr/>
              <a:t>26</a:t>
            </a:fld>
            <a:endParaRPr lang="en-US" dirty="0"/>
          </a:p>
        </p:txBody>
      </p:sp>
    </p:spTree>
    <p:extLst>
      <p:ext uri="{BB962C8B-B14F-4D97-AF65-F5344CB8AC3E}">
        <p14:creationId xmlns:p14="http://schemas.microsoft.com/office/powerpoint/2010/main" val="18420628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a:p>
        </p:txBody>
      </p:sp>
      <p:sp>
        <p:nvSpPr>
          <p:cNvPr id="4" name="Slide Number Placeholder 3"/>
          <p:cNvSpPr>
            <a:spLocks noGrp="1"/>
          </p:cNvSpPr>
          <p:nvPr>
            <p:ph type="sldNum" sz="quarter" idx="5"/>
          </p:nvPr>
        </p:nvSpPr>
        <p:spPr/>
        <p:txBody>
          <a:bodyPr/>
          <a:lstStyle/>
          <a:p>
            <a:fld id="{87D77045-401A-4D5E-BFE3-54C21A8A6634}" type="slidenum">
              <a:rPr lang="en-US" smtClean="0"/>
              <a:pPr/>
              <a:t>27</a:t>
            </a:fld>
            <a:endParaRPr lang="en-US" dirty="0"/>
          </a:p>
        </p:txBody>
      </p:sp>
    </p:spTree>
    <p:extLst>
      <p:ext uri="{BB962C8B-B14F-4D97-AF65-F5344CB8AC3E}">
        <p14:creationId xmlns:p14="http://schemas.microsoft.com/office/powerpoint/2010/main" val="20683857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a:p>
        </p:txBody>
      </p:sp>
      <p:sp>
        <p:nvSpPr>
          <p:cNvPr id="4" name="Slide Number Placeholder 3"/>
          <p:cNvSpPr>
            <a:spLocks noGrp="1"/>
          </p:cNvSpPr>
          <p:nvPr>
            <p:ph type="sldNum" sz="quarter" idx="5"/>
          </p:nvPr>
        </p:nvSpPr>
        <p:spPr/>
        <p:txBody>
          <a:bodyPr/>
          <a:lstStyle/>
          <a:p>
            <a:fld id="{87D77045-401A-4D5E-BFE3-54C21A8A6634}" type="slidenum">
              <a:rPr lang="en-US" smtClean="0"/>
              <a:pPr/>
              <a:t>28</a:t>
            </a:fld>
            <a:endParaRPr lang="en-US" dirty="0"/>
          </a:p>
        </p:txBody>
      </p:sp>
    </p:spTree>
    <p:extLst>
      <p:ext uri="{BB962C8B-B14F-4D97-AF65-F5344CB8AC3E}">
        <p14:creationId xmlns:p14="http://schemas.microsoft.com/office/powerpoint/2010/main" val="288051032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a:p>
        </p:txBody>
      </p:sp>
      <p:sp>
        <p:nvSpPr>
          <p:cNvPr id="4" name="Slide Number Placeholder 3"/>
          <p:cNvSpPr>
            <a:spLocks noGrp="1"/>
          </p:cNvSpPr>
          <p:nvPr>
            <p:ph type="sldNum" sz="quarter" idx="5"/>
          </p:nvPr>
        </p:nvSpPr>
        <p:spPr/>
        <p:txBody>
          <a:bodyPr/>
          <a:lstStyle/>
          <a:p>
            <a:fld id="{87D77045-401A-4D5E-BFE3-54C21A8A6634}" type="slidenum">
              <a:rPr lang="en-US" smtClean="0"/>
              <a:pPr/>
              <a:t>29</a:t>
            </a:fld>
            <a:endParaRPr lang="en-US" dirty="0"/>
          </a:p>
        </p:txBody>
      </p:sp>
    </p:spTree>
    <p:extLst>
      <p:ext uri="{BB962C8B-B14F-4D97-AF65-F5344CB8AC3E}">
        <p14:creationId xmlns:p14="http://schemas.microsoft.com/office/powerpoint/2010/main" val="95184464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a:p>
        </p:txBody>
      </p:sp>
      <p:sp>
        <p:nvSpPr>
          <p:cNvPr id="4" name="Slide Number Placeholder 3"/>
          <p:cNvSpPr>
            <a:spLocks noGrp="1"/>
          </p:cNvSpPr>
          <p:nvPr>
            <p:ph type="sldNum" sz="quarter" idx="5"/>
          </p:nvPr>
        </p:nvSpPr>
        <p:spPr/>
        <p:txBody>
          <a:bodyPr/>
          <a:lstStyle/>
          <a:p>
            <a:fld id="{87D77045-401A-4D5E-BFE3-54C21A8A6634}" type="slidenum">
              <a:rPr lang="en-US" smtClean="0"/>
              <a:pPr/>
              <a:t>30</a:t>
            </a:fld>
            <a:endParaRPr lang="en-US" dirty="0"/>
          </a:p>
        </p:txBody>
      </p:sp>
    </p:spTree>
    <p:extLst>
      <p:ext uri="{BB962C8B-B14F-4D97-AF65-F5344CB8AC3E}">
        <p14:creationId xmlns:p14="http://schemas.microsoft.com/office/powerpoint/2010/main" val="386411334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a:p>
        </p:txBody>
      </p:sp>
      <p:sp>
        <p:nvSpPr>
          <p:cNvPr id="4" name="Slide Number Placeholder 3"/>
          <p:cNvSpPr>
            <a:spLocks noGrp="1"/>
          </p:cNvSpPr>
          <p:nvPr>
            <p:ph type="sldNum" sz="quarter" idx="5"/>
          </p:nvPr>
        </p:nvSpPr>
        <p:spPr/>
        <p:txBody>
          <a:bodyPr/>
          <a:lstStyle/>
          <a:p>
            <a:fld id="{87D77045-401A-4D5E-BFE3-54C21A8A6634}" type="slidenum">
              <a:rPr lang="en-US" smtClean="0"/>
              <a:pPr/>
              <a:t>31</a:t>
            </a:fld>
            <a:endParaRPr lang="en-US" dirty="0"/>
          </a:p>
        </p:txBody>
      </p:sp>
    </p:spTree>
    <p:extLst>
      <p:ext uri="{BB962C8B-B14F-4D97-AF65-F5344CB8AC3E}">
        <p14:creationId xmlns:p14="http://schemas.microsoft.com/office/powerpoint/2010/main" val="194920087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a:p>
        </p:txBody>
      </p:sp>
      <p:sp>
        <p:nvSpPr>
          <p:cNvPr id="4" name="Slide Number Placeholder 3"/>
          <p:cNvSpPr>
            <a:spLocks noGrp="1"/>
          </p:cNvSpPr>
          <p:nvPr>
            <p:ph type="sldNum" sz="quarter" idx="5"/>
          </p:nvPr>
        </p:nvSpPr>
        <p:spPr/>
        <p:txBody>
          <a:bodyPr/>
          <a:lstStyle/>
          <a:p>
            <a:fld id="{87D77045-401A-4D5E-BFE3-54C21A8A6634}" type="slidenum">
              <a:rPr lang="en-US" smtClean="0"/>
              <a:pPr/>
              <a:t>32</a:t>
            </a:fld>
            <a:endParaRPr lang="en-US" dirty="0"/>
          </a:p>
        </p:txBody>
      </p:sp>
    </p:spTree>
    <p:extLst>
      <p:ext uri="{BB962C8B-B14F-4D97-AF65-F5344CB8AC3E}">
        <p14:creationId xmlns:p14="http://schemas.microsoft.com/office/powerpoint/2010/main" val="312112642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VN" b="1">
                <a:solidFill>
                  <a:srgbClr val="FF0000"/>
                </a:solidFill>
              </a:rPr>
              <a:t>BUỔI 2</a:t>
            </a:r>
          </a:p>
          <a:p>
            <a:endParaRPr lang="en-VN"/>
          </a:p>
        </p:txBody>
      </p:sp>
      <p:sp>
        <p:nvSpPr>
          <p:cNvPr id="4" name="Header Placeholder 3"/>
          <p:cNvSpPr>
            <a:spLocks noGrp="1"/>
          </p:cNvSpPr>
          <p:nvPr>
            <p:ph type="hdr" sz="quarter"/>
          </p:nvPr>
        </p:nvSpPr>
        <p:spPr/>
        <p:txBody>
          <a:bodyPr/>
          <a:lstStyle/>
          <a:p>
            <a:pPr>
              <a:defRPr/>
            </a:pPr>
            <a:r>
              <a:rPr lang="en-US"/>
              <a:t>1210134 - Nhập môn lập trình</a:t>
            </a:r>
            <a:endParaRPr lang="en-VN"/>
          </a:p>
        </p:txBody>
      </p:sp>
      <p:sp>
        <p:nvSpPr>
          <p:cNvPr id="5" name="Footer Placeholder 4"/>
          <p:cNvSpPr>
            <a:spLocks noGrp="1"/>
          </p:cNvSpPr>
          <p:nvPr>
            <p:ph type="ftr" sz="quarter" idx="4"/>
          </p:nvPr>
        </p:nvSpPr>
        <p:spPr/>
        <p:txBody>
          <a:bodyPr/>
          <a:lstStyle/>
          <a:p>
            <a:pPr>
              <a:defRPr/>
            </a:pPr>
            <a:r>
              <a:rPr lang="en-US"/>
              <a:t>Biên soạn: ThS. Huỳnh Thành Lộc</a:t>
            </a:r>
            <a:endParaRPr lang="en-VN"/>
          </a:p>
        </p:txBody>
      </p:sp>
      <p:sp>
        <p:nvSpPr>
          <p:cNvPr id="6" name="Slide Number Placeholder 5"/>
          <p:cNvSpPr>
            <a:spLocks noGrp="1"/>
          </p:cNvSpPr>
          <p:nvPr>
            <p:ph type="sldNum" sz="quarter" idx="5"/>
          </p:nvPr>
        </p:nvSpPr>
        <p:spPr/>
        <p:txBody>
          <a:bodyPr/>
          <a:lstStyle/>
          <a:p>
            <a:pPr>
              <a:defRPr/>
            </a:pPr>
            <a:fld id="{31B9ADCD-FC43-440A-BE93-3F20A47AC538}" type="slidenum">
              <a:rPr lang="en-VN"/>
              <a:pPr>
                <a:defRPr/>
              </a:pPr>
              <a:t>37</a:t>
            </a:fld>
            <a:endParaRPr lang="en-VN"/>
          </a:p>
        </p:txBody>
      </p:sp>
    </p:spTree>
    <p:extLst>
      <p:ext uri="{BB962C8B-B14F-4D97-AF65-F5344CB8AC3E}">
        <p14:creationId xmlns:p14="http://schemas.microsoft.com/office/powerpoint/2010/main" val="38406951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a:t>Mảng có kích thước cố định sau khi khởi tạo nên các thao tác thêm xóa trên mảng 1 chiều cần phải:</a:t>
            </a:r>
          </a:p>
          <a:p>
            <a:pPr marL="171450" indent="-171450">
              <a:buFont typeface="Arial" panose="020B0604020202020204" pitchFamily="34" charset="0"/>
              <a:buChar char="•"/>
            </a:pPr>
            <a:r>
              <a:rPr lang="en-VN"/>
              <a:t>Cấp phát vùng nhớ mới tương ứng kích thước sau khi thêm/xóa</a:t>
            </a:r>
          </a:p>
          <a:p>
            <a:pPr marL="171450" indent="-171450">
              <a:buFont typeface="Arial" panose="020B0604020202020204" pitchFamily="34" charset="0"/>
              <a:buChar char="•"/>
            </a:pPr>
            <a:r>
              <a:rPr lang="en-VN"/>
              <a:t>Sao chép các phần từ vùng nhớ cũ qua vùng nhớ mới</a:t>
            </a:r>
          </a:p>
          <a:p>
            <a:pPr marL="171450" indent="-171450">
              <a:buFont typeface="Arial" panose="020B0604020202020204" pitchFamily="34" charset="0"/>
              <a:buChar char="•"/>
            </a:pPr>
            <a:r>
              <a:rPr lang="en-VN"/>
              <a:t>Thay đổi tham chiếu của mảng sang vùng nhớ mới</a:t>
            </a:r>
          </a:p>
          <a:p>
            <a:pPr marL="0" indent="0">
              <a:buFontTx/>
              <a:buNone/>
            </a:pPr>
            <a:r>
              <a:rPr lang="en-VN">
                <a:sym typeface="Wingdings" pitchFamily="2" charset="2"/>
              </a:rPr>
              <a:t> Các hàm phải có tham số ref</a:t>
            </a:r>
            <a:endParaRPr lang="en-VN"/>
          </a:p>
        </p:txBody>
      </p:sp>
      <p:sp>
        <p:nvSpPr>
          <p:cNvPr id="4" name="Header Placeholder 3"/>
          <p:cNvSpPr>
            <a:spLocks noGrp="1"/>
          </p:cNvSpPr>
          <p:nvPr>
            <p:ph type="hdr" sz="quarter"/>
          </p:nvPr>
        </p:nvSpPr>
        <p:spPr/>
        <p:txBody>
          <a:bodyPr/>
          <a:lstStyle/>
          <a:p>
            <a:pPr>
              <a:defRPr/>
            </a:pPr>
            <a:r>
              <a:rPr lang="en-US"/>
              <a:t>1210134 - Nhập môn lập trình</a:t>
            </a:r>
            <a:endParaRPr lang="en-VN"/>
          </a:p>
        </p:txBody>
      </p:sp>
      <p:sp>
        <p:nvSpPr>
          <p:cNvPr id="5" name="Footer Placeholder 4"/>
          <p:cNvSpPr>
            <a:spLocks noGrp="1"/>
          </p:cNvSpPr>
          <p:nvPr>
            <p:ph type="ftr" sz="quarter" idx="4"/>
          </p:nvPr>
        </p:nvSpPr>
        <p:spPr/>
        <p:txBody>
          <a:bodyPr/>
          <a:lstStyle/>
          <a:p>
            <a:pPr>
              <a:defRPr/>
            </a:pPr>
            <a:r>
              <a:rPr lang="en-US"/>
              <a:t>Biên soạn: ThS. Huỳnh Thành Lộc</a:t>
            </a:r>
            <a:endParaRPr lang="en-VN"/>
          </a:p>
        </p:txBody>
      </p:sp>
      <p:sp>
        <p:nvSpPr>
          <p:cNvPr id="6" name="Slide Number Placeholder 5"/>
          <p:cNvSpPr>
            <a:spLocks noGrp="1"/>
          </p:cNvSpPr>
          <p:nvPr>
            <p:ph type="sldNum" sz="quarter" idx="5"/>
          </p:nvPr>
        </p:nvSpPr>
        <p:spPr/>
        <p:txBody>
          <a:bodyPr/>
          <a:lstStyle/>
          <a:p>
            <a:pPr>
              <a:defRPr/>
            </a:pPr>
            <a:fld id="{31B9ADCD-FC43-440A-BE93-3F20A47AC538}" type="slidenum">
              <a:rPr lang="en-VN"/>
              <a:pPr>
                <a:defRPr/>
              </a:pPr>
              <a:t>38</a:t>
            </a:fld>
            <a:endParaRPr lang="en-VN"/>
          </a:p>
        </p:txBody>
      </p:sp>
    </p:spTree>
    <p:extLst>
      <p:ext uri="{BB962C8B-B14F-4D97-AF65-F5344CB8AC3E}">
        <p14:creationId xmlns:p14="http://schemas.microsoft.com/office/powerpoint/2010/main" val="181422576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a:p>
        </p:txBody>
      </p:sp>
      <p:sp>
        <p:nvSpPr>
          <p:cNvPr id="4" name="Slide Number Placeholder 3"/>
          <p:cNvSpPr>
            <a:spLocks noGrp="1"/>
          </p:cNvSpPr>
          <p:nvPr>
            <p:ph type="sldNum" sz="quarter" idx="5"/>
          </p:nvPr>
        </p:nvSpPr>
        <p:spPr/>
        <p:txBody>
          <a:bodyPr/>
          <a:lstStyle/>
          <a:p>
            <a:fld id="{87D77045-401A-4D5E-BFE3-54C21A8A6634}" type="slidenum">
              <a:rPr lang="en-US" smtClean="0"/>
              <a:pPr/>
              <a:t>39</a:t>
            </a:fld>
            <a:endParaRPr lang="en-US" dirty="0"/>
          </a:p>
        </p:txBody>
      </p:sp>
    </p:spTree>
    <p:extLst>
      <p:ext uri="{BB962C8B-B14F-4D97-AF65-F5344CB8AC3E}">
        <p14:creationId xmlns:p14="http://schemas.microsoft.com/office/powerpoint/2010/main" val="376546196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a:p>
        </p:txBody>
      </p:sp>
      <p:sp>
        <p:nvSpPr>
          <p:cNvPr id="4" name="Slide Number Placeholder 3"/>
          <p:cNvSpPr>
            <a:spLocks noGrp="1"/>
          </p:cNvSpPr>
          <p:nvPr>
            <p:ph type="sldNum" sz="quarter" idx="5"/>
          </p:nvPr>
        </p:nvSpPr>
        <p:spPr/>
        <p:txBody>
          <a:bodyPr/>
          <a:lstStyle/>
          <a:p>
            <a:fld id="{87D77045-401A-4D5E-BFE3-54C21A8A6634}" type="slidenum">
              <a:rPr lang="en-US" smtClean="0"/>
              <a:pPr/>
              <a:t>40</a:t>
            </a:fld>
            <a:endParaRPr lang="en-US" dirty="0"/>
          </a:p>
        </p:txBody>
      </p:sp>
    </p:spTree>
    <p:extLst>
      <p:ext uri="{BB962C8B-B14F-4D97-AF65-F5344CB8AC3E}">
        <p14:creationId xmlns:p14="http://schemas.microsoft.com/office/powerpoint/2010/main" val="426936478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a:p>
        </p:txBody>
      </p:sp>
      <p:sp>
        <p:nvSpPr>
          <p:cNvPr id="4" name="Slide Number Placeholder 3"/>
          <p:cNvSpPr>
            <a:spLocks noGrp="1"/>
          </p:cNvSpPr>
          <p:nvPr>
            <p:ph type="sldNum" sz="quarter" idx="5"/>
          </p:nvPr>
        </p:nvSpPr>
        <p:spPr/>
        <p:txBody>
          <a:bodyPr/>
          <a:lstStyle/>
          <a:p>
            <a:fld id="{87D77045-401A-4D5E-BFE3-54C21A8A6634}" type="slidenum">
              <a:rPr lang="en-US" smtClean="0"/>
              <a:pPr/>
              <a:t>41</a:t>
            </a:fld>
            <a:endParaRPr lang="en-US" dirty="0"/>
          </a:p>
        </p:txBody>
      </p:sp>
    </p:spTree>
    <p:extLst>
      <p:ext uri="{BB962C8B-B14F-4D97-AF65-F5344CB8AC3E}">
        <p14:creationId xmlns:p14="http://schemas.microsoft.com/office/powerpoint/2010/main" val="152191618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customXml" Target="../ink/ink1.xml"/><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customXml" Target="../ink/ink2.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8B36BFC-FD71-4005-2B63-DE44C57E8C4C}"/>
              </a:ext>
            </a:extLst>
          </p:cNvPr>
          <p:cNvSpPr>
            <a:spLocks noGrp="1"/>
          </p:cNvSpPr>
          <p:nvPr>
            <p:ph type="ctrTitle"/>
          </p:nvPr>
        </p:nvSpPr>
        <p:spPr>
          <a:xfrm>
            <a:off x="611999" y="2208580"/>
            <a:ext cx="7920000" cy="1620000"/>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b">
            <a:spAutoFit/>
          </a:bodyPr>
          <a:lstStyle>
            <a:lvl1pPr>
              <a:defRPr lang="en-US" sz="4050" b="1" dirty="0">
                <a:solidFill>
                  <a:srgbClr val="18459E"/>
                </a:solidFill>
                <a:latin typeface="Arial (body)"/>
                <a:ea typeface="+mn-ea"/>
                <a:cs typeface="Arial" panose="020B0604020202020204" pitchFamily="34" charset="0"/>
              </a:defRPr>
            </a:lvl1pPr>
          </a:lstStyle>
          <a:p>
            <a:pPr marL="0" lvl="0" defTabSz="457200">
              <a:lnSpc>
                <a:spcPct val="100000"/>
              </a:lnSpc>
              <a:buFontTx/>
            </a:pPr>
            <a:r>
              <a:rPr lang="en-US" dirty="0"/>
              <a:t>Click to edit Master title style</a:t>
            </a:r>
          </a:p>
        </p:txBody>
      </p:sp>
      <p:sp>
        <p:nvSpPr>
          <p:cNvPr id="5" name="Subtitle 2">
            <a:extLst>
              <a:ext uri="{FF2B5EF4-FFF2-40B4-BE49-F238E27FC236}">
                <a16:creationId xmlns:a16="http://schemas.microsoft.com/office/drawing/2014/main" id="{57E9DCAF-8ACF-E673-23E2-02A987B94A40}"/>
              </a:ext>
            </a:extLst>
          </p:cNvPr>
          <p:cNvSpPr>
            <a:spLocks noGrp="1"/>
          </p:cNvSpPr>
          <p:nvPr>
            <p:ph type="subTitle" idx="1"/>
          </p:nvPr>
        </p:nvSpPr>
        <p:spPr>
          <a:xfrm>
            <a:off x="611999" y="3872437"/>
            <a:ext cx="7920000" cy="360000"/>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lang="en-US" sz="1500" dirty="0">
                <a:latin typeface="Arial" panose="020B0604020202020204" pitchFamily="34" charset="0"/>
                <a:cs typeface="Arial" panose="020B0604020202020204" pitchFamily="34" charset="0"/>
              </a:defRPr>
            </a:lvl1pPr>
          </a:lstStyle>
          <a:p>
            <a:pPr marL="0" lvl="0" defTabSz="457200">
              <a:lnSpc>
                <a:spcPct val="100000"/>
              </a:lnSpc>
              <a:spcBef>
                <a:spcPct val="0"/>
              </a:spcBef>
              <a:buFontTx/>
              <a:buNone/>
            </a:pPr>
            <a:r>
              <a:rPr lang="en-US" dirty="0"/>
              <a:t>Click to edit Master subtitle style</a:t>
            </a:r>
          </a:p>
        </p:txBody>
      </p:sp>
      <mc:AlternateContent xmlns:mc="http://schemas.openxmlformats.org/markup-compatibility/2006" xmlns:p14="http://schemas.microsoft.com/office/powerpoint/2010/main" xmlns:aink="http://schemas.microsoft.com/office/drawing/2016/ink">
        <mc:Choice Requires="p14 aink">
          <p:contentPart p14:bwMode="auto" r:id="rId2">
            <p14:nvContentPartPr>
              <p14:cNvPr id="6" name="Ink 5">
                <a:extLst>
                  <a:ext uri="{FF2B5EF4-FFF2-40B4-BE49-F238E27FC236}">
                    <a16:creationId xmlns:a16="http://schemas.microsoft.com/office/drawing/2014/main" id="{BCEFD2AF-F74D-7232-C4D2-7A4B571C9449}"/>
                  </a:ext>
                </a:extLst>
              </p14:cNvPr>
              <p14:cNvContentPartPr/>
              <p14:nvPr userDrawn="1"/>
            </p14:nvContentPartPr>
            <p14:xfrm>
              <a:off x="8404630" y="3567844"/>
              <a:ext cx="270" cy="360"/>
            </p14:xfrm>
          </p:contentPart>
        </mc:Choice>
        <mc:Fallback xmlns="">
          <p:pic>
            <p:nvPicPr>
              <p:cNvPr id="6" name="Ink 5">
                <a:extLst>
                  <a:ext uri="{FF2B5EF4-FFF2-40B4-BE49-F238E27FC236}">
                    <a16:creationId xmlns:a16="http://schemas.microsoft.com/office/drawing/2014/main" id="{BCEFD2AF-F74D-7232-C4D2-7A4B571C9449}"/>
                  </a:ext>
                </a:extLst>
              </p:cNvPr>
              <p:cNvPicPr/>
              <p:nvPr/>
            </p:nvPicPr>
            <p:blipFill>
              <a:blip r:embed="rId3"/>
              <a:stretch>
                <a:fillRect/>
              </a:stretch>
            </p:blipFill>
            <p:spPr>
              <a:xfrm>
                <a:off x="8397880" y="3558844"/>
                <a:ext cx="13500" cy="18000"/>
              </a:xfrm>
              <a:prstGeom prst="rect">
                <a:avLst/>
              </a:prstGeom>
            </p:spPr>
          </p:pic>
        </mc:Fallback>
      </mc:AlternateContent>
      <p:sp>
        <p:nvSpPr>
          <p:cNvPr id="8" name="TextBox 7">
            <a:extLst>
              <a:ext uri="{FF2B5EF4-FFF2-40B4-BE49-F238E27FC236}">
                <a16:creationId xmlns:a16="http://schemas.microsoft.com/office/drawing/2014/main" id="{E88976C2-B8D5-F5F8-BFC8-A07A3A89D6D3}"/>
              </a:ext>
            </a:extLst>
          </p:cNvPr>
          <p:cNvSpPr txBox="1"/>
          <p:nvPr userDrawn="1"/>
        </p:nvSpPr>
        <p:spPr>
          <a:xfrm>
            <a:off x="1587698" y="251916"/>
            <a:ext cx="5968603" cy="322076"/>
          </a:xfrm>
          <a:prstGeom prst="rect">
            <a:avLst/>
          </a:prstGeom>
          <a:noFill/>
        </p:spPr>
        <p:txBody>
          <a:bodyPr>
            <a:spAutoFit/>
          </a:bodyPr>
          <a:lstStyle/>
          <a:p>
            <a:pPr algn="just" eaLnBrk="1" fontAlgn="auto" hangingPunct="1">
              <a:spcBef>
                <a:spcPts val="0"/>
              </a:spcBef>
              <a:spcAft>
                <a:spcPts val="0"/>
              </a:spcAft>
              <a:defRPr/>
            </a:pPr>
            <a:r>
              <a:rPr lang="vi-VN" sz="1493" b="1">
                <a:solidFill>
                  <a:srgbClr val="18459E"/>
                </a:solidFill>
                <a:latin typeface="+mn-lt"/>
                <a:ea typeface="Inter" panose="020B0502030000000004" pitchFamily="34" charset="0"/>
                <a:cs typeface="Arial" panose="020B0604020202020204" pitchFamily="34" charset="0"/>
              </a:rPr>
              <a:t>TRƯỜNG ĐẠI HỌC NGOẠI NGỮ - TIN HỌC TP. HỒ CHÍ MINH</a:t>
            </a:r>
            <a:endParaRPr lang="en-VN" sz="1493" b="1">
              <a:solidFill>
                <a:srgbClr val="18459E"/>
              </a:solidFill>
              <a:latin typeface="+mn-lt"/>
              <a:ea typeface="Inter" panose="020B0502030000000004" pitchFamily="34" charset="0"/>
              <a:cs typeface="Arial" panose="020B0604020202020204" pitchFamily="34" charset="0"/>
            </a:endParaRPr>
          </a:p>
        </p:txBody>
      </p:sp>
      <p:sp>
        <p:nvSpPr>
          <p:cNvPr id="9" name="TextBox 8">
            <a:extLst>
              <a:ext uri="{FF2B5EF4-FFF2-40B4-BE49-F238E27FC236}">
                <a16:creationId xmlns:a16="http://schemas.microsoft.com/office/drawing/2014/main" id="{51ADA18E-F297-F584-B051-9E2DF095A44D}"/>
              </a:ext>
            </a:extLst>
          </p:cNvPr>
          <p:cNvSpPr txBox="1"/>
          <p:nvPr userDrawn="1"/>
        </p:nvSpPr>
        <p:spPr>
          <a:xfrm>
            <a:off x="1587698" y="519806"/>
            <a:ext cx="5968603" cy="244682"/>
          </a:xfrm>
          <a:prstGeom prst="rect">
            <a:avLst/>
          </a:prstGeom>
          <a:noFill/>
        </p:spPr>
        <p:txBody>
          <a:bodyPr>
            <a:spAutoFit/>
          </a:bodyPr>
          <a:lstStyle/>
          <a:p>
            <a:pPr algn="just" eaLnBrk="1" fontAlgn="auto" hangingPunct="1">
              <a:spcBef>
                <a:spcPts val="0"/>
              </a:spcBef>
              <a:spcAft>
                <a:spcPts val="0"/>
              </a:spcAft>
              <a:defRPr/>
            </a:pPr>
            <a:r>
              <a:rPr lang="vi-VN" sz="990">
                <a:solidFill>
                  <a:srgbClr val="18459E"/>
                </a:solidFill>
                <a:latin typeface="+mn-lt"/>
                <a:ea typeface="Inter" panose="020B0502030000000004" pitchFamily="34" charset="0"/>
                <a:cs typeface="Arial" panose="020B0604020202020204" pitchFamily="34" charset="0"/>
              </a:rPr>
              <a:t>HO CHI MINH CITY UNIVERSITY OF FOREIGN LANGUAGES - INFORMATION TECHNOLOGY</a:t>
            </a:r>
            <a:endParaRPr lang="en-VN" sz="990">
              <a:solidFill>
                <a:srgbClr val="18459E"/>
              </a:solidFill>
              <a:latin typeface="+mn-lt"/>
              <a:ea typeface="Inter" panose="020B0502030000000004" pitchFamily="34" charset="0"/>
              <a:cs typeface="Arial" panose="020B0604020202020204" pitchFamily="34" charset="0"/>
            </a:endParaRPr>
          </a:p>
        </p:txBody>
      </p:sp>
      <mc:AlternateContent xmlns:mc="http://schemas.openxmlformats.org/markup-compatibility/2006" xmlns:p14="http://schemas.microsoft.com/office/powerpoint/2010/main" xmlns:aink="http://schemas.microsoft.com/office/drawing/2016/ink">
        <mc:Choice Requires="p14 aink">
          <p:contentPart p14:bwMode="auto" r:id="rId4">
            <p14:nvContentPartPr>
              <p14:cNvPr id="19" name="Ink 18">
                <a:extLst>
                  <a:ext uri="{FF2B5EF4-FFF2-40B4-BE49-F238E27FC236}">
                    <a16:creationId xmlns:a16="http://schemas.microsoft.com/office/drawing/2014/main" id="{4114939E-CD46-4E2C-059F-018FFD0801A1}"/>
                  </a:ext>
                </a:extLst>
              </p14:cNvPr>
              <p14:cNvContentPartPr/>
              <p14:nvPr userDrawn="1"/>
            </p14:nvContentPartPr>
            <p14:xfrm>
              <a:off x="8404630" y="3533133"/>
              <a:ext cx="270" cy="270"/>
            </p14:xfrm>
          </p:contentPart>
        </mc:Choice>
        <mc:Fallback xmlns="">
          <p:pic>
            <p:nvPicPr>
              <p:cNvPr id="19" name="Ink 18">
                <a:extLst>
                  <a:ext uri="{FF2B5EF4-FFF2-40B4-BE49-F238E27FC236}">
                    <a16:creationId xmlns:a16="http://schemas.microsoft.com/office/drawing/2014/main" id="{4114939E-CD46-4E2C-059F-018FFD0801A1}"/>
                  </a:ext>
                </a:extLst>
              </p:cNvPr>
              <p:cNvPicPr/>
              <p:nvPr/>
            </p:nvPicPr>
            <p:blipFill>
              <a:blip r:embed="rId5"/>
              <a:stretch>
                <a:fillRect/>
              </a:stretch>
            </p:blipFill>
            <p:spPr>
              <a:xfrm>
                <a:off x="8397880" y="3526383"/>
                <a:ext cx="13500" cy="13500"/>
              </a:xfrm>
              <a:prstGeom prst="rect">
                <a:avLst/>
              </a:prstGeom>
            </p:spPr>
          </p:pic>
        </mc:Fallback>
      </mc:AlternateContent>
      <p:grpSp>
        <p:nvGrpSpPr>
          <p:cNvPr id="20" name="Group 19">
            <a:extLst>
              <a:ext uri="{FF2B5EF4-FFF2-40B4-BE49-F238E27FC236}">
                <a16:creationId xmlns:a16="http://schemas.microsoft.com/office/drawing/2014/main" id="{1A8436CC-28D6-F9F1-8D4C-302BD5DD2506}"/>
              </a:ext>
            </a:extLst>
          </p:cNvPr>
          <p:cNvGrpSpPr/>
          <p:nvPr userDrawn="1"/>
        </p:nvGrpSpPr>
        <p:grpSpPr>
          <a:xfrm>
            <a:off x="-2382" y="6399608"/>
            <a:ext cx="9157099" cy="458392"/>
            <a:chOff x="-2382" y="5545931"/>
            <a:chExt cx="9157099" cy="458392"/>
          </a:xfrm>
        </p:grpSpPr>
        <p:sp>
          <p:nvSpPr>
            <p:cNvPr id="21" name="Rectangle 21">
              <a:extLst>
                <a:ext uri="{FF2B5EF4-FFF2-40B4-BE49-F238E27FC236}">
                  <a16:creationId xmlns:a16="http://schemas.microsoft.com/office/drawing/2014/main" id="{CF04A903-7EC0-2DDB-D849-C4252DF5F98E}"/>
                </a:ext>
              </a:extLst>
            </p:cNvPr>
            <p:cNvSpPr/>
            <p:nvPr userDrawn="1"/>
          </p:nvSpPr>
          <p:spPr>
            <a:xfrm>
              <a:off x="-2382" y="5834063"/>
              <a:ext cx="7119938" cy="170260"/>
            </a:xfrm>
            <a:custGeom>
              <a:avLst/>
              <a:gdLst>
                <a:gd name="connsiteX0" fmla="*/ 0 w 9290688"/>
                <a:gd name="connsiteY0" fmla="*/ 0 h 226424"/>
                <a:gd name="connsiteX1" fmla="*/ 9290688 w 9290688"/>
                <a:gd name="connsiteY1" fmla="*/ 0 h 226424"/>
                <a:gd name="connsiteX2" fmla="*/ 9290688 w 9290688"/>
                <a:gd name="connsiteY2" fmla="*/ 226424 h 226424"/>
                <a:gd name="connsiteX3" fmla="*/ 0 w 9290688"/>
                <a:gd name="connsiteY3" fmla="*/ 226424 h 226424"/>
                <a:gd name="connsiteX4" fmla="*/ 0 w 9290688"/>
                <a:gd name="connsiteY4" fmla="*/ 0 h 226424"/>
                <a:gd name="connsiteX0" fmla="*/ 0 w 9493888"/>
                <a:gd name="connsiteY0" fmla="*/ 0 h 226424"/>
                <a:gd name="connsiteX1" fmla="*/ 9493888 w 9493888"/>
                <a:gd name="connsiteY1" fmla="*/ 0 h 226424"/>
                <a:gd name="connsiteX2" fmla="*/ 9290688 w 9493888"/>
                <a:gd name="connsiteY2" fmla="*/ 226424 h 226424"/>
                <a:gd name="connsiteX3" fmla="*/ 0 w 9493888"/>
                <a:gd name="connsiteY3" fmla="*/ 226424 h 226424"/>
                <a:gd name="connsiteX4" fmla="*/ 0 w 9493888"/>
                <a:gd name="connsiteY4" fmla="*/ 0 h 2264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93888" h="226424">
                  <a:moveTo>
                    <a:pt x="0" y="0"/>
                  </a:moveTo>
                  <a:lnTo>
                    <a:pt x="9493888" y="0"/>
                  </a:lnTo>
                  <a:lnTo>
                    <a:pt x="9290688" y="226424"/>
                  </a:lnTo>
                  <a:lnTo>
                    <a:pt x="0" y="226424"/>
                  </a:lnTo>
                  <a:lnTo>
                    <a:pt x="0" y="0"/>
                  </a:lnTo>
                  <a:close/>
                </a:path>
              </a:pathLst>
            </a:custGeom>
            <a:solidFill>
              <a:srgbClr val="EF682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VN">
                <a:latin typeface="Helvetica" pitchFamily="2" charset="0"/>
              </a:endParaRPr>
            </a:p>
          </p:txBody>
        </p:sp>
        <p:sp>
          <p:nvSpPr>
            <p:cNvPr id="22" name="Rectangle 1">
              <a:extLst>
                <a:ext uri="{FF2B5EF4-FFF2-40B4-BE49-F238E27FC236}">
                  <a16:creationId xmlns:a16="http://schemas.microsoft.com/office/drawing/2014/main" id="{3D8B1CE4-20BE-FB9E-FA3A-E05165C8EB1D}"/>
                </a:ext>
              </a:extLst>
            </p:cNvPr>
            <p:cNvSpPr/>
            <p:nvPr userDrawn="1"/>
          </p:nvSpPr>
          <p:spPr>
            <a:xfrm>
              <a:off x="7155657" y="5620942"/>
              <a:ext cx="1999060" cy="298847"/>
            </a:xfrm>
            <a:custGeom>
              <a:avLst/>
              <a:gdLst>
                <a:gd name="connsiteX0" fmla="*/ 0 w 2240017"/>
                <a:gd name="connsiteY0" fmla="*/ 0 h 396261"/>
                <a:gd name="connsiteX1" fmla="*/ 2240017 w 2240017"/>
                <a:gd name="connsiteY1" fmla="*/ 0 h 396261"/>
                <a:gd name="connsiteX2" fmla="*/ 2240017 w 2240017"/>
                <a:gd name="connsiteY2" fmla="*/ 396261 h 396261"/>
                <a:gd name="connsiteX3" fmla="*/ 0 w 2240017"/>
                <a:gd name="connsiteY3" fmla="*/ 396261 h 396261"/>
                <a:gd name="connsiteX4" fmla="*/ 0 w 2240017"/>
                <a:gd name="connsiteY4" fmla="*/ 0 h 396261"/>
                <a:gd name="connsiteX0" fmla="*/ 350467 w 2590484"/>
                <a:gd name="connsiteY0" fmla="*/ 0 h 396261"/>
                <a:gd name="connsiteX1" fmla="*/ 2590484 w 2590484"/>
                <a:gd name="connsiteY1" fmla="*/ 0 h 396261"/>
                <a:gd name="connsiteX2" fmla="*/ 2590484 w 2590484"/>
                <a:gd name="connsiteY2" fmla="*/ 396261 h 396261"/>
                <a:gd name="connsiteX3" fmla="*/ 0 w 2590484"/>
                <a:gd name="connsiteY3" fmla="*/ 393075 h 396261"/>
                <a:gd name="connsiteX4" fmla="*/ 350467 w 2590484"/>
                <a:gd name="connsiteY4" fmla="*/ 0 h 396261"/>
                <a:gd name="connsiteX0" fmla="*/ 295006 w 2590484"/>
                <a:gd name="connsiteY0" fmla="*/ 5610 h 396261"/>
                <a:gd name="connsiteX1" fmla="*/ 2590484 w 2590484"/>
                <a:gd name="connsiteY1" fmla="*/ 0 h 396261"/>
                <a:gd name="connsiteX2" fmla="*/ 2590484 w 2590484"/>
                <a:gd name="connsiteY2" fmla="*/ 396261 h 396261"/>
                <a:gd name="connsiteX3" fmla="*/ 0 w 2590484"/>
                <a:gd name="connsiteY3" fmla="*/ 393075 h 396261"/>
                <a:gd name="connsiteX4" fmla="*/ 295006 w 2590484"/>
                <a:gd name="connsiteY4" fmla="*/ 5610 h 396261"/>
                <a:gd name="connsiteX0" fmla="*/ 322736 w 2590484"/>
                <a:gd name="connsiteY0" fmla="*/ 5610 h 396261"/>
                <a:gd name="connsiteX1" fmla="*/ 2590484 w 2590484"/>
                <a:gd name="connsiteY1" fmla="*/ 0 h 396261"/>
                <a:gd name="connsiteX2" fmla="*/ 2590484 w 2590484"/>
                <a:gd name="connsiteY2" fmla="*/ 396261 h 396261"/>
                <a:gd name="connsiteX3" fmla="*/ 0 w 2590484"/>
                <a:gd name="connsiteY3" fmla="*/ 393075 h 396261"/>
                <a:gd name="connsiteX4" fmla="*/ 322736 w 2590484"/>
                <a:gd name="connsiteY4" fmla="*/ 5610 h 396261"/>
                <a:gd name="connsiteX0" fmla="*/ 316458 w 2590484"/>
                <a:gd name="connsiteY0" fmla="*/ 0 h 397001"/>
                <a:gd name="connsiteX1" fmla="*/ 2590484 w 2590484"/>
                <a:gd name="connsiteY1" fmla="*/ 740 h 397001"/>
                <a:gd name="connsiteX2" fmla="*/ 2590484 w 2590484"/>
                <a:gd name="connsiteY2" fmla="*/ 397001 h 397001"/>
                <a:gd name="connsiteX3" fmla="*/ 0 w 2590484"/>
                <a:gd name="connsiteY3" fmla="*/ 393815 h 397001"/>
                <a:gd name="connsiteX4" fmla="*/ 316458 w 2590484"/>
                <a:gd name="connsiteY4" fmla="*/ 0 h 397001"/>
                <a:gd name="connsiteX0" fmla="*/ 329014 w 2590484"/>
                <a:gd name="connsiteY0" fmla="*/ 0 h 397001"/>
                <a:gd name="connsiteX1" fmla="*/ 2590484 w 2590484"/>
                <a:gd name="connsiteY1" fmla="*/ 740 h 397001"/>
                <a:gd name="connsiteX2" fmla="*/ 2590484 w 2590484"/>
                <a:gd name="connsiteY2" fmla="*/ 397001 h 397001"/>
                <a:gd name="connsiteX3" fmla="*/ 0 w 2590484"/>
                <a:gd name="connsiteY3" fmla="*/ 393815 h 397001"/>
                <a:gd name="connsiteX4" fmla="*/ 329014 w 2590484"/>
                <a:gd name="connsiteY4" fmla="*/ 0 h 397001"/>
                <a:gd name="connsiteX0" fmla="*/ 372960 w 2634430"/>
                <a:gd name="connsiteY0" fmla="*/ 0 h 397001"/>
                <a:gd name="connsiteX1" fmla="*/ 2634430 w 2634430"/>
                <a:gd name="connsiteY1" fmla="*/ 740 h 397001"/>
                <a:gd name="connsiteX2" fmla="*/ 2634430 w 2634430"/>
                <a:gd name="connsiteY2" fmla="*/ 397001 h 397001"/>
                <a:gd name="connsiteX3" fmla="*/ 0 w 2634430"/>
                <a:gd name="connsiteY3" fmla="*/ 393815 h 397001"/>
                <a:gd name="connsiteX4" fmla="*/ 372960 w 2634430"/>
                <a:gd name="connsiteY4" fmla="*/ 0 h 397001"/>
                <a:gd name="connsiteX0" fmla="*/ 325875 w 2634430"/>
                <a:gd name="connsiteY0" fmla="*/ 0 h 397001"/>
                <a:gd name="connsiteX1" fmla="*/ 2634430 w 2634430"/>
                <a:gd name="connsiteY1" fmla="*/ 740 h 397001"/>
                <a:gd name="connsiteX2" fmla="*/ 2634430 w 2634430"/>
                <a:gd name="connsiteY2" fmla="*/ 397001 h 397001"/>
                <a:gd name="connsiteX3" fmla="*/ 0 w 2634430"/>
                <a:gd name="connsiteY3" fmla="*/ 393815 h 397001"/>
                <a:gd name="connsiteX4" fmla="*/ 325875 w 2634430"/>
                <a:gd name="connsiteY4" fmla="*/ 0 h 3970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34430" h="397001">
                  <a:moveTo>
                    <a:pt x="325875" y="0"/>
                  </a:moveTo>
                  <a:lnTo>
                    <a:pt x="2634430" y="740"/>
                  </a:lnTo>
                  <a:lnTo>
                    <a:pt x="2634430" y="397001"/>
                  </a:lnTo>
                  <a:lnTo>
                    <a:pt x="0" y="393815"/>
                  </a:lnTo>
                  <a:lnTo>
                    <a:pt x="325875" y="0"/>
                  </a:lnTo>
                  <a:close/>
                </a:path>
              </a:pathLst>
            </a:custGeom>
            <a:solidFill>
              <a:srgbClr val="18459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vi-VN"/>
            </a:p>
          </p:txBody>
        </p:sp>
        <p:sp>
          <p:nvSpPr>
            <p:cNvPr id="23" name="TextBox 27">
              <a:extLst>
                <a:ext uri="{FF2B5EF4-FFF2-40B4-BE49-F238E27FC236}">
                  <a16:creationId xmlns:a16="http://schemas.microsoft.com/office/drawing/2014/main" id="{AA148E21-0D2C-6F8A-1C3C-85961B8AC6E6}"/>
                </a:ext>
              </a:extLst>
            </p:cNvPr>
            <p:cNvSpPr txBox="1">
              <a:spLocks noChangeArrowheads="1"/>
            </p:cNvSpPr>
            <p:nvPr userDrawn="1"/>
          </p:nvSpPr>
          <p:spPr bwMode="auto">
            <a:xfrm>
              <a:off x="7421166" y="5639993"/>
              <a:ext cx="170378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1200">
                  <a:solidFill>
                    <a:schemeClr val="bg1"/>
                  </a:solidFill>
                  <a:latin typeface="Arial" panose="020B0604020202020204" pitchFamily="34" charset="0"/>
                  <a:cs typeface="Arial" panose="020B0604020202020204" pitchFamily="34" charset="0"/>
                </a:rPr>
                <a:t>www.huflit.edu.vn</a:t>
              </a:r>
              <a:endParaRPr lang="en-US" altLang="en-US" sz="1200">
                <a:solidFill>
                  <a:schemeClr val="bg1"/>
                </a:solidFill>
                <a:latin typeface="Arial" panose="020B0604020202020204" pitchFamily="34" charset="0"/>
                <a:ea typeface="Inter" panose="02000503000000020004" pitchFamily="2" charset="0"/>
                <a:cs typeface="Arial" panose="020B0604020202020204" pitchFamily="34" charset="0"/>
              </a:endParaRPr>
            </a:p>
          </p:txBody>
        </p:sp>
        <p:cxnSp>
          <p:nvCxnSpPr>
            <p:cNvPr id="24" name="Straight Connector 23">
              <a:extLst>
                <a:ext uri="{FF2B5EF4-FFF2-40B4-BE49-F238E27FC236}">
                  <a16:creationId xmlns:a16="http://schemas.microsoft.com/office/drawing/2014/main" id="{33A3431D-4D95-1F6A-63BB-7D61CF9D2241}"/>
                </a:ext>
              </a:extLst>
            </p:cNvPr>
            <p:cNvCxnSpPr>
              <a:cxnSpLocks/>
            </p:cNvCxnSpPr>
            <p:nvPr userDrawn="1"/>
          </p:nvCxnSpPr>
          <p:spPr>
            <a:xfrm>
              <a:off x="-2381" y="5729288"/>
              <a:ext cx="7184231" cy="0"/>
            </a:xfrm>
            <a:prstGeom prst="line">
              <a:avLst/>
            </a:prstGeom>
            <a:ln>
              <a:solidFill>
                <a:srgbClr val="EF6822"/>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B384965-9764-FB5F-5D11-068185CB9B9F}"/>
                </a:ext>
              </a:extLst>
            </p:cNvPr>
            <p:cNvCxnSpPr>
              <a:cxnSpLocks/>
            </p:cNvCxnSpPr>
            <p:nvPr userDrawn="1"/>
          </p:nvCxnSpPr>
          <p:spPr>
            <a:xfrm flipH="1">
              <a:off x="7181850" y="5545933"/>
              <a:ext cx="163116" cy="183356"/>
            </a:xfrm>
            <a:prstGeom prst="line">
              <a:avLst/>
            </a:prstGeom>
            <a:ln>
              <a:solidFill>
                <a:srgbClr val="EF6822"/>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22193E7A-B683-BE4D-0893-75216C267E2F}"/>
                </a:ext>
              </a:extLst>
            </p:cNvPr>
            <p:cNvCxnSpPr/>
            <p:nvPr userDrawn="1"/>
          </p:nvCxnSpPr>
          <p:spPr>
            <a:xfrm>
              <a:off x="7344966" y="5545931"/>
              <a:ext cx="1799034" cy="0"/>
            </a:xfrm>
            <a:prstGeom prst="line">
              <a:avLst/>
            </a:prstGeom>
            <a:ln>
              <a:solidFill>
                <a:srgbClr val="EF6822"/>
              </a:solidFill>
            </a:ln>
          </p:spPr>
          <p:style>
            <a:lnRef idx="1">
              <a:schemeClr val="accent1"/>
            </a:lnRef>
            <a:fillRef idx="0">
              <a:schemeClr val="accent1"/>
            </a:fillRef>
            <a:effectRef idx="0">
              <a:schemeClr val="accent1"/>
            </a:effectRef>
            <a:fontRef idx="minor">
              <a:schemeClr val="tx1"/>
            </a:fontRef>
          </p:style>
        </p:cxnSp>
      </p:grpSp>
      <p:pic>
        <p:nvPicPr>
          <p:cNvPr id="27" name="Picture 6">
            <a:extLst>
              <a:ext uri="{FF2B5EF4-FFF2-40B4-BE49-F238E27FC236}">
                <a16:creationId xmlns:a16="http://schemas.microsoft.com/office/drawing/2014/main" id="{6789791C-7C0F-D365-FE20-A7A48D4071D1}"/>
              </a:ext>
            </a:extLst>
          </p:cNvPr>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132754" y="62607"/>
            <a:ext cx="1433513" cy="903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451948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40594" y="226774"/>
            <a:ext cx="7574756" cy="481806"/>
          </a:xfrm>
        </p:spPr>
        <p:txBody>
          <a:bodyPr>
            <a:normAutofit/>
          </a:bodyPr>
          <a:lstStyle>
            <a:lvl1pPr>
              <a:defRPr sz="3000">
                <a:solidFill>
                  <a:srgbClr val="EF6822"/>
                </a:solidFill>
                <a:latin typeface="Arial" panose="020B0604020202020204" pitchFamily="34" charset="0"/>
                <a:cs typeface="Arial" panose="020B0604020202020204" pitchFamily="34" charset="0"/>
              </a:defRPr>
            </a:lvl1pPr>
          </a:lstStyle>
          <a:p>
            <a:r>
              <a:rPr lang="en-US" dirty="0"/>
              <a:t>Click to edit Master title style</a:t>
            </a:r>
          </a:p>
        </p:txBody>
      </p:sp>
      <p:sp>
        <p:nvSpPr>
          <p:cNvPr id="3" name="Content Placeholder 2"/>
          <p:cNvSpPr>
            <a:spLocks noGrp="1"/>
          </p:cNvSpPr>
          <p:nvPr>
            <p:ph idx="1"/>
          </p:nvPr>
        </p:nvSpPr>
        <p:spPr>
          <a:xfrm>
            <a:off x="628650" y="1038622"/>
            <a:ext cx="7886700" cy="5126197"/>
          </a:xfrm>
        </p:spPr>
        <p:txBody>
          <a:bodyPr>
            <a:normAutofit/>
          </a:bodyPr>
          <a:lstStyle>
            <a:lvl1pPr marL="228600" indent="-228600">
              <a:buFont typeface="Wingdings" pitchFamily="2" charset="2"/>
              <a:buChar char="§"/>
              <a:defRPr sz="2400">
                <a:latin typeface="Arial" panose="020B0604020202020204" pitchFamily="34" charset="0"/>
                <a:cs typeface="Arial" panose="020B0604020202020204" pitchFamily="34" charset="0"/>
              </a:defRPr>
            </a:lvl1pPr>
            <a:lvl2pPr>
              <a:defRPr sz="2000">
                <a:latin typeface="Arial" panose="020B0604020202020204" pitchFamily="34" charset="0"/>
                <a:cs typeface="Arial" panose="020B0604020202020204" pitchFamily="34" charset="0"/>
              </a:defRPr>
            </a:lvl2pPr>
            <a:lvl3pPr marL="1143000" indent="-228600">
              <a:buFont typeface="Wingdings" pitchFamily="2" charset="2"/>
              <a:buChar char="ü"/>
              <a:defRPr sz="1800">
                <a:latin typeface="Arial" panose="020B0604020202020204" pitchFamily="34" charset="0"/>
                <a:cs typeface="Arial" panose="020B0604020202020204" pitchFamily="34" charset="0"/>
              </a:defRPr>
            </a:lvl3pPr>
            <a:lvl4pPr marL="1600200" indent="-228600">
              <a:buFont typeface="Courier New" panose="02070309020205020404" pitchFamily="49" charset="0"/>
              <a:buChar char="o"/>
              <a:defRPr sz="1600">
                <a:latin typeface="Arial" panose="020B0604020202020204" pitchFamily="34" charset="0"/>
                <a:cs typeface="Arial" panose="020B0604020202020204" pitchFamily="34" charset="0"/>
              </a:defRPr>
            </a:lvl4pPr>
            <a:lvl5pPr marL="2057400" indent="-228600">
              <a:buFont typeface="Courier New" panose="02070309020205020404" pitchFamily="49" charset="0"/>
              <a:buChar char="o"/>
              <a:defRPr sz="1600">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a:xfrm>
            <a:off x="7977" y="6432947"/>
            <a:ext cx="6026112" cy="282178"/>
          </a:xfrm>
        </p:spPr>
        <p:txBody>
          <a:bodyPr/>
          <a:lstStyle>
            <a:lvl1pPr algn="l">
              <a:defRPr>
                <a:latin typeface="Arial" panose="020B0604020202020204" pitchFamily="34" charset="0"/>
                <a:cs typeface="Arial" panose="020B0604020202020204" pitchFamily="34" charset="0"/>
              </a:defRPr>
            </a:lvl1pPr>
          </a:lstStyle>
          <a:p>
            <a:pPr>
              <a:defRPr/>
            </a:pPr>
            <a:r>
              <a:rPr lang="en-US"/>
              <a:t>Bài 6: Mảng một chiều</a:t>
            </a:r>
            <a:endParaRPr lang="en-VN"/>
          </a:p>
        </p:txBody>
      </p:sp>
      <p:grpSp>
        <p:nvGrpSpPr>
          <p:cNvPr id="16" name="Group 15">
            <a:extLst>
              <a:ext uri="{FF2B5EF4-FFF2-40B4-BE49-F238E27FC236}">
                <a16:creationId xmlns:a16="http://schemas.microsoft.com/office/drawing/2014/main" id="{9664B311-FD7A-42D3-5627-BD06D0B89CBA}"/>
              </a:ext>
            </a:extLst>
          </p:cNvPr>
          <p:cNvGrpSpPr/>
          <p:nvPr userDrawn="1"/>
        </p:nvGrpSpPr>
        <p:grpSpPr>
          <a:xfrm>
            <a:off x="-14287" y="568960"/>
            <a:ext cx="9188053" cy="228601"/>
            <a:chOff x="-14287" y="837009"/>
            <a:chExt cx="9188053" cy="228601"/>
          </a:xfrm>
        </p:grpSpPr>
        <p:cxnSp>
          <p:nvCxnSpPr>
            <p:cNvPr id="8" name="Straight Connector 7">
              <a:extLst>
                <a:ext uri="{FF2B5EF4-FFF2-40B4-BE49-F238E27FC236}">
                  <a16:creationId xmlns:a16="http://schemas.microsoft.com/office/drawing/2014/main" id="{CDFE8D7A-9695-3FE0-9DC0-65562B79B4F0}"/>
                </a:ext>
              </a:extLst>
            </p:cNvPr>
            <p:cNvCxnSpPr>
              <a:cxnSpLocks/>
            </p:cNvCxnSpPr>
            <p:nvPr userDrawn="1"/>
          </p:nvCxnSpPr>
          <p:spPr>
            <a:xfrm>
              <a:off x="658416" y="976313"/>
              <a:ext cx="8515350" cy="0"/>
            </a:xfrm>
            <a:prstGeom prst="line">
              <a:avLst/>
            </a:prstGeom>
            <a:ln w="12700">
              <a:solidFill>
                <a:srgbClr val="EF6822"/>
              </a:solidFill>
            </a:ln>
          </p:spPr>
          <p:style>
            <a:lnRef idx="1">
              <a:schemeClr val="accent2"/>
            </a:lnRef>
            <a:fillRef idx="0">
              <a:schemeClr val="accent2"/>
            </a:fillRef>
            <a:effectRef idx="0">
              <a:schemeClr val="accent2"/>
            </a:effectRef>
            <a:fontRef idx="minor">
              <a:schemeClr val="tx1"/>
            </a:fontRef>
          </p:style>
        </p:cxnSp>
        <p:sp>
          <p:nvSpPr>
            <p:cNvPr id="11" name="Rectangle 16">
              <a:extLst>
                <a:ext uri="{FF2B5EF4-FFF2-40B4-BE49-F238E27FC236}">
                  <a16:creationId xmlns:a16="http://schemas.microsoft.com/office/drawing/2014/main" id="{76657976-82AB-C28D-AF5D-8B6D4D929C5D}"/>
                </a:ext>
              </a:extLst>
            </p:cNvPr>
            <p:cNvSpPr/>
            <p:nvPr userDrawn="1"/>
          </p:nvSpPr>
          <p:spPr>
            <a:xfrm flipH="1" flipV="1">
              <a:off x="-14287" y="837009"/>
              <a:ext cx="954881" cy="228601"/>
            </a:xfrm>
            <a:custGeom>
              <a:avLst/>
              <a:gdLst>
                <a:gd name="connsiteX0" fmla="*/ 0 w 2523344"/>
                <a:gd name="connsiteY0" fmla="*/ 0 h 482600"/>
                <a:gd name="connsiteX1" fmla="*/ 2523344 w 2523344"/>
                <a:gd name="connsiteY1" fmla="*/ 0 h 482600"/>
                <a:gd name="connsiteX2" fmla="*/ 2523344 w 2523344"/>
                <a:gd name="connsiteY2" fmla="*/ 482600 h 482600"/>
                <a:gd name="connsiteX3" fmla="*/ 0 w 2523344"/>
                <a:gd name="connsiteY3" fmla="*/ 482600 h 482600"/>
                <a:gd name="connsiteX4" fmla="*/ 0 w 2523344"/>
                <a:gd name="connsiteY4" fmla="*/ 0 h 482600"/>
                <a:gd name="connsiteX0" fmla="*/ 524655 w 2523344"/>
                <a:gd name="connsiteY0" fmla="*/ 14990 h 482600"/>
                <a:gd name="connsiteX1" fmla="*/ 2523344 w 2523344"/>
                <a:gd name="connsiteY1" fmla="*/ 0 h 482600"/>
                <a:gd name="connsiteX2" fmla="*/ 2523344 w 2523344"/>
                <a:gd name="connsiteY2" fmla="*/ 482600 h 482600"/>
                <a:gd name="connsiteX3" fmla="*/ 0 w 2523344"/>
                <a:gd name="connsiteY3" fmla="*/ 482600 h 482600"/>
                <a:gd name="connsiteX4" fmla="*/ 524655 w 2523344"/>
                <a:gd name="connsiteY4" fmla="*/ 14990 h 482600"/>
                <a:gd name="connsiteX0" fmla="*/ 404734 w 2523344"/>
                <a:gd name="connsiteY0" fmla="*/ 44971 h 482600"/>
                <a:gd name="connsiteX1" fmla="*/ 2523344 w 2523344"/>
                <a:gd name="connsiteY1" fmla="*/ 0 h 482600"/>
                <a:gd name="connsiteX2" fmla="*/ 2523344 w 2523344"/>
                <a:gd name="connsiteY2" fmla="*/ 482600 h 482600"/>
                <a:gd name="connsiteX3" fmla="*/ 0 w 2523344"/>
                <a:gd name="connsiteY3" fmla="*/ 482600 h 482600"/>
                <a:gd name="connsiteX4" fmla="*/ 404734 w 2523344"/>
                <a:gd name="connsiteY4" fmla="*/ 44971 h 482600"/>
                <a:gd name="connsiteX0" fmla="*/ 404734 w 2523344"/>
                <a:gd name="connsiteY0" fmla="*/ 0 h 482600"/>
                <a:gd name="connsiteX1" fmla="*/ 2523344 w 2523344"/>
                <a:gd name="connsiteY1" fmla="*/ 0 h 482600"/>
                <a:gd name="connsiteX2" fmla="*/ 2523344 w 2523344"/>
                <a:gd name="connsiteY2" fmla="*/ 482600 h 482600"/>
                <a:gd name="connsiteX3" fmla="*/ 0 w 2523344"/>
                <a:gd name="connsiteY3" fmla="*/ 482600 h 482600"/>
                <a:gd name="connsiteX4" fmla="*/ 404734 w 2523344"/>
                <a:gd name="connsiteY4" fmla="*/ 0 h 482600"/>
                <a:gd name="connsiteX0" fmla="*/ 493662 w 2523344"/>
                <a:gd name="connsiteY0" fmla="*/ 10816 h 482600"/>
                <a:gd name="connsiteX1" fmla="*/ 2523344 w 2523344"/>
                <a:gd name="connsiteY1" fmla="*/ 0 h 482600"/>
                <a:gd name="connsiteX2" fmla="*/ 2523344 w 2523344"/>
                <a:gd name="connsiteY2" fmla="*/ 482600 h 482600"/>
                <a:gd name="connsiteX3" fmla="*/ 0 w 2523344"/>
                <a:gd name="connsiteY3" fmla="*/ 482600 h 482600"/>
                <a:gd name="connsiteX4" fmla="*/ 493662 w 2523344"/>
                <a:gd name="connsiteY4" fmla="*/ 10816 h 482600"/>
                <a:gd name="connsiteX0" fmla="*/ 371386 w 2523344"/>
                <a:gd name="connsiteY0" fmla="*/ 10816 h 482600"/>
                <a:gd name="connsiteX1" fmla="*/ 2523344 w 2523344"/>
                <a:gd name="connsiteY1" fmla="*/ 0 h 482600"/>
                <a:gd name="connsiteX2" fmla="*/ 2523344 w 2523344"/>
                <a:gd name="connsiteY2" fmla="*/ 482600 h 482600"/>
                <a:gd name="connsiteX3" fmla="*/ 0 w 2523344"/>
                <a:gd name="connsiteY3" fmla="*/ 482600 h 482600"/>
                <a:gd name="connsiteX4" fmla="*/ 371386 w 2523344"/>
                <a:gd name="connsiteY4" fmla="*/ 10816 h 482600"/>
                <a:gd name="connsiteX0" fmla="*/ 406017 w 2557975"/>
                <a:gd name="connsiteY0" fmla="*/ 10816 h 488215"/>
                <a:gd name="connsiteX1" fmla="*/ 2557975 w 2557975"/>
                <a:gd name="connsiteY1" fmla="*/ 0 h 488215"/>
                <a:gd name="connsiteX2" fmla="*/ 2557975 w 2557975"/>
                <a:gd name="connsiteY2" fmla="*/ 482600 h 488215"/>
                <a:gd name="connsiteX3" fmla="*/ 0 w 2557975"/>
                <a:gd name="connsiteY3" fmla="*/ 488215 h 488215"/>
                <a:gd name="connsiteX4" fmla="*/ 406017 w 2557975"/>
                <a:gd name="connsiteY4" fmla="*/ 10816 h 488215"/>
                <a:gd name="connsiteX0" fmla="*/ 406017 w 4108665"/>
                <a:gd name="connsiteY0" fmla="*/ 10816 h 488215"/>
                <a:gd name="connsiteX1" fmla="*/ 2557975 w 4108665"/>
                <a:gd name="connsiteY1" fmla="*/ 0 h 488215"/>
                <a:gd name="connsiteX2" fmla="*/ 4108665 w 4108665"/>
                <a:gd name="connsiteY2" fmla="*/ 482600 h 488215"/>
                <a:gd name="connsiteX3" fmla="*/ 0 w 4108665"/>
                <a:gd name="connsiteY3" fmla="*/ 488215 h 488215"/>
                <a:gd name="connsiteX4" fmla="*/ 406017 w 4108665"/>
                <a:gd name="connsiteY4" fmla="*/ 10816 h 488215"/>
                <a:gd name="connsiteX0" fmla="*/ 406017 w 4108665"/>
                <a:gd name="connsiteY0" fmla="*/ 10816 h 488215"/>
                <a:gd name="connsiteX1" fmla="*/ 4108665 w 4108665"/>
                <a:gd name="connsiteY1" fmla="*/ 0 h 488215"/>
                <a:gd name="connsiteX2" fmla="*/ 4108665 w 4108665"/>
                <a:gd name="connsiteY2" fmla="*/ 482600 h 488215"/>
                <a:gd name="connsiteX3" fmla="*/ 0 w 4108665"/>
                <a:gd name="connsiteY3" fmla="*/ 488215 h 488215"/>
                <a:gd name="connsiteX4" fmla="*/ 406017 w 4108665"/>
                <a:gd name="connsiteY4" fmla="*/ 10816 h 488215"/>
                <a:gd name="connsiteX0" fmla="*/ 406017 w 4108665"/>
                <a:gd name="connsiteY0" fmla="*/ 0 h 477399"/>
                <a:gd name="connsiteX1" fmla="*/ 4108665 w 4108665"/>
                <a:gd name="connsiteY1" fmla="*/ 13519 h 477399"/>
                <a:gd name="connsiteX2" fmla="*/ 4108665 w 4108665"/>
                <a:gd name="connsiteY2" fmla="*/ 471784 h 477399"/>
                <a:gd name="connsiteX3" fmla="*/ 0 w 4108665"/>
                <a:gd name="connsiteY3" fmla="*/ 477399 h 477399"/>
                <a:gd name="connsiteX4" fmla="*/ 406017 w 4108665"/>
                <a:gd name="connsiteY4" fmla="*/ 0 h 477399"/>
                <a:gd name="connsiteX0" fmla="*/ 406017 w 4108665"/>
                <a:gd name="connsiteY0" fmla="*/ 0 h 477399"/>
                <a:gd name="connsiteX1" fmla="*/ 4108665 w 4108665"/>
                <a:gd name="connsiteY1" fmla="*/ 13519 h 477399"/>
                <a:gd name="connsiteX2" fmla="*/ 1881358 w 4108665"/>
                <a:gd name="connsiteY2" fmla="*/ 471784 h 477399"/>
                <a:gd name="connsiteX3" fmla="*/ 0 w 4108665"/>
                <a:gd name="connsiteY3" fmla="*/ 477399 h 477399"/>
                <a:gd name="connsiteX4" fmla="*/ 406017 w 4108665"/>
                <a:gd name="connsiteY4" fmla="*/ 0 h 477399"/>
                <a:gd name="connsiteX0" fmla="*/ 406017 w 1905053"/>
                <a:gd name="connsiteY0" fmla="*/ 0 h 477399"/>
                <a:gd name="connsiteX1" fmla="*/ 1905053 w 1905053"/>
                <a:gd name="connsiteY1" fmla="*/ 1993 h 477399"/>
                <a:gd name="connsiteX2" fmla="*/ 1881358 w 1905053"/>
                <a:gd name="connsiteY2" fmla="*/ 471784 h 477399"/>
                <a:gd name="connsiteX3" fmla="*/ 0 w 1905053"/>
                <a:gd name="connsiteY3" fmla="*/ 477399 h 477399"/>
                <a:gd name="connsiteX4" fmla="*/ 406017 w 1905053"/>
                <a:gd name="connsiteY4" fmla="*/ 0 h 477399"/>
                <a:gd name="connsiteX0" fmla="*/ 406017 w 1881358"/>
                <a:gd name="connsiteY0" fmla="*/ 0 h 477399"/>
                <a:gd name="connsiteX1" fmla="*/ 1845816 w 1881358"/>
                <a:gd name="connsiteY1" fmla="*/ 1993 h 477399"/>
                <a:gd name="connsiteX2" fmla="*/ 1881358 w 1881358"/>
                <a:gd name="connsiteY2" fmla="*/ 471784 h 477399"/>
                <a:gd name="connsiteX3" fmla="*/ 0 w 1881358"/>
                <a:gd name="connsiteY3" fmla="*/ 477399 h 477399"/>
                <a:gd name="connsiteX4" fmla="*/ 406017 w 1881358"/>
                <a:gd name="connsiteY4" fmla="*/ 0 h 477399"/>
                <a:gd name="connsiteX0" fmla="*/ 406017 w 1881358"/>
                <a:gd name="connsiteY0" fmla="*/ 0 h 477399"/>
                <a:gd name="connsiteX1" fmla="*/ 1869510 w 1881358"/>
                <a:gd name="connsiteY1" fmla="*/ 25047 h 477399"/>
                <a:gd name="connsiteX2" fmla="*/ 1881358 w 1881358"/>
                <a:gd name="connsiteY2" fmla="*/ 471784 h 477399"/>
                <a:gd name="connsiteX3" fmla="*/ 0 w 1881358"/>
                <a:gd name="connsiteY3" fmla="*/ 477399 h 477399"/>
                <a:gd name="connsiteX4" fmla="*/ 406017 w 1881358"/>
                <a:gd name="connsiteY4" fmla="*/ 0 h 477399"/>
                <a:gd name="connsiteX0" fmla="*/ 406017 w 1886825"/>
                <a:gd name="connsiteY0" fmla="*/ 14263 h 491662"/>
                <a:gd name="connsiteX1" fmla="*/ 1886825 w 1886825"/>
                <a:gd name="connsiteY1" fmla="*/ 0 h 491662"/>
                <a:gd name="connsiteX2" fmla="*/ 1881358 w 1886825"/>
                <a:gd name="connsiteY2" fmla="*/ 486047 h 491662"/>
                <a:gd name="connsiteX3" fmla="*/ 0 w 1886825"/>
                <a:gd name="connsiteY3" fmla="*/ 491662 h 491662"/>
                <a:gd name="connsiteX4" fmla="*/ 406017 w 1886825"/>
                <a:gd name="connsiteY4" fmla="*/ 14263 h 491662"/>
                <a:gd name="connsiteX0" fmla="*/ 406017 w 1881586"/>
                <a:gd name="connsiteY0" fmla="*/ 0 h 477399"/>
                <a:gd name="connsiteX1" fmla="*/ 1875281 w 1881586"/>
                <a:gd name="connsiteY1" fmla="*/ 8200 h 477399"/>
                <a:gd name="connsiteX2" fmla="*/ 1881358 w 1881586"/>
                <a:gd name="connsiteY2" fmla="*/ 471784 h 477399"/>
                <a:gd name="connsiteX3" fmla="*/ 0 w 1881586"/>
                <a:gd name="connsiteY3" fmla="*/ 477399 h 477399"/>
                <a:gd name="connsiteX4" fmla="*/ 406017 w 1881586"/>
                <a:gd name="connsiteY4" fmla="*/ 0 h 477399"/>
                <a:gd name="connsiteX0" fmla="*/ 406017 w 1881851"/>
                <a:gd name="connsiteY0" fmla="*/ 3031 h 480430"/>
                <a:gd name="connsiteX1" fmla="*/ 1881052 w 1881851"/>
                <a:gd name="connsiteY1" fmla="*/ 0 h 480430"/>
                <a:gd name="connsiteX2" fmla="*/ 1881358 w 1881851"/>
                <a:gd name="connsiteY2" fmla="*/ 474815 h 480430"/>
                <a:gd name="connsiteX3" fmla="*/ 0 w 1881851"/>
                <a:gd name="connsiteY3" fmla="*/ 480430 h 480430"/>
                <a:gd name="connsiteX4" fmla="*/ 406017 w 1881851"/>
                <a:gd name="connsiteY4" fmla="*/ 3031 h 480430"/>
                <a:gd name="connsiteX0" fmla="*/ 406017 w 1881052"/>
                <a:gd name="connsiteY0" fmla="*/ 3031 h 480984"/>
                <a:gd name="connsiteX1" fmla="*/ 1881052 w 1881052"/>
                <a:gd name="connsiteY1" fmla="*/ 0 h 480984"/>
                <a:gd name="connsiteX2" fmla="*/ 1500907 w 1881052"/>
                <a:gd name="connsiteY2" fmla="*/ 480984 h 480984"/>
                <a:gd name="connsiteX3" fmla="*/ 0 w 1881052"/>
                <a:gd name="connsiteY3" fmla="*/ 480430 h 480984"/>
                <a:gd name="connsiteX4" fmla="*/ 406017 w 1881052"/>
                <a:gd name="connsiteY4" fmla="*/ 3031 h 480984"/>
                <a:gd name="connsiteX0" fmla="*/ 406017 w 1506942"/>
                <a:gd name="connsiteY0" fmla="*/ 0 h 477953"/>
                <a:gd name="connsiteX1" fmla="*/ 1506942 w 1506942"/>
                <a:gd name="connsiteY1" fmla="*/ 3138 h 477953"/>
                <a:gd name="connsiteX2" fmla="*/ 1500907 w 1506942"/>
                <a:gd name="connsiteY2" fmla="*/ 477953 h 477953"/>
                <a:gd name="connsiteX3" fmla="*/ 0 w 1506942"/>
                <a:gd name="connsiteY3" fmla="*/ 477399 h 477953"/>
                <a:gd name="connsiteX4" fmla="*/ 406017 w 1506942"/>
                <a:gd name="connsiteY4" fmla="*/ 0 h 477953"/>
                <a:gd name="connsiteX0" fmla="*/ 406017 w 1500941"/>
                <a:gd name="connsiteY0" fmla="*/ 0 h 477953"/>
                <a:gd name="connsiteX1" fmla="*/ 1433224 w 1500941"/>
                <a:gd name="connsiteY1" fmla="*/ 8260 h 477953"/>
                <a:gd name="connsiteX2" fmla="*/ 1500907 w 1500941"/>
                <a:gd name="connsiteY2" fmla="*/ 477953 h 477953"/>
                <a:gd name="connsiteX3" fmla="*/ 0 w 1500941"/>
                <a:gd name="connsiteY3" fmla="*/ 477399 h 477953"/>
                <a:gd name="connsiteX4" fmla="*/ 406017 w 1500941"/>
                <a:gd name="connsiteY4" fmla="*/ 0 h 477953"/>
                <a:gd name="connsiteX0" fmla="*/ 406017 w 1433224"/>
                <a:gd name="connsiteY0" fmla="*/ 0 h 477953"/>
                <a:gd name="connsiteX1" fmla="*/ 1433224 w 1433224"/>
                <a:gd name="connsiteY1" fmla="*/ 8260 h 477953"/>
                <a:gd name="connsiteX2" fmla="*/ 1421926 w 1433224"/>
                <a:gd name="connsiteY2" fmla="*/ 477953 h 477953"/>
                <a:gd name="connsiteX3" fmla="*/ 0 w 1433224"/>
                <a:gd name="connsiteY3" fmla="*/ 477399 h 477953"/>
                <a:gd name="connsiteX4" fmla="*/ 406017 w 1433224"/>
                <a:gd name="connsiteY4" fmla="*/ 0 h 477953"/>
                <a:gd name="connsiteX0" fmla="*/ 248052 w 1275259"/>
                <a:gd name="connsiteY0" fmla="*/ 0 h 477953"/>
                <a:gd name="connsiteX1" fmla="*/ 1275259 w 1275259"/>
                <a:gd name="connsiteY1" fmla="*/ 8260 h 477953"/>
                <a:gd name="connsiteX2" fmla="*/ 1263961 w 1275259"/>
                <a:gd name="connsiteY2" fmla="*/ 477953 h 477953"/>
                <a:gd name="connsiteX3" fmla="*/ 0 w 1275259"/>
                <a:gd name="connsiteY3" fmla="*/ 287842 h 477953"/>
                <a:gd name="connsiteX4" fmla="*/ 248052 w 1275259"/>
                <a:gd name="connsiteY4" fmla="*/ 0 h 477953"/>
                <a:gd name="connsiteX0" fmla="*/ 248052 w 1275259"/>
                <a:gd name="connsiteY0" fmla="*/ 0 h 303765"/>
                <a:gd name="connsiteX1" fmla="*/ 1275259 w 1275259"/>
                <a:gd name="connsiteY1" fmla="*/ 8260 h 303765"/>
                <a:gd name="connsiteX2" fmla="*/ 1248164 w 1275259"/>
                <a:gd name="connsiteY2" fmla="*/ 303765 h 303765"/>
                <a:gd name="connsiteX3" fmla="*/ 0 w 1275259"/>
                <a:gd name="connsiteY3" fmla="*/ 287842 h 303765"/>
                <a:gd name="connsiteX4" fmla="*/ 248052 w 1275259"/>
                <a:gd name="connsiteY4" fmla="*/ 0 h 303765"/>
                <a:gd name="connsiteX0" fmla="*/ 248052 w 1248931"/>
                <a:gd name="connsiteY0" fmla="*/ 0 h 303765"/>
                <a:gd name="connsiteX1" fmla="*/ 1248931 w 1248931"/>
                <a:gd name="connsiteY1" fmla="*/ 3137 h 303765"/>
                <a:gd name="connsiteX2" fmla="*/ 1248164 w 1248931"/>
                <a:gd name="connsiteY2" fmla="*/ 303765 h 303765"/>
                <a:gd name="connsiteX3" fmla="*/ 0 w 1248931"/>
                <a:gd name="connsiteY3" fmla="*/ 287842 h 303765"/>
                <a:gd name="connsiteX4" fmla="*/ 248052 w 1248931"/>
                <a:gd name="connsiteY4" fmla="*/ 0 h 303765"/>
                <a:gd name="connsiteX0" fmla="*/ 248052 w 1252492"/>
                <a:gd name="connsiteY0" fmla="*/ 0 h 288121"/>
                <a:gd name="connsiteX1" fmla="*/ 1248931 w 1252492"/>
                <a:gd name="connsiteY1" fmla="*/ 3137 h 288121"/>
                <a:gd name="connsiteX2" fmla="*/ 1252183 w 1252492"/>
                <a:gd name="connsiteY2" fmla="*/ 288121 h 288121"/>
                <a:gd name="connsiteX3" fmla="*/ 0 w 1252492"/>
                <a:gd name="connsiteY3" fmla="*/ 287842 h 288121"/>
                <a:gd name="connsiteX4" fmla="*/ 248052 w 1252492"/>
                <a:gd name="connsiteY4" fmla="*/ 0 h 288121"/>
                <a:gd name="connsiteX0" fmla="*/ 248052 w 1252251"/>
                <a:gd name="connsiteY0" fmla="*/ 0 h 288121"/>
                <a:gd name="connsiteX1" fmla="*/ 1220794 w 1252251"/>
                <a:gd name="connsiteY1" fmla="*/ 95 h 288121"/>
                <a:gd name="connsiteX2" fmla="*/ 1252183 w 1252251"/>
                <a:gd name="connsiteY2" fmla="*/ 288121 h 288121"/>
                <a:gd name="connsiteX3" fmla="*/ 0 w 1252251"/>
                <a:gd name="connsiteY3" fmla="*/ 287842 h 288121"/>
                <a:gd name="connsiteX4" fmla="*/ 248052 w 1252251"/>
                <a:gd name="connsiteY4" fmla="*/ 0 h 288121"/>
                <a:gd name="connsiteX0" fmla="*/ 248052 w 1252694"/>
                <a:gd name="connsiteY0" fmla="*/ 2947 h 291068"/>
                <a:gd name="connsiteX1" fmla="*/ 1252058 w 1252694"/>
                <a:gd name="connsiteY1" fmla="*/ 0 h 291068"/>
                <a:gd name="connsiteX2" fmla="*/ 1252183 w 1252694"/>
                <a:gd name="connsiteY2" fmla="*/ 291068 h 291068"/>
                <a:gd name="connsiteX3" fmla="*/ 0 w 1252694"/>
                <a:gd name="connsiteY3" fmla="*/ 290789 h 291068"/>
                <a:gd name="connsiteX4" fmla="*/ 248052 w 1252694"/>
                <a:gd name="connsiteY4" fmla="*/ 2947 h 2910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2694" h="291068">
                  <a:moveTo>
                    <a:pt x="248052" y="2947"/>
                  </a:moveTo>
                  <a:lnTo>
                    <a:pt x="1252058" y="0"/>
                  </a:lnTo>
                  <a:cubicBezTo>
                    <a:pt x="1250236" y="162016"/>
                    <a:pt x="1254005" y="129052"/>
                    <a:pt x="1252183" y="291068"/>
                  </a:cubicBezTo>
                  <a:lnTo>
                    <a:pt x="0" y="290789"/>
                  </a:lnTo>
                  <a:lnTo>
                    <a:pt x="248052" y="2947"/>
                  </a:lnTo>
                  <a:close/>
                </a:path>
              </a:pathLst>
            </a:custGeom>
            <a:solidFill>
              <a:srgbClr val="18459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VN">
                <a:latin typeface="Arial" panose="020B0604020202020204" pitchFamily="34" charset="0"/>
                <a:cs typeface="Arial" panose="020B0604020202020204" pitchFamily="34" charset="0"/>
              </a:endParaRPr>
            </a:p>
          </p:txBody>
        </p:sp>
      </p:grpSp>
      <p:grpSp>
        <p:nvGrpSpPr>
          <p:cNvPr id="17" name="Group 16">
            <a:extLst>
              <a:ext uri="{FF2B5EF4-FFF2-40B4-BE49-F238E27FC236}">
                <a16:creationId xmlns:a16="http://schemas.microsoft.com/office/drawing/2014/main" id="{5FE26EB3-D2C5-4F08-9782-520FE4960108}"/>
              </a:ext>
            </a:extLst>
          </p:cNvPr>
          <p:cNvGrpSpPr/>
          <p:nvPr userDrawn="1"/>
        </p:nvGrpSpPr>
        <p:grpSpPr>
          <a:xfrm>
            <a:off x="0" y="6474619"/>
            <a:ext cx="9160669" cy="383381"/>
            <a:chOff x="0" y="5648325"/>
            <a:chExt cx="9160669" cy="383381"/>
          </a:xfrm>
        </p:grpSpPr>
        <p:cxnSp>
          <p:nvCxnSpPr>
            <p:cNvPr id="12" name="Straight Connector 11">
              <a:extLst>
                <a:ext uri="{FF2B5EF4-FFF2-40B4-BE49-F238E27FC236}">
                  <a16:creationId xmlns:a16="http://schemas.microsoft.com/office/drawing/2014/main" id="{93BFBB10-57D6-2050-0C2D-7F133E5563DD}"/>
                </a:ext>
              </a:extLst>
            </p:cNvPr>
            <p:cNvCxnSpPr>
              <a:cxnSpLocks/>
            </p:cNvCxnSpPr>
            <p:nvPr userDrawn="1"/>
          </p:nvCxnSpPr>
          <p:spPr>
            <a:xfrm>
              <a:off x="0" y="5904310"/>
              <a:ext cx="6054329" cy="0"/>
            </a:xfrm>
            <a:prstGeom prst="line">
              <a:avLst/>
            </a:prstGeom>
            <a:ln w="12700">
              <a:solidFill>
                <a:srgbClr val="18459E"/>
              </a:solidFill>
            </a:ln>
          </p:spPr>
          <p:style>
            <a:lnRef idx="1">
              <a:schemeClr val="accent2"/>
            </a:lnRef>
            <a:fillRef idx="0">
              <a:schemeClr val="accent2"/>
            </a:fillRef>
            <a:effectRef idx="0">
              <a:schemeClr val="accent2"/>
            </a:effectRef>
            <a:fontRef idx="minor">
              <a:schemeClr val="tx1"/>
            </a:fontRef>
          </p:style>
        </p:cxnSp>
        <p:cxnSp>
          <p:nvCxnSpPr>
            <p:cNvPr id="13" name="Straight Connector 12">
              <a:extLst>
                <a:ext uri="{FF2B5EF4-FFF2-40B4-BE49-F238E27FC236}">
                  <a16:creationId xmlns:a16="http://schemas.microsoft.com/office/drawing/2014/main" id="{F3E304FD-6781-F737-38D7-FE71F0350FA4}"/>
                </a:ext>
              </a:extLst>
            </p:cNvPr>
            <p:cNvCxnSpPr>
              <a:cxnSpLocks/>
            </p:cNvCxnSpPr>
            <p:nvPr userDrawn="1"/>
          </p:nvCxnSpPr>
          <p:spPr>
            <a:xfrm flipV="1">
              <a:off x="6054329" y="5648326"/>
              <a:ext cx="208359" cy="255985"/>
            </a:xfrm>
            <a:prstGeom prst="line">
              <a:avLst/>
            </a:prstGeom>
            <a:ln w="12700">
              <a:solidFill>
                <a:srgbClr val="18459E"/>
              </a:solidFill>
            </a:ln>
          </p:spPr>
          <p:style>
            <a:lnRef idx="1">
              <a:schemeClr val="accent2"/>
            </a:lnRef>
            <a:fillRef idx="0">
              <a:schemeClr val="accent2"/>
            </a:fillRef>
            <a:effectRef idx="0">
              <a:schemeClr val="accent2"/>
            </a:effectRef>
            <a:fontRef idx="minor">
              <a:schemeClr val="tx1"/>
            </a:fontRef>
          </p:style>
        </p:cxnSp>
        <p:cxnSp>
          <p:nvCxnSpPr>
            <p:cNvPr id="14" name="Straight Connector 13">
              <a:extLst>
                <a:ext uri="{FF2B5EF4-FFF2-40B4-BE49-F238E27FC236}">
                  <a16:creationId xmlns:a16="http://schemas.microsoft.com/office/drawing/2014/main" id="{5253DA04-F4A2-FFFB-3849-1485D5438375}"/>
                </a:ext>
              </a:extLst>
            </p:cNvPr>
            <p:cNvCxnSpPr>
              <a:cxnSpLocks/>
            </p:cNvCxnSpPr>
            <p:nvPr userDrawn="1"/>
          </p:nvCxnSpPr>
          <p:spPr>
            <a:xfrm>
              <a:off x="6262689" y="5648325"/>
              <a:ext cx="2893219" cy="0"/>
            </a:xfrm>
            <a:prstGeom prst="line">
              <a:avLst/>
            </a:prstGeom>
            <a:ln w="12700">
              <a:solidFill>
                <a:srgbClr val="18459E"/>
              </a:solidFill>
            </a:ln>
          </p:spPr>
          <p:style>
            <a:lnRef idx="1">
              <a:schemeClr val="accent2"/>
            </a:lnRef>
            <a:fillRef idx="0">
              <a:schemeClr val="accent2"/>
            </a:fillRef>
            <a:effectRef idx="0">
              <a:schemeClr val="accent2"/>
            </a:effectRef>
            <a:fontRef idx="minor">
              <a:schemeClr val="tx1"/>
            </a:fontRef>
          </p:style>
        </p:cxnSp>
        <p:sp>
          <p:nvSpPr>
            <p:cNvPr id="15" name="Rectangle 16">
              <a:extLst>
                <a:ext uri="{FF2B5EF4-FFF2-40B4-BE49-F238E27FC236}">
                  <a16:creationId xmlns:a16="http://schemas.microsoft.com/office/drawing/2014/main" id="{35648855-A28C-EE27-A204-8E04AC0C30EA}"/>
                </a:ext>
              </a:extLst>
            </p:cNvPr>
            <p:cNvSpPr/>
            <p:nvPr userDrawn="1"/>
          </p:nvSpPr>
          <p:spPr>
            <a:xfrm>
              <a:off x="6085285" y="5745956"/>
              <a:ext cx="3075384" cy="285750"/>
            </a:xfrm>
            <a:custGeom>
              <a:avLst/>
              <a:gdLst>
                <a:gd name="connsiteX0" fmla="*/ 0 w 2523344"/>
                <a:gd name="connsiteY0" fmla="*/ 0 h 482600"/>
                <a:gd name="connsiteX1" fmla="*/ 2523344 w 2523344"/>
                <a:gd name="connsiteY1" fmla="*/ 0 h 482600"/>
                <a:gd name="connsiteX2" fmla="*/ 2523344 w 2523344"/>
                <a:gd name="connsiteY2" fmla="*/ 482600 h 482600"/>
                <a:gd name="connsiteX3" fmla="*/ 0 w 2523344"/>
                <a:gd name="connsiteY3" fmla="*/ 482600 h 482600"/>
                <a:gd name="connsiteX4" fmla="*/ 0 w 2523344"/>
                <a:gd name="connsiteY4" fmla="*/ 0 h 482600"/>
                <a:gd name="connsiteX0" fmla="*/ 524655 w 2523344"/>
                <a:gd name="connsiteY0" fmla="*/ 14990 h 482600"/>
                <a:gd name="connsiteX1" fmla="*/ 2523344 w 2523344"/>
                <a:gd name="connsiteY1" fmla="*/ 0 h 482600"/>
                <a:gd name="connsiteX2" fmla="*/ 2523344 w 2523344"/>
                <a:gd name="connsiteY2" fmla="*/ 482600 h 482600"/>
                <a:gd name="connsiteX3" fmla="*/ 0 w 2523344"/>
                <a:gd name="connsiteY3" fmla="*/ 482600 h 482600"/>
                <a:gd name="connsiteX4" fmla="*/ 524655 w 2523344"/>
                <a:gd name="connsiteY4" fmla="*/ 14990 h 482600"/>
                <a:gd name="connsiteX0" fmla="*/ 404734 w 2523344"/>
                <a:gd name="connsiteY0" fmla="*/ 44971 h 482600"/>
                <a:gd name="connsiteX1" fmla="*/ 2523344 w 2523344"/>
                <a:gd name="connsiteY1" fmla="*/ 0 h 482600"/>
                <a:gd name="connsiteX2" fmla="*/ 2523344 w 2523344"/>
                <a:gd name="connsiteY2" fmla="*/ 482600 h 482600"/>
                <a:gd name="connsiteX3" fmla="*/ 0 w 2523344"/>
                <a:gd name="connsiteY3" fmla="*/ 482600 h 482600"/>
                <a:gd name="connsiteX4" fmla="*/ 404734 w 2523344"/>
                <a:gd name="connsiteY4" fmla="*/ 44971 h 482600"/>
                <a:gd name="connsiteX0" fmla="*/ 404734 w 2523344"/>
                <a:gd name="connsiteY0" fmla="*/ 0 h 482600"/>
                <a:gd name="connsiteX1" fmla="*/ 2523344 w 2523344"/>
                <a:gd name="connsiteY1" fmla="*/ 0 h 482600"/>
                <a:gd name="connsiteX2" fmla="*/ 2523344 w 2523344"/>
                <a:gd name="connsiteY2" fmla="*/ 482600 h 482600"/>
                <a:gd name="connsiteX3" fmla="*/ 0 w 2523344"/>
                <a:gd name="connsiteY3" fmla="*/ 482600 h 482600"/>
                <a:gd name="connsiteX4" fmla="*/ 404734 w 2523344"/>
                <a:gd name="connsiteY4" fmla="*/ 0 h 482600"/>
                <a:gd name="connsiteX0" fmla="*/ 493662 w 2523344"/>
                <a:gd name="connsiteY0" fmla="*/ 10816 h 482600"/>
                <a:gd name="connsiteX1" fmla="*/ 2523344 w 2523344"/>
                <a:gd name="connsiteY1" fmla="*/ 0 h 482600"/>
                <a:gd name="connsiteX2" fmla="*/ 2523344 w 2523344"/>
                <a:gd name="connsiteY2" fmla="*/ 482600 h 482600"/>
                <a:gd name="connsiteX3" fmla="*/ 0 w 2523344"/>
                <a:gd name="connsiteY3" fmla="*/ 482600 h 482600"/>
                <a:gd name="connsiteX4" fmla="*/ 493662 w 2523344"/>
                <a:gd name="connsiteY4" fmla="*/ 10816 h 482600"/>
                <a:gd name="connsiteX0" fmla="*/ 371386 w 2523344"/>
                <a:gd name="connsiteY0" fmla="*/ 10816 h 482600"/>
                <a:gd name="connsiteX1" fmla="*/ 2523344 w 2523344"/>
                <a:gd name="connsiteY1" fmla="*/ 0 h 482600"/>
                <a:gd name="connsiteX2" fmla="*/ 2523344 w 2523344"/>
                <a:gd name="connsiteY2" fmla="*/ 482600 h 482600"/>
                <a:gd name="connsiteX3" fmla="*/ 0 w 2523344"/>
                <a:gd name="connsiteY3" fmla="*/ 482600 h 482600"/>
                <a:gd name="connsiteX4" fmla="*/ 371386 w 2523344"/>
                <a:gd name="connsiteY4" fmla="*/ 10816 h 482600"/>
                <a:gd name="connsiteX0" fmla="*/ 406017 w 2557975"/>
                <a:gd name="connsiteY0" fmla="*/ 10816 h 488215"/>
                <a:gd name="connsiteX1" fmla="*/ 2557975 w 2557975"/>
                <a:gd name="connsiteY1" fmla="*/ 0 h 488215"/>
                <a:gd name="connsiteX2" fmla="*/ 2557975 w 2557975"/>
                <a:gd name="connsiteY2" fmla="*/ 482600 h 488215"/>
                <a:gd name="connsiteX3" fmla="*/ 0 w 2557975"/>
                <a:gd name="connsiteY3" fmla="*/ 488215 h 488215"/>
                <a:gd name="connsiteX4" fmla="*/ 406017 w 2557975"/>
                <a:gd name="connsiteY4" fmla="*/ 10816 h 488215"/>
                <a:gd name="connsiteX0" fmla="*/ 406017 w 4108665"/>
                <a:gd name="connsiteY0" fmla="*/ 10816 h 488215"/>
                <a:gd name="connsiteX1" fmla="*/ 2557975 w 4108665"/>
                <a:gd name="connsiteY1" fmla="*/ 0 h 488215"/>
                <a:gd name="connsiteX2" fmla="*/ 4108665 w 4108665"/>
                <a:gd name="connsiteY2" fmla="*/ 482600 h 488215"/>
                <a:gd name="connsiteX3" fmla="*/ 0 w 4108665"/>
                <a:gd name="connsiteY3" fmla="*/ 488215 h 488215"/>
                <a:gd name="connsiteX4" fmla="*/ 406017 w 4108665"/>
                <a:gd name="connsiteY4" fmla="*/ 10816 h 488215"/>
                <a:gd name="connsiteX0" fmla="*/ 406017 w 4108665"/>
                <a:gd name="connsiteY0" fmla="*/ 10816 h 488215"/>
                <a:gd name="connsiteX1" fmla="*/ 4108665 w 4108665"/>
                <a:gd name="connsiteY1" fmla="*/ 0 h 488215"/>
                <a:gd name="connsiteX2" fmla="*/ 4108665 w 4108665"/>
                <a:gd name="connsiteY2" fmla="*/ 482600 h 488215"/>
                <a:gd name="connsiteX3" fmla="*/ 0 w 4108665"/>
                <a:gd name="connsiteY3" fmla="*/ 488215 h 488215"/>
                <a:gd name="connsiteX4" fmla="*/ 406017 w 4108665"/>
                <a:gd name="connsiteY4" fmla="*/ 10816 h 488215"/>
                <a:gd name="connsiteX0" fmla="*/ 406017 w 4108665"/>
                <a:gd name="connsiteY0" fmla="*/ 0 h 477399"/>
                <a:gd name="connsiteX1" fmla="*/ 4108665 w 4108665"/>
                <a:gd name="connsiteY1" fmla="*/ 13519 h 477399"/>
                <a:gd name="connsiteX2" fmla="*/ 4108665 w 4108665"/>
                <a:gd name="connsiteY2" fmla="*/ 471784 h 477399"/>
                <a:gd name="connsiteX3" fmla="*/ 0 w 4108665"/>
                <a:gd name="connsiteY3" fmla="*/ 477399 h 477399"/>
                <a:gd name="connsiteX4" fmla="*/ 406017 w 4108665"/>
                <a:gd name="connsiteY4" fmla="*/ 0 h 477399"/>
                <a:gd name="connsiteX0" fmla="*/ 289036 w 3991684"/>
                <a:gd name="connsiteY0" fmla="*/ 0 h 471784"/>
                <a:gd name="connsiteX1" fmla="*/ 3991684 w 3991684"/>
                <a:gd name="connsiteY1" fmla="*/ 13519 h 471784"/>
                <a:gd name="connsiteX2" fmla="*/ 3991684 w 3991684"/>
                <a:gd name="connsiteY2" fmla="*/ 471784 h 471784"/>
                <a:gd name="connsiteX3" fmla="*/ 0 w 3991684"/>
                <a:gd name="connsiteY3" fmla="*/ 356682 h 471784"/>
                <a:gd name="connsiteX4" fmla="*/ 289036 w 3991684"/>
                <a:gd name="connsiteY4" fmla="*/ 0 h 471784"/>
                <a:gd name="connsiteX0" fmla="*/ 274856 w 3977504"/>
                <a:gd name="connsiteY0" fmla="*/ 0 h 471784"/>
                <a:gd name="connsiteX1" fmla="*/ 3977504 w 3977504"/>
                <a:gd name="connsiteY1" fmla="*/ 13519 h 471784"/>
                <a:gd name="connsiteX2" fmla="*/ 3977504 w 3977504"/>
                <a:gd name="connsiteY2" fmla="*/ 471784 h 471784"/>
                <a:gd name="connsiteX3" fmla="*/ 0 w 3977504"/>
                <a:gd name="connsiteY3" fmla="*/ 360131 h 471784"/>
                <a:gd name="connsiteX4" fmla="*/ 274856 w 3977504"/>
                <a:gd name="connsiteY4" fmla="*/ 0 h 471784"/>
                <a:gd name="connsiteX0" fmla="*/ 292580 w 3995228"/>
                <a:gd name="connsiteY0" fmla="*/ 0 h 471784"/>
                <a:gd name="connsiteX1" fmla="*/ 3995228 w 3995228"/>
                <a:gd name="connsiteY1" fmla="*/ 13519 h 471784"/>
                <a:gd name="connsiteX2" fmla="*/ 3995228 w 3995228"/>
                <a:gd name="connsiteY2" fmla="*/ 471784 h 471784"/>
                <a:gd name="connsiteX3" fmla="*/ 0 w 3995228"/>
                <a:gd name="connsiteY3" fmla="*/ 367029 h 471784"/>
                <a:gd name="connsiteX4" fmla="*/ 292580 w 3995228"/>
                <a:gd name="connsiteY4" fmla="*/ 0 h 471784"/>
                <a:gd name="connsiteX0" fmla="*/ 292580 w 3995228"/>
                <a:gd name="connsiteY0" fmla="*/ 0 h 385558"/>
                <a:gd name="connsiteX1" fmla="*/ 3995228 w 3995228"/>
                <a:gd name="connsiteY1" fmla="*/ 13519 h 385558"/>
                <a:gd name="connsiteX2" fmla="*/ 3662009 w 3995228"/>
                <a:gd name="connsiteY2" fmla="*/ 385558 h 385558"/>
                <a:gd name="connsiteX3" fmla="*/ 0 w 3995228"/>
                <a:gd name="connsiteY3" fmla="*/ 367029 h 385558"/>
                <a:gd name="connsiteX4" fmla="*/ 292580 w 3995228"/>
                <a:gd name="connsiteY4" fmla="*/ 0 h 385558"/>
                <a:gd name="connsiteX0" fmla="*/ 292580 w 3995228"/>
                <a:gd name="connsiteY0" fmla="*/ 0 h 367029"/>
                <a:gd name="connsiteX1" fmla="*/ 3995228 w 3995228"/>
                <a:gd name="connsiteY1" fmla="*/ 13519 h 367029"/>
                <a:gd name="connsiteX2" fmla="*/ 3640740 w 3995228"/>
                <a:gd name="connsiteY2" fmla="*/ 347618 h 367029"/>
                <a:gd name="connsiteX3" fmla="*/ 0 w 3995228"/>
                <a:gd name="connsiteY3" fmla="*/ 367029 h 367029"/>
                <a:gd name="connsiteX4" fmla="*/ 292580 w 3995228"/>
                <a:gd name="connsiteY4" fmla="*/ 0 h 367029"/>
                <a:gd name="connsiteX0" fmla="*/ 292580 w 3995228"/>
                <a:gd name="connsiteY0" fmla="*/ 0 h 367029"/>
                <a:gd name="connsiteX1" fmla="*/ 3995228 w 3995228"/>
                <a:gd name="connsiteY1" fmla="*/ 13519 h 367029"/>
                <a:gd name="connsiteX2" fmla="*/ 3630105 w 3995228"/>
                <a:gd name="connsiteY2" fmla="*/ 213104 h 367029"/>
                <a:gd name="connsiteX3" fmla="*/ 0 w 3995228"/>
                <a:gd name="connsiteY3" fmla="*/ 367029 h 367029"/>
                <a:gd name="connsiteX4" fmla="*/ 292580 w 3995228"/>
                <a:gd name="connsiteY4" fmla="*/ 0 h 367029"/>
                <a:gd name="connsiteX0" fmla="*/ 292580 w 3995228"/>
                <a:gd name="connsiteY0" fmla="*/ 0 h 367029"/>
                <a:gd name="connsiteX1" fmla="*/ 3995228 w 3995228"/>
                <a:gd name="connsiteY1" fmla="*/ 13519 h 367029"/>
                <a:gd name="connsiteX2" fmla="*/ 3615926 w 3995228"/>
                <a:gd name="connsiteY2" fmla="*/ 354515 h 367029"/>
                <a:gd name="connsiteX3" fmla="*/ 0 w 3995228"/>
                <a:gd name="connsiteY3" fmla="*/ 367029 h 367029"/>
                <a:gd name="connsiteX4" fmla="*/ 292580 w 3995228"/>
                <a:gd name="connsiteY4" fmla="*/ 0 h 367029"/>
                <a:gd name="connsiteX0" fmla="*/ 278400 w 3981048"/>
                <a:gd name="connsiteY0" fmla="*/ 0 h 360131"/>
                <a:gd name="connsiteX1" fmla="*/ 3981048 w 3981048"/>
                <a:gd name="connsiteY1" fmla="*/ 13519 h 360131"/>
                <a:gd name="connsiteX2" fmla="*/ 3601746 w 3981048"/>
                <a:gd name="connsiteY2" fmla="*/ 354515 h 360131"/>
                <a:gd name="connsiteX3" fmla="*/ 0 w 3981048"/>
                <a:gd name="connsiteY3" fmla="*/ 360131 h 360131"/>
                <a:gd name="connsiteX4" fmla="*/ 278400 w 3981048"/>
                <a:gd name="connsiteY4" fmla="*/ 0 h 360131"/>
                <a:gd name="connsiteX0" fmla="*/ 285490 w 3988138"/>
                <a:gd name="connsiteY0" fmla="*/ 0 h 360131"/>
                <a:gd name="connsiteX1" fmla="*/ 3988138 w 3988138"/>
                <a:gd name="connsiteY1" fmla="*/ 13519 h 360131"/>
                <a:gd name="connsiteX2" fmla="*/ 3608836 w 3988138"/>
                <a:gd name="connsiteY2" fmla="*/ 354515 h 360131"/>
                <a:gd name="connsiteX3" fmla="*/ 0 w 3988138"/>
                <a:gd name="connsiteY3" fmla="*/ 360131 h 360131"/>
                <a:gd name="connsiteX4" fmla="*/ 285490 w 3988138"/>
                <a:gd name="connsiteY4" fmla="*/ 0 h 360131"/>
                <a:gd name="connsiteX0" fmla="*/ 299670 w 4002318"/>
                <a:gd name="connsiteY0" fmla="*/ 0 h 360131"/>
                <a:gd name="connsiteX1" fmla="*/ 4002318 w 4002318"/>
                <a:gd name="connsiteY1" fmla="*/ 13519 h 360131"/>
                <a:gd name="connsiteX2" fmla="*/ 3623016 w 4002318"/>
                <a:gd name="connsiteY2" fmla="*/ 354515 h 360131"/>
                <a:gd name="connsiteX3" fmla="*/ 0 w 4002318"/>
                <a:gd name="connsiteY3" fmla="*/ 360131 h 360131"/>
                <a:gd name="connsiteX4" fmla="*/ 299670 w 4002318"/>
                <a:gd name="connsiteY4" fmla="*/ 0 h 360131"/>
                <a:gd name="connsiteX0" fmla="*/ 299670 w 3623016"/>
                <a:gd name="connsiteY0" fmla="*/ 0 h 360131"/>
                <a:gd name="connsiteX1" fmla="*/ 3615926 w 3623016"/>
                <a:gd name="connsiteY1" fmla="*/ 10070 h 360131"/>
                <a:gd name="connsiteX2" fmla="*/ 3623016 w 3623016"/>
                <a:gd name="connsiteY2" fmla="*/ 354515 h 360131"/>
                <a:gd name="connsiteX3" fmla="*/ 0 w 3623016"/>
                <a:gd name="connsiteY3" fmla="*/ 360131 h 360131"/>
                <a:gd name="connsiteX4" fmla="*/ 299670 w 3623016"/>
                <a:gd name="connsiteY4" fmla="*/ 0 h 360131"/>
                <a:gd name="connsiteX0" fmla="*/ 299670 w 3630106"/>
                <a:gd name="connsiteY0" fmla="*/ 277 h 360408"/>
                <a:gd name="connsiteX1" fmla="*/ 3630106 w 3630106"/>
                <a:gd name="connsiteY1" fmla="*/ 0 h 360408"/>
                <a:gd name="connsiteX2" fmla="*/ 3623016 w 3630106"/>
                <a:gd name="connsiteY2" fmla="*/ 354792 h 360408"/>
                <a:gd name="connsiteX3" fmla="*/ 0 w 3630106"/>
                <a:gd name="connsiteY3" fmla="*/ 360408 h 360408"/>
                <a:gd name="connsiteX4" fmla="*/ 299670 w 3630106"/>
                <a:gd name="connsiteY4" fmla="*/ 277 h 360408"/>
                <a:gd name="connsiteX0" fmla="*/ 299670 w 4037066"/>
                <a:gd name="connsiteY0" fmla="*/ 277 h 360408"/>
                <a:gd name="connsiteX1" fmla="*/ 4037066 w 4037066"/>
                <a:gd name="connsiteY1" fmla="*/ 0 h 360408"/>
                <a:gd name="connsiteX2" fmla="*/ 3623016 w 4037066"/>
                <a:gd name="connsiteY2" fmla="*/ 354792 h 360408"/>
                <a:gd name="connsiteX3" fmla="*/ 0 w 4037066"/>
                <a:gd name="connsiteY3" fmla="*/ 360408 h 360408"/>
                <a:gd name="connsiteX4" fmla="*/ 299670 w 4037066"/>
                <a:gd name="connsiteY4" fmla="*/ 277 h 360408"/>
                <a:gd name="connsiteX0" fmla="*/ 299670 w 4040151"/>
                <a:gd name="connsiteY0" fmla="*/ 277 h 360408"/>
                <a:gd name="connsiteX1" fmla="*/ 4037066 w 4040151"/>
                <a:gd name="connsiteY1" fmla="*/ 0 h 360408"/>
                <a:gd name="connsiteX2" fmla="*/ 4040151 w 4040151"/>
                <a:gd name="connsiteY2" fmla="*/ 354792 h 360408"/>
                <a:gd name="connsiteX3" fmla="*/ 0 w 4040151"/>
                <a:gd name="connsiteY3" fmla="*/ 360408 h 360408"/>
                <a:gd name="connsiteX4" fmla="*/ 299670 w 4040151"/>
                <a:gd name="connsiteY4" fmla="*/ 277 h 360408"/>
                <a:gd name="connsiteX0" fmla="*/ 299670 w 4037234"/>
                <a:gd name="connsiteY0" fmla="*/ 277 h 364692"/>
                <a:gd name="connsiteX1" fmla="*/ 4037066 w 4037234"/>
                <a:gd name="connsiteY1" fmla="*/ 0 h 364692"/>
                <a:gd name="connsiteX2" fmla="*/ 4035064 w 4037234"/>
                <a:gd name="connsiteY2" fmla="*/ 364692 h 364692"/>
                <a:gd name="connsiteX3" fmla="*/ 0 w 4037234"/>
                <a:gd name="connsiteY3" fmla="*/ 360408 h 364692"/>
                <a:gd name="connsiteX4" fmla="*/ 299670 w 4037234"/>
                <a:gd name="connsiteY4" fmla="*/ 277 h 3646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37234" h="364692">
                  <a:moveTo>
                    <a:pt x="299670" y="277"/>
                  </a:moveTo>
                  <a:lnTo>
                    <a:pt x="4037066" y="0"/>
                  </a:lnTo>
                  <a:cubicBezTo>
                    <a:pt x="4038094" y="118264"/>
                    <a:pt x="4034036" y="246428"/>
                    <a:pt x="4035064" y="364692"/>
                  </a:cubicBezTo>
                  <a:lnTo>
                    <a:pt x="0" y="360408"/>
                  </a:lnTo>
                  <a:lnTo>
                    <a:pt x="299670" y="277"/>
                  </a:lnTo>
                  <a:close/>
                </a:path>
              </a:pathLst>
            </a:custGeom>
            <a:solidFill>
              <a:srgbClr val="EF682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VN">
                <a:latin typeface="Arial" panose="020B0604020202020204" pitchFamily="34" charset="0"/>
                <a:cs typeface="Arial" panose="020B0604020202020204" pitchFamily="34" charset="0"/>
              </a:endParaRPr>
            </a:p>
          </p:txBody>
        </p:sp>
      </p:grpSp>
      <p:sp>
        <p:nvSpPr>
          <p:cNvPr id="6" name="Slide Number Placeholder 5"/>
          <p:cNvSpPr>
            <a:spLocks noGrp="1"/>
          </p:cNvSpPr>
          <p:nvPr>
            <p:ph type="sldNum" sz="quarter" idx="12"/>
          </p:nvPr>
        </p:nvSpPr>
        <p:spPr>
          <a:xfrm>
            <a:off x="7232097" y="6593881"/>
            <a:ext cx="1908332" cy="255190"/>
          </a:xfrm>
        </p:spPr>
        <p:txBody>
          <a:bodyPr/>
          <a:lstStyle>
            <a:lvl1pPr>
              <a:defRPr>
                <a:solidFill>
                  <a:schemeClr val="bg1"/>
                </a:solidFill>
                <a:latin typeface="Arial" panose="020B0604020202020204" pitchFamily="34" charset="0"/>
                <a:cs typeface="Arial" panose="020B0604020202020204" pitchFamily="34" charset="0"/>
              </a:defRPr>
            </a:lvl1pPr>
          </a:lstStyle>
          <a:p>
            <a:pPr>
              <a:defRPr/>
            </a:pPr>
            <a:fld id="{47A54EB7-AD52-4151-BFDC-C09D8FF73BF0}" type="slidenum">
              <a:rPr lang="en-VN"/>
              <a:pPr>
                <a:defRPr/>
              </a:pPr>
              <a:t>‹#›</a:t>
            </a:fld>
            <a:endParaRPr lang="en-VN"/>
          </a:p>
        </p:txBody>
      </p:sp>
    </p:spTree>
    <p:extLst>
      <p:ext uri="{BB962C8B-B14F-4D97-AF65-F5344CB8AC3E}">
        <p14:creationId xmlns:p14="http://schemas.microsoft.com/office/powerpoint/2010/main" val="28921635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28650" y="1087123"/>
            <a:ext cx="3886200" cy="5089840"/>
          </a:xfrm>
        </p:spPr>
        <p:txBody>
          <a:bodyPr vert="horz" lIns="91440" tIns="45720" rIns="91440" bIns="45720" rtlCol="0">
            <a:normAutofit/>
          </a:bodyPr>
          <a:lstStyle>
            <a:lvl1pPr>
              <a:defRPr lang="en-US" sz="2400" dirty="0"/>
            </a:lvl1pPr>
            <a:lvl2pPr>
              <a:defRPr lang="en-US" sz="2000" dirty="0"/>
            </a:lvl2pPr>
            <a:lvl3pPr>
              <a:defRPr lang="en-US" sz="1800" dirty="0"/>
            </a:lvl3pPr>
            <a:lvl4pPr>
              <a:defRPr lang="en-US" sz="1600" dirty="0"/>
            </a:lvl4pPr>
            <a:lvl5pPr>
              <a:defRPr lang="en-US" sz="1600" dirty="0"/>
            </a:lvl5pPr>
          </a:lstStyle>
          <a:p>
            <a:pPr lvl="0">
              <a:buFont typeface="Wingdings" pitchFamily="2" charset="2"/>
              <a:buChar char="§"/>
            </a:pPr>
            <a:r>
              <a:rPr lang="en-US" dirty="0"/>
              <a:t>Click to edit Master text styles</a:t>
            </a:r>
          </a:p>
          <a:p>
            <a:pPr lvl="1"/>
            <a:r>
              <a:rPr lang="en-US" dirty="0"/>
              <a:t>Second level</a:t>
            </a:r>
          </a:p>
          <a:p>
            <a:pPr lvl="2">
              <a:buFont typeface="Wingdings" pitchFamily="2" charset="2"/>
              <a:buChar char="ü"/>
            </a:pPr>
            <a:r>
              <a:rPr lang="en-US" dirty="0"/>
              <a:t>Third level</a:t>
            </a:r>
          </a:p>
          <a:p>
            <a:pPr lvl="3">
              <a:buFont typeface="Courier New" panose="02070309020205020404" pitchFamily="49" charset="0"/>
              <a:buChar char="o"/>
            </a:pPr>
            <a:r>
              <a:rPr lang="en-US" dirty="0"/>
              <a:t>Fourth level</a:t>
            </a:r>
          </a:p>
          <a:p>
            <a:pPr lvl="4">
              <a:buFont typeface="Courier New" panose="02070309020205020404" pitchFamily="49" charset="0"/>
              <a:buChar char="o"/>
            </a:pPr>
            <a:r>
              <a:rPr lang="en-US" dirty="0"/>
              <a:t>Fifth level</a:t>
            </a:r>
          </a:p>
        </p:txBody>
      </p:sp>
      <p:sp>
        <p:nvSpPr>
          <p:cNvPr id="4" name="Content Placeholder 3"/>
          <p:cNvSpPr>
            <a:spLocks noGrp="1"/>
          </p:cNvSpPr>
          <p:nvPr>
            <p:ph sz="half" idx="2"/>
          </p:nvPr>
        </p:nvSpPr>
        <p:spPr>
          <a:xfrm>
            <a:off x="4629150" y="1087123"/>
            <a:ext cx="3886200" cy="5089840"/>
          </a:xfrm>
        </p:spPr>
        <p:txBody>
          <a:bodyPr vert="horz" lIns="91440" tIns="45720" rIns="91440" bIns="45720" rtlCol="0">
            <a:normAutofit/>
          </a:bodyPr>
          <a:lstStyle>
            <a:lvl1pPr>
              <a:defRPr lang="en-US" sz="2400" dirty="0"/>
            </a:lvl1pPr>
            <a:lvl2pPr>
              <a:defRPr lang="en-US" sz="2000" dirty="0"/>
            </a:lvl2pPr>
            <a:lvl3pPr>
              <a:defRPr lang="en-US" sz="1800" dirty="0"/>
            </a:lvl3pPr>
            <a:lvl4pPr>
              <a:defRPr lang="en-US" sz="1600" dirty="0"/>
            </a:lvl4pPr>
            <a:lvl5pPr>
              <a:defRPr lang="en-US" sz="1600" dirty="0"/>
            </a:lvl5pPr>
          </a:lstStyle>
          <a:p>
            <a:pPr lvl="0">
              <a:buFont typeface="Wingdings" pitchFamily="2" charset="2"/>
              <a:buChar char="§"/>
            </a:pPr>
            <a:r>
              <a:rPr lang="en-US" dirty="0"/>
              <a:t>Click to edit Master text styles</a:t>
            </a:r>
          </a:p>
          <a:p>
            <a:pPr lvl="1"/>
            <a:r>
              <a:rPr lang="en-US" dirty="0"/>
              <a:t>Second level</a:t>
            </a:r>
          </a:p>
          <a:p>
            <a:pPr lvl="2">
              <a:buFont typeface="Wingdings" pitchFamily="2" charset="2"/>
              <a:buChar char="ü"/>
            </a:pPr>
            <a:r>
              <a:rPr lang="en-US" dirty="0"/>
              <a:t>Third level</a:t>
            </a:r>
          </a:p>
          <a:p>
            <a:pPr lvl="3">
              <a:buFont typeface="Courier New" panose="02070309020205020404" pitchFamily="49" charset="0"/>
              <a:buChar char="o"/>
            </a:pPr>
            <a:r>
              <a:rPr lang="en-US" dirty="0"/>
              <a:t>Fourth level</a:t>
            </a:r>
          </a:p>
          <a:p>
            <a:pPr lvl="4">
              <a:buFont typeface="Courier New" panose="02070309020205020404" pitchFamily="49" charset="0"/>
              <a:buChar char="o"/>
            </a:pPr>
            <a:r>
              <a:rPr lang="en-US" dirty="0"/>
              <a:t>Fifth level</a:t>
            </a:r>
          </a:p>
        </p:txBody>
      </p:sp>
      <p:grpSp>
        <p:nvGrpSpPr>
          <p:cNvPr id="9" name="Group 8">
            <a:extLst>
              <a:ext uri="{FF2B5EF4-FFF2-40B4-BE49-F238E27FC236}">
                <a16:creationId xmlns:a16="http://schemas.microsoft.com/office/drawing/2014/main" id="{94811183-FE81-A743-75F2-689E7F0011F1}"/>
              </a:ext>
            </a:extLst>
          </p:cNvPr>
          <p:cNvGrpSpPr/>
          <p:nvPr userDrawn="1"/>
        </p:nvGrpSpPr>
        <p:grpSpPr>
          <a:xfrm>
            <a:off x="-14287" y="568960"/>
            <a:ext cx="9188053" cy="228601"/>
            <a:chOff x="-14287" y="837009"/>
            <a:chExt cx="9188053" cy="228601"/>
          </a:xfrm>
        </p:grpSpPr>
        <p:cxnSp>
          <p:nvCxnSpPr>
            <p:cNvPr id="10" name="Straight Connector 9">
              <a:extLst>
                <a:ext uri="{FF2B5EF4-FFF2-40B4-BE49-F238E27FC236}">
                  <a16:creationId xmlns:a16="http://schemas.microsoft.com/office/drawing/2014/main" id="{6B738B5D-05E7-38D8-0288-50A9D2DD5412}"/>
                </a:ext>
              </a:extLst>
            </p:cNvPr>
            <p:cNvCxnSpPr>
              <a:cxnSpLocks/>
            </p:cNvCxnSpPr>
            <p:nvPr userDrawn="1"/>
          </p:nvCxnSpPr>
          <p:spPr>
            <a:xfrm>
              <a:off x="658416" y="976313"/>
              <a:ext cx="8515350" cy="0"/>
            </a:xfrm>
            <a:prstGeom prst="line">
              <a:avLst/>
            </a:prstGeom>
            <a:ln w="12700">
              <a:solidFill>
                <a:srgbClr val="EF6822"/>
              </a:solidFill>
            </a:ln>
          </p:spPr>
          <p:style>
            <a:lnRef idx="1">
              <a:schemeClr val="accent2"/>
            </a:lnRef>
            <a:fillRef idx="0">
              <a:schemeClr val="accent2"/>
            </a:fillRef>
            <a:effectRef idx="0">
              <a:schemeClr val="accent2"/>
            </a:effectRef>
            <a:fontRef idx="minor">
              <a:schemeClr val="tx1"/>
            </a:fontRef>
          </p:style>
        </p:cxnSp>
        <p:sp>
          <p:nvSpPr>
            <p:cNvPr id="11" name="Rectangle 16">
              <a:extLst>
                <a:ext uri="{FF2B5EF4-FFF2-40B4-BE49-F238E27FC236}">
                  <a16:creationId xmlns:a16="http://schemas.microsoft.com/office/drawing/2014/main" id="{493F3B2B-DB62-14A2-A4DD-AB6FB735E219}"/>
                </a:ext>
              </a:extLst>
            </p:cNvPr>
            <p:cNvSpPr/>
            <p:nvPr userDrawn="1"/>
          </p:nvSpPr>
          <p:spPr>
            <a:xfrm flipH="1" flipV="1">
              <a:off x="-14287" y="837009"/>
              <a:ext cx="954881" cy="228601"/>
            </a:xfrm>
            <a:custGeom>
              <a:avLst/>
              <a:gdLst>
                <a:gd name="connsiteX0" fmla="*/ 0 w 2523344"/>
                <a:gd name="connsiteY0" fmla="*/ 0 h 482600"/>
                <a:gd name="connsiteX1" fmla="*/ 2523344 w 2523344"/>
                <a:gd name="connsiteY1" fmla="*/ 0 h 482600"/>
                <a:gd name="connsiteX2" fmla="*/ 2523344 w 2523344"/>
                <a:gd name="connsiteY2" fmla="*/ 482600 h 482600"/>
                <a:gd name="connsiteX3" fmla="*/ 0 w 2523344"/>
                <a:gd name="connsiteY3" fmla="*/ 482600 h 482600"/>
                <a:gd name="connsiteX4" fmla="*/ 0 w 2523344"/>
                <a:gd name="connsiteY4" fmla="*/ 0 h 482600"/>
                <a:gd name="connsiteX0" fmla="*/ 524655 w 2523344"/>
                <a:gd name="connsiteY0" fmla="*/ 14990 h 482600"/>
                <a:gd name="connsiteX1" fmla="*/ 2523344 w 2523344"/>
                <a:gd name="connsiteY1" fmla="*/ 0 h 482600"/>
                <a:gd name="connsiteX2" fmla="*/ 2523344 w 2523344"/>
                <a:gd name="connsiteY2" fmla="*/ 482600 h 482600"/>
                <a:gd name="connsiteX3" fmla="*/ 0 w 2523344"/>
                <a:gd name="connsiteY3" fmla="*/ 482600 h 482600"/>
                <a:gd name="connsiteX4" fmla="*/ 524655 w 2523344"/>
                <a:gd name="connsiteY4" fmla="*/ 14990 h 482600"/>
                <a:gd name="connsiteX0" fmla="*/ 404734 w 2523344"/>
                <a:gd name="connsiteY0" fmla="*/ 44971 h 482600"/>
                <a:gd name="connsiteX1" fmla="*/ 2523344 w 2523344"/>
                <a:gd name="connsiteY1" fmla="*/ 0 h 482600"/>
                <a:gd name="connsiteX2" fmla="*/ 2523344 w 2523344"/>
                <a:gd name="connsiteY2" fmla="*/ 482600 h 482600"/>
                <a:gd name="connsiteX3" fmla="*/ 0 w 2523344"/>
                <a:gd name="connsiteY3" fmla="*/ 482600 h 482600"/>
                <a:gd name="connsiteX4" fmla="*/ 404734 w 2523344"/>
                <a:gd name="connsiteY4" fmla="*/ 44971 h 482600"/>
                <a:gd name="connsiteX0" fmla="*/ 404734 w 2523344"/>
                <a:gd name="connsiteY0" fmla="*/ 0 h 482600"/>
                <a:gd name="connsiteX1" fmla="*/ 2523344 w 2523344"/>
                <a:gd name="connsiteY1" fmla="*/ 0 h 482600"/>
                <a:gd name="connsiteX2" fmla="*/ 2523344 w 2523344"/>
                <a:gd name="connsiteY2" fmla="*/ 482600 h 482600"/>
                <a:gd name="connsiteX3" fmla="*/ 0 w 2523344"/>
                <a:gd name="connsiteY3" fmla="*/ 482600 h 482600"/>
                <a:gd name="connsiteX4" fmla="*/ 404734 w 2523344"/>
                <a:gd name="connsiteY4" fmla="*/ 0 h 482600"/>
                <a:gd name="connsiteX0" fmla="*/ 493662 w 2523344"/>
                <a:gd name="connsiteY0" fmla="*/ 10816 h 482600"/>
                <a:gd name="connsiteX1" fmla="*/ 2523344 w 2523344"/>
                <a:gd name="connsiteY1" fmla="*/ 0 h 482600"/>
                <a:gd name="connsiteX2" fmla="*/ 2523344 w 2523344"/>
                <a:gd name="connsiteY2" fmla="*/ 482600 h 482600"/>
                <a:gd name="connsiteX3" fmla="*/ 0 w 2523344"/>
                <a:gd name="connsiteY3" fmla="*/ 482600 h 482600"/>
                <a:gd name="connsiteX4" fmla="*/ 493662 w 2523344"/>
                <a:gd name="connsiteY4" fmla="*/ 10816 h 482600"/>
                <a:gd name="connsiteX0" fmla="*/ 371386 w 2523344"/>
                <a:gd name="connsiteY0" fmla="*/ 10816 h 482600"/>
                <a:gd name="connsiteX1" fmla="*/ 2523344 w 2523344"/>
                <a:gd name="connsiteY1" fmla="*/ 0 h 482600"/>
                <a:gd name="connsiteX2" fmla="*/ 2523344 w 2523344"/>
                <a:gd name="connsiteY2" fmla="*/ 482600 h 482600"/>
                <a:gd name="connsiteX3" fmla="*/ 0 w 2523344"/>
                <a:gd name="connsiteY3" fmla="*/ 482600 h 482600"/>
                <a:gd name="connsiteX4" fmla="*/ 371386 w 2523344"/>
                <a:gd name="connsiteY4" fmla="*/ 10816 h 482600"/>
                <a:gd name="connsiteX0" fmla="*/ 406017 w 2557975"/>
                <a:gd name="connsiteY0" fmla="*/ 10816 h 488215"/>
                <a:gd name="connsiteX1" fmla="*/ 2557975 w 2557975"/>
                <a:gd name="connsiteY1" fmla="*/ 0 h 488215"/>
                <a:gd name="connsiteX2" fmla="*/ 2557975 w 2557975"/>
                <a:gd name="connsiteY2" fmla="*/ 482600 h 488215"/>
                <a:gd name="connsiteX3" fmla="*/ 0 w 2557975"/>
                <a:gd name="connsiteY3" fmla="*/ 488215 h 488215"/>
                <a:gd name="connsiteX4" fmla="*/ 406017 w 2557975"/>
                <a:gd name="connsiteY4" fmla="*/ 10816 h 488215"/>
                <a:gd name="connsiteX0" fmla="*/ 406017 w 4108665"/>
                <a:gd name="connsiteY0" fmla="*/ 10816 h 488215"/>
                <a:gd name="connsiteX1" fmla="*/ 2557975 w 4108665"/>
                <a:gd name="connsiteY1" fmla="*/ 0 h 488215"/>
                <a:gd name="connsiteX2" fmla="*/ 4108665 w 4108665"/>
                <a:gd name="connsiteY2" fmla="*/ 482600 h 488215"/>
                <a:gd name="connsiteX3" fmla="*/ 0 w 4108665"/>
                <a:gd name="connsiteY3" fmla="*/ 488215 h 488215"/>
                <a:gd name="connsiteX4" fmla="*/ 406017 w 4108665"/>
                <a:gd name="connsiteY4" fmla="*/ 10816 h 488215"/>
                <a:gd name="connsiteX0" fmla="*/ 406017 w 4108665"/>
                <a:gd name="connsiteY0" fmla="*/ 10816 h 488215"/>
                <a:gd name="connsiteX1" fmla="*/ 4108665 w 4108665"/>
                <a:gd name="connsiteY1" fmla="*/ 0 h 488215"/>
                <a:gd name="connsiteX2" fmla="*/ 4108665 w 4108665"/>
                <a:gd name="connsiteY2" fmla="*/ 482600 h 488215"/>
                <a:gd name="connsiteX3" fmla="*/ 0 w 4108665"/>
                <a:gd name="connsiteY3" fmla="*/ 488215 h 488215"/>
                <a:gd name="connsiteX4" fmla="*/ 406017 w 4108665"/>
                <a:gd name="connsiteY4" fmla="*/ 10816 h 488215"/>
                <a:gd name="connsiteX0" fmla="*/ 406017 w 4108665"/>
                <a:gd name="connsiteY0" fmla="*/ 0 h 477399"/>
                <a:gd name="connsiteX1" fmla="*/ 4108665 w 4108665"/>
                <a:gd name="connsiteY1" fmla="*/ 13519 h 477399"/>
                <a:gd name="connsiteX2" fmla="*/ 4108665 w 4108665"/>
                <a:gd name="connsiteY2" fmla="*/ 471784 h 477399"/>
                <a:gd name="connsiteX3" fmla="*/ 0 w 4108665"/>
                <a:gd name="connsiteY3" fmla="*/ 477399 h 477399"/>
                <a:gd name="connsiteX4" fmla="*/ 406017 w 4108665"/>
                <a:gd name="connsiteY4" fmla="*/ 0 h 477399"/>
                <a:gd name="connsiteX0" fmla="*/ 406017 w 4108665"/>
                <a:gd name="connsiteY0" fmla="*/ 0 h 477399"/>
                <a:gd name="connsiteX1" fmla="*/ 4108665 w 4108665"/>
                <a:gd name="connsiteY1" fmla="*/ 13519 h 477399"/>
                <a:gd name="connsiteX2" fmla="*/ 1881358 w 4108665"/>
                <a:gd name="connsiteY2" fmla="*/ 471784 h 477399"/>
                <a:gd name="connsiteX3" fmla="*/ 0 w 4108665"/>
                <a:gd name="connsiteY3" fmla="*/ 477399 h 477399"/>
                <a:gd name="connsiteX4" fmla="*/ 406017 w 4108665"/>
                <a:gd name="connsiteY4" fmla="*/ 0 h 477399"/>
                <a:gd name="connsiteX0" fmla="*/ 406017 w 1905053"/>
                <a:gd name="connsiteY0" fmla="*/ 0 h 477399"/>
                <a:gd name="connsiteX1" fmla="*/ 1905053 w 1905053"/>
                <a:gd name="connsiteY1" fmla="*/ 1993 h 477399"/>
                <a:gd name="connsiteX2" fmla="*/ 1881358 w 1905053"/>
                <a:gd name="connsiteY2" fmla="*/ 471784 h 477399"/>
                <a:gd name="connsiteX3" fmla="*/ 0 w 1905053"/>
                <a:gd name="connsiteY3" fmla="*/ 477399 h 477399"/>
                <a:gd name="connsiteX4" fmla="*/ 406017 w 1905053"/>
                <a:gd name="connsiteY4" fmla="*/ 0 h 477399"/>
                <a:gd name="connsiteX0" fmla="*/ 406017 w 1881358"/>
                <a:gd name="connsiteY0" fmla="*/ 0 h 477399"/>
                <a:gd name="connsiteX1" fmla="*/ 1845816 w 1881358"/>
                <a:gd name="connsiteY1" fmla="*/ 1993 h 477399"/>
                <a:gd name="connsiteX2" fmla="*/ 1881358 w 1881358"/>
                <a:gd name="connsiteY2" fmla="*/ 471784 h 477399"/>
                <a:gd name="connsiteX3" fmla="*/ 0 w 1881358"/>
                <a:gd name="connsiteY3" fmla="*/ 477399 h 477399"/>
                <a:gd name="connsiteX4" fmla="*/ 406017 w 1881358"/>
                <a:gd name="connsiteY4" fmla="*/ 0 h 477399"/>
                <a:gd name="connsiteX0" fmla="*/ 406017 w 1881358"/>
                <a:gd name="connsiteY0" fmla="*/ 0 h 477399"/>
                <a:gd name="connsiteX1" fmla="*/ 1869510 w 1881358"/>
                <a:gd name="connsiteY1" fmla="*/ 25047 h 477399"/>
                <a:gd name="connsiteX2" fmla="*/ 1881358 w 1881358"/>
                <a:gd name="connsiteY2" fmla="*/ 471784 h 477399"/>
                <a:gd name="connsiteX3" fmla="*/ 0 w 1881358"/>
                <a:gd name="connsiteY3" fmla="*/ 477399 h 477399"/>
                <a:gd name="connsiteX4" fmla="*/ 406017 w 1881358"/>
                <a:gd name="connsiteY4" fmla="*/ 0 h 477399"/>
                <a:gd name="connsiteX0" fmla="*/ 406017 w 1886825"/>
                <a:gd name="connsiteY0" fmla="*/ 14263 h 491662"/>
                <a:gd name="connsiteX1" fmla="*/ 1886825 w 1886825"/>
                <a:gd name="connsiteY1" fmla="*/ 0 h 491662"/>
                <a:gd name="connsiteX2" fmla="*/ 1881358 w 1886825"/>
                <a:gd name="connsiteY2" fmla="*/ 486047 h 491662"/>
                <a:gd name="connsiteX3" fmla="*/ 0 w 1886825"/>
                <a:gd name="connsiteY3" fmla="*/ 491662 h 491662"/>
                <a:gd name="connsiteX4" fmla="*/ 406017 w 1886825"/>
                <a:gd name="connsiteY4" fmla="*/ 14263 h 491662"/>
                <a:gd name="connsiteX0" fmla="*/ 406017 w 1881586"/>
                <a:gd name="connsiteY0" fmla="*/ 0 h 477399"/>
                <a:gd name="connsiteX1" fmla="*/ 1875281 w 1881586"/>
                <a:gd name="connsiteY1" fmla="*/ 8200 h 477399"/>
                <a:gd name="connsiteX2" fmla="*/ 1881358 w 1881586"/>
                <a:gd name="connsiteY2" fmla="*/ 471784 h 477399"/>
                <a:gd name="connsiteX3" fmla="*/ 0 w 1881586"/>
                <a:gd name="connsiteY3" fmla="*/ 477399 h 477399"/>
                <a:gd name="connsiteX4" fmla="*/ 406017 w 1881586"/>
                <a:gd name="connsiteY4" fmla="*/ 0 h 477399"/>
                <a:gd name="connsiteX0" fmla="*/ 406017 w 1881851"/>
                <a:gd name="connsiteY0" fmla="*/ 3031 h 480430"/>
                <a:gd name="connsiteX1" fmla="*/ 1881052 w 1881851"/>
                <a:gd name="connsiteY1" fmla="*/ 0 h 480430"/>
                <a:gd name="connsiteX2" fmla="*/ 1881358 w 1881851"/>
                <a:gd name="connsiteY2" fmla="*/ 474815 h 480430"/>
                <a:gd name="connsiteX3" fmla="*/ 0 w 1881851"/>
                <a:gd name="connsiteY3" fmla="*/ 480430 h 480430"/>
                <a:gd name="connsiteX4" fmla="*/ 406017 w 1881851"/>
                <a:gd name="connsiteY4" fmla="*/ 3031 h 480430"/>
                <a:gd name="connsiteX0" fmla="*/ 406017 w 1881052"/>
                <a:gd name="connsiteY0" fmla="*/ 3031 h 480984"/>
                <a:gd name="connsiteX1" fmla="*/ 1881052 w 1881052"/>
                <a:gd name="connsiteY1" fmla="*/ 0 h 480984"/>
                <a:gd name="connsiteX2" fmla="*/ 1500907 w 1881052"/>
                <a:gd name="connsiteY2" fmla="*/ 480984 h 480984"/>
                <a:gd name="connsiteX3" fmla="*/ 0 w 1881052"/>
                <a:gd name="connsiteY3" fmla="*/ 480430 h 480984"/>
                <a:gd name="connsiteX4" fmla="*/ 406017 w 1881052"/>
                <a:gd name="connsiteY4" fmla="*/ 3031 h 480984"/>
                <a:gd name="connsiteX0" fmla="*/ 406017 w 1506942"/>
                <a:gd name="connsiteY0" fmla="*/ 0 h 477953"/>
                <a:gd name="connsiteX1" fmla="*/ 1506942 w 1506942"/>
                <a:gd name="connsiteY1" fmla="*/ 3138 h 477953"/>
                <a:gd name="connsiteX2" fmla="*/ 1500907 w 1506942"/>
                <a:gd name="connsiteY2" fmla="*/ 477953 h 477953"/>
                <a:gd name="connsiteX3" fmla="*/ 0 w 1506942"/>
                <a:gd name="connsiteY3" fmla="*/ 477399 h 477953"/>
                <a:gd name="connsiteX4" fmla="*/ 406017 w 1506942"/>
                <a:gd name="connsiteY4" fmla="*/ 0 h 477953"/>
                <a:gd name="connsiteX0" fmla="*/ 406017 w 1500941"/>
                <a:gd name="connsiteY0" fmla="*/ 0 h 477953"/>
                <a:gd name="connsiteX1" fmla="*/ 1433224 w 1500941"/>
                <a:gd name="connsiteY1" fmla="*/ 8260 h 477953"/>
                <a:gd name="connsiteX2" fmla="*/ 1500907 w 1500941"/>
                <a:gd name="connsiteY2" fmla="*/ 477953 h 477953"/>
                <a:gd name="connsiteX3" fmla="*/ 0 w 1500941"/>
                <a:gd name="connsiteY3" fmla="*/ 477399 h 477953"/>
                <a:gd name="connsiteX4" fmla="*/ 406017 w 1500941"/>
                <a:gd name="connsiteY4" fmla="*/ 0 h 477953"/>
                <a:gd name="connsiteX0" fmla="*/ 406017 w 1433224"/>
                <a:gd name="connsiteY0" fmla="*/ 0 h 477953"/>
                <a:gd name="connsiteX1" fmla="*/ 1433224 w 1433224"/>
                <a:gd name="connsiteY1" fmla="*/ 8260 h 477953"/>
                <a:gd name="connsiteX2" fmla="*/ 1421926 w 1433224"/>
                <a:gd name="connsiteY2" fmla="*/ 477953 h 477953"/>
                <a:gd name="connsiteX3" fmla="*/ 0 w 1433224"/>
                <a:gd name="connsiteY3" fmla="*/ 477399 h 477953"/>
                <a:gd name="connsiteX4" fmla="*/ 406017 w 1433224"/>
                <a:gd name="connsiteY4" fmla="*/ 0 h 477953"/>
                <a:gd name="connsiteX0" fmla="*/ 248052 w 1275259"/>
                <a:gd name="connsiteY0" fmla="*/ 0 h 477953"/>
                <a:gd name="connsiteX1" fmla="*/ 1275259 w 1275259"/>
                <a:gd name="connsiteY1" fmla="*/ 8260 h 477953"/>
                <a:gd name="connsiteX2" fmla="*/ 1263961 w 1275259"/>
                <a:gd name="connsiteY2" fmla="*/ 477953 h 477953"/>
                <a:gd name="connsiteX3" fmla="*/ 0 w 1275259"/>
                <a:gd name="connsiteY3" fmla="*/ 287842 h 477953"/>
                <a:gd name="connsiteX4" fmla="*/ 248052 w 1275259"/>
                <a:gd name="connsiteY4" fmla="*/ 0 h 477953"/>
                <a:gd name="connsiteX0" fmla="*/ 248052 w 1275259"/>
                <a:gd name="connsiteY0" fmla="*/ 0 h 303765"/>
                <a:gd name="connsiteX1" fmla="*/ 1275259 w 1275259"/>
                <a:gd name="connsiteY1" fmla="*/ 8260 h 303765"/>
                <a:gd name="connsiteX2" fmla="*/ 1248164 w 1275259"/>
                <a:gd name="connsiteY2" fmla="*/ 303765 h 303765"/>
                <a:gd name="connsiteX3" fmla="*/ 0 w 1275259"/>
                <a:gd name="connsiteY3" fmla="*/ 287842 h 303765"/>
                <a:gd name="connsiteX4" fmla="*/ 248052 w 1275259"/>
                <a:gd name="connsiteY4" fmla="*/ 0 h 303765"/>
                <a:gd name="connsiteX0" fmla="*/ 248052 w 1248931"/>
                <a:gd name="connsiteY0" fmla="*/ 0 h 303765"/>
                <a:gd name="connsiteX1" fmla="*/ 1248931 w 1248931"/>
                <a:gd name="connsiteY1" fmla="*/ 3137 h 303765"/>
                <a:gd name="connsiteX2" fmla="*/ 1248164 w 1248931"/>
                <a:gd name="connsiteY2" fmla="*/ 303765 h 303765"/>
                <a:gd name="connsiteX3" fmla="*/ 0 w 1248931"/>
                <a:gd name="connsiteY3" fmla="*/ 287842 h 303765"/>
                <a:gd name="connsiteX4" fmla="*/ 248052 w 1248931"/>
                <a:gd name="connsiteY4" fmla="*/ 0 h 303765"/>
                <a:gd name="connsiteX0" fmla="*/ 248052 w 1252492"/>
                <a:gd name="connsiteY0" fmla="*/ 0 h 288121"/>
                <a:gd name="connsiteX1" fmla="*/ 1248931 w 1252492"/>
                <a:gd name="connsiteY1" fmla="*/ 3137 h 288121"/>
                <a:gd name="connsiteX2" fmla="*/ 1252183 w 1252492"/>
                <a:gd name="connsiteY2" fmla="*/ 288121 h 288121"/>
                <a:gd name="connsiteX3" fmla="*/ 0 w 1252492"/>
                <a:gd name="connsiteY3" fmla="*/ 287842 h 288121"/>
                <a:gd name="connsiteX4" fmla="*/ 248052 w 1252492"/>
                <a:gd name="connsiteY4" fmla="*/ 0 h 288121"/>
                <a:gd name="connsiteX0" fmla="*/ 248052 w 1252251"/>
                <a:gd name="connsiteY0" fmla="*/ 0 h 288121"/>
                <a:gd name="connsiteX1" fmla="*/ 1220794 w 1252251"/>
                <a:gd name="connsiteY1" fmla="*/ 95 h 288121"/>
                <a:gd name="connsiteX2" fmla="*/ 1252183 w 1252251"/>
                <a:gd name="connsiteY2" fmla="*/ 288121 h 288121"/>
                <a:gd name="connsiteX3" fmla="*/ 0 w 1252251"/>
                <a:gd name="connsiteY3" fmla="*/ 287842 h 288121"/>
                <a:gd name="connsiteX4" fmla="*/ 248052 w 1252251"/>
                <a:gd name="connsiteY4" fmla="*/ 0 h 288121"/>
                <a:gd name="connsiteX0" fmla="*/ 248052 w 1252694"/>
                <a:gd name="connsiteY0" fmla="*/ 2947 h 291068"/>
                <a:gd name="connsiteX1" fmla="*/ 1252058 w 1252694"/>
                <a:gd name="connsiteY1" fmla="*/ 0 h 291068"/>
                <a:gd name="connsiteX2" fmla="*/ 1252183 w 1252694"/>
                <a:gd name="connsiteY2" fmla="*/ 291068 h 291068"/>
                <a:gd name="connsiteX3" fmla="*/ 0 w 1252694"/>
                <a:gd name="connsiteY3" fmla="*/ 290789 h 291068"/>
                <a:gd name="connsiteX4" fmla="*/ 248052 w 1252694"/>
                <a:gd name="connsiteY4" fmla="*/ 2947 h 2910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2694" h="291068">
                  <a:moveTo>
                    <a:pt x="248052" y="2947"/>
                  </a:moveTo>
                  <a:lnTo>
                    <a:pt x="1252058" y="0"/>
                  </a:lnTo>
                  <a:cubicBezTo>
                    <a:pt x="1250236" y="162016"/>
                    <a:pt x="1254005" y="129052"/>
                    <a:pt x="1252183" y="291068"/>
                  </a:cubicBezTo>
                  <a:lnTo>
                    <a:pt x="0" y="290789"/>
                  </a:lnTo>
                  <a:lnTo>
                    <a:pt x="248052" y="2947"/>
                  </a:lnTo>
                  <a:close/>
                </a:path>
              </a:pathLst>
            </a:custGeom>
            <a:solidFill>
              <a:srgbClr val="18459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VN">
                <a:latin typeface="Arial" panose="020B0604020202020204" pitchFamily="34" charset="0"/>
                <a:cs typeface="Arial" panose="020B0604020202020204" pitchFamily="34" charset="0"/>
              </a:endParaRPr>
            </a:p>
          </p:txBody>
        </p:sp>
      </p:grpSp>
      <p:sp>
        <p:nvSpPr>
          <p:cNvPr id="20" name="Title 1">
            <a:extLst>
              <a:ext uri="{FF2B5EF4-FFF2-40B4-BE49-F238E27FC236}">
                <a16:creationId xmlns:a16="http://schemas.microsoft.com/office/drawing/2014/main" id="{3082A8D0-BC8D-405C-3B45-BE4A0FCE487B}"/>
              </a:ext>
            </a:extLst>
          </p:cNvPr>
          <p:cNvSpPr>
            <a:spLocks noGrp="1"/>
          </p:cNvSpPr>
          <p:nvPr>
            <p:ph type="title"/>
          </p:nvPr>
        </p:nvSpPr>
        <p:spPr>
          <a:xfrm>
            <a:off x="940594" y="226774"/>
            <a:ext cx="7574756" cy="481806"/>
          </a:xfrm>
        </p:spPr>
        <p:txBody>
          <a:bodyPr>
            <a:normAutofit/>
          </a:bodyPr>
          <a:lstStyle>
            <a:lvl1pPr>
              <a:defRPr sz="3000">
                <a:solidFill>
                  <a:srgbClr val="EF6822"/>
                </a:solidFill>
                <a:latin typeface="Arial" panose="020B0604020202020204" pitchFamily="34" charset="0"/>
                <a:cs typeface="Arial" panose="020B0604020202020204" pitchFamily="34" charset="0"/>
              </a:defRPr>
            </a:lvl1pPr>
          </a:lstStyle>
          <a:p>
            <a:r>
              <a:rPr lang="en-US" dirty="0"/>
              <a:t>Click to edit Master title style</a:t>
            </a:r>
          </a:p>
        </p:txBody>
      </p:sp>
      <p:sp>
        <p:nvSpPr>
          <p:cNvPr id="22" name="Footer Placeholder 4">
            <a:extLst>
              <a:ext uri="{FF2B5EF4-FFF2-40B4-BE49-F238E27FC236}">
                <a16:creationId xmlns:a16="http://schemas.microsoft.com/office/drawing/2014/main" id="{1C2F6F76-A8F7-DCEA-D2C3-1EA1790D6769}"/>
              </a:ext>
            </a:extLst>
          </p:cNvPr>
          <p:cNvSpPr>
            <a:spLocks noGrp="1"/>
          </p:cNvSpPr>
          <p:nvPr>
            <p:ph type="ftr" sz="quarter" idx="11"/>
          </p:nvPr>
        </p:nvSpPr>
        <p:spPr>
          <a:xfrm>
            <a:off x="7977" y="6432947"/>
            <a:ext cx="6026112" cy="282178"/>
          </a:xfrm>
        </p:spPr>
        <p:txBody>
          <a:bodyPr/>
          <a:lstStyle>
            <a:lvl1pPr algn="l">
              <a:defRPr>
                <a:latin typeface="Arial" panose="020B0604020202020204" pitchFamily="34" charset="0"/>
                <a:cs typeface="Arial" panose="020B0604020202020204" pitchFamily="34" charset="0"/>
              </a:defRPr>
            </a:lvl1pPr>
          </a:lstStyle>
          <a:p>
            <a:pPr>
              <a:defRPr/>
            </a:pPr>
            <a:r>
              <a:rPr lang="en-US"/>
              <a:t>Bài 6: Mảng một chiều</a:t>
            </a:r>
            <a:endParaRPr lang="en-VN"/>
          </a:p>
        </p:txBody>
      </p:sp>
      <p:grpSp>
        <p:nvGrpSpPr>
          <p:cNvPr id="23" name="Group 22">
            <a:extLst>
              <a:ext uri="{FF2B5EF4-FFF2-40B4-BE49-F238E27FC236}">
                <a16:creationId xmlns:a16="http://schemas.microsoft.com/office/drawing/2014/main" id="{03BACCD8-EC07-F9A4-B070-34F78190BF6A}"/>
              </a:ext>
            </a:extLst>
          </p:cNvPr>
          <p:cNvGrpSpPr/>
          <p:nvPr userDrawn="1"/>
        </p:nvGrpSpPr>
        <p:grpSpPr>
          <a:xfrm>
            <a:off x="0" y="6474619"/>
            <a:ext cx="9160669" cy="383381"/>
            <a:chOff x="0" y="5648325"/>
            <a:chExt cx="9160669" cy="383381"/>
          </a:xfrm>
        </p:grpSpPr>
        <p:cxnSp>
          <p:nvCxnSpPr>
            <p:cNvPr id="24" name="Straight Connector 23">
              <a:extLst>
                <a:ext uri="{FF2B5EF4-FFF2-40B4-BE49-F238E27FC236}">
                  <a16:creationId xmlns:a16="http://schemas.microsoft.com/office/drawing/2014/main" id="{F9172563-C260-18AE-F91C-67F9A9FE2BD3}"/>
                </a:ext>
              </a:extLst>
            </p:cNvPr>
            <p:cNvCxnSpPr>
              <a:cxnSpLocks/>
            </p:cNvCxnSpPr>
            <p:nvPr userDrawn="1"/>
          </p:nvCxnSpPr>
          <p:spPr>
            <a:xfrm>
              <a:off x="0" y="5904310"/>
              <a:ext cx="6054329" cy="0"/>
            </a:xfrm>
            <a:prstGeom prst="line">
              <a:avLst/>
            </a:prstGeom>
            <a:ln w="12700">
              <a:solidFill>
                <a:srgbClr val="18459E"/>
              </a:solidFill>
            </a:ln>
          </p:spPr>
          <p:style>
            <a:lnRef idx="1">
              <a:schemeClr val="accent2"/>
            </a:lnRef>
            <a:fillRef idx="0">
              <a:schemeClr val="accent2"/>
            </a:fillRef>
            <a:effectRef idx="0">
              <a:schemeClr val="accent2"/>
            </a:effectRef>
            <a:fontRef idx="minor">
              <a:schemeClr val="tx1"/>
            </a:fontRef>
          </p:style>
        </p:cxnSp>
        <p:cxnSp>
          <p:nvCxnSpPr>
            <p:cNvPr id="25" name="Straight Connector 24">
              <a:extLst>
                <a:ext uri="{FF2B5EF4-FFF2-40B4-BE49-F238E27FC236}">
                  <a16:creationId xmlns:a16="http://schemas.microsoft.com/office/drawing/2014/main" id="{C00EF588-0469-BC8A-9819-4329B1DC8649}"/>
                </a:ext>
              </a:extLst>
            </p:cNvPr>
            <p:cNvCxnSpPr>
              <a:cxnSpLocks/>
            </p:cNvCxnSpPr>
            <p:nvPr userDrawn="1"/>
          </p:nvCxnSpPr>
          <p:spPr>
            <a:xfrm flipV="1">
              <a:off x="6054329" y="5648326"/>
              <a:ext cx="208359" cy="255985"/>
            </a:xfrm>
            <a:prstGeom prst="line">
              <a:avLst/>
            </a:prstGeom>
            <a:ln w="12700">
              <a:solidFill>
                <a:srgbClr val="18459E"/>
              </a:solidFill>
            </a:ln>
          </p:spPr>
          <p:style>
            <a:lnRef idx="1">
              <a:schemeClr val="accent2"/>
            </a:lnRef>
            <a:fillRef idx="0">
              <a:schemeClr val="accent2"/>
            </a:fillRef>
            <a:effectRef idx="0">
              <a:schemeClr val="accent2"/>
            </a:effectRef>
            <a:fontRef idx="minor">
              <a:schemeClr val="tx1"/>
            </a:fontRef>
          </p:style>
        </p:cxnSp>
        <p:cxnSp>
          <p:nvCxnSpPr>
            <p:cNvPr id="26" name="Straight Connector 25">
              <a:extLst>
                <a:ext uri="{FF2B5EF4-FFF2-40B4-BE49-F238E27FC236}">
                  <a16:creationId xmlns:a16="http://schemas.microsoft.com/office/drawing/2014/main" id="{FBCB4DBD-43B9-3398-3C6C-67320A63535D}"/>
                </a:ext>
              </a:extLst>
            </p:cNvPr>
            <p:cNvCxnSpPr>
              <a:cxnSpLocks/>
            </p:cNvCxnSpPr>
            <p:nvPr userDrawn="1"/>
          </p:nvCxnSpPr>
          <p:spPr>
            <a:xfrm>
              <a:off x="6262689" y="5648325"/>
              <a:ext cx="2893219" cy="0"/>
            </a:xfrm>
            <a:prstGeom prst="line">
              <a:avLst/>
            </a:prstGeom>
            <a:ln w="12700">
              <a:solidFill>
                <a:srgbClr val="18459E"/>
              </a:solidFill>
            </a:ln>
          </p:spPr>
          <p:style>
            <a:lnRef idx="1">
              <a:schemeClr val="accent2"/>
            </a:lnRef>
            <a:fillRef idx="0">
              <a:schemeClr val="accent2"/>
            </a:fillRef>
            <a:effectRef idx="0">
              <a:schemeClr val="accent2"/>
            </a:effectRef>
            <a:fontRef idx="minor">
              <a:schemeClr val="tx1"/>
            </a:fontRef>
          </p:style>
        </p:cxnSp>
        <p:sp>
          <p:nvSpPr>
            <p:cNvPr id="27" name="Rectangle 16">
              <a:extLst>
                <a:ext uri="{FF2B5EF4-FFF2-40B4-BE49-F238E27FC236}">
                  <a16:creationId xmlns:a16="http://schemas.microsoft.com/office/drawing/2014/main" id="{796F6862-D740-9E67-DDD1-5335774477AC}"/>
                </a:ext>
              </a:extLst>
            </p:cNvPr>
            <p:cNvSpPr/>
            <p:nvPr userDrawn="1"/>
          </p:nvSpPr>
          <p:spPr>
            <a:xfrm>
              <a:off x="6085285" y="5745956"/>
              <a:ext cx="3075384" cy="285750"/>
            </a:xfrm>
            <a:custGeom>
              <a:avLst/>
              <a:gdLst>
                <a:gd name="connsiteX0" fmla="*/ 0 w 2523344"/>
                <a:gd name="connsiteY0" fmla="*/ 0 h 482600"/>
                <a:gd name="connsiteX1" fmla="*/ 2523344 w 2523344"/>
                <a:gd name="connsiteY1" fmla="*/ 0 h 482600"/>
                <a:gd name="connsiteX2" fmla="*/ 2523344 w 2523344"/>
                <a:gd name="connsiteY2" fmla="*/ 482600 h 482600"/>
                <a:gd name="connsiteX3" fmla="*/ 0 w 2523344"/>
                <a:gd name="connsiteY3" fmla="*/ 482600 h 482600"/>
                <a:gd name="connsiteX4" fmla="*/ 0 w 2523344"/>
                <a:gd name="connsiteY4" fmla="*/ 0 h 482600"/>
                <a:gd name="connsiteX0" fmla="*/ 524655 w 2523344"/>
                <a:gd name="connsiteY0" fmla="*/ 14990 h 482600"/>
                <a:gd name="connsiteX1" fmla="*/ 2523344 w 2523344"/>
                <a:gd name="connsiteY1" fmla="*/ 0 h 482600"/>
                <a:gd name="connsiteX2" fmla="*/ 2523344 w 2523344"/>
                <a:gd name="connsiteY2" fmla="*/ 482600 h 482600"/>
                <a:gd name="connsiteX3" fmla="*/ 0 w 2523344"/>
                <a:gd name="connsiteY3" fmla="*/ 482600 h 482600"/>
                <a:gd name="connsiteX4" fmla="*/ 524655 w 2523344"/>
                <a:gd name="connsiteY4" fmla="*/ 14990 h 482600"/>
                <a:gd name="connsiteX0" fmla="*/ 404734 w 2523344"/>
                <a:gd name="connsiteY0" fmla="*/ 44971 h 482600"/>
                <a:gd name="connsiteX1" fmla="*/ 2523344 w 2523344"/>
                <a:gd name="connsiteY1" fmla="*/ 0 h 482600"/>
                <a:gd name="connsiteX2" fmla="*/ 2523344 w 2523344"/>
                <a:gd name="connsiteY2" fmla="*/ 482600 h 482600"/>
                <a:gd name="connsiteX3" fmla="*/ 0 w 2523344"/>
                <a:gd name="connsiteY3" fmla="*/ 482600 h 482600"/>
                <a:gd name="connsiteX4" fmla="*/ 404734 w 2523344"/>
                <a:gd name="connsiteY4" fmla="*/ 44971 h 482600"/>
                <a:gd name="connsiteX0" fmla="*/ 404734 w 2523344"/>
                <a:gd name="connsiteY0" fmla="*/ 0 h 482600"/>
                <a:gd name="connsiteX1" fmla="*/ 2523344 w 2523344"/>
                <a:gd name="connsiteY1" fmla="*/ 0 h 482600"/>
                <a:gd name="connsiteX2" fmla="*/ 2523344 w 2523344"/>
                <a:gd name="connsiteY2" fmla="*/ 482600 h 482600"/>
                <a:gd name="connsiteX3" fmla="*/ 0 w 2523344"/>
                <a:gd name="connsiteY3" fmla="*/ 482600 h 482600"/>
                <a:gd name="connsiteX4" fmla="*/ 404734 w 2523344"/>
                <a:gd name="connsiteY4" fmla="*/ 0 h 482600"/>
                <a:gd name="connsiteX0" fmla="*/ 493662 w 2523344"/>
                <a:gd name="connsiteY0" fmla="*/ 10816 h 482600"/>
                <a:gd name="connsiteX1" fmla="*/ 2523344 w 2523344"/>
                <a:gd name="connsiteY1" fmla="*/ 0 h 482600"/>
                <a:gd name="connsiteX2" fmla="*/ 2523344 w 2523344"/>
                <a:gd name="connsiteY2" fmla="*/ 482600 h 482600"/>
                <a:gd name="connsiteX3" fmla="*/ 0 w 2523344"/>
                <a:gd name="connsiteY3" fmla="*/ 482600 h 482600"/>
                <a:gd name="connsiteX4" fmla="*/ 493662 w 2523344"/>
                <a:gd name="connsiteY4" fmla="*/ 10816 h 482600"/>
                <a:gd name="connsiteX0" fmla="*/ 371386 w 2523344"/>
                <a:gd name="connsiteY0" fmla="*/ 10816 h 482600"/>
                <a:gd name="connsiteX1" fmla="*/ 2523344 w 2523344"/>
                <a:gd name="connsiteY1" fmla="*/ 0 h 482600"/>
                <a:gd name="connsiteX2" fmla="*/ 2523344 w 2523344"/>
                <a:gd name="connsiteY2" fmla="*/ 482600 h 482600"/>
                <a:gd name="connsiteX3" fmla="*/ 0 w 2523344"/>
                <a:gd name="connsiteY3" fmla="*/ 482600 h 482600"/>
                <a:gd name="connsiteX4" fmla="*/ 371386 w 2523344"/>
                <a:gd name="connsiteY4" fmla="*/ 10816 h 482600"/>
                <a:gd name="connsiteX0" fmla="*/ 406017 w 2557975"/>
                <a:gd name="connsiteY0" fmla="*/ 10816 h 488215"/>
                <a:gd name="connsiteX1" fmla="*/ 2557975 w 2557975"/>
                <a:gd name="connsiteY1" fmla="*/ 0 h 488215"/>
                <a:gd name="connsiteX2" fmla="*/ 2557975 w 2557975"/>
                <a:gd name="connsiteY2" fmla="*/ 482600 h 488215"/>
                <a:gd name="connsiteX3" fmla="*/ 0 w 2557975"/>
                <a:gd name="connsiteY3" fmla="*/ 488215 h 488215"/>
                <a:gd name="connsiteX4" fmla="*/ 406017 w 2557975"/>
                <a:gd name="connsiteY4" fmla="*/ 10816 h 488215"/>
                <a:gd name="connsiteX0" fmla="*/ 406017 w 4108665"/>
                <a:gd name="connsiteY0" fmla="*/ 10816 h 488215"/>
                <a:gd name="connsiteX1" fmla="*/ 2557975 w 4108665"/>
                <a:gd name="connsiteY1" fmla="*/ 0 h 488215"/>
                <a:gd name="connsiteX2" fmla="*/ 4108665 w 4108665"/>
                <a:gd name="connsiteY2" fmla="*/ 482600 h 488215"/>
                <a:gd name="connsiteX3" fmla="*/ 0 w 4108665"/>
                <a:gd name="connsiteY3" fmla="*/ 488215 h 488215"/>
                <a:gd name="connsiteX4" fmla="*/ 406017 w 4108665"/>
                <a:gd name="connsiteY4" fmla="*/ 10816 h 488215"/>
                <a:gd name="connsiteX0" fmla="*/ 406017 w 4108665"/>
                <a:gd name="connsiteY0" fmla="*/ 10816 h 488215"/>
                <a:gd name="connsiteX1" fmla="*/ 4108665 w 4108665"/>
                <a:gd name="connsiteY1" fmla="*/ 0 h 488215"/>
                <a:gd name="connsiteX2" fmla="*/ 4108665 w 4108665"/>
                <a:gd name="connsiteY2" fmla="*/ 482600 h 488215"/>
                <a:gd name="connsiteX3" fmla="*/ 0 w 4108665"/>
                <a:gd name="connsiteY3" fmla="*/ 488215 h 488215"/>
                <a:gd name="connsiteX4" fmla="*/ 406017 w 4108665"/>
                <a:gd name="connsiteY4" fmla="*/ 10816 h 488215"/>
                <a:gd name="connsiteX0" fmla="*/ 406017 w 4108665"/>
                <a:gd name="connsiteY0" fmla="*/ 0 h 477399"/>
                <a:gd name="connsiteX1" fmla="*/ 4108665 w 4108665"/>
                <a:gd name="connsiteY1" fmla="*/ 13519 h 477399"/>
                <a:gd name="connsiteX2" fmla="*/ 4108665 w 4108665"/>
                <a:gd name="connsiteY2" fmla="*/ 471784 h 477399"/>
                <a:gd name="connsiteX3" fmla="*/ 0 w 4108665"/>
                <a:gd name="connsiteY3" fmla="*/ 477399 h 477399"/>
                <a:gd name="connsiteX4" fmla="*/ 406017 w 4108665"/>
                <a:gd name="connsiteY4" fmla="*/ 0 h 477399"/>
                <a:gd name="connsiteX0" fmla="*/ 289036 w 3991684"/>
                <a:gd name="connsiteY0" fmla="*/ 0 h 471784"/>
                <a:gd name="connsiteX1" fmla="*/ 3991684 w 3991684"/>
                <a:gd name="connsiteY1" fmla="*/ 13519 h 471784"/>
                <a:gd name="connsiteX2" fmla="*/ 3991684 w 3991684"/>
                <a:gd name="connsiteY2" fmla="*/ 471784 h 471784"/>
                <a:gd name="connsiteX3" fmla="*/ 0 w 3991684"/>
                <a:gd name="connsiteY3" fmla="*/ 356682 h 471784"/>
                <a:gd name="connsiteX4" fmla="*/ 289036 w 3991684"/>
                <a:gd name="connsiteY4" fmla="*/ 0 h 471784"/>
                <a:gd name="connsiteX0" fmla="*/ 274856 w 3977504"/>
                <a:gd name="connsiteY0" fmla="*/ 0 h 471784"/>
                <a:gd name="connsiteX1" fmla="*/ 3977504 w 3977504"/>
                <a:gd name="connsiteY1" fmla="*/ 13519 h 471784"/>
                <a:gd name="connsiteX2" fmla="*/ 3977504 w 3977504"/>
                <a:gd name="connsiteY2" fmla="*/ 471784 h 471784"/>
                <a:gd name="connsiteX3" fmla="*/ 0 w 3977504"/>
                <a:gd name="connsiteY3" fmla="*/ 360131 h 471784"/>
                <a:gd name="connsiteX4" fmla="*/ 274856 w 3977504"/>
                <a:gd name="connsiteY4" fmla="*/ 0 h 471784"/>
                <a:gd name="connsiteX0" fmla="*/ 292580 w 3995228"/>
                <a:gd name="connsiteY0" fmla="*/ 0 h 471784"/>
                <a:gd name="connsiteX1" fmla="*/ 3995228 w 3995228"/>
                <a:gd name="connsiteY1" fmla="*/ 13519 h 471784"/>
                <a:gd name="connsiteX2" fmla="*/ 3995228 w 3995228"/>
                <a:gd name="connsiteY2" fmla="*/ 471784 h 471784"/>
                <a:gd name="connsiteX3" fmla="*/ 0 w 3995228"/>
                <a:gd name="connsiteY3" fmla="*/ 367029 h 471784"/>
                <a:gd name="connsiteX4" fmla="*/ 292580 w 3995228"/>
                <a:gd name="connsiteY4" fmla="*/ 0 h 471784"/>
                <a:gd name="connsiteX0" fmla="*/ 292580 w 3995228"/>
                <a:gd name="connsiteY0" fmla="*/ 0 h 385558"/>
                <a:gd name="connsiteX1" fmla="*/ 3995228 w 3995228"/>
                <a:gd name="connsiteY1" fmla="*/ 13519 h 385558"/>
                <a:gd name="connsiteX2" fmla="*/ 3662009 w 3995228"/>
                <a:gd name="connsiteY2" fmla="*/ 385558 h 385558"/>
                <a:gd name="connsiteX3" fmla="*/ 0 w 3995228"/>
                <a:gd name="connsiteY3" fmla="*/ 367029 h 385558"/>
                <a:gd name="connsiteX4" fmla="*/ 292580 w 3995228"/>
                <a:gd name="connsiteY4" fmla="*/ 0 h 385558"/>
                <a:gd name="connsiteX0" fmla="*/ 292580 w 3995228"/>
                <a:gd name="connsiteY0" fmla="*/ 0 h 367029"/>
                <a:gd name="connsiteX1" fmla="*/ 3995228 w 3995228"/>
                <a:gd name="connsiteY1" fmla="*/ 13519 h 367029"/>
                <a:gd name="connsiteX2" fmla="*/ 3640740 w 3995228"/>
                <a:gd name="connsiteY2" fmla="*/ 347618 h 367029"/>
                <a:gd name="connsiteX3" fmla="*/ 0 w 3995228"/>
                <a:gd name="connsiteY3" fmla="*/ 367029 h 367029"/>
                <a:gd name="connsiteX4" fmla="*/ 292580 w 3995228"/>
                <a:gd name="connsiteY4" fmla="*/ 0 h 367029"/>
                <a:gd name="connsiteX0" fmla="*/ 292580 w 3995228"/>
                <a:gd name="connsiteY0" fmla="*/ 0 h 367029"/>
                <a:gd name="connsiteX1" fmla="*/ 3995228 w 3995228"/>
                <a:gd name="connsiteY1" fmla="*/ 13519 h 367029"/>
                <a:gd name="connsiteX2" fmla="*/ 3630105 w 3995228"/>
                <a:gd name="connsiteY2" fmla="*/ 213104 h 367029"/>
                <a:gd name="connsiteX3" fmla="*/ 0 w 3995228"/>
                <a:gd name="connsiteY3" fmla="*/ 367029 h 367029"/>
                <a:gd name="connsiteX4" fmla="*/ 292580 w 3995228"/>
                <a:gd name="connsiteY4" fmla="*/ 0 h 367029"/>
                <a:gd name="connsiteX0" fmla="*/ 292580 w 3995228"/>
                <a:gd name="connsiteY0" fmla="*/ 0 h 367029"/>
                <a:gd name="connsiteX1" fmla="*/ 3995228 w 3995228"/>
                <a:gd name="connsiteY1" fmla="*/ 13519 h 367029"/>
                <a:gd name="connsiteX2" fmla="*/ 3615926 w 3995228"/>
                <a:gd name="connsiteY2" fmla="*/ 354515 h 367029"/>
                <a:gd name="connsiteX3" fmla="*/ 0 w 3995228"/>
                <a:gd name="connsiteY3" fmla="*/ 367029 h 367029"/>
                <a:gd name="connsiteX4" fmla="*/ 292580 w 3995228"/>
                <a:gd name="connsiteY4" fmla="*/ 0 h 367029"/>
                <a:gd name="connsiteX0" fmla="*/ 278400 w 3981048"/>
                <a:gd name="connsiteY0" fmla="*/ 0 h 360131"/>
                <a:gd name="connsiteX1" fmla="*/ 3981048 w 3981048"/>
                <a:gd name="connsiteY1" fmla="*/ 13519 h 360131"/>
                <a:gd name="connsiteX2" fmla="*/ 3601746 w 3981048"/>
                <a:gd name="connsiteY2" fmla="*/ 354515 h 360131"/>
                <a:gd name="connsiteX3" fmla="*/ 0 w 3981048"/>
                <a:gd name="connsiteY3" fmla="*/ 360131 h 360131"/>
                <a:gd name="connsiteX4" fmla="*/ 278400 w 3981048"/>
                <a:gd name="connsiteY4" fmla="*/ 0 h 360131"/>
                <a:gd name="connsiteX0" fmla="*/ 285490 w 3988138"/>
                <a:gd name="connsiteY0" fmla="*/ 0 h 360131"/>
                <a:gd name="connsiteX1" fmla="*/ 3988138 w 3988138"/>
                <a:gd name="connsiteY1" fmla="*/ 13519 h 360131"/>
                <a:gd name="connsiteX2" fmla="*/ 3608836 w 3988138"/>
                <a:gd name="connsiteY2" fmla="*/ 354515 h 360131"/>
                <a:gd name="connsiteX3" fmla="*/ 0 w 3988138"/>
                <a:gd name="connsiteY3" fmla="*/ 360131 h 360131"/>
                <a:gd name="connsiteX4" fmla="*/ 285490 w 3988138"/>
                <a:gd name="connsiteY4" fmla="*/ 0 h 360131"/>
                <a:gd name="connsiteX0" fmla="*/ 299670 w 4002318"/>
                <a:gd name="connsiteY0" fmla="*/ 0 h 360131"/>
                <a:gd name="connsiteX1" fmla="*/ 4002318 w 4002318"/>
                <a:gd name="connsiteY1" fmla="*/ 13519 h 360131"/>
                <a:gd name="connsiteX2" fmla="*/ 3623016 w 4002318"/>
                <a:gd name="connsiteY2" fmla="*/ 354515 h 360131"/>
                <a:gd name="connsiteX3" fmla="*/ 0 w 4002318"/>
                <a:gd name="connsiteY3" fmla="*/ 360131 h 360131"/>
                <a:gd name="connsiteX4" fmla="*/ 299670 w 4002318"/>
                <a:gd name="connsiteY4" fmla="*/ 0 h 360131"/>
                <a:gd name="connsiteX0" fmla="*/ 299670 w 3623016"/>
                <a:gd name="connsiteY0" fmla="*/ 0 h 360131"/>
                <a:gd name="connsiteX1" fmla="*/ 3615926 w 3623016"/>
                <a:gd name="connsiteY1" fmla="*/ 10070 h 360131"/>
                <a:gd name="connsiteX2" fmla="*/ 3623016 w 3623016"/>
                <a:gd name="connsiteY2" fmla="*/ 354515 h 360131"/>
                <a:gd name="connsiteX3" fmla="*/ 0 w 3623016"/>
                <a:gd name="connsiteY3" fmla="*/ 360131 h 360131"/>
                <a:gd name="connsiteX4" fmla="*/ 299670 w 3623016"/>
                <a:gd name="connsiteY4" fmla="*/ 0 h 360131"/>
                <a:gd name="connsiteX0" fmla="*/ 299670 w 3630106"/>
                <a:gd name="connsiteY0" fmla="*/ 277 h 360408"/>
                <a:gd name="connsiteX1" fmla="*/ 3630106 w 3630106"/>
                <a:gd name="connsiteY1" fmla="*/ 0 h 360408"/>
                <a:gd name="connsiteX2" fmla="*/ 3623016 w 3630106"/>
                <a:gd name="connsiteY2" fmla="*/ 354792 h 360408"/>
                <a:gd name="connsiteX3" fmla="*/ 0 w 3630106"/>
                <a:gd name="connsiteY3" fmla="*/ 360408 h 360408"/>
                <a:gd name="connsiteX4" fmla="*/ 299670 w 3630106"/>
                <a:gd name="connsiteY4" fmla="*/ 277 h 360408"/>
                <a:gd name="connsiteX0" fmla="*/ 299670 w 4037066"/>
                <a:gd name="connsiteY0" fmla="*/ 277 h 360408"/>
                <a:gd name="connsiteX1" fmla="*/ 4037066 w 4037066"/>
                <a:gd name="connsiteY1" fmla="*/ 0 h 360408"/>
                <a:gd name="connsiteX2" fmla="*/ 3623016 w 4037066"/>
                <a:gd name="connsiteY2" fmla="*/ 354792 h 360408"/>
                <a:gd name="connsiteX3" fmla="*/ 0 w 4037066"/>
                <a:gd name="connsiteY3" fmla="*/ 360408 h 360408"/>
                <a:gd name="connsiteX4" fmla="*/ 299670 w 4037066"/>
                <a:gd name="connsiteY4" fmla="*/ 277 h 360408"/>
                <a:gd name="connsiteX0" fmla="*/ 299670 w 4040151"/>
                <a:gd name="connsiteY0" fmla="*/ 277 h 360408"/>
                <a:gd name="connsiteX1" fmla="*/ 4037066 w 4040151"/>
                <a:gd name="connsiteY1" fmla="*/ 0 h 360408"/>
                <a:gd name="connsiteX2" fmla="*/ 4040151 w 4040151"/>
                <a:gd name="connsiteY2" fmla="*/ 354792 h 360408"/>
                <a:gd name="connsiteX3" fmla="*/ 0 w 4040151"/>
                <a:gd name="connsiteY3" fmla="*/ 360408 h 360408"/>
                <a:gd name="connsiteX4" fmla="*/ 299670 w 4040151"/>
                <a:gd name="connsiteY4" fmla="*/ 277 h 360408"/>
                <a:gd name="connsiteX0" fmla="*/ 299670 w 4037234"/>
                <a:gd name="connsiteY0" fmla="*/ 277 h 364692"/>
                <a:gd name="connsiteX1" fmla="*/ 4037066 w 4037234"/>
                <a:gd name="connsiteY1" fmla="*/ 0 h 364692"/>
                <a:gd name="connsiteX2" fmla="*/ 4035064 w 4037234"/>
                <a:gd name="connsiteY2" fmla="*/ 364692 h 364692"/>
                <a:gd name="connsiteX3" fmla="*/ 0 w 4037234"/>
                <a:gd name="connsiteY3" fmla="*/ 360408 h 364692"/>
                <a:gd name="connsiteX4" fmla="*/ 299670 w 4037234"/>
                <a:gd name="connsiteY4" fmla="*/ 277 h 3646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37234" h="364692">
                  <a:moveTo>
                    <a:pt x="299670" y="277"/>
                  </a:moveTo>
                  <a:lnTo>
                    <a:pt x="4037066" y="0"/>
                  </a:lnTo>
                  <a:cubicBezTo>
                    <a:pt x="4038094" y="118264"/>
                    <a:pt x="4034036" y="246428"/>
                    <a:pt x="4035064" y="364692"/>
                  </a:cubicBezTo>
                  <a:lnTo>
                    <a:pt x="0" y="360408"/>
                  </a:lnTo>
                  <a:lnTo>
                    <a:pt x="299670" y="277"/>
                  </a:lnTo>
                  <a:close/>
                </a:path>
              </a:pathLst>
            </a:custGeom>
            <a:solidFill>
              <a:srgbClr val="EF682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VN">
                <a:latin typeface="Arial" panose="020B0604020202020204" pitchFamily="34" charset="0"/>
                <a:cs typeface="Arial" panose="020B0604020202020204" pitchFamily="34" charset="0"/>
              </a:endParaRPr>
            </a:p>
          </p:txBody>
        </p:sp>
      </p:grpSp>
      <p:sp>
        <p:nvSpPr>
          <p:cNvPr id="28" name="Slide Number Placeholder 5">
            <a:extLst>
              <a:ext uri="{FF2B5EF4-FFF2-40B4-BE49-F238E27FC236}">
                <a16:creationId xmlns:a16="http://schemas.microsoft.com/office/drawing/2014/main" id="{B6935880-8A5A-8F56-7A91-3FE26B19DFC5}"/>
              </a:ext>
            </a:extLst>
          </p:cNvPr>
          <p:cNvSpPr>
            <a:spLocks noGrp="1"/>
          </p:cNvSpPr>
          <p:nvPr>
            <p:ph type="sldNum" sz="quarter" idx="12"/>
          </p:nvPr>
        </p:nvSpPr>
        <p:spPr>
          <a:xfrm>
            <a:off x="7232097" y="6593881"/>
            <a:ext cx="1908332" cy="255190"/>
          </a:xfrm>
        </p:spPr>
        <p:txBody>
          <a:bodyPr/>
          <a:lstStyle>
            <a:lvl1pPr>
              <a:defRPr>
                <a:solidFill>
                  <a:schemeClr val="bg1"/>
                </a:solidFill>
                <a:latin typeface="Arial" panose="020B0604020202020204" pitchFamily="34" charset="0"/>
                <a:cs typeface="Arial" panose="020B0604020202020204" pitchFamily="34" charset="0"/>
              </a:defRPr>
            </a:lvl1pPr>
          </a:lstStyle>
          <a:p>
            <a:pPr>
              <a:defRPr/>
            </a:pPr>
            <a:fld id="{47A54EB7-AD52-4151-BFDC-C09D8FF73BF0}" type="slidenum">
              <a:rPr lang="en-VN"/>
              <a:pPr>
                <a:defRPr/>
              </a:pPr>
              <a:t>‹#›</a:t>
            </a:fld>
            <a:endParaRPr lang="en-VN"/>
          </a:p>
        </p:txBody>
      </p:sp>
    </p:spTree>
    <p:extLst>
      <p:ext uri="{BB962C8B-B14F-4D97-AF65-F5344CB8AC3E}">
        <p14:creationId xmlns:p14="http://schemas.microsoft.com/office/powerpoint/2010/main" val="22391261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29842" y="1366203"/>
            <a:ext cx="3868340" cy="823912"/>
          </a:xfrm>
        </p:spPr>
        <p:txBody>
          <a:bodyPr anchor="b">
            <a:normAutofit/>
          </a:bodyPr>
          <a:lstStyle>
            <a:lvl1pPr marL="0" indent="0" algn="ctr">
              <a:buNone/>
              <a:defRPr sz="2600" b="1">
                <a:solidFill>
                  <a:srgbClr val="EF682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29842" y="2190115"/>
            <a:ext cx="3868340" cy="3684588"/>
          </a:xfrm>
        </p:spPr>
        <p:txBody>
          <a:bodyPr vert="horz" lIns="91440" tIns="45720" rIns="91440" bIns="45720" rtlCol="0">
            <a:normAutofit/>
          </a:bodyPr>
          <a:lstStyle>
            <a:lvl1pPr>
              <a:defRPr lang="en-US" sz="2400" dirty="0"/>
            </a:lvl1pPr>
            <a:lvl2pPr>
              <a:defRPr lang="en-US" sz="2000" dirty="0"/>
            </a:lvl2pPr>
            <a:lvl3pPr>
              <a:defRPr lang="en-US" sz="1800" dirty="0"/>
            </a:lvl3pPr>
            <a:lvl4pPr>
              <a:defRPr lang="en-US" sz="1600" dirty="0"/>
            </a:lvl4pPr>
            <a:lvl5pPr>
              <a:defRPr lang="en-US" sz="1600" dirty="0"/>
            </a:lvl5pPr>
          </a:lstStyle>
          <a:p>
            <a:pPr lvl="0">
              <a:buFont typeface="Wingdings" pitchFamily="2" charset="2"/>
              <a:buChar char="§"/>
            </a:pPr>
            <a:r>
              <a:rPr lang="en-US" dirty="0"/>
              <a:t>Click to edit Master text styles</a:t>
            </a:r>
          </a:p>
          <a:p>
            <a:pPr lvl="1"/>
            <a:r>
              <a:rPr lang="en-US" dirty="0"/>
              <a:t>Second level</a:t>
            </a:r>
          </a:p>
          <a:p>
            <a:pPr lvl="2">
              <a:buFont typeface="Wingdings" pitchFamily="2" charset="2"/>
              <a:buChar char="ü"/>
            </a:pPr>
            <a:r>
              <a:rPr lang="en-US" dirty="0"/>
              <a:t>Third level</a:t>
            </a:r>
          </a:p>
          <a:p>
            <a:pPr lvl="3">
              <a:buFont typeface="Courier New" panose="02070309020205020404" pitchFamily="49" charset="0"/>
              <a:buChar char="o"/>
            </a:pPr>
            <a:r>
              <a:rPr lang="en-US" dirty="0"/>
              <a:t>Fourth level</a:t>
            </a:r>
          </a:p>
          <a:p>
            <a:pPr lvl="4">
              <a:buFont typeface="Courier New" panose="02070309020205020404" pitchFamily="49" charset="0"/>
              <a:buChar char="o"/>
            </a:pPr>
            <a:r>
              <a:rPr lang="en-US" dirty="0"/>
              <a:t>Fifth level</a:t>
            </a:r>
          </a:p>
        </p:txBody>
      </p:sp>
      <p:sp>
        <p:nvSpPr>
          <p:cNvPr id="5" name="Text Placeholder 4"/>
          <p:cNvSpPr>
            <a:spLocks noGrp="1"/>
          </p:cNvSpPr>
          <p:nvPr>
            <p:ph type="body" sz="quarter" idx="3"/>
          </p:nvPr>
        </p:nvSpPr>
        <p:spPr>
          <a:xfrm>
            <a:off x="4629150" y="1366203"/>
            <a:ext cx="3887391" cy="823912"/>
          </a:xfrm>
        </p:spPr>
        <p:txBody>
          <a:bodyPr anchor="b">
            <a:normAutofit/>
          </a:bodyPr>
          <a:lstStyle>
            <a:lvl1pPr marL="0" indent="0" algn="ctr">
              <a:buNone/>
              <a:defRPr sz="2600" b="1">
                <a:solidFill>
                  <a:srgbClr val="EF682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29150" y="2190115"/>
            <a:ext cx="3887391" cy="3684588"/>
          </a:xfrm>
        </p:spPr>
        <p:txBody>
          <a:bodyPr vert="horz" lIns="91440" tIns="45720" rIns="91440" bIns="45720" rtlCol="0">
            <a:normAutofit/>
          </a:bodyPr>
          <a:lstStyle>
            <a:lvl1pPr>
              <a:defRPr lang="en-US" sz="2400" dirty="0"/>
            </a:lvl1pPr>
            <a:lvl2pPr>
              <a:defRPr lang="en-US" sz="2000" dirty="0"/>
            </a:lvl2pPr>
            <a:lvl3pPr>
              <a:defRPr lang="en-US" sz="1800" dirty="0"/>
            </a:lvl3pPr>
            <a:lvl4pPr>
              <a:defRPr lang="en-US" sz="1600" dirty="0"/>
            </a:lvl4pPr>
            <a:lvl5pPr>
              <a:defRPr lang="en-US" sz="1600" dirty="0"/>
            </a:lvl5pPr>
          </a:lstStyle>
          <a:p>
            <a:pPr lvl="0">
              <a:buFont typeface="Wingdings" pitchFamily="2" charset="2"/>
              <a:buChar char="§"/>
            </a:pPr>
            <a:r>
              <a:rPr lang="en-US" dirty="0"/>
              <a:t>Click to edit Master text styles</a:t>
            </a:r>
          </a:p>
          <a:p>
            <a:pPr lvl="1"/>
            <a:r>
              <a:rPr lang="en-US" dirty="0"/>
              <a:t>Second level</a:t>
            </a:r>
          </a:p>
          <a:p>
            <a:pPr lvl="2">
              <a:buFont typeface="Wingdings" pitchFamily="2" charset="2"/>
              <a:buChar char="ü"/>
            </a:pPr>
            <a:r>
              <a:rPr lang="en-US" dirty="0"/>
              <a:t>Third level</a:t>
            </a:r>
          </a:p>
          <a:p>
            <a:pPr lvl="3">
              <a:buFont typeface="Courier New" panose="02070309020205020404" pitchFamily="49" charset="0"/>
              <a:buChar char="o"/>
            </a:pPr>
            <a:r>
              <a:rPr lang="en-US" dirty="0"/>
              <a:t>Fourth level</a:t>
            </a:r>
          </a:p>
          <a:p>
            <a:pPr lvl="4">
              <a:buFont typeface="Courier New" panose="02070309020205020404" pitchFamily="49" charset="0"/>
              <a:buChar char="o"/>
            </a:pPr>
            <a:r>
              <a:rPr lang="en-US" dirty="0"/>
              <a:t>Fifth level</a:t>
            </a:r>
          </a:p>
        </p:txBody>
      </p:sp>
      <p:grpSp>
        <p:nvGrpSpPr>
          <p:cNvPr id="10" name="Group 9">
            <a:extLst>
              <a:ext uri="{FF2B5EF4-FFF2-40B4-BE49-F238E27FC236}">
                <a16:creationId xmlns:a16="http://schemas.microsoft.com/office/drawing/2014/main" id="{D40CDF2A-0FA0-4504-7715-7A148011CD20}"/>
              </a:ext>
            </a:extLst>
          </p:cNvPr>
          <p:cNvGrpSpPr/>
          <p:nvPr userDrawn="1"/>
        </p:nvGrpSpPr>
        <p:grpSpPr>
          <a:xfrm>
            <a:off x="-14287" y="568960"/>
            <a:ext cx="9188053" cy="228601"/>
            <a:chOff x="-14287" y="837009"/>
            <a:chExt cx="9188053" cy="228601"/>
          </a:xfrm>
        </p:grpSpPr>
        <p:cxnSp>
          <p:nvCxnSpPr>
            <p:cNvPr id="11" name="Straight Connector 10">
              <a:extLst>
                <a:ext uri="{FF2B5EF4-FFF2-40B4-BE49-F238E27FC236}">
                  <a16:creationId xmlns:a16="http://schemas.microsoft.com/office/drawing/2014/main" id="{329F4116-206B-81DE-0729-C8A1A1E26143}"/>
                </a:ext>
              </a:extLst>
            </p:cNvPr>
            <p:cNvCxnSpPr>
              <a:cxnSpLocks/>
            </p:cNvCxnSpPr>
            <p:nvPr userDrawn="1"/>
          </p:nvCxnSpPr>
          <p:spPr>
            <a:xfrm>
              <a:off x="658416" y="976313"/>
              <a:ext cx="8515350" cy="0"/>
            </a:xfrm>
            <a:prstGeom prst="line">
              <a:avLst/>
            </a:prstGeom>
            <a:ln w="12700">
              <a:solidFill>
                <a:srgbClr val="EF6822"/>
              </a:solidFill>
            </a:ln>
          </p:spPr>
          <p:style>
            <a:lnRef idx="1">
              <a:schemeClr val="accent2"/>
            </a:lnRef>
            <a:fillRef idx="0">
              <a:schemeClr val="accent2"/>
            </a:fillRef>
            <a:effectRef idx="0">
              <a:schemeClr val="accent2"/>
            </a:effectRef>
            <a:fontRef idx="minor">
              <a:schemeClr val="tx1"/>
            </a:fontRef>
          </p:style>
        </p:cxnSp>
        <p:sp>
          <p:nvSpPr>
            <p:cNvPr id="12" name="Rectangle 16">
              <a:extLst>
                <a:ext uri="{FF2B5EF4-FFF2-40B4-BE49-F238E27FC236}">
                  <a16:creationId xmlns:a16="http://schemas.microsoft.com/office/drawing/2014/main" id="{3C2882CE-D6A0-9A38-519C-2A5BC4BABF48}"/>
                </a:ext>
              </a:extLst>
            </p:cNvPr>
            <p:cNvSpPr/>
            <p:nvPr userDrawn="1"/>
          </p:nvSpPr>
          <p:spPr>
            <a:xfrm flipH="1" flipV="1">
              <a:off x="-14287" y="837009"/>
              <a:ext cx="954881" cy="228601"/>
            </a:xfrm>
            <a:custGeom>
              <a:avLst/>
              <a:gdLst>
                <a:gd name="connsiteX0" fmla="*/ 0 w 2523344"/>
                <a:gd name="connsiteY0" fmla="*/ 0 h 482600"/>
                <a:gd name="connsiteX1" fmla="*/ 2523344 w 2523344"/>
                <a:gd name="connsiteY1" fmla="*/ 0 h 482600"/>
                <a:gd name="connsiteX2" fmla="*/ 2523344 w 2523344"/>
                <a:gd name="connsiteY2" fmla="*/ 482600 h 482600"/>
                <a:gd name="connsiteX3" fmla="*/ 0 w 2523344"/>
                <a:gd name="connsiteY3" fmla="*/ 482600 h 482600"/>
                <a:gd name="connsiteX4" fmla="*/ 0 w 2523344"/>
                <a:gd name="connsiteY4" fmla="*/ 0 h 482600"/>
                <a:gd name="connsiteX0" fmla="*/ 524655 w 2523344"/>
                <a:gd name="connsiteY0" fmla="*/ 14990 h 482600"/>
                <a:gd name="connsiteX1" fmla="*/ 2523344 w 2523344"/>
                <a:gd name="connsiteY1" fmla="*/ 0 h 482600"/>
                <a:gd name="connsiteX2" fmla="*/ 2523344 w 2523344"/>
                <a:gd name="connsiteY2" fmla="*/ 482600 h 482600"/>
                <a:gd name="connsiteX3" fmla="*/ 0 w 2523344"/>
                <a:gd name="connsiteY3" fmla="*/ 482600 h 482600"/>
                <a:gd name="connsiteX4" fmla="*/ 524655 w 2523344"/>
                <a:gd name="connsiteY4" fmla="*/ 14990 h 482600"/>
                <a:gd name="connsiteX0" fmla="*/ 404734 w 2523344"/>
                <a:gd name="connsiteY0" fmla="*/ 44971 h 482600"/>
                <a:gd name="connsiteX1" fmla="*/ 2523344 w 2523344"/>
                <a:gd name="connsiteY1" fmla="*/ 0 h 482600"/>
                <a:gd name="connsiteX2" fmla="*/ 2523344 w 2523344"/>
                <a:gd name="connsiteY2" fmla="*/ 482600 h 482600"/>
                <a:gd name="connsiteX3" fmla="*/ 0 w 2523344"/>
                <a:gd name="connsiteY3" fmla="*/ 482600 h 482600"/>
                <a:gd name="connsiteX4" fmla="*/ 404734 w 2523344"/>
                <a:gd name="connsiteY4" fmla="*/ 44971 h 482600"/>
                <a:gd name="connsiteX0" fmla="*/ 404734 w 2523344"/>
                <a:gd name="connsiteY0" fmla="*/ 0 h 482600"/>
                <a:gd name="connsiteX1" fmla="*/ 2523344 w 2523344"/>
                <a:gd name="connsiteY1" fmla="*/ 0 h 482600"/>
                <a:gd name="connsiteX2" fmla="*/ 2523344 w 2523344"/>
                <a:gd name="connsiteY2" fmla="*/ 482600 h 482600"/>
                <a:gd name="connsiteX3" fmla="*/ 0 w 2523344"/>
                <a:gd name="connsiteY3" fmla="*/ 482600 h 482600"/>
                <a:gd name="connsiteX4" fmla="*/ 404734 w 2523344"/>
                <a:gd name="connsiteY4" fmla="*/ 0 h 482600"/>
                <a:gd name="connsiteX0" fmla="*/ 493662 w 2523344"/>
                <a:gd name="connsiteY0" fmla="*/ 10816 h 482600"/>
                <a:gd name="connsiteX1" fmla="*/ 2523344 w 2523344"/>
                <a:gd name="connsiteY1" fmla="*/ 0 h 482600"/>
                <a:gd name="connsiteX2" fmla="*/ 2523344 w 2523344"/>
                <a:gd name="connsiteY2" fmla="*/ 482600 h 482600"/>
                <a:gd name="connsiteX3" fmla="*/ 0 w 2523344"/>
                <a:gd name="connsiteY3" fmla="*/ 482600 h 482600"/>
                <a:gd name="connsiteX4" fmla="*/ 493662 w 2523344"/>
                <a:gd name="connsiteY4" fmla="*/ 10816 h 482600"/>
                <a:gd name="connsiteX0" fmla="*/ 371386 w 2523344"/>
                <a:gd name="connsiteY0" fmla="*/ 10816 h 482600"/>
                <a:gd name="connsiteX1" fmla="*/ 2523344 w 2523344"/>
                <a:gd name="connsiteY1" fmla="*/ 0 h 482600"/>
                <a:gd name="connsiteX2" fmla="*/ 2523344 w 2523344"/>
                <a:gd name="connsiteY2" fmla="*/ 482600 h 482600"/>
                <a:gd name="connsiteX3" fmla="*/ 0 w 2523344"/>
                <a:gd name="connsiteY3" fmla="*/ 482600 h 482600"/>
                <a:gd name="connsiteX4" fmla="*/ 371386 w 2523344"/>
                <a:gd name="connsiteY4" fmla="*/ 10816 h 482600"/>
                <a:gd name="connsiteX0" fmla="*/ 406017 w 2557975"/>
                <a:gd name="connsiteY0" fmla="*/ 10816 h 488215"/>
                <a:gd name="connsiteX1" fmla="*/ 2557975 w 2557975"/>
                <a:gd name="connsiteY1" fmla="*/ 0 h 488215"/>
                <a:gd name="connsiteX2" fmla="*/ 2557975 w 2557975"/>
                <a:gd name="connsiteY2" fmla="*/ 482600 h 488215"/>
                <a:gd name="connsiteX3" fmla="*/ 0 w 2557975"/>
                <a:gd name="connsiteY3" fmla="*/ 488215 h 488215"/>
                <a:gd name="connsiteX4" fmla="*/ 406017 w 2557975"/>
                <a:gd name="connsiteY4" fmla="*/ 10816 h 488215"/>
                <a:gd name="connsiteX0" fmla="*/ 406017 w 4108665"/>
                <a:gd name="connsiteY0" fmla="*/ 10816 h 488215"/>
                <a:gd name="connsiteX1" fmla="*/ 2557975 w 4108665"/>
                <a:gd name="connsiteY1" fmla="*/ 0 h 488215"/>
                <a:gd name="connsiteX2" fmla="*/ 4108665 w 4108665"/>
                <a:gd name="connsiteY2" fmla="*/ 482600 h 488215"/>
                <a:gd name="connsiteX3" fmla="*/ 0 w 4108665"/>
                <a:gd name="connsiteY3" fmla="*/ 488215 h 488215"/>
                <a:gd name="connsiteX4" fmla="*/ 406017 w 4108665"/>
                <a:gd name="connsiteY4" fmla="*/ 10816 h 488215"/>
                <a:gd name="connsiteX0" fmla="*/ 406017 w 4108665"/>
                <a:gd name="connsiteY0" fmla="*/ 10816 h 488215"/>
                <a:gd name="connsiteX1" fmla="*/ 4108665 w 4108665"/>
                <a:gd name="connsiteY1" fmla="*/ 0 h 488215"/>
                <a:gd name="connsiteX2" fmla="*/ 4108665 w 4108665"/>
                <a:gd name="connsiteY2" fmla="*/ 482600 h 488215"/>
                <a:gd name="connsiteX3" fmla="*/ 0 w 4108665"/>
                <a:gd name="connsiteY3" fmla="*/ 488215 h 488215"/>
                <a:gd name="connsiteX4" fmla="*/ 406017 w 4108665"/>
                <a:gd name="connsiteY4" fmla="*/ 10816 h 488215"/>
                <a:gd name="connsiteX0" fmla="*/ 406017 w 4108665"/>
                <a:gd name="connsiteY0" fmla="*/ 0 h 477399"/>
                <a:gd name="connsiteX1" fmla="*/ 4108665 w 4108665"/>
                <a:gd name="connsiteY1" fmla="*/ 13519 h 477399"/>
                <a:gd name="connsiteX2" fmla="*/ 4108665 w 4108665"/>
                <a:gd name="connsiteY2" fmla="*/ 471784 h 477399"/>
                <a:gd name="connsiteX3" fmla="*/ 0 w 4108665"/>
                <a:gd name="connsiteY3" fmla="*/ 477399 h 477399"/>
                <a:gd name="connsiteX4" fmla="*/ 406017 w 4108665"/>
                <a:gd name="connsiteY4" fmla="*/ 0 h 477399"/>
                <a:gd name="connsiteX0" fmla="*/ 406017 w 4108665"/>
                <a:gd name="connsiteY0" fmla="*/ 0 h 477399"/>
                <a:gd name="connsiteX1" fmla="*/ 4108665 w 4108665"/>
                <a:gd name="connsiteY1" fmla="*/ 13519 h 477399"/>
                <a:gd name="connsiteX2" fmla="*/ 1881358 w 4108665"/>
                <a:gd name="connsiteY2" fmla="*/ 471784 h 477399"/>
                <a:gd name="connsiteX3" fmla="*/ 0 w 4108665"/>
                <a:gd name="connsiteY3" fmla="*/ 477399 h 477399"/>
                <a:gd name="connsiteX4" fmla="*/ 406017 w 4108665"/>
                <a:gd name="connsiteY4" fmla="*/ 0 h 477399"/>
                <a:gd name="connsiteX0" fmla="*/ 406017 w 1905053"/>
                <a:gd name="connsiteY0" fmla="*/ 0 h 477399"/>
                <a:gd name="connsiteX1" fmla="*/ 1905053 w 1905053"/>
                <a:gd name="connsiteY1" fmla="*/ 1993 h 477399"/>
                <a:gd name="connsiteX2" fmla="*/ 1881358 w 1905053"/>
                <a:gd name="connsiteY2" fmla="*/ 471784 h 477399"/>
                <a:gd name="connsiteX3" fmla="*/ 0 w 1905053"/>
                <a:gd name="connsiteY3" fmla="*/ 477399 h 477399"/>
                <a:gd name="connsiteX4" fmla="*/ 406017 w 1905053"/>
                <a:gd name="connsiteY4" fmla="*/ 0 h 477399"/>
                <a:gd name="connsiteX0" fmla="*/ 406017 w 1881358"/>
                <a:gd name="connsiteY0" fmla="*/ 0 h 477399"/>
                <a:gd name="connsiteX1" fmla="*/ 1845816 w 1881358"/>
                <a:gd name="connsiteY1" fmla="*/ 1993 h 477399"/>
                <a:gd name="connsiteX2" fmla="*/ 1881358 w 1881358"/>
                <a:gd name="connsiteY2" fmla="*/ 471784 h 477399"/>
                <a:gd name="connsiteX3" fmla="*/ 0 w 1881358"/>
                <a:gd name="connsiteY3" fmla="*/ 477399 h 477399"/>
                <a:gd name="connsiteX4" fmla="*/ 406017 w 1881358"/>
                <a:gd name="connsiteY4" fmla="*/ 0 h 477399"/>
                <a:gd name="connsiteX0" fmla="*/ 406017 w 1881358"/>
                <a:gd name="connsiteY0" fmla="*/ 0 h 477399"/>
                <a:gd name="connsiteX1" fmla="*/ 1869510 w 1881358"/>
                <a:gd name="connsiteY1" fmla="*/ 25047 h 477399"/>
                <a:gd name="connsiteX2" fmla="*/ 1881358 w 1881358"/>
                <a:gd name="connsiteY2" fmla="*/ 471784 h 477399"/>
                <a:gd name="connsiteX3" fmla="*/ 0 w 1881358"/>
                <a:gd name="connsiteY3" fmla="*/ 477399 h 477399"/>
                <a:gd name="connsiteX4" fmla="*/ 406017 w 1881358"/>
                <a:gd name="connsiteY4" fmla="*/ 0 h 477399"/>
                <a:gd name="connsiteX0" fmla="*/ 406017 w 1886825"/>
                <a:gd name="connsiteY0" fmla="*/ 14263 h 491662"/>
                <a:gd name="connsiteX1" fmla="*/ 1886825 w 1886825"/>
                <a:gd name="connsiteY1" fmla="*/ 0 h 491662"/>
                <a:gd name="connsiteX2" fmla="*/ 1881358 w 1886825"/>
                <a:gd name="connsiteY2" fmla="*/ 486047 h 491662"/>
                <a:gd name="connsiteX3" fmla="*/ 0 w 1886825"/>
                <a:gd name="connsiteY3" fmla="*/ 491662 h 491662"/>
                <a:gd name="connsiteX4" fmla="*/ 406017 w 1886825"/>
                <a:gd name="connsiteY4" fmla="*/ 14263 h 491662"/>
                <a:gd name="connsiteX0" fmla="*/ 406017 w 1881586"/>
                <a:gd name="connsiteY0" fmla="*/ 0 h 477399"/>
                <a:gd name="connsiteX1" fmla="*/ 1875281 w 1881586"/>
                <a:gd name="connsiteY1" fmla="*/ 8200 h 477399"/>
                <a:gd name="connsiteX2" fmla="*/ 1881358 w 1881586"/>
                <a:gd name="connsiteY2" fmla="*/ 471784 h 477399"/>
                <a:gd name="connsiteX3" fmla="*/ 0 w 1881586"/>
                <a:gd name="connsiteY3" fmla="*/ 477399 h 477399"/>
                <a:gd name="connsiteX4" fmla="*/ 406017 w 1881586"/>
                <a:gd name="connsiteY4" fmla="*/ 0 h 477399"/>
                <a:gd name="connsiteX0" fmla="*/ 406017 w 1881851"/>
                <a:gd name="connsiteY0" fmla="*/ 3031 h 480430"/>
                <a:gd name="connsiteX1" fmla="*/ 1881052 w 1881851"/>
                <a:gd name="connsiteY1" fmla="*/ 0 h 480430"/>
                <a:gd name="connsiteX2" fmla="*/ 1881358 w 1881851"/>
                <a:gd name="connsiteY2" fmla="*/ 474815 h 480430"/>
                <a:gd name="connsiteX3" fmla="*/ 0 w 1881851"/>
                <a:gd name="connsiteY3" fmla="*/ 480430 h 480430"/>
                <a:gd name="connsiteX4" fmla="*/ 406017 w 1881851"/>
                <a:gd name="connsiteY4" fmla="*/ 3031 h 480430"/>
                <a:gd name="connsiteX0" fmla="*/ 406017 w 1881052"/>
                <a:gd name="connsiteY0" fmla="*/ 3031 h 480984"/>
                <a:gd name="connsiteX1" fmla="*/ 1881052 w 1881052"/>
                <a:gd name="connsiteY1" fmla="*/ 0 h 480984"/>
                <a:gd name="connsiteX2" fmla="*/ 1500907 w 1881052"/>
                <a:gd name="connsiteY2" fmla="*/ 480984 h 480984"/>
                <a:gd name="connsiteX3" fmla="*/ 0 w 1881052"/>
                <a:gd name="connsiteY3" fmla="*/ 480430 h 480984"/>
                <a:gd name="connsiteX4" fmla="*/ 406017 w 1881052"/>
                <a:gd name="connsiteY4" fmla="*/ 3031 h 480984"/>
                <a:gd name="connsiteX0" fmla="*/ 406017 w 1506942"/>
                <a:gd name="connsiteY0" fmla="*/ 0 h 477953"/>
                <a:gd name="connsiteX1" fmla="*/ 1506942 w 1506942"/>
                <a:gd name="connsiteY1" fmla="*/ 3138 h 477953"/>
                <a:gd name="connsiteX2" fmla="*/ 1500907 w 1506942"/>
                <a:gd name="connsiteY2" fmla="*/ 477953 h 477953"/>
                <a:gd name="connsiteX3" fmla="*/ 0 w 1506942"/>
                <a:gd name="connsiteY3" fmla="*/ 477399 h 477953"/>
                <a:gd name="connsiteX4" fmla="*/ 406017 w 1506942"/>
                <a:gd name="connsiteY4" fmla="*/ 0 h 477953"/>
                <a:gd name="connsiteX0" fmla="*/ 406017 w 1500941"/>
                <a:gd name="connsiteY0" fmla="*/ 0 h 477953"/>
                <a:gd name="connsiteX1" fmla="*/ 1433224 w 1500941"/>
                <a:gd name="connsiteY1" fmla="*/ 8260 h 477953"/>
                <a:gd name="connsiteX2" fmla="*/ 1500907 w 1500941"/>
                <a:gd name="connsiteY2" fmla="*/ 477953 h 477953"/>
                <a:gd name="connsiteX3" fmla="*/ 0 w 1500941"/>
                <a:gd name="connsiteY3" fmla="*/ 477399 h 477953"/>
                <a:gd name="connsiteX4" fmla="*/ 406017 w 1500941"/>
                <a:gd name="connsiteY4" fmla="*/ 0 h 477953"/>
                <a:gd name="connsiteX0" fmla="*/ 406017 w 1433224"/>
                <a:gd name="connsiteY0" fmla="*/ 0 h 477953"/>
                <a:gd name="connsiteX1" fmla="*/ 1433224 w 1433224"/>
                <a:gd name="connsiteY1" fmla="*/ 8260 h 477953"/>
                <a:gd name="connsiteX2" fmla="*/ 1421926 w 1433224"/>
                <a:gd name="connsiteY2" fmla="*/ 477953 h 477953"/>
                <a:gd name="connsiteX3" fmla="*/ 0 w 1433224"/>
                <a:gd name="connsiteY3" fmla="*/ 477399 h 477953"/>
                <a:gd name="connsiteX4" fmla="*/ 406017 w 1433224"/>
                <a:gd name="connsiteY4" fmla="*/ 0 h 477953"/>
                <a:gd name="connsiteX0" fmla="*/ 248052 w 1275259"/>
                <a:gd name="connsiteY0" fmla="*/ 0 h 477953"/>
                <a:gd name="connsiteX1" fmla="*/ 1275259 w 1275259"/>
                <a:gd name="connsiteY1" fmla="*/ 8260 h 477953"/>
                <a:gd name="connsiteX2" fmla="*/ 1263961 w 1275259"/>
                <a:gd name="connsiteY2" fmla="*/ 477953 h 477953"/>
                <a:gd name="connsiteX3" fmla="*/ 0 w 1275259"/>
                <a:gd name="connsiteY3" fmla="*/ 287842 h 477953"/>
                <a:gd name="connsiteX4" fmla="*/ 248052 w 1275259"/>
                <a:gd name="connsiteY4" fmla="*/ 0 h 477953"/>
                <a:gd name="connsiteX0" fmla="*/ 248052 w 1275259"/>
                <a:gd name="connsiteY0" fmla="*/ 0 h 303765"/>
                <a:gd name="connsiteX1" fmla="*/ 1275259 w 1275259"/>
                <a:gd name="connsiteY1" fmla="*/ 8260 h 303765"/>
                <a:gd name="connsiteX2" fmla="*/ 1248164 w 1275259"/>
                <a:gd name="connsiteY2" fmla="*/ 303765 h 303765"/>
                <a:gd name="connsiteX3" fmla="*/ 0 w 1275259"/>
                <a:gd name="connsiteY3" fmla="*/ 287842 h 303765"/>
                <a:gd name="connsiteX4" fmla="*/ 248052 w 1275259"/>
                <a:gd name="connsiteY4" fmla="*/ 0 h 303765"/>
                <a:gd name="connsiteX0" fmla="*/ 248052 w 1248931"/>
                <a:gd name="connsiteY0" fmla="*/ 0 h 303765"/>
                <a:gd name="connsiteX1" fmla="*/ 1248931 w 1248931"/>
                <a:gd name="connsiteY1" fmla="*/ 3137 h 303765"/>
                <a:gd name="connsiteX2" fmla="*/ 1248164 w 1248931"/>
                <a:gd name="connsiteY2" fmla="*/ 303765 h 303765"/>
                <a:gd name="connsiteX3" fmla="*/ 0 w 1248931"/>
                <a:gd name="connsiteY3" fmla="*/ 287842 h 303765"/>
                <a:gd name="connsiteX4" fmla="*/ 248052 w 1248931"/>
                <a:gd name="connsiteY4" fmla="*/ 0 h 303765"/>
                <a:gd name="connsiteX0" fmla="*/ 248052 w 1252492"/>
                <a:gd name="connsiteY0" fmla="*/ 0 h 288121"/>
                <a:gd name="connsiteX1" fmla="*/ 1248931 w 1252492"/>
                <a:gd name="connsiteY1" fmla="*/ 3137 h 288121"/>
                <a:gd name="connsiteX2" fmla="*/ 1252183 w 1252492"/>
                <a:gd name="connsiteY2" fmla="*/ 288121 h 288121"/>
                <a:gd name="connsiteX3" fmla="*/ 0 w 1252492"/>
                <a:gd name="connsiteY3" fmla="*/ 287842 h 288121"/>
                <a:gd name="connsiteX4" fmla="*/ 248052 w 1252492"/>
                <a:gd name="connsiteY4" fmla="*/ 0 h 288121"/>
                <a:gd name="connsiteX0" fmla="*/ 248052 w 1252251"/>
                <a:gd name="connsiteY0" fmla="*/ 0 h 288121"/>
                <a:gd name="connsiteX1" fmla="*/ 1220794 w 1252251"/>
                <a:gd name="connsiteY1" fmla="*/ 95 h 288121"/>
                <a:gd name="connsiteX2" fmla="*/ 1252183 w 1252251"/>
                <a:gd name="connsiteY2" fmla="*/ 288121 h 288121"/>
                <a:gd name="connsiteX3" fmla="*/ 0 w 1252251"/>
                <a:gd name="connsiteY3" fmla="*/ 287842 h 288121"/>
                <a:gd name="connsiteX4" fmla="*/ 248052 w 1252251"/>
                <a:gd name="connsiteY4" fmla="*/ 0 h 288121"/>
                <a:gd name="connsiteX0" fmla="*/ 248052 w 1252694"/>
                <a:gd name="connsiteY0" fmla="*/ 2947 h 291068"/>
                <a:gd name="connsiteX1" fmla="*/ 1252058 w 1252694"/>
                <a:gd name="connsiteY1" fmla="*/ 0 h 291068"/>
                <a:gd name="connsiteX2" fmla="*/ 1252183 w 1252694"/>
                <a:gd name="connsiteY2" fmla="*/ 291068 h 291068"/>
                <a:gd name="connsiteX3" fmla="*/ 0 w 1252694"/>
                <a:gd name="connsiteY3" fmla="*/ 290789 h 291068"/>
                <a:gd name="connsiteX4" fmla="*/ 248052 w 1252694"/>
                <a:gd name="connsiteY4" fmla="*/ 2947 h 2910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2694" h="291068">
                  <a:moveTo>
                    <a:pt x="248052" y="2947"/>
                  </a:moveTo>
                  <a:lnTo>
                    <a:pt x="1252058" y="0"/>
                  </a:lnTo>
                  <a:cubicBezTo>
                    <a:pt x="1250236" y="162016"/>
                    <a:pt x="1254005" y="129052"/>
                    <a:pt x="1252183" y="291068"/>
                  </a:cubicBezTo>
                  <a:lnTo>
                    <a:pt x="0" y="290789"/>
                  </a:lnTo>
                  <a:lnTo>
                    <a:pt x="248052" y="2947"/>
                  </a:lnTo>
                  <a:close/>
                </a:path>
              </a:pathLst>
            </a:custGeom>
            <a:solidFill>
              <a:srgbClr val="18459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VN">
                <a:latin typeface="Arial" panose="020B0604020202020204" pitchFamily="34" charset="0"/>
                <a:cs typeface="Arial" panose="020B0604020202020204" pitchFamily="34" charset="0"/>
              </a:endParaRPr>
            </a:p>
          </p:txBody>
        </p:sp>
      </p:grpSp>
      <p:sp>
        <p:nvSpPr>
          <p:cNvPr id="14" name="Title 1">
            <a:extLst>
              <a:ext uri="{FF2B5EF4-FFF2-40B4-BE49-F238E27FC236}">
                <a16:creationId xmlns:a16="http://schemas.microsoft.com/office/drawing/2014/main" id="{274ECB49-2329-9923-853E-7D16E0476134}"/>
              </a:ext>
            </a:extLst>
          </p:cNvPr>
          <p:cNvSpPr>
            <a:spLocks noGrp="1"/>
          </p:cNvSpPr>
          <p:nvPr>
            <p:ph type="title"/>
          </p:nvPr>
        </p:nvSpPr>
        <p:spPr>
          <a:xfrm>
            <a:off x="940594" y="226774"/>
            <a:ext cx="7574756" cy="481806"/>
          </a:xfrm>
        </p:spPr>
        <p:txBody>
          <a:bodyPr>
            <a:normAutofit/>
          </a:bodyPr>
          <a:lstStyle>
            <a:lvl1pPr>
              <a:defRPr sz="3000">
                <a:solidFill>
                  <a:srgbClr val="EF6822"/>
                </a:solidFill>
                <a:latin typeface="Arial" panose="020B0604020202020204" pitchFamily="34" charset="0"/>
                <a:cs typeface="Arial" panose="020B0604020202020204" pitchFamily="34" charset="0"/>
              </a:defRPr>
            </a:lvl1pPr>
          </a:lstStyle>
          <a:p>
            <a:r>
              <a:rPr lang="en-US" dirty="0"/>
              <a:t>Click to edit Master title style</a:t>
            </a:r>
          </a:p>
        </p:txBody>
      </p:sp>
      <p:sp>
        <p:nvSpPr>
          <p:cNvPr id="15" name="Footer Placeholder 4">
            <a:extLst>
              <a:ext uri="{FF2B5EF4-FFF2-40B4-BE49-F238E27FC236}">
                <a16:creationId xmlns:a16="http://schemas.microsoft.com/office/drawing/2014/main" id="{3F1C049A-162E-8707-C763-69F98752F811}"/>
              </a:ext>
            </a:extLst>
          </p:cNvPr>
          <p:cNvSpPr>
            <a:spLocks noGrp="1"/>
          </p:cNvSpPr>
          <p:nvPr>
            <p:ph type="ftr" sz="quarter" idx="11"/>
          </p:nvPr>
        </p:nvSpPr>
        <p:spPr>
          <a:xfrm>
            <a:off x="7977" y="6432947"/>
            <a:ext cx="6026112" cy="282178"/>
          </a:xfrm>
        </p:spPr>
        <p:txBody>
          <a:bodyPr/>
          <a:lstStyle>
            <a:lvl1pPr algn="l">
              <a:defRPr>
                <a:latin typeface="Arial" panose="020B0604020202020204" pitchFamily="34" charset="0"/>
                <a:cs typeface="Arial" panose="020B0604020202020204" pitchFamily="34" charset="0"/>
              </a:defRPr>
            </a:lvl1pPr>
          </a:lstStyle>
          <a:p>
            <a:pPr>
              <a:defRPr/>
            </a:pPr>
            <a:r>
              <a:rPr lang="en-US"/>
              <a:t>Bài 6: Mảng một chiều</a:t>
            </a:r>
            <a:endParaRPr lang="en-VN"/>
          </a:p>
        </p:txBody>
      </p:sp>
      <p:grpSp>
        <p:nvGrpSpPr>
          <p:cNvPr id="16" name="Group 15">
            <a:extLst>
              <a:ext uri="{FF2B5EF4-FFF2-40B4-BE49-F238E27FC236}">
                <a16:creationId xmlns:a16="http://schemas.microsoft.com/office/drawing/2014/main" id="{D4AC7BBD-57C7-5F9C-EA35-D304BF3A5DB5}"/>
              </a:ext>
            </a:extLst>
          </p:cNvPr>
          <p:cNvGrpSpPr/>
          <p:nvPr userDrawn="1"/>
        </p:nvGrpSpPr>
        <p:grpSpPr>
          <a:xfrm>
            <a:off x="0" y="6474619"/>
            <a:ext cx="9160669" cy="383381"/>
            <a:chOff x="0" y="5648325"/>
            <a:chExt cx="9160669" cy="383381"/>
          </a:xfrm>
        </p:grpSpPr>
        <p:cxnSp>
          <p:nvCxnSpPr>
            <p:cNvPr id="17" name="Straight Connector 16">
              <a:extLst>
                <a:ext uri="{FF2B5EF4-FFF2-40B4-BE49-F238E27FC236}">
                  <a16:creationId xmlns:a16="http://schemas.microsoft.com/office/drawing/2014/main" id="{FEA1AEE7-772B-6592-D678-C460D9ED583F}"/>
                </a:ext>
              </a:extLst>
            </p:cNvPr>
            <p:cNvCxnSpPr>
              <a:cxnSpLocks/>
            </p:cNvCxnSpPr>
            <p:nvPr userDrawn="1"/>
          </p:nvCxnSpPr>
          <p:spPr>
            <a:xfrm>
              <a:off x="0" y="5904310"/>
              <a:ext cx="6054329" cy="0"/>
            </a:xfrm>
            <a:prstGeom prst="line">
              <a:avLst/>
            </a:prstGeom>
            <a:ln w="12700">
              <a:solidFill>
                <a:srgbClr val="18459E"/>
              </a:solidFill>
            </a:ln>
          </p:spPr>
          <p:style>
            <a:lnRef idx="1">
              <a:schemeClr val="accent2"/>
            </a:lnRef>
            <a:fillRef idx="0">
              <a:schemeClr val="accent2"/>
            </a:fillRef>
            <a:effectRef idx="0">
              <a:schemeClr val="accent2"/>
            </a:effectRef>
            <a:fontRef idx="minor">
              <a:schemeClr val="tx1"/>
            </a:fontRef>
          </p:style>
        </p:cxnSp>
        <p:cxnSp>
          <p:nvCxnSpPr>
            <p:cNvPr id="18" name="Straight Connector 17">
              <a:extLst>
                <a:ext uri="{FF2B5EF4-FFF2-40B4-BE49-F238E27FC236}">
                  <a16:creationId xmlns:a16="http://schemas.microsoft.com/office/drawing/2014/main" id="{CC2C9A01-F258-84B3-A502-9DA205CA5CAE}"/>
                </a:ext>
              </a:extLst>
            </p:cNvPr>
            <p:cNvCxnSpPr>
              <a:cxnSpLocks/>
            </p:cNvCxnSpPr>
            <p:nvPr userDrawn="1"/>
          </p:nvCxnSpPr>
          <p:spPr>
            <a:xfrm flipV="1">
              <a:off x="6054329" y="5648326"/>
              <a:ext cx="208359" cy="255985"/>
            </a:xfrm>
            <a:prstGeom prst="line">
              <a:avLst/>
            </a:prstGeom>
            <a:ln w="12700">
              <a:solidFill>
                <a:srgbClr val="18459E"/>
              </a:solidFill>
            </a:ln>
          </p:spPr>
          <p:style>
            <a:lnRef idx="1">
              <a:schemeClr val="accent2"/>
            </a:lnRef>
            <a:fillRef idx="0">
              <a:schemeClr val="accent2"/>
            </a:fillRef>
            <a:effectRef idx="0">
              <a:schemeClr val="accent2"/>
            </a:effectRef>
            <a:fontRef idx="minor">
              <a:schemeClr val="tx1"/>
            </a:fontRef>
          </p:style>
        </p:cxnSp>
        <p:cxnSp>
          <p:nvCxnSpPr>
            <p:cNvPr id="19" name="Straight Connector 18">
              <a:extLst>
                <a:ext uri="{FF2B5EF4-FFF2-40B4-BE49-F238E27FC236}">
                  <a16:creationId xmlns:a16="http://schemas.microsoft.com/office/drawing/2014/main" id="{B508C2BB-B487-2F35-5526-C74979EDEAAB}"/>
                </a:ext>
              </a:extLst>
            </p:cNvPr>
            <p:cNvCxnSpPr>
              <a:cxnSpLocks/>
            </p:cNvCxnSpPr>
            <p:nvPr userDrawn="1"/>
          </p:nvCxnSpPr>
          <p:spPr>
            <a:xfrm>
              <a:off x="6262689" y="5648325"/>
              <a:ext cx="2893219" cy="0"/>
            </a:xfrm>
            <a:prstGeom prst="line">
              <a:avLst/>
            </a:prstGeom>
            <a:ln w="12700">
              <a:solidFill>
                <a:srgbClr val="18459E"/>
              </a:solidFill>
            </a:ln>
          </p:spPr>
          <p:style>
            <a:lnRef idx="1">
              <a:schemeClr val="accent2"/>
            </a:lnRef>
            <a:fillRef idx="0">
              <a:schemeClr val="accent2"/>
            </a:fillRef>
            <a:effectRef idx="0">
              <a:schemeClr val="accent2"/>
            </a:effectRef>
            <a:fontRef idx="minor">
              <a:schemeClr val="tx1"/>
            </a:fontRef>
          </p:style>
        </p:cxnSp>
        <p:sp>
          <p:nvSpPr>
            <p:cNvPr id="20" name="Rectangle 16">
              <a:extLst>
                <a:ext uri="{FF2B5EF4-FFF2-40B4-BE49-F238E27FC236}">
                  <a16:creationId xmlns:a16="http://schemas.microsoft.com/office/drawing/2014/main" id="{A626AB2D-C8CF-DF2A-1EA8-E645639D502B}"/>
                </a:ext>
              </a:extLst>
            </p:cNvPr>
            <p:cNvSpPr/>
            <p:nvPr userDrawn="1"/>
          </p:nvSpPr>
          <p:spPr>
            <a:xfrm>
              <a:off x="6085285" y="5745956"/>
              <a:ext cx="3075384" cy="285750"/>
            </a:xfrm>
            <a:custGeom>
              <a:avLst/>
              <a:gdLst>
                <a:gd name="connsiteX0" fmla="*/ 0 w 2523344"/>
                <a:gd name="connsiteY0" fmla="*/ 0 h 482600"/>
                <a:gd name="connsiteX1" fmla="*/ 2523344 w 2523344"/>
                <a:gd name="connsiteY1" fmla="*/ 0 h 482600"/>
                <a:gd name="connsiteX2" fmla="*/ 2523344 w 2523344"/>
                <a:gd name="connsiteY2" fmla="*/ 482600 h 482600"/>
                <a:gd name="connsiteX3" fmla="*/ 0 w 2523344"/>
                <a:gd name="connsiteY3" fmla="*/ 482600 h 482600"/>
                <a:gd name="connsiteX4" fmla="*/ 0 w 2523344"/>
                <a:gd name="connsiteY4" fmla="*/ 0 h 482600"/>
                <a:gd name="connsiteX0" fmla="*/ 524655 w 2523344"/>
                <a:gd name="connsiteY0" fmla="*/ 14990 h 482600"/>
                <a:gd name="connsiteX1" fmla="*/ 2523344 w 2523344"/>
                <a:gd name="connsiteY1" fmla="*/ 0 h 482600"/>
                <a:gd name="connsiteX2" fmla="*/ 2523344 w 2523344"/>
                <a:gd name="connsiteY2" fmla="*/ 482600 h 482600"/>
                <a:gd name="connsiteX3" fmla="*/ 0 w 2523344"/>
                <a:gd name="connsiteY3" fmla="*/ 482600 h 482600"/>
                <a:gd name="connsiteX4" fmla="*/ 524655 w 2523344"/>
                <a:gd name="connsiteY4" fmla="*/ 14990 h 482600"/>
                <a:gd name="connsiteX0" fmla="*/ 404734 w 2523344"/>
                <a:gd name="connsiteY0" fmla="*/ 44971 h 482600"/>
                <a:gd name="connsiteX1" fmla="*/ 2523344 w 2523344"/>
                <a:gd name="connsiteY1" fmla="*/ 0 h 482600"/>
                <a:gd name="connsiteX2" fmla="*/ 2523344 w 2523344"/>
                <a:gd name="connsiteY2" fmla="*/ 482600 h 482600"/>
                <a:gd name="connsiteX3" fmla="*/ 0 w 2523344"/>
                <a:gd name="connsiteY3" fmla="*/ 482600 h 482600"/>
                <a:gd name="connsiteX4" fmla="*/ 404734 w 2523344"/>
                <a:gd name="connsiteY4" fmla="*/ 44971 h 482600"/>
                <a:gd name="connsiteX0" fmla="*/ 404734 w 2523344"/>
                <a:gd name="connsiteY0" fmla="*/ 0 h 482600"/>
                <a:gd name="connsiteX1" fmla="*/ 2523344 w 2523344"/>
                <a:gd name="connsiteY1" fmla="*/ 0 h 482600"/>
                <a:gd name="connsiteX2" fmla="*/ 2523344 w 2523344"/>
                <a:gd name="connsiteY2" fmla="*/ 482600 h 482600"/>
                <a:gd name="connsiteX3" fmla="*/ 0 w 2523344"/>
                <a:gd name="connsiteY3" fmla="*/ 482600 h 482600"/>
                <a:gd name="connsiteX4" fmla="*/ 404734 w 2523344"/>
                <a:gd name="connsiteY4" fmla="*/ 0 h 482600"/>
                <a:gd name="connsiteX0" fmla="*/ 493662 w 2523344"/>
                <a:gd name="connsiteY0" fmla="*/ 10816 h 482600"/>
                <a:gd name="connsiteX1" fmla="*/ 2523344 w 2523344"/>
                <a:gd name="connsiteY1" fmla="*/ 0 h 482600"/>
                <a:gd name="connsiteX2" fmla="*/ 2523344 w 2523344"/>
                <a:gd name="connsiteY2" fmla="*/ 482600 h 482600"/>
                <a:gd name="connsiteX3" fmla="*/ 0 w 2523344"/>
                <a:gd name="connsiteY3" fmla="*/ 482600 h 482600"/>
                <a:gd name="connsiteX4" fmla="*/ 493662 w 2523344"/>
                <a:gd name="connsiteY4" fmla="*/ 10816 h 482600"/>
                <a:gd name="connsiteX0" fmla="*/ 371386 w 2523344"/>
                <a:gd name="connsiteY0" fmla="*/ 10816 h 482600"/>
                <a:gd name="connsiteX1" fmla="*/ 2523344 w 2523344"/>
                <a:gd name="connsiteY1" fmla="*/ 0 h 482600"/>
                <a:gd name="connsiteX2" fmla="*/ 2523344 w 2523344"/>
                <a:gd name="connsiteY2" fmla="*/ 482600 h 482600"/>
                <a:gd name="connsiteX3" fmla="*/ 0 w 2523344"/>
                <a:gd name="connsiteY3" fmla="*/ 482600 h 482600"/>
                <a:gd name="connsiteX4" fmla="*/ 371386 w 2523344"/>
                <a:gd name="connsiteY4" fmla="*/ 10816 h 482600"/>
                <a:gd name="connsiteX0" fmla="*/ 406017 w 2557975"/>
                <a:gd name="connsiteY0" fmla="*/ 10816 h 488215"/>
                <a:gd name="connsiteX1" fmla="*/ 2557975 w 2557975"/>
                <a:gd name="connsiteY1" fmla="*/ 0 h 488215"/>
                <a:gd name="connsiteX2" fmla="*/ 2557975 w 2557975"/>
                <a:gd name="connsiteY2" fmla="*/ 482600 h 488215"/>
                <a:gd name="connsiteX3" fmla="*/ 0 w 2557975"/>
                <a:gd name="connsiteY3" fmla="*/ 488215 h 488215"/>
                <a:gd name="connsiteX4" fmla="*/ 406017 w 2557975"/>
                <a:gd name="connsiteY4" fmla="*/ 10816 h 488215"/>
                <a:gd name="connsiteX0" fmla="*/ 406017 w 4108665"/>
                <a:gd name="connsiteY0" fmla="*/ 10816 h 488215"/>
                <a:gd name="connsiteX1" fmla="*/ 2557975 w 4108665"/>
                <a:gd name="connsiteY1" fmla="*/ 0 h 488215"/>
                <a:gd name="connsiteX2" fmla="*/ 4108665 w 4108665"/>
                <a:gd name="connsiteY2" fmla="*/ 482600 h 488215"/>
                <a:gd name="connsiteX3" fmla="*/ 0 w 4108665"/>
                <a:gd name="connsiteY3" fmla="*/ 488215 h 488215"/>
                <a:gd name="connsiteX4" fmla="*/ 406017 w 4108665"/>
                <a:gd name="connsiteY4" fmla="*/ 10816 h 488215"/>
                <a:gd name="connsiteX0" fmla="*/ 406017 w 4108665"/>
                <a:gd name="connsiteY0" fmla="*/ 10816 h 488215"/>
                <a:gd name="connsiteX1" fmla="*/ 4108665 w 4108665"/>
                <a:gd name="connsiteY1" fmla="*/ 0 h 488215"/>
                <a:gd name="connsiteX2" fmla="*/ 4108665 w 4108665"/>
                <a:gd name="connsiteY2" fmla="*/ 482600 h 488215"/>
                <a:gd name="connsiteX3" fmla="*/ 0 w 4108665"/>
                <a:gd name="connsiteY3" fmla="*/ 488215 h 488215"/>
                <a:gd name="connsiteX4" fmla="*/ 406017 w 4108665"/>
                <a:gd name="connsiteY4" fmla="*/ 10816 h 488215"/>
                <a:gd name="connsiteX0" fmla="*/ 406017 w 4108665"/>
                <a:gd name="connsiteY0" fmla="*/ 0 h 477399"/>
                <a:gd name="connsiteX1" fmla="*/ 4108665 w 4108665"/>
                <a:gd name="connsiteY1" fmla="*/ 13519 h 477399"/>
                <a:gd name="connsiteX2" fmla="*/ 4108665 w 4108665"/>
                <a:gd name="connsiteY2" fmla="*/ 471784 h 477399"/>
                <a:gd name="connsiteX3" fmla="*/ 0 w 4108665"/>
                <a:gd name="connsiteY3" fmla="*/ 477399 h 477399"/>
                <a:gd name="connsiteX4" fmla="*/ 406017 w 4108665"/>
                <a:gd name="connsiteY4" fmla="*/ 0 h 477399"/>
                <a:gd name="connsiteX0" fmla="*/ 289036 w 3991684"/>
                <a:gd name="connsiteY0" fmla="*/ 0 h 471784"/>
                <a:gd name="connsiteX1" fmla="*/ 3991684 w 3991684"/>
                <a:gd name="connsiteY1" fmla="*/ 13519 h 471784"/>
                <a:gd name="connsiteX2" fmla="*/ 3991684 w 3991684"/>
                <a:gd name="connsiteY2" fmla="*/ 471784 h 471784"/>
                <a:gd name="connsiteX3" fmla="*/ 0 w 3991684"/>
                <a:gd name="connsiteY3" fmla="*/ 356682 h 471784"/>
                <a:gd name="connsiteX4" fmla="*/ 289036 w 3991684"/>
                <a:gd name="connsiteY4" fmla="*/ 0 h 471784"/>
                <a:gd name="connsiteX0" fmla="*/ 274856 w 3977504"/>
                <a:gd name="connsiteY0" fmla="*/ 0 h 471784"/>
                <a:gd name="connsiteX1" fmla="*/ 3977504 w 3977504"/>
                <a:gd name="connsiteY1" fmla="*/ 13519 h 471784"/>
                <a:gd name="connsiteX2" fmla="*/ 3977504 w 3977504"/>
                <a:gd name="connsiteY2" fmla="*/ 471784 h 471784"/>
                <a:gd name="connsiteX3" fmla="*/ 0 w 3977504"/>
                <a:gd name="connsiteY3" fmla="*/ 360131 h 471784"/>
                <a:gd name="connsiteX4" fmla="*/ 274856 w 3977504"/>
                <a:gd name="connsiteY4" fmla="*/ 0 h 471784"/>
                <a:gd name="connsiteX0" fmla="*/ 292580 w 3995228"/>
                <a:gd name="connsiteY0" fmla="*/ 0 h 471784"/>
                <a:gd name="connsiteX1" fmla="*/ 3995228 w 3995228"/>
                <a:gd name="connsiteY1" fmla="*/ 13519 h 471784"/>
                <a:gd name="connsiteX2" fmla="*/ 3995228 w 3995228"/>
                <a:gd name="connsiteY2" fmla="*/ 471784 h 471784"/>
                <a:gd name="connsiteX3" fmla="*/ 0 w 3995228"/>
                <a:gd name="connsiteY3" fmla="*/ 367029 h 471784"/>
                <a:gd name="connsiteX4" fmla="*/ 292580 w 3995228"/>
                <a:gd name="connsiteY4" fmla="*/ 0 h 471784"/>
                <a:gd name="connsiteX0" fmla="*/ 292580 w 3995228"/>
                <a:gd name="connsiteY0" fmla="*/ 0 h 385558"/>
                <a:gd name="connsiteX1" fmla="*/ 3995228 w 3995228"/>
                <a:gd name="connsiteY1" fmla="*/ 13519 h 385558"/>
                <a:gd name="connsiteX2" fmla="*/ 3662009 w 3995228"/>
                <a:gd name="connsiteY2" fmla="*/ 385558 h 385558"/>
                <a:gd name="connsiteX3" fmla="*/ 0 w 3995228"/>
                <a:gd name="connsiteY3" fmla="*/ 367029 h 385558"/>
                <a:gd name="connsiteX4" fmla="*/ 292580 w 3995228"/>
                <a:gd name="connsiteY4" fmla="*/ 0 h 385558"/>
                <a:gd name="connsiteX0" fmla="*/ 292580 w 3995228"/>
                <a:gd name="connsiteY0" fmla="*/ 0 h 367029"/>
                <a:gd name="connsiteX1" fmla="*/ 3995228 w 3995228"/>
                <a:gd name="connsiteY1" fmla="*/ 13519 h 367029"/>
                <a:gd name="connsiteX2" fmla="*/ 3640740 w 3995228"/>
                <a:gd name="connsiteY2" fmla="*/ 347618 h 367029"/>
                <a:gd name="connsiteX3" fmla="*/ 0 w 3995228"/>
                <a:gd name="connsiteY3" fmla="*/ 367029 h 367029"/>
                <a:gd name="connsiteX4" fmla="*/ 292580 w 3995228"/>
                <a:gd name="connsiteY4" fmla="*/ 0 h 367029"/>
                <a:gd name="connsiteX0" fmla="*/ 292580 w 3995228"/>
                <a:gd name="connsiteY0" fmla="*/ 0 h 367029"/>
                <a:gd name="connsiteX1" fmla="*/ 3995228 w 3995228"/>
                <a:gd name="connsiteY1" fmla="*/ 13519 h 367029"/>
                <a:gd name="connsiteX2" fmla="*/ 3630105 w 3995228"/>
                <a:gd name="connsiteY2" fmla="*/ 213104 h 367029"/>
                <a:gd name="connsiteX3" fmla="*/ 0 w 3995228"/>
                <a:gd name="connsiteY3" fmla="*/ 367029 h 367029"/>
                <a:gd name="connsiteX4" fmla="*/ 292580 w 3995228"/>
                <a:gd name="connsiteY4" fmla="*/ 0 h 367029"/>
                <a:gd name="connsiteX0" fmla="*/ 292580 w 3995228"/>
                <a:gd name="connsiteY0" fmla="*/ 0 h 367029"/>
                <a:gd name="connsiteX1" fmla="*/ 3995228 w 3995228"/>
                <a:gd name="connsiteY1" fmla="*/ 13519 h 367029"/>
                <a:gd name="connsiteX2" fmla="*/ 3615926 w 3995228"/>
                <a:gd name="connsiteY2" fmla="*/ 354515 h 367029"/>
                <a:gd name="connsiteX3" fmla="*/ 0 w 3995228"/>
                <a:gd name="connsiteY3" fmla="*/ 367029 h 367029"/>
                <a:gd name="connsiteX4" fmla="*/ 292580 w 3995228"/>
                <a:gd name="connsiteY4" fmla="*/ 0 h 367029"/>
                <a:gd name="connsiteX0" fmla="*/ 278400 w 3981048"/>
                <a:gd name="connsiteY0" fmla="*/ 0 h 360131"/>
                <a:gd name="connsiteX1" fmla="*/ 3981048 w 3981048"/>
                <a:gd name="connsiteY1" fmla="*/ 13519 h 360131"/>
                <a:gd name="connsiteX2" fmla="*/ 3601746 w 3981048"/>
                <a:gd name="connsiteY2" fmla="*/ 354515 h 360131"/>
                <a:gd name="connsiteX3" fmla="*/ 0 w 3981048"/>
                <a:gd name="connsiteY3" fmla="*/ 360131 h 360131"/>
                <a:gd name="connsiteX4" fmla="*/ 278400 w 3981048"/>
                <a:gd name="connsiteY4" fmla="*/ 0 h 360131"/>
                <a:gd name="connsiteX0" fmla="*/ 285490 w 3988138"/>
                <a:gd name="connsiteY0" fmla="*/ 0 h 360131"/>
                <a:gd name="connsiteX1" fmla="*/ 3988138 w 3988138"/>
                <a:gd name="connsiteY1" fmla="*/ 13519 h 360131"/>
                <a:gd name="connsiteX2" fmla="*/ 3608836 w 3988138"/>
                <a:gd name="connsiteY2" fmla="*/ 354515 h 360131"/>
                <a:gd name="connsiteX3" fmla="*/ 0 w 3988138"/>
                <a:gd name="connsiteY3" fmla="*/ 360131 h 360131"/>
                <a:gd name="connsiteX4" fmla="*/ 285490 w 3988138"/>
                <a:gd name="connsiteY4" fmla="*/ 0 h 360131"/>
                <a:gd name="connsiteX0" fmla="*/ 299670 w 4002318"/>
                <a:gd name="connsiteY0" fmla="*/ 0 h 360131"/>
                <a:gd name="connsiteX1" fmla="*/ 4002318 w 4002318"/>
                <a:gd name="connsiteY1" fmla="*/ 13519 h 360131"/>
                <a:gd name="connsiteX2" fmla="*/ 3623016 w 4002318"/>
                <a:gd name="connsiteY2" fmla="*/ 354515 h 360131"/>
                <a:gd name="connsiteX3" fmla="*/ 0 w 4002318"/>
                <a:gd name="connsiteY3" fmla="*/ 360131 h 360131"/>
                <a:gd name="connsiteX4" fmla="*/ 299670 w 4002318"/>
                <a:gd name="connsiteY4" fmla="*/ 0 h 360131"/>
                <a:gd name="connsiteX0" fmla="*/ 299670 w 3623016"/>
                <a:gd name="connsiteY0" fmla="*/ 0 h 360131"/>
                <a:gd name="connsiteX1" fmla="*/ 3615926 w 3623016"/>
                <a:gd name="connsiteY1" fmla="*/ 10070 h 360131"/>
                <a:gd name="connsiteX2" fmla="*/ 3623016 w 3623016"/>
                <a:gd name="connsiteY2" fmla="*/ 354515 h 360131"/>
                <a:gd name="connsiteX3" fmla="*/ 0 w 3623016"/>
                <a:gd name="connsiteY3" fmla="*/ 360131 h 360131"/>
                <a:gd name="connsiteX4" fmla="*/ 299670 w 3623016"/>
                <a:gd name="connsiteY4" fmla="*/ 0 h 360131"/>
                <a:gd name="connsiteX0" fmla="*/ 299670 w 3630106"/>
                <a:gd name="connsiteY0" fmla="*/ 277 h 360408"/>
                <a:gd name="connsiteX1" fmla="*/ 3630106 w 3630106"/>
                <a:gd name="connsiteY1" fmla="*/ 0 h 360408"/>
                <a:gd name="connsiteX2" fmla="*/ 3623016 w 3630106"/>
                <a:gd name="connsiteY2" fmla="*/ 354792 h 360408"/>
                <a:gd name="connsiteX3" fmla="*/ 0 w 3630106"/>
                <a:gd name="connsiteY3" fmla="*/ 360408 h 360408"/>
                <a:gd name="connsiteX4" fmla="*/ 299670 w 3630106"/>
                <a:gd name="connsiteY4" fmla="*/ 277 h 360408"/>
                <a:gd name="connsiteX0" fmla="*/ 299670 w 4037066"/>
                <a:gd name="connsiteY0" fmla="*/ 277 h 360408"/>
                <a:gd name="connsiteX1" fmla="*/ 4037066 w 4037066"/>
                <a:gd name="connsiteY1" fmla="*/ 0 h 360408"/>
                <a:gd name="connsiteX2" fmla="*/ 3623016 w 4037066"/>
                <a:gd name="connsiteY2" fmla="*/ 354792 h 360408"/>
                <a:gd name="connsiteX3" fmla="*/ 0 w 4037066"/>
                <a:gd name="connsiteY3" fmla="*/ 360408 h 360408"/>
                <a:gd name="connsiteX4" fmla="*/ 299670 w 4037066"/>
                <a:gd name="connsiteY4" fmla="*/ 277 h 360408"/>
                <a:gd name="connsiteX0" fmla="*/ 299670 w 4040151"/>
                <a:gd name="connsiteY0" fmla="*/ 277 h 360408"/>
                <a:gd name="connsiteX1" fmla="*/ 4037066 w 4040151"/>
                <a:gd name="connsiteY1" fmla="*/ 0 h 360408"/>
                <a:gd name="connsiteX2" fmla="*/ 4040151 w 4040151"/>
                <a:gd name="connsiteY2" fmla="*/ 354792 h 360408"/>
                <a:gd name="connsiteX3" fmla="*/ 0 w 4040151"/>
                <a:gd name="connsiteY3" fmla="*/ 360408 h 360408"/>
                <a:gd name="connsiteX4" fmla="*/ 299670 w 4040151"/>
                <a:gd name="connsiteY4" fmla="*/ 277 h 360408"/>
                <a:gd name="connsiteX0" fmla="*/ 299670 w 4037234"/>
                <a:gd name="connsiteY0" fmla="*/ 277 h 364692"/>
                <a:gd name="connsiteX1" fmla="*/ 4037066 w 4037234"/>
                <a:gd name="connsiteY1" fmla="*/ 0 h 364692"/>
                <a:gd name="connsiteX2" fmla="*/ 4035064 w 4037234"/>
                <a:gd name="connsiteY2" fmla="*/ 364692 h 364692"/>
                <a:gd name="connsiteX3" fmla="*/ 0 w 4037234"/>
                <a:gd name="connsiteY3" fmla="*/ 360408 h 364692"/>
                <a:gd name="connsiteX4" fmla="*/ 299670 w 4037234"/>
                <a:gd name="connsiteY4" fmla="*/ 277 h 3646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37234" h="364692">
                  <a:moveTo>
                    <a:pt x="299670" y="277"/>
                  </a:moveTo>
                  <a:lnTo>
                    <a:pt x="4037066" y="0"/>
                  </a:lnTo>
                  <a:cubicBezTo>
                    <a:pt x="4038094" y="118264"/>
                    <a:pt x="4034036" y="246428"/>
                    <a:pt x="4035064" y="364692"/>
                  </a:cubicBezTo>
                  <a:lnTo>
                    <a:pt x="0" y="360408"/>
                  </a:lnTo>
                  <a:lnTo>
                    <a:pt x="299670" y="277"/>
                  </a:lnTo>
                  <a:close/>
                </a:path>
              </a:pathLst>
            </a:custGeom>
            <a:solidFill>
              <a:srgbClr val="EF682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VN">
                <a:solidFill>
                  <a:schemeClr val="bg1"/>
                </a:solidFill>
                <a:latin typeface="Arial" panose="020B0604020202020204" pitchFamily="34" charset="0"/>
                <a:cs typeface="Arial" panose="020B0604020202020204" pitchFamily="34" charset="0"/>
              </a:endParaRPr>
            </a:p>
          </p:txBody>
        </p:sp>
      </p:grpSp>
      <p:sp>
        <p:nvSpPr>
          <p:cNvPr id="21" name="Slide Number Placeholder 5">
            <a:extLst>
              <a:ext uri="{FF2B5EF4-FFF2-40B4-BE49-F238E27FC236}">
                <a16:creationId xmlns:a16="http://schemas.microsoft.com/office/drawing/2014/main" id="{DE6C7A3E-725E-DF68-FEAA-7F4807650751}"/>
              </a:ext>
            </a:extLst>
          </p:cNvPr>
          <p:cNvSpPr>
            <a:spLocks noGrp="1"/>
          </p:cNvSpPr>
          <p:nvPr>
            <p:ph type="sldNum" sz="quarter" idx="12"/>
          </p:nvPr>
        </p:nvSpPr>
        <p:spPr>
          <a:xfrm>
            <a:off x="7232097" y="6593881"/>
            <a:ext cx="1908332" cy="255190"/>
          </a:xfrm>
        </p:spPr>
        <p:txBody>
          <a:bodyPr/>
          <a:lstStyle>
            <a:lvl1pPr>
              <a:defRPr>
                <a:solidFill>
                  <a:schemeClr val="bg1"/>
                </a:solidFill>
                <a:latin typeface="Arial" panose="020B0604020202020204" pitchFamily="34" charset="0"/>
                <a:cs typeface="Arial" panose="020B0604020202020204" pitchFamily="34" charset="0"/>
              </a:defRPr>
            </a:lvl1pPr>
          </a:lstStyle>
          <a:p>
            <a:pPr>
              <a:defRPr/>
            </a:pPr>
            <a:fld id="{47A54EB7-AD52-4151-BFDC-C09D8FF73BF0}" type="slidenum">
              <a:rPr lang="en-VN"/>
              <a:pPr>
                <a:defRPr/>
              </a:pPr>
              <a:t>‹#›</a:t>
            </a:fld>
            <a:endParaRPr lang="en-VN"/>
          </a:p>
        </p:txBody>
      </p:sp>
    </p:spTree>
    <p:extLst>
      <p:ext uri="{BB962C8B-B14F-4D97-AF65-F5344CB8AC3E}">
        <p14:creationId xmlns:p14="http://schemas.microsoft.com/office/powerpoint/2010/main" val="25584085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pic>
        <p:nvPicPr>
          <p:cNvPr id="9" name="Picture 8" descr="A picture containing gear, wheel&#10;&#10;Description automatically generated">
            <a:extLst>
              <a:ext uri="{FF2B5EF4-FFF2-40B4-BE49-F238E27FC236}">
                <a16:creationId xmlns:a16="http://schemas.microsoft.com/office/drawing/2014/main" id="{84140D8E-640B-7547-A627-D993010E966D}"/>
              </a:ext>
            </a:extLst>
          </p:cNvPr>
          <p:cNvPicPr>
            <a:picLocks noChangeAspect="1"/>
          </p:cNvPicPr>
          <p:nvPr userDrawn="1"/>
        </p:nvPicPr>
        <p:blipFill>
          <a:blip r:embed="rId2"/>
          <a:stretch>
            <a:fillRect/>
          </a:stretch>
        </p:blipFill>
        <p:spPr>
          <a:xfrm>
            <a:off x="6685227" y="2057400"/>
            <a:ext cx="2095500" cy="2743200"/>
          </a:xfrm>
          <a:prstGeom prst="rect">
            <a:avLst/>
          </a:prstGeom>
        </p:spPr>
      </p:pic>
      <p:grpSp>
        <p:nvGrpSpPr>
          <p:cNvPr id="8" name="Group 7">
            <a:extLst>
              <a:ext uri="{FF2B5EF4-FFF2-40B4-BE49-F238E27FC236}">
                <a16:creationId xmlns:a16="http://schemas.microsoft.com/office/drawing/2014/main" id="{10363613-354D-B586-0300-5571C0519C69}"/>
              </a:ext>
            </a:extLst>
          </p:cNvPr>
          <p:cNvGrpSpPr/>
          <p:nvPr userDrawn="1"/>
        </p:nvGrpSpPr>
        <p:grpSpPr>
          <a:xfrm>
            <a:off x="-14287" y="568960"/>
            <a:ext cx="9188053" cy="228601"/>
            <a:chOff x="-14287" y="837009"/>
            <a:chExt cx="9188053" cy="228601"/>
          </a:xfrm>
        </p:grpSpPr>
        <p:cxnSp>
          <p:nvCxnSpPr>
            <p:cNvPr id="10" name="Straight Connector 9">
              <a:extLst>
                <a:ext uri="{FF2B5EF4-FFF2-40B4-BE49-F238E27FC236}">
                  <a16:creationId xmlns:a16="http://schemas.microsoft.com/office/drawing/2014/main" id="{35B1C3F1-23A9-3C30-31FF-365C7C8EFEB3}"/>
                </a:ext>
              </a:extLst>
            </p:cNvPr>
            <p:cNvCxnSpPr>
              <a:cxnSpLocks/>
            </p:cNvCxnSpPr>
            <p:nvPr userDrawn="1"/>
          </p:nvCxnSpPr>
          <p:spPr>
            <a:xfrm>
              <a:off x="658416" y="976313"/>
              <a:ext cx="8515350" cy="0"/>
            </a:xfrm>
            <a:prstGeom prst="line">
              <a:avLst/>
            </a:prstGeom>
            <a:ln w="12700">
              <a:solidFill>
                <a:srgbClr val="EF6822"/>
              </a:solidFill>
            </a:ln>
          </p:spPr>
          <p:style>
            <a:lnRef idx="1">
              <a:schemeClr val="accent2"/>
            </a:lnRef>
            <a:fillRef idx="0">
              <a:schemeClr val="accent2"/>
            </a:fillRef>
            <a:effectRef idx="0">
              <a:schemeClr val="accent2"/>
            </a:effectRef>
            <a:fontRef idx="minor">
              <a:schemeClr val="tx1"/>
            </a:fontRef>
          </p:style>
        </p:cxnSp>
        <p:sp>
          <p:nvSpPr>
            <p:cNvPr id="11" name="Rectangle 16">
              <a:extLst>
                <a:ext uri="{FF2B5EF4-FFF2-40B4-BE49-F238E27FC236}">
                  <a16:creationId xmlns:a16="http://schemas.microsoft.com/office/drawing/2014/main" id="{BF88B540-CABB-D949-F941-21463757FD23}"/>
                </a:ext>
              </a:extLst>
            </p:cNvPr>
            <p:cNvSpPr/>
            <p:nvPr userDrawn="1"/>
          </p:nvSpPr>
          <p:spPr>
            <a:xfrm flipH="1" flipV="1">
              <a:off x="-14287" y="837009"/>
              <a:ext cx="954881" cy="228601"/>
            </a:xfrm>
            <a:custGeom>
              <a:avLst/>
              <a:gdLst>
                <a:gd name="connsiteX0" fmla="*/ 0 w 2523344"/>
                <a:gd name="connsiteY0" fmla="*/ 0 h 482600"/>
                <a:gd name="connsiteX1" fmla="*/ 2523344 w 2523344"/>
                <a:gd name="connsiteY1" fmla="*/ 0 h 482600"/>
                <a:gd name="connsiteX2" fmla="*/ 2523344 w 2523344"/>
                <a:gd name="connsiteY2" fmla="*/ 482600 h 482600"/>
                <a:gd name="connsiteX3" fmla="*/ 0 w 2523344"/>
                <a:gd name="connsiteY3" fmla="*/ 482600 h 482600"/>
                <a:gd name="connsiteX4" fmla="*/ 0 w 2523344"/>
                <a:gd name="connsiteY4" fmla="*/ 0 h 482600"/>
                <a:gd name="connsiteX0" fmla="*/ 524655 w 2523344"/>
                <a:gd name="connsiteY0" fmla="*/ 14990 h 482600"/>
                <a:gd name="connsiteX1" fmla="*/ 2523344 w 2523344"/>
                <a:gd name="connsiteY1" fmla="*/ 0 h 482600"/>
                <a:gd name="connsiteX2" fmla="*/ 2523344 w 2523344"/>
                <a:gd name="connsiteY2" fmla="*/ 482600 h 482600"/>
                <a:gd name="connsiteX3" fmla="*/ 0 w 2523344"/>
                <a:gd name="connsiteY3" fmla="*/ 482600 h 482600"/>
                <a:gd name="connsiteX4" fmla="*/ 524655 w 2523344"/>
                <a:gd name="connsiteY4" fmla="*/ 14990 h 482600"/>
                <a:gd name="connsiteX0" fmla="*/ 404734 w 2523344"/>
                <a:gd name="connsiteY0" fmla="*/ 44971 h 482600"/>
                <a:gd name="connsiteX1" fmla="*/ 2523344 w 2523344"/>
                <a:gd name="connsiteY1" fmla="*/ 0 h 482600"/>
                <a:gd name="connsiteX2" fmla="*/ 2523344 w 2523344"/>
                <a:gd name="connsiteY2" fmla="*/ 482600 h 482600"/>
                <a:gd name="connsiteX3" fmla="*/ 0 w 2523344"/>
                <a:gd name="connsiteY3" fmla="*/ 482600 h 482600"/>
                <a:gd name="connsiteX4" fmla="*/ 404734 w 2523344"/>
                <a:gd name="connsiteY4" fmla="*/ 44971 h 482600"/>
                <a:gd name="connsiteX0" fmla="*/ 404734 w 2523344"/>
                <a:gd name="connsiteY0" fmla="*/ 0 h 482600"/>
                <a:gd name="connsiteX1" fmla="*/ 2523344 w 2523344"/>
                <a:gd name="connsiteY1" fmla="*/ 0 h 482600"/>
                <a:gd name="connsiteX2" fmla="*/ 2523344 w 2523344"/>
                <a:gd name="connsiteY2" fmla="*/ 482600 h 482600"/>
                <a:gd name="connsiteX3" fmla="*/ 0 w 2523344"/>
                <a:gd name="connsiteY3" fmla="*/ 482600 h 482600"/>
                <a:gd name="connsiteX4" fmla="*/ 404734 w 2523344"/>
                <a:gd name="connsiteY4" fmla="*/ 0 h 482600"/>
                <a:gd name="connsiteX0" fmla="*/ 493662 w 2523344"/>
                <a:gd name="connsiteY0" fmla="*/ 10816 h 482600"/>
                <a:gd name="connsiteX1" fmla="*/ 2523344 w 2523344"/>
                <a:gd name="connsiteY1" fmla="*/ 0 h 482600"/>
                <a:gd name="connsiteX2" fmla="*/ 2523344 w 2523344"/>
                <a:gd name="connsiteY2" fmla="*/ 482600 h 482600"/>
                <a:gd name="connsiteX3" fmla="*/ 0 w 2523344"/>
                <a:gd name="connsiteY3" fmla="*/ 482600 h 482600"/>
                <a:gd name="connsiteX4" fmla="*/ 493662 w 2523344"/>
                <a:gd name="connsiteY4" fmla="*/ 10816 h 482600"/>
                <a:gd name="connsiteX0" fmla="*/ 371386 w 2523344"/>
                <a:gd name="connsiteY0" fmla="*/ 10816 h 482600"/>
                <a:gd name="connsiteX1" fmla="*/ 2523344 w 2523344"/>
                <a:gd name="connsiteY1" fmla="*/ 0 h 482600"/>
                <a:gd name="connsiteX2" fmla="*/ 2523344 w 2523344"/>
                <a:gd name="connsiteY2" fmla="*/ 482600 h 482600"/>
                <a:gd name="connsiteX3" fmla="*/ 0 w 2523344"/>
                <a:gd name="connsiteY3" fmla="*/ 482600 h 482600"/>
                <a:gd name="connsiteX4" fmla="*/ 371386 w 2523344"/>
                <a:gd name="connsiteY4" fmla="*/ 10816 h 482600"/>
                <a:gd name="connsiteX0" fmla="*/ 406017 w 2557975"/>
                <a:gd name="connsiteY0" fmla="*/ 10816 h 488215"/>
                <a:gd name="connsiteX1" fmla="*/ 2557975 w 2557975"/>
                <a:gd name="connsiteY1" fmla="*/ 0 h 488215"/>
                <a:gd name="connsiteX2" fmla="*/ 2557975 w 2557975"/>
                <a:gd name="connsiteY2" fmla="*/ 482600 h 488215"/>
                <a:gd name="connsiteX3" fmla="*/ 0 w 2557975"/>
                <a:gd name="connsiteY3" fmla="*/ 488215 h 488215"/>
                <a:gd name="connsiteX4" fmla="*/ 406017 w 2557975"/>
                <a:gd name="connsiteY4" fmla="*/ 10816 h 488215"/>
                <a:gd name="connsiteX0" fmla="*/ 406017 w 4108665"/>
                <a:gd name="connsiteY0" fmla="*/ 10816 h 488215"/>
                <a:gd name="connsiteX1" fmla="*/ 2557975 w 4108665"/>
                <a:gd name="connsiteY1" fmla="*/ 0 h 488215"/>
                <a:gd name="connsiteX2" fmla="*/ 4108665 w 4108665"/>
                <a:gd name="connsiteY2" fmla="*/ 482600 h 488215"/>
                <a:gd name="connsiteX3" fmla="*/ 0 w 4108665"/>
                <a:gd name="connsiteY3" fmla="*/ 488215 h 488215"/>
                <a:gd name="connsiteX4" fmla="*/ 406017 w 4108665"/>
                <a:gd name="connsiteY4" fmla="*/ 10816 h 488215"/>
                <a:gd name="connsiteX0" fmla="*/ 406017 w 4108665"/>
                <a:gd name="connsiteY0" fmla="*/ 10816 h 488215"/>
                <a:gd name="connsiteX1" fmla="*/ 4108665 w 4108665"/>
                <a:gd name="connsiteY1" fmla="*/ 0 h 488215"/>
                <a:gd name="connsiteX2" fmla="*/ 4108665 w 4108665"/>
                <a:gd name="connsiteY2" fmla="*/ 482600 h 488215"/>
                <a:gd name="connsiteX3" fmla="*/ 0 w 4108665"/>
                <a:gd name="connsiteY3" fmla="*/ 488215 h 488215"/>
                <a:gd name="connsiteX4" fmla="*/ 406017 w 4108665"/>
                <a:gd name="connsiteY4" fmla="*/ 10816 h 488215"/>
                <a:gd name="connsiteX0" fmla="*/ 406017 w 4108665"/>
                <a:gd name="connsiteY0" fmla="*/ 0 h 477399"/>
                <a:gd name="connsiteX1" fmla="*/ 4108665 w 4108665"/>
                <a:gd name="connsiteY1" fmla="*/ 13519 h 477399"/>
                <a:gd name="connsiteX2" fmla="*/ 4108665 w 4108665"/>
                <a:gd name="connsiteY2" fmla="*/ 471784 h 477399"/>
                <a:gd name="connsiteX3" fmla="*/ 0 w 4108665"/>
                <a:gd name="connsiteY3" fmla="*/ 477399 h 477399"/>
                <a:gd name="connsiteX4" fmla="*/ 406017 w 4108665"/>
                <a:gd name="connsiteY4" fmla="*/ 0 h 477399"/>
                <a:gd name="connsiteX0" fmla="*/ 406017 w 4108665"/>
                <a:gd name="connsiteY0" fmla="*/ 0 h 477399"/>
                <a:gd name="connsiteX1" fmla="*/ 4108665 w 4108665"/>
                <a:gd name="connsiteY1" fmla="*/ 13519 h 477399"/>
                <a:gd name="connsiteX2" fmla="*/ 1881358 w 4108665"/>
                <a:gd name="connsiteY2" fmla="*/ 471784 h 477399"/>
                <a:gd name="connsiteX3" fmla="*/ 0 w 4108665"/>
                <a:gd name="connsiteY3" fmla="*/ 477399 h 477399"/>
                <a:gd name="connsiteX4" fmla="*/ 406017 w 4108665"/>
                <a:gd name="connsiteY4" fmla="*/ 0 h 477399"/>
                <a:gd name="connsiteX0" fmla="*/ 406017 w 1905053"/>
                <a:gd name="connsiteY0" fmla="*/ 0 h 477399"/>
                <a:gd name="connsiteX1" fmla="*/ 1905053 w 1905053"/>
                <a:gd name="connsiteY1" fmla="*/ 1993 h 477399"/>
                <a:gd name="connsiteX2" fmla="*/ 1881358 w 1905053"/>
                <a:gd name="connsiteY2" fmla="*/ 471784 h 477399"/>
                <a:gd name="connsiteX3" fmla="*/ 0 w 1905053"/>
                <a:gd name="connsiteY3" fmla="*/ 477399 h 477399"/>
                <a:gd name="connsiteX4" fmla="*/ 406017 w 1905053"/>
                <a:gd name="connsiteY4" fmla="*/ 0 h 477399"/>
                <a:gd name="connsiteX0" fmla="*/ 406017 w 1881358"/>
                <a:gd name="connsiteY0" fmla="*/ 0 h 477399"/>
                <a:gd name="connsiteX1" fmla="*/ 1845816 w 1881358"/>
                <a:gd name="connsiteY1" fmla="*/ 1993 h 477399"/>
                <a:gd name="connsiteX2" fmla="*/ 1881358 w 1881358"/>
                <a:gd name="connsiteY2" fmla="*/ 471784 h 477399"/>
                <a:gd name="connsiteX3" fmla="*/ 0 w 1881358"/>
                <a:gd name="connsiteY3" fmla="*/ 477399 h 477399"/>
                <a:gd name="connsiteX4" fmla="*/ 406017 w 1881358"/>
                <a:gd name="connsiteY4" fmla="*/ 0 h 477399"/>
                <a:gd name="connsiteX0" fmla="*/ 406017 w 1881358"/>
                <a:gd name="connsiteY0" fmla="*/ 0 h 477399"/>
                <a:gd name="connsiteX1" fmla="*/ 1869510 w 1881358"/>
                <a:gd name="connsiteY1" fmla="*/ 25047 h 477399"/>
                <a:gd name="connsiteX2" fmla="*/ 1881358 w 1881358"/>
                <a:gd name="connsiteY2" fmla="*/ 471784 h 477399"/>
                <a:gd name="connsiteX3" fmla="*/ 0 w 1881358"/>
                <a:gd name="connsiteY3" fmla="*/ 477399 h 477399"/>
                <a:gd name="connsiteX4" fmla="*/ 406017 w 1881358"/>
                <a:gd name="connsiteY4" fmla="*/ 0 h 477399"/>
                <a:gd name="connsiteX0" fmla="*/ 406017 w 1886825"/>
                <a:gd name="connsiteY0" fmla="*/ 14263 h 491662"/>
                <a:gd name="connsiteX1" fmla="*/ 1886825 w 1886825"/>
                <a:gd name="connsiteY1" fmla="*/ 0 h 491662"/>
                <a:gd name="connsiteX2" fmla="*/ 1881358 w 1886825"/>
                <a:gd name="connsiteY2" fmla="*/ 486047 h 491662"/>
                <a:gd name="connsiteX3" fmla="*/ 0 w 1886825"/>
                <a:gd name="connsiteY3" fmla="*/ 491662 h 491662"/>
                <a:gd name="connsiteX4" fmla="*/ 406017 w 1886825"/>
                <a:gd name="connsiteY4" fmla="*/ 14263 h 491662"/>
                <a:gd name="connsiteX0" fmla="*/ 406017 w 1881586"/>
                <a:gd name="connsiteY0" fmla="*/ 0 h 477399"/>
                <a:gd name="connsiteX1" fmla="*/ 1875281 w 1881586"/>
                <a:gd name="connsiteY1" fmla="*/ 8200 h 477399"/>
                <a:gd name="connsiteX2" fmla="*/ 1881358 w 1881586"/>
                <a:gd name="connsiteY2" fmla="*/ 471784 h 477399"/>
                <a:gd name="connsiteX3" fmla="*/ 0 w 1881586"/>
                <a:gd name="connsiteY3" fmla="*/ 477399 h 477399"/>
                <a:gd name="connsiteX4" fmla="*/ 406017 w 1881586"/>
                <a:gd name="connsiteY4" fmla="*/ 0 h 477399"/>
                <a:gd name="connsiteX0" fmla="*/ 406017 w 1881851"/>
                <a:gd name="connsiteY0" fmla="*/ 3031 h 480430"/>
                <a:gd name="connsiteX1" fmla="*/ 1881052 w 1881851"/>
                <a:gd name="connsiteY1" fmla="*/ 0 h 480430"/>
                <a:gd name="connsiteX2" fmla="*/ 1881358 w 1881851"/>
                <a:gd name="connsiteY2" fmla="*/ 474815 h 480430"/>
                <a:gd name="connsiteX3" fmla="*/ 0 w 1881851"/>
                <a:gd name="connsiteY3" fmla="*/ 480430 h 480430"/>
                <a:gd name="connsiteX4" fmla="*/ 406017 w 1881851"/>
                <a:gd name="connsiteY4" fmla="*/ 3031 h 480430"/>
                <a:gd name="connsiteX0" fmla="*/ 406017 w 1881052"/>
                <a:gd name="connsiteY0" fmla="*/ 3031 h 480984"/>
                <a:gd name="connsiteX1" fmla="*/ 1881052 w 1881052"/>
                <a:gd name="connsiteY1" fmla="*/ 0 h 480984"/>
                <a:gd name="connsiteX2" fmla="*/ 1500907 w 1881052"/>
                <a:gd name="connsiteY2" fmla="*/ 480984 h 480984"/>
                <a:gd name="connsiteX3" fmla="*/ 0 w 1881052"/>
                <a:gd name="connsiteY3" fmla="*/ 480430 h 480984"/>
                <a:gd name="connsiteX4" fmla="*/ 406017 w 1881052"/>
                <a:gd name="connsiteY4" fmla="*/ 3031 h 480984"/>
                <a:gd name="connsiteX0" fmla="*/ 406017 w 1506942"/>
                <a:gd name="connsiteY0" fmla="*/ 0 h 477953"/>
                <a:gd name="connsiteX1" fmla="*/ 1506942 w 1506942"/>
                <a:gd name="connsiteY1" fmla="*/ 3138 h 477953"/>
                <a:gd name="connsiteX2" fmla="*/ 1500907 w 1506942"/>
                <a:gd name="connsiteY2" fmla="*/ 477953 h 477953"/>
                <a:gd name="connsiteX3" fmla="*/ 0 w 1506942"/>
                <a:gd name="connsiteY3" fmla="*/ 477399 h 477953"/>
                <a:gd name="connsiteX4" fmla="*/ 406017 w 1506942"/>
                <a:gd name="connsiteY4" fmla="*/ 0 h 477953"/>
                <a:gd name="connsiteX0" fmla="*/ 406017 w 1500941"/>
                <a:gd name="connsiteY0" fmla="*/ 0 h 477953"/>
                <a:gd name="connsiteX1" fmla="*/ 1433224 w 1500941"/>
                <a:gd name="connsiteY1" fmla="*/ 8260 h 477953"/>
                <a:gd name="connsiteX2" fmla="*/ 1500907 w 1500941"/>
                <a:gd name="connsiteY2" fmla="*/ 477953 h 477953"/>
                <a:gd name="connsiteX3" fmla="*/ 0 w 1500941"/>
                <a:gd name="connsiteY3" fmla="*/ 477399 h 477953"/>
                <a:gd name="connsiteX4" fmla="*/ 406017 w 1500941"/>
                <a:gd name="connsiteY4" fmla="*/ 0 h 477953"/>
                <a:gd name="connsiteX0" fmla="*/ 406017 w 1433224"/>
                <a:gd name="connsiteY0" fmla="*/ 0 h 477953"/>
                <a:gd name="connsiteX1" fmla="*/ 1433224 w 1433224"/>
                <a:gd name="connsiteY1" fmla="*/ 8260 h 477953"/>
                <a:gd name="connsiteX2" fmla="*/ 1421926 w 1433224"/>
                <a:gd name="connsiteY2" fmla="*/ 477953 h 477953"/>
                <a:gd name="connsiteX3" fmla="*/ 0 w 1433224"/>
                <a:gd name="connsiteY3" fmla="*/ 477399 h 477953"/>
                <a:gd name="connsiteX4" fmla="*/ 406017 w 1433224"/>
                <a:gd name="connsiteY4" fmla="*/ 0 h 477953"/>
                <a:gd name="connsiteX0" fmla="*/ 248052 w 1275259"/>
                <a:gd name="connsiteY0" fmla="*/ 0 h 477953"/>
                <a:gd name="connsiteX1" fmla="*/ 1275259 w 1275259"/>
                <a:gd name="connsiteY1" fmla="*/ 8260 h 477953"/>
                <a:gd name="connsiteX2" fmla="*/ 1263961 w 1275259"/>
                <a:gd name="connsiteY2" fmla="*/ 477953 h 477953"/>
                <a:gd name="connsiteX3" fmla="*/ 0 w 1275259"/>
                <a:gd name="connsiteY3" fmla="*/ 287842 h 477953"/>
                <a:gd name="connsiteX4" fmla="*/ 248052 w 1275259"/>
                <a:gd name="connsiteY4" fmla="*/ 0 h 477953"/>
                <a:gd name="connsiteX0" fmla="*/ 248052 w 1275259"/>
                <a:gd name="connsiteY0" fmla="*/ 0 h 303765"/>
                <a:gd name="connsiteX1" fmla="*/ 1275259 w 1275259"/>
                <a:gd name="connsiteY1" fmla="*/ 8260 h 303765"/>
                <a:gd name="connsiteX2" fmla="*/ 1248164 w 1275259"/>
                <a:gd name="connsiteY2" fmla="*/ 303765 h 303765"/>
                <a:gd name="connsiteX3" fmla="*/ 0 w 1275259"/>
                <a:gd name="connsiteY3" fmla="*/ 287842 h 303765"/>
                <a:gd name="connsiteX4" fmla="*/ 248052 w 1275259"/>
                <a:gd name="connsiteY4" fmla="*/ 0 h 303765"/>
                <a:gd name="connsiteX0" fmla="*/ 248052 w 1248931"/>
                <a:gd name="connsiteY0" fmla="*/ 0 h 303765"/>
                <a:gd name="connsiteX1" fmla="*/ 1248931 w 1248931"/>
                <a:gd name="connsiteY1" fmla="*/ 3137 h 303765"/>
                <a:gd name="connsiteX2" fmla="*/ 1248164 w 1248931"/>
                <a:gd name="connsiteY2" fmla="*/ 303765 h 303765"/>
                <a:gd name="connsiteX3" fmla="*/ 0 w 1248931"/>
                <a:gd name="connsiteY3" fmla="*/ 287842 h 303765"/>
                <a:gd name="connsiteX4" fmla="*/ 248052 w 1248931"/>
                <a:gd name="connsiteY4" fmla="*/ 0 h 303765"/>
                <a:gd name="connsiteX0" fmla="*/ 248052 w 1252492"/>
                <a:gd name="connsiteY0" fmla="*/ 0 h 288121"/>
                <a:gd name="connsiteX1" fmla="*/ 1248931 w 1252492"/>
                <a:gd name="connsiteY1" fmla="*/ 3137 h 288121"/>
                <a:gd name="connsiteX2" fmla="*/ 1252183 w 1252492"/>
                <a:gd name="connsiteY2" fmla="*/ 288121 h 288121"/>
                <a:gd name="connsiteX3" fmla="*/ 0 w 1252492"/>
                <a:gd name="connsiteY3" fmla="*/ 287842 h 288121"/>
                <a:gd name="connsiteX4" fmla="*/ 248052 w 1252492"/>
                <a:gd name="connsiteY4" fmla="*/ 0 h 288121"/>
                <a:gd name="connsiteX0" fmla="*/ 248052 w 1252251"/>
                <a:gd name="connsiteY0" fmla="*/ 0 h 288121"/>
                <a:gd name="connsiteX1" fmla="*/ 1220794 w 1252251"/>
                <a:gd name="connsiteY1" fmla="*/ 95 h 288121"/>
                <a:gd name="connsiteX2" fmla="*/ 1252183 w 1252251"/>
                <a:gd name="connsiteY2" fmla="*/ 288121 h 288121"/>
                <a:gd name="connsiteX3" fmla="*/ 0 w 1252251"/>
                <a:gd name="connsiteY3" fmla="*/ 287842 h 288121"/>
                <a:gd name="connsiteX4" fmla="*/ 248052 w 1252251"/>
                <a:gd name="connsiteY4" fmla="*/ 0 h 288121"/>
                <a:gd name="connsiteX0" fmla="*/ 248052 w 1252694"/>
                <a:gd name="connsiteY0" fmla="*/ 2947 h 291068"/>
                <a:gd name="connsiteX1" fmla="*/ 1252058 w 1252694"/>
                <a:gd name="connsiteY1" fmla="*/ 0 h 291068"/>
                <a:gd name="connsiteX2" fmla="*/ 1252183 w 1252694"/>
                <a:gd name="connsiteY2" fmla="*/ 291068 h 291068"/>
                <a:gd name="connsiteX3" fmla="*/ 0 w 1252694"/>
                <a:gd name="connsiteY3" fmla="*/ 290789 h 291068"/>
                <a:gd name="connsiteX4" fmla="*/ 248052 w 1252694"/>
                <a:gd name="connsiteY4" fmla="*/ 2947 h 2910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2694" h="291068">
                  <a:moveTo>
                    <a:pt x="248052" y="2947"/>
                  </a:moveTo>
                  <a:lnTo>
                    <a:pt x="1252058" y="0"/>
                  </a:lnTo>
                  <a:cubicBezTo>
                    <a:pt x="1250236" y="162016"/>
                    <a:pt x="1254005" y="129052"/>
                    <a:pt x="1252183" y="291068"/>
                  </a:cubicBezTo>
                  <a:lnTo>
                    <a:pt x="0" y="290789"/>
                  </a:lnTo>
                  <a:lnTo>
                    <a:pt x="248052" y="2947"/>
                  </a:lnTo>
                  <a:close/>
                </a:path>
              </a:pathLst>
            </a:custGeom>
            <a:solidFill>
              <a:srgbClr val="18459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VN">
                <a:latin typeface="Arial" panose="020B0604020202020204" pitchFamily="34" charset="0"/>
                <a:cs typeface="Arial" panose="020B0604020202020204" pitchFamily="34" charset="0"/>
              </a:endParaRPr>
            </a:p>
          </p:txBody>
        </p:sp>
      </p:grpSp>
      <p:sp>
        <p:nvSpPr>
          <p:cNvPr id="12" name="Title 1">
            <a:extLst>
              <a:ext uri="{FF2B5EF4-FFF2-40B4-BE49-F238E27FC236}">
                <a16:creationId xmlns:a16="http://schemas.microsoft.com/office/drawing/2014/main" id="{23A79D62-1052-3A31-DFF0-90C0D18A101E}"/>
              </a:ext>
            </a:extLst>
          </p:cNvPr>
          <p:cNvSpPr>
            <a:spLocks noGrp="1"/>
          </p:cNvSpPr>
          <p:nvPr>
            <p:ph type="title"/>
          </p:nvPr>
        </p:nvSpPr>
        <p:spPr>
          <a:xfrm>
            <a:off x="940594" y="226774"/>
            <a:ext cx="7574756" cy="481806"/>
          </a:xfrm>
        </p:spPr>
        <p:txBody>
          <a:bodyPr>
            <a:normAutofit/>
          </a:bodyPr>
          <a:lstStyle>
            <a:lvl1pPr>
              <a:defRPr sz="3000">
                <a:solidFill>
                  <a:srgbClr val="EF6822"/>
                </a:solidFill>
                <a:latin typeface="Arial" panose="020B0604020202020204" pitchFamily="34" charset="0"/>
                <a:cs typeface="Arial" panose="020B0604020202020204" pitchFamily="34" charset="0"/>
              </a:defRPr>
            </a:lvl1pPr>
          </a:lstStyle>
          <a:p>
            <a:r>
              <a:rPr lang="en-US" dirty="0"/>
              <a:t>Click to edit Master title style</a:t>
            </a:r>
          </a:p>
        </p:txBody>
      </p:sp>
      <p:sp>
        <p:nvSpPr>
          <p:cNvPr id="13" name="Footer Placeholder 4">
            <a:extLst>
              <a:ext uri="{FF2B5EF4-FFF2-40B4-BE49-F238E27FC236}">
                <a16:creationId xmlns:a16="http://schemas.microsoft.com/office/drawing/2014/main" id="{064FC8B5-CE8A-5E9D-FA20-4BF0109EA22D}"/>
              </a:ext>
            </a:extLst>
          </p:cNvPr>
          <p:cNvSpPr>
            <a:spLocks noGrp="1"/>
          </p:cNvSpPr>
          <p:nvPr>
            <p:ph type="ftr" sz="quarter" idx="11"/>
          </p:nvPr>
        </p:nvSpPr>
        <p:spPr>
          <a:xfrm>
            <a:off x="7977" y="6432947"/>
            <a:ext cx="6026112" cy="282178"/>
          </a:xfrm>
        </p:spPr>
        <p:txBody>
          <a:bodyPr/>
          <a:lstStyle>
            <a:lvl1pPr algn="l">
              <a:defRPr>
                <a:latin typeface="Arial" panose="020B0604020202020204" pitchFamily="34" charset="0"/>
                <a:cs typeface="Arial" panose="020B0604020202020204" pitchFamily="34" charset="0"/>
              </a:defRPr>
            </a:lvl1pPr>
          </a:lstStyle>
          <a:p>
            <a:pPr>
              <a:defRPr/>
            </a:pPr>
            <a:r>
              <a:rPr lang="en-US"/>
              <a:t>Bài 6: Mảng một chiều</a:t>
            </a:r>
            <a:endParaRPr lang="en-VN"/>
          </a:p>
        </p:txBody>
      </p:sp>
      <p:grpSp>
        <p:nvGrpSpPr>
          <p:cNvPr id="14" name="Group 13">
            <a:extLst>
              <a:ext uri="{FF2B5EF4-FFF2-40B4-BE49-F238E27FC236}">
                <a16:creationId xmlns:a16="http://schemas.microsoft.com/office/drawing/2014/main" id="{2F4869C0-607B-5DA0-15B0-03DAB650D8CE}"/>
              </a:ext>
            </a:extLst>
          </p:cNvPr>
          <p:cNvGrpSpPr/>
          <p:nvPr userDrawn="1"/>
        </p:nvGrpSpPr>
        <p:grpSpPr>
          <a:xfrm>
            <a:off x="0" y="6474619"/>
            <a:ext cx="9160669" cy="383381"/>
            <a:chOff x="0" y="5648325"/>
            <a:chExt cx="9160669" cy="383381"/>
          </a:xfrm>
        </p:grpSpPr>
        <p:cxnSp>
          <p:nvCxnSpPr>
            <p:cNvPr id="15" name="Straight Connector 14">
              <a:extLst>
                <a:ext uri="{FF2B5EF4-FFF2-40B4-BE49-F238E27FC236}">
                  <a16:creationId xmlns:a16="http://schemas.microsoft.com/office/drawing/2014/main" id="{9373E623-B97F-A39E-F489-41A79AF5D10E}"/>
                </a:ext>
              </a:extLst>
            </p:cNvPr>
            <p:cNvCxnSpPr>
              <a:cxnSpLocks/>
            </p:cNvCxnSpPr>
            <p:nvPr userDrawn="1"/>
          </p:nvCxnSpPr>
          <p:spPr>
            <a:xfrm>
              <a:off x="0" y="5904310"/>
              <a:ext cx="6054329" cy="0"/>
            </a:xfrm>
            <a:prstGeom prst="line">
              <a:avLst/>
            </a:prstGeom>
            <a:ln w="12700">
              <a:solidFill>
                <a:srgbClr val="18459E"/>
              </a:solidFill>
            </a:ln>
          </p:spPr>
          <p:style>
            <a:lnRef idx="1">
              <a:schemeClr val="accent2"/>
            </a:lnRef>
            <a:fillRef idx="0">
              <a:schemeClr val="accent2"/>
            </a:fillRef>
            <a:effectRef idx="0">
              <a:schemeClr val="accent2"/>
            </a:effectRef>
            <a:fontRef idx="minor">
              <a:schemeClr val="tx1"/>
            </a:fontRef>
          </p:style>
        </p:cxnSp>
        <p:cxnSp>
          <p:nvCxnSpPr>
            <p:cNvPr id="16" name="Straight Connector 15">
              <a:extLst>
                <a:ext uri="{FF2B5EF4-FFF2-40B4-BE49-F238E27FC236}">
                  <a16:creationId xmlns:a16="http://schemas.microsoft.com/office/drawing/2014/main" id="{FE0304D1-58D8-1A29-C3F7-DA1F57605C47}"/>
                </a:ext>
              </a:extLst>
            </p:cNvPr>
            <p:cNvCxnSpPr>
              <a:cxnSpLocks/>
            </p:cNvCxnSpPr>
            <p:nvPr userDrawn="1"/>
          </p:nvCxnSpPr>
          <p:spPr>
            <a:xfrm flipV="1">
              <a:off x="6054329" y="5648326"/>
              <a:ext cx="208359" cy="255985"/>
            </a:xfrm>
            <a:prstGeom prst="line">
              <a:avLst/>
            </a:prstGeom>
            <a:ln w="12700">
              <a:solidFill>
                <a:srgbClr val="18459E"/>
              </a:solidFill>
            </a:ln>
          </p:spPr>
          <p:style>
            <a:lnRef idx="1">
              <a:schemeClr val="accent2"/>
            </a:lnRef>
            <a:fillRef idx="0">
              <a:schemeClr val="accent2"/>
            </a:fillRef>
            <a:effectRef idx="0">
              <a:schemeClr val="accent2"/>
            </a:effectRef>
            <a:fontRef idx="minor">
              <a:schemeClr val="tx1"/>
            </a:fontRef>
          </p:style>
        </p:cxnSp>
        <p:cxnSp>
          <p:nvCxnSpPr>
            <p:cNvPr id="17" name="Straight Connector 16">
              <a:extLst>
                <a:ext uri="{FF2B5EF4-FFF2-40B4-BE49-F238E27FC236}">
                  <a16:creationId xmlns:a16="http://schemas.microsoft.com/office/drawing/2014/main" id="{117C99E0-39BE-F631-F277-DA20E7A034A6}"/>
                </a:ext>
              </a:extLst>
            </p:cNvPr>
            <p:cNvCxnSpPr>
              <a:cxnSpLocks/>
            </p:cNvCxnSpPr>
            <p:nvPr userDrawn="1"/>
          </p:nvCxnSpPr>
          <p:spPr>
            <a:xfrm>
              <a:off x="6262689" y="5648325"/>
              <a:ext cx="2893219" cy="0"/>
            </a:xfrm>
            <a:prstGeom prst="line">
              <a:avLst/>
            </a:prstGeom>
            <a:ln w="12700">
              <a:solidFill>
                <a:srgbClr val="18459E"/>
              </a:solidFill>
            </a:ln>
          </p:spPr>
          <p:style>
            <a:lnRef idx="1">
              <a:schemeClr val="accent2"/>
            </a:lnRef>
            <a:fillRef idx="0">
              <a:schemeClr val="accent2"/>
            </a:fillRef>
            <a:effectRef idx="0">
              <a:schemeClr val="accent2"/>
            </a:effectRef>
            <a:fontRef idx="minor">
              <a:schemeClr val="tx1"/>
            </a:fontRef>
          </p:style>
        </p:cxnSp>
        <p:sp>
          <p:nvSpPr>
            <p:cNvPr id="18" name="Rectangle 16">
              <a:extLst>
                <a:ext uri="{FF2B5EF4-FFF2-40B4-BE49-F238E27FC236}">
                  <a16:creationId xmlns:a16="http://schemas.microsoft.com/office/drawing/2014/main" id="{E51B37F3-5BA1-6E5D-E77E-562DC23E1347}"/>
                </a:ext>
              </a:extLst>
            </p:cNvPr>
            <p:cNvSpPr/>
            <p:nvPr userDrawn="1"/>
          </p:nvSpPr>
          <p:spPr>
            <a:xfrm>
              <a:off x="6085285" y="5745956"/>
              <a:ext cx="3075384" cy="285750"/>
            </a:xfrm>
            <a:custGeom>
              <a:avLst/>
              <a:gdLst>
                <a:gd name="connsiteX0" fmla="*/ 0 w 2523344"/>
                <a:gd name="connsiteY0" fmla="*/ 0 h 482600"/>
                <a:gd name="connsiteX1" fmla="*/ 2523344 w 2523344"/>
                <a:gd name="connsiteY1" fmla="*/ 0 h 482600"/>
                <a:gd name="connsiteX2" fmla="*/ 2523344 w 2523344"/>
                <a:gd name="connsiteY2" fmla="*/ 482600 h 482600"/>
                <a:gd name="connsiteX3" fmla="*/ 0 w 2523344"/>
                <a:gd name="connsiteY3" fmla="*/ 482600 h 482600"/>
                <a:gd name="connsiteX4" fmla="*/ 0 w 2523344"/>
                <a:gd name="connsiteY4" fmla="*/ 0 h 482600"/>
                <a:gd name="connsiteX0" fmla="*/ 524655 w 2523344"/>
                <a:gd name="connsiteY0" fmla="*/ 14990 h 482600"/>
                <a:gd name="connsiteX1" fmla="*/ 2523344 w 2523344"/>
                <a:gd name="connsiteY1" fmla="*/ 0 h 482600"/>
                <a:gd name="connsiteX2" fmla="*/ 2523344 w 2523344"/>
                <a:gd name="connsiteY2" fmla="*/ 482600 h 482600"/>
                <a:gd name="connsiteX3" fmla="*/ 0 w 2523344"/>
                <a:gd name="connsiteY3" fmla="*/ 482600 h 482600"/>
                <a:gd name="connsiteX4" fmla="*/ 524655 w 2523344"/>
                <a:gd name="connsiteY4" fmla="*/ 14990 h 482600"/>
                <a:gd name="connsiteX0" fmla="*/ 404734 w 2523344"/>
                <a:gd name="connsiteY0" fmla="*/ 44971 h 482600"/>
                <a:gd name="connsiteX1" fmla="*/ 2523344 w 2523344"/>
                <a:gd name="connsiteY1" fmla="*/ 0 h 482600"/>
                <a:gd name="connsiteX2" fmla="*/ 2523344 w 2523344"/>
                <a:gd name="connsiteY2" fmla="*/ 482600 h 482600"/>
                <a:gd name="connsiteX3" fmla="*/ 0 w 2523344"/>
                <a:gd name="connsiteY3" fmla="*/ 482600 h 482600"/>
                <a:gd name="connsiteX4" fmla="*/ 404734 w 2523344"/>
                <a:gd name="connsiteY4" fmla="*/ 44971 h 482600"/>
                <a:gd name="connsiteX0" fmla="*/ 404734 w 2523344"/>
                <a:gd name="connsiteY0" fmla="*/ 0 h 482600"/>
                <a:gd name="connsiteX1" fmla="*/ 2523344 w 2523344"/>
                <a:gd name="connsiteY1" fmla="*/ 0 h 482600"/>
                <a:gd name="connsiteX2" fmla="*/ 2523344 w 2523344"/>
                <a:gd name="connsiteY2" fmla="*/ 482600 h 482600"/>
                <a:gd name="connsiteX3" fmla="*/ 0 w 2523344"/>
                <a:gd name="connsiteY3" fmla="*/ 482600 h 482600"/>
                <a:gd name="connsiteX4" fmla="*/ 404734 w 2523344"/>
                <a:gd name="connsiteY4" fmla="*/ 0 h 482600"/>
                <a:gd name="connsiteX0" fmla="*/ 493662 w 2523344"/>
                <a:gd name="connsiteY0" fmla="*/ 10816 h 482600"/>
                <a:gd name="connsiteX1" fmla="*/ 2523344 w 2523344"/>
                <a:gd name="connsiteY1" fmla="*/ 0 h 482600"/>
                <a:gd name="connsiteX2" fmla="*/ 2523344 w 2523344"/>
                <a:gd name="connsiteY2" fmla="*/ 482600 h 482600"/>
                <a:gd name="connsiteX3" fmla="*/ 0 w 2523344"/>
                <a:gd name="connsiteY3" fmla="*/ 482600 h 482600"/>
                <a:gd name="connsiteX4" fmla="*/ 493662 w 2523344"/>
                <a:gd name="connsiteY4" fmla="*/ 10816 h 482600"/>
                <a:gd name="connsiteX0" fmla="*/ 371386 w 2523344"/>
                <a:gd name="connsiteY0" fmla="*/ 10816 h 482600"/>
                <a:gd name="connsiteX1" fmla="*/ 2523344 w 2523344"/>
                <a:gd name="connsiteY1" fmla="*/ 0 h 482600"/>
                <a:gd name="connsiteX2" fmla="*/ 2523344 w 2523344"/>
                <a:gd name="connsiteY2" fmla="*/ 482600 h 482600"/>
                <a:gd name="connsiteX3" fmla="*/ 0 w 2523344"/>
                <a:gd name="connsiteY3" fmla="*/ 482600 h 482600"/>
                <a:gd name="connsiteX4" fmla="*/ 371386 w 2523344"/>
                <a:gd name="connsiteY4" fmla="*/ 10816 h 482600"/>
                <a:gd name="connsiteX0" fmla="*/ 406017 w 2557975"/>
                <a:gd name="connsiteY0" fmla="*/ 10816 h 488215"/>
                <a:gd name="connsiteX1" fmla="*/ 2557975 w 2557975"/>
                <a:gd name="connsiteY1" fmla="*/ 0 h 488215"/>
                <a:gd name="connsiteX2" fmla="*/ 2557975 w 2557975"/>
                <a:gd name="connsiteY2" fmla="*/ 482600 h 488215"/>
                <a:gd name="connsiteX3" fmla="*/ 0 w 2557975"/>
                <a:gd name="connsiteY3" fmla="*/ 488215 h 488215"/>
                <a:gd name="connsiteX4" fmla="*/ 406017 w 2557975"/>
                <a:gd name="connsiteY4" fmla="*/ 10816 h 488215"/>
                <a:gd name="connsiteX0" fmla="*/ 406017 w 4108665"/>
                <a:gd name="connsiteY0" fmla="*/ 10816 h 488215"/>
                <a:gd name="connsiteX1" fmla="*/ 2557975 w 4108665"/>
                <a:gd name="connsiteY1" fmla="*/ 0 h 488215"/>
                <a:gd name="connsiteX2" fmla="*/ 4108665 w 4108665"/>
                <a:gd name="connsiteY2" fmla="*/ 482600 h 488215"/>
                <a:gd name="connsiteX3" fmla="*/ 0 w 4108665"/>
                <a:gd name="connsiteY3" fmla="*/ 488215 h 488215"/>
                <a:gd name="connsiteX4" fmla="*/ 406017 w 4108665"/>
                <a:gd name="connsiteY4" fmla="*/ 10816 h 488215"/>
                <a:gd name="connsiteX0" fmla="*/ 406017 w 4108665"/>
                <a:gd name="connsiteY0" fmla="*/ 10816 h 488215"/>
                <a:gd name="connsiteX1" fmla="*/ 4108665 w 4108665"/>
                <a:gd name="connsiteY1" fmla="*/ 0 h 488215"/>
                <a:gd name="connsiteX2" fmla="*/ 4108665 w 4108665"/>
                <a:gd name="connsiteY2" fmla="*/ 482600 h 488215"/>
                <a:gd name="connsiteX3" fmla="*/ 0 w 4108665"/>
                <a:gd name="connsiteY3" fmla="*/ 488215 h 488215"/>
                <a:gd name="connsiteX4" fmla="*/ 406017 w 4108665"/>
                <a:gd name="connsiteY4" fmla="*/ 10816 h 488215"/>
                <a:gd name="connsiteX0" fmla="*/ 406017 w 4108665"/>
                <a:gd name="connsiteY0" fmla="*/ 0 h 477399"/>
                <a:gd name="connsiteX1" fmla="*/ 4108665 w 4108665"/>
                <a:gd name="connsiteY1" fmla="*/ 13519 h 477399"/>
                <a:gd name="connsiteX2" fmla="*/ 4108665 w 4108665"/>
                <a:gd name="connsiteY2" fmla="*/ 471784 h 477399"/>
                <a:gd name="connsiteX3" fmla="*/ 0 w 4108665"/>
                <a:gd name="connsiteY3" fmla="*/ 477399 h 477399"/>
                <a:gd name="connsiteX4" fmla="*/ 406017 w 4108665"/>
                <a:gd name="connsiteY4" fmla="*/ 0 h 477399"/>
                <a:gd name="connsiteX0" fmla="*/ 289036 w 3991684"/>
                <a:gd name="connsiteY0" fmla="*/ 0 h 471784"/>
                <a:gd name="connsiteX1" fmla="*/ 3991684 w 3991684"/>
                <a:gd name="connsiteY1" fmla="*/ 13519 h 471784"/>
                <a:gd name="connsiteX2" fmla="*/ 3991684 w 3991684"/>
                <a:gd name="connsiteY2" fmla="*/ 471784 h 471784"/>
                <a:gd name="connsiteX3" fmla="*/ 0 w 3991684"/>
                <a:gd name="connsiteY3" fmla="*/ 356682 h 471784"/>
                <a:gd name="connsiteX4" fmla="*/ 289036 w 3991684"/>
                <a:gd name="connsiteY4" fmla="*/ 0 h 471784"/>
                <a:gd name="connsiteX0" fmla="*/ 274856 w 3977504"/>
                <a:gd name="connsiteY0" fmla="*/ 0 h 471784"/>
                <a:gd name="connsiteX1" fmla="*/ 3977504 w 3977504"/>
                <a:gd name="connsiteY1" fmla="*/ 13519 h 471784"/>
                <a:gd name="connsiteX2" fmla="*/ 3977504 w 3977504"/>
                <a:gd name="connsiteY2" fmla="*/ 471784 h 471784"/>
                <a:gd name="connsiteX3" fmla="*/ 0 w 3977504"/>
                <a:gd name="connsiteY3" fmla="*/ 360131 h 471784"/>
                <a:gd name="connsiteX4" fmla="*/ 274856 w 3977504"/>
                <a:gd name="connsiteY4" fmla="*/ 0 h 471784"/>
                <a:gd name="connsiteX0" fmla="*/ 292580 w 3995228"/>
                <a:gd name="connsiteY0" fmla="*/ 0 h 471784"/>
                <a:gd name="connsiteX1" fmla="*/ 3995228 w 3995228"/>
                <a:gd name="connsiteY1" fmla="*/ 13519 h 471784"/>
                <a:gd name="connsiteX2" fmla="*/ 3995228 w 3995228"/>
                <a:gd name="connsiteY2" fmla="*/ 471784 h 471784"/>
                <a:gd name="connsiteX3" fmla="*/ 0 w 3995228"/>
                <a:gd name="connsiteY3" fmla="*/ 367029 h 471784"/>
                <a:gd name="connsiteX4" fmla="*/ 292580 w 3995228"/>
                <a:gd name="connsiteY4" fmla="*/ 0 h 471784"/>
                <a:gd name="connsiteX0" fmla="*/ 292580 w 3995228"/>
                <a:gd name="connsiteY0" fmla="*/ 0 h 385558"/>
                <a:gd name="connsiteX1" fmla="*/ 3995228 w 3995228"/>
                <a:gd name="connsiteY1" fmla="*/ 13519 h 385558"/>
                <a:gd name="connsiteX2" fmla="*/ 3662009 w 3995228"/>
                <a:gd name="connsiteY2" fmla="*/ 385558 h 385558"/>
                <a:gd name="connsiteX3" fmla="*/ 0 w 3995228"/>
                <a:gd name="connsiteY3" fmla="*/ 367029 h 385558"/>
                <a:gd name="connsiteX4" fmla="*/ 292580 w 3995228"/>
                <a:gd name="connsiteY4" fmla="*/ 0 h 385558"/>
                <a:gd name="connsiteX0" fmla="*/ 292580 w 3995228"/>
                <a:gd name="connsiteY0" fmla="*/ 0 h 367029"/>
                <a:gd name="connsiteX1" fmla="*/ 3995228 w 3995228"/>
                <a:gd name="connsiteY1" fmla="*/ 13519 h 367029"/>
                <a:gd name="connsiteX2" fmla="*/ 3640740 w 3995228"/>
                <a:gd name="connsiteY2" fmla="*/ 347618 h 367029"/>
                <a:gd name="connsiteX3" fmla="*/ 0 w 3995228"/>
                <a:gd name="connsiteY3" fmla="*/ 367029 h 367029"/>
                <a:gd name="connsiteX4" fmla="*/ 292580 w 3995228"/>
                <a:gd name="connsiteY4" fmla="*/ 0 h 367029"/>
                <a:gd name="connsiteX0" fmla="*/ 292580 w 3995228"/>
                <a:gd name="connsiteY0" fmla="*/ 0 h 367029"/>
                <a:gd name="connsiteX1" fmla="*/ 3995228 w 3995228"/>
                <a:gd name="connsiteY1" fmla="*/ 13519 h 367029"/>
                <a:gd name="connsiteX2" fmla="*/ 3630105 w 3995228"/>
                <a:gd name="connsiteY2" fmla="*/ 213104 h 367029"/>
                <a:gd name="connsiteX3" fmla="*/ 0 w 3995228"/>
                <a:gd name="connsiteY3" fmla="*/ 367029 h 367029"/>
                <a:gd name="connsiteX4" fmla="*/ 292580 w 3995228"/>
                <a:gd name="connsiteY4" fmla="*/ 0 h 367029"/>
                <a:gd name="connsiteX0" fmla="*/ 292580 w 3995228"/>
                <a:gd name="connsiteY0" fmla="*/ 0 h 367029"/>
                <a:gd name="connsiteX1" fmla="*/ 3995228 w 3995228"/>
                <a:gd name="connsiteY1" fmla="*/ 13519 h 367029"/>
                <a:gd name="connsiteX2" fmla="*/ 3615926 w 3995228"/>
                <a:gd name="connsiteY2" fmla="*/ 354515 h 367029"/>
                <a:gd name="connsiteX3" fmla="*/ 0 w 3995228"/>
                <a:gd name="connsiteY3" fmla="*/ 367029 h 367029"/>
                <a:gd name="connsiteX4" fmla="*/ 292580 w 3995228"/>
                <a:gd name="connsiteY4" fmla="*/ 0 h 367029"/>
                <a:gd name="connsiteX0" fmla="*/ 278400 w 3981048"/>
                <a:gd name="connsiteY0" fmla="*/ 0 h 360131"/>
                <a:gd name="connsiteX1" fmla="*/ 3981048 w 3981048"/>
                <a:gd name="connsiteY1" fmla="*/ 13519 h 360131"/>
                <a:gd name="connsiteX2" fmla="*/ 3601746 w 3981048"/>
                <a:gd name="connsiteY2" fmla="*/ 354515 h 360131"/>
                <a:gd name="connsiteX3" fmla="*/ 0 w 3981048"/>
                <a:gd name="connsiteY3" fmla="*/ 360131 h 360131"/>
                <a:gd name="connsiteX4" fmla="*/ 278400 w 3981048"/>
                <a:gd name="connsiteY4" fmla="*/ 0 h 360131"/>
                <a:gd name="connsiteX0" fmla="*/ 285490 w 3988138"/>
                <a:gd name="connsiteY0" fmla="*/ 0 h 360131"/>
                <a:gd name="connsiteX1" fmla="*/ 3988138 w 3988138"/>
                <a:gd name="connsiteY1" fmla="*/ 13519 h 360131"/>
                <a:gd name="connsiteX2" fmla="*/ 3608836 w 3988138"/>
                <a:gd name="connsiteY2" fmla="*/ 354515 h 360131"/>
                <a:gd name="connsiteX3" fmla="*/ 0 w 3988138"/>
                <a:gd name="connsiteY3" fmla="*/ 360131 h 360131"/>
                <a:gd name="connsiteX4" fmla="*/ 285490 w 3988138"/>
                <a:gd name="connsiteY4" fmla="*/ 0 h 360131"/>
                <a:gd name="connsiteX0" fmla="*/ 299670 w 4002318"/>
                <a:gd name="connsiteY0" fmla="*/ 0 h 360131"/>
                <a:gd name="connsiteX1" fmla="*/ 4002318 w 4002318"/>
                <a:gd name="connsiteY1" fmla="*/ 13519 h 360131"/>
                <a:gd name="connsiteX2" fmla="*/ 3623016 w 4002318"/>
                <a:gd name="connsiteY2" fmla="*/ 354515 h 360131"/>
                <a:gd name="connsiteX3" fmla="*/ 0 w 4002318"/>
                <a:gd name="connsiteY3" fmla="*/ 360131 h 360131"/>
                <a:gd name="connsiteX4" fmla="*/ 299670 w 4002318"/>
                <a:gd name="connsiteY4" fmla="*/ 0 h 360131"/>
                <a:gd name="connsiteX0" fmla="*/ 299670 w 3623016"/>
                <a:gd name="connsiteY0" fmla="*/ 0 h 360131"/>
                <a:gd name="connsiteX1" fmla="*/ 3615926 w 3623016"/>
                <a:gd name="connsiteY1" fmla="*/ 10070 h 360131"/>
                <a:gd name="connsiteX2" fmla="*/ 3623016 w 3623016"/>
                <a:gd name="connsiteY2" fmla="*/ 354515 h 360131"/>
                <a:gd name="connsiteX3" fmla="*/ 0 w 3623016"/>
                <a:gd name="connsiteY3" fmla="*/ 360131 h 360131"/>
                <a:gd name="connsiteX4" fmla="*/ 299670 w 3623016"/>
                <a:gd name="connsiteY4" fmla="*/ 0 h 360131"/>
                <a:gd name="connsiteX0" fmla="*/ 299670 w 3630106"/>
                <a:gd name="connsiteY0" fmla="*/ 277 h 360408"/>
                <a:gd name="connsiteX1" fmla="*/ 3630106 w 3630106"/>
                <a:gd name="connsiteY1" fmla="*/ 0 h 360408"/>
                <a:gd name="connsiteX2" fmla="*/ 3623016 w 3630106"/>
                <a:gd name="connsiteY2" fmla="*/ 354792 h 360408"/>
                <a:gd name="connsiteX3" fmla="*/ 0 w 3630106"/>
                <a:gd name="connsiteY3" fmla="*/ 360408 h 360408"/>
                <a:gd name="connsiteX4" fmla="*/ 299670 w 3630106"/>
                <a:gd name="connsiteY4" fmla="*/ 277 h 360408"/>
                <a:gd name="connsiteX0" fmla="*/ 299670 w 4037066"/>
                <a:gd name="connsiteY0" fmla="*/ 277 h 360408"/>
                <a:gd name="connsiteX1" fmla="*/ 4037066 w 4037066"/>
                <a:gd name="connsiteY1" fmla="*/ 0 h 360408"/>
                <a:gd name="connsiteX2" fmla="*/ 3623016 w 4037066"/>
                <a:gd name="connsiteY2" fmla="*/ 354792 h 360408"/>
                <a:gd name="connsiteX3" fmla="*/ 0 w 4037066"/>
                <a:gd name="connsiteY3" fmla="*/ 360408 h 360408"/>
                <a:gd name="connsiteX4" fmla="*/ 299670 w 4037066"/>
                <a:gd name="connsiteY4" fmla="*/ 277 h 360408"/>
                <a:gd name="connsiteX0" fmla="*/ 299670 w 4040151"/>
                <a:gd name="connsiteY0" fmla="*/ 277 h 360408"/>
                <a:gd name="connsiteX1" fmla="*/ 4037066 w 4040151"/>
                <a:gd name="connsiteY1" fmla="*/ 0 h 360408"/>
                <a:gd name="connsiteX2" fmla="*/ 4040151 w 4040151"/>
                <a:gd name="connsiteY2" fmla="*/ 354792 h 360408"/>
                <a:gd name="connsiteX3" fmla="*/ 0 w 4040151"/>
                <a:gd name="connsiteY3" fmla="*/ 360408 h 360408"/>
                <a:gd name="connsiteX4" fmla="*/ 299670 w 4040151"/>
                <a:gd name="connsiteY4" fmla="*/ 277 h 360408"/>
                <a:gd name="connsiteX0" fmla="*/ 299670 w 4037234"/>
                <a:gd name="connsiteY0" fmla="*/ 277 h 364692"/>
                <a:gd name="connsiteX1" fmla="*/ 4037066 w 4037234"/>
                <a:gd name="connsiteY1" fmla="*/ 0 h 364692"/>
                <a:gd name="connsiteX2" fmla="*/ 4035064 w 4037234"/>
                <a:gd name="connsiteY2" fmla="*/ 364692 h 364692"/>
                <a:gd name="connsiteX3" fmla="*/ 0 w 4037234"/>
                <a:gd name="connsiteY3" fmla="*/ 360408 h 364692"/>
                <a:gd name="connsiteX4" fmla="*/ 299670 w 4037234"/>
                <a:gd name="connsiteY4" fmla="*/ 277 h 3646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37234" h="364692">
                  <a:moveTo>
                    <a:pt x="299670" y="277"/>
                  </a:moveTo>
                  <a:lnTo>
                    <a:pt x="4037066" y="0"/>
                  </a:lnTo>
                  <a:cubicBezTo>
                    <a:pt x="4038094" y="118264"/>
                    <a:pt x="4034036" y="246428"/>
                    <a:pt x="4035064" y="364692"/>
                  </a:cubicBezTo>
                  <a:lnTo>
                    <a:pt x="0" y="360408"/>
                  </a:lnTo>
                  <a:lnTo>
                    <a:pt x="299670" y="277"/>
                  </a:lnTo>
                  <a:close/>
                </a:path>
              </a:pathLst>
            </a:custGeom>
            <a:solidFill>
              <a:srgbClr val="EF682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VN">
                <a:latin typeface="Arial" panose="020B0604020202020204" pitchFamily="34" charset="0"/>
                <a:cs typeface="Arial" panose="020B0604020202020204" pitchFamily="34" charset="0"/>
              </a:endParaRPr>
            </a:p>
          </p:txBody>
        </p:sp>
      </p:grpSp>
      <p:sp>
        <p:nvSpPr>
          <p:cNvPr id="19" name="Slide Number Placeholder 5">
            <a:extLst>
              <a:ext uri="{FF2B5EF4-FFF2-40B4-BE49-F238E27FC236}">
                <a16:creationId xmlns:a16="http://schemas.microsoft.com/office/drawing/2014/main" id="{0E976D90-C513-3417-4214-9730E98D8E71}"/>
              </a:ext>
            </a:extLst>
          </p:cNvPr>
          <p:cNvSpPr>
            <a:spLocks noGrp="1"/>
          </p:cNvSpPr>
          <p:nvPr>
            <p:ph type="sldNum" sz="quarter" idx="12"/>
          </p:nvPr>
        </p:nvSpPr>
        <p:spPr>
          <a:xfrm>
            <a:off x="7232097" y="6593881"/>
            <a:ext cx="1908332" cy="255190"/>
          </a:xfrm>
        </p:spPr>
        <p:txBody>
          <a:bodyPr/>
          <a:lstStyle>
            <a:lvl1pPr>
              <a:defRPr>
                <a:solidFill>
                  <a:schemeClr val="bg1"/>
                </a:solidFill>
                <a:latin typeface="Arial" panose="020B0604020202020204" pitchFamily="34" charset="0"/>
                <a:cs typeface="Arial" panose="020B0604020202020204" pitchFamily="34" charset="0"/>
              </a:defRPr>
            </a:lvl1pPr>
          </a:lstStyle>
          <a:p>
            <a:pPr>
              <a:defRPr/>
            </a:pPr>
            <a:fld id="{47A54EB7-AD52-4151-BFDC-C09D8FF73BF0}" type="slidenum">
              <a:rPr lang="en-VN"/>
              <a:pPr>
                <a:defRPr/>
              </a:pPr>
              <a:t>‹#›</a:t>
            </a:fld>
            <a:endParaRPr lang="en-VN"/>
          </a:p>
        </p:txBody>
      </p:sp>
      <p:sp>
        <p:nvSpPr>
          <p:cNvPr id="21" name="Content Placeholder 2">
            <a:extLst>
              <a:ext uri="{FF2B5EF4-FFF2-40B4-BE49-F238E27FC236}">
                <a16:creationId xmlns:a16="http://schemas.microsoft.com/office/drawing/2014/main" id="{418BA751-F20E-E923-63C4-38A81D87E9D1}"/>
              </a:ext>
            </a:extLst>
          </p:cNvPr>
          <p:cNvSpPr>
            <a:spLocks noGrp="1"/>
          </p:cNvSpPr>
          <p:nvPr>
            <p:ph idx="1"/>
          </p:nvPr>
        </p:nvSpPr>
        <p:spPr>
          <a:xfrm>
            <a:off x="628650" y="1295400"/>
            <a:ext cx="6054329" cy="4267201"/>
          </a:xfrm>
        </p:spPr>
        <p:txBody>
          <a:bodyPr>
            <a:normAutofit/>
          </a:bodyPr>
          <a:lstStyle>
            <a:lvl1pPr marL="228600" indent="-228600">
              <a:buFont typeface="Wingdings" pitchFamily="2" charset="2"/>
              <a:buChar char="§"/>
              <a:defRPr sz="2400">
                <a:latin typeface="Arial" panose="020B0604020202020204" pitchFamily="34" charset="0"/>
                <a:cs typeface="Arial" panose="020B0604020202020204" pitchFamily="34" charset="0"/>
              </a:defRPr>
            </a:lvl1pPr>
            <a:lvl2pPr>
              <a:defRPr sz="2000">
                <a:latin typeface="Arial" panose="020B0604020202020204" pitchFamily="34" charset="0"/>
                <a:cs typeface="Arial" panose="020B0604020202020204" pitchFamily="34" charset="0"/>
              </a:defRPr>
            </a:lvl2pPr>
            <a:lvl3pPr marL="1143000" indent="-228600">
              <a:buFont typeface="Wingdings" pitchFamily="2" charset="2"/>
              <a:buChar char="ü"/>
              <a:defRPr sz="1800">
                <a:latin typeface="Arial" panose="020B0604020202020204" pitchFamily="34" charset="0"/>
                <a:cs typeface="Arial" panose="020B0604020202020204" pitchFamily="34" charset="0"/>
              </a:defRPr>
            </a:lvl3pPr>
            <a:lvl4pPr marL="1600200" indent="-228600">
              <a:buFont typeface="Courier New" panose="02070309020205020404" pitchFamily="49" charset="0"/>
              <a:buChar char="o"/>
              <a:defRPr sz="1600">
                <a:latin typeface="Arial" panose="020B0604020202020204" pitchFamily="34" charset="0"/>
                <a:cs typeface="Arial" panose="020B0604020202020204" pitchFamily="34" charset="0"/>
              </a:defRPr>
            </a:lvl4pPr>
            <a:lvl5pPr marL="2057400" indent="-228600">
              <a:buFont typeface="Courier New" panose="02070309020205020404" pitchFamily="49" charset="0"/>
              <a:buChar char="o"/>
              <a:defRPr sz="1600">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72652213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latin typeface="Arial" panose="020B0604020202020204" pitchFamily="34" charset="0"/>
                <a:cs typeface="Arial" panose="020B0604020202020204" pitchFamily="34" charset="0"/>
              </a:defRPr>
            </a:lvl1pPr>
          </a:lstStyle>
          <a:p>
            <a:pPr>
              <a:defRPr/>
            </a:pPr>
            <a:endParaRPr lang="en-VN"/>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latin typeface="Arial" panose="020B0604020202020204" pitchFamily="34" charset="0"/>
                <a:cs typeface="Arial" panose="020B0604020202020204" pitchFamily="34" charset="0"/>
              </a:defRPr>
            </a:lvl1pPr>
          </a:lstStyle>
          <a:p>
            <a:pPr>
              <a:defRPr/>
            </a:pPr>
            <a:r>
              <a:rPr lang="en-US"/>
              <a:t>Bài 6: Mảng một chiều</a:t>
            </a:r>
            <a:endParaRPr lang="en-VN"/>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latin typeface="Arial" panose="020B0604020202020204" pitchFamily="34" charset="0"/>
                <a:cs typeface="Arial" panose="020B0604020202020204" pitchFamily="34" charset="0"/>
              </a:defRPr>
            </a:lvl1pPr>
          </a:lstStyle>
          <a:p>
            <a:pPr>
              <a:defRPr/>
            </a:pPr>
            <a:fld id="{81C8220F-C5FA-43A9-87EF-9E9251B32EE6}" type="slidenum">
              <a:rPr lang="en-VN"/>
              <a:pPr>
                <a:defRPr/>
              </a:pPr>
              <a:t>‹#›</a:t>
            </a:fld>
            <a:endParaRPr lang="en-VN"/>
          </a:p>
        </p:txBody>
      </p:sp>
    </p:spTree>
    <p:extLst>
      <p:ext uri="{BB962C8B-B14F-4D97-AF65-F5344CB8AC3E}">
        <p14:creationId xmlns:p14="http://schemas.microsoft.com/office/powerpoint/2010/main" val="3606943067"/>
      </p:ext>
    </p:extLst>
  </p:cSld>
  <p:clrMap bg1="lt1" tx1="dk1" bg2="lt2" tx2="dk2" accent1="accent1" accent2="accent2" accent3="accent3" accent4="accent4" accent5="accent5" accent6="accent6" hlink="hlink" folHlink="folHlink"/>
  <p:sldLayoutIdLst>
    <p:sldLayoutId id="2147483649" r:id="rId1"/>
    <p:sldLayoutId id="2147483662" r:id="rId2"/>
    <p:sldLayoutId id="2147483664" r:id="rId3"/>
    <p:sldLayoutId id="2147483665" r:id="rId4"/>
    <p:sldLayoutId id="2147483667" r:id="rId5"/>
  </p:sldLayoutIdLst>
  <p:hf hdr="0" dt="0"/>
  <p:txStyles>
    <p:title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hyperlink" Target="https://learn.microsoft.com/en-us/dotnet/api/system.collections.generic.list-1.-ctor?view=net-7.0#system-collections-generic-list-1-ctor" TargetMode="External"/><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hyperlink" Target="https://learn.microsoft.com/en-us/dotnet/api/system.collections.generic.list-1.-ctor?view=net-7.0#system-collections-generic-list-1-ctor(system-int32)" TargetMode="External"/></Relationships>
</file>

<file path=ppt/slides/_rels/slide40.xml.rels><?xml version="1.0" encoding="UTF-8" standalone="yes"?>
<Relationships xmlns="http://schemas.openxmlformats.org/package/2006/relationships"><Relationship Id="rId3" Type="http://schemas.openxmlformats.org/officeDocument/2006/relationships/hyperlink" Target="https://learn.microsoft.com/en-us/dotnet/api/system.collections.generic.list-1.capacity?view=net-7.0#system-collections-generic-list-1-capacity" TargetMode="External"/><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hyperlink" Target="https://learn.microsoft.com/en-us/dotnet/api/system.collections.generic.list-1.count?view=net-7.0#system-collections-generic-list-1-count" TargetMode="External"/></Relationships>
</file>

<file path=ppt/slides/_rels/slide41.xml.rels><?xml version="1.0" encoding="UTF-8" standalone="yes"?>
<Relationships xmlns="http://schemas.openxmlformats.org/package/2006/relationships"><Relationship Id="rId3" Type="http://schemas.openxmlformats.org/officeDocument/2006/relationships/hyperlink" Target="https://learn.microsoft.com/en-us/dotnet/api/system.collections.generic.list-1.add?view=net-7.0#system-collections-generic-list-1-add(-0)" TargetMode="External"/><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hyperlink" Target="https://learn.microsoft.com/en-us/dotnet/api/system.collections.generic.list-1.toarray?view=net-7.0#system-collections-generic-list-1-toarray" TargetMode="External"/><Relationship Id="rId4" Type="http://schemas.openxmlformats.org/officeDocument/2006/relationships/hyperlink" Target="https://learn.microsoft.com/en-us/dotnet/api/system.collections.generic.list-1.clear?view=net-7.0#system-collections-generic-list-1-clear"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2775" y="2614871"/>
            <a:ext cx="7918450" cy="1214179"/>
          </a:xfrm>
        </p:spPr>
        <p:txBody>
          <a:bodyPr/>
          <a:lstStyle/>
          <a:p>
            <a:r>
              <a:rPr lang="en-US"/>
              <a:t>Bài 6</a:t>
            </a:r>
            <a:br>
              <a:rPr lang="en-US"/>
            </a:br>
            <a:r>
              <a:rPr lang="vi-VN"/>
              <a:t>Mảng một chiều</a:t>
            </a:r>
            <a:endParaRPr lang="en-US"/>
          </a:p>
        </p:txBody>
      </p:sp>
      <p:sp>
        <p:nvSpPr>
          <p:cNvPr id="4" name="Text Placeholder 3">
            <a:extLst>
              <a:ext uri="{FF2B5EF4-FFF2-40B4-BE49-F238E27FC236}">
                <a16:creationId xmlns:a16="http://schemas.microsoft.com/office/drawing/2014/main" id="{FB84735A-F5BB-4C4D-93E0-8DCF8CEA9FB1}"/>
              </a:ext>
            </a:extLst>
          </p:cNvPr>
          <p:cNvSpPr>
            <a:spLocks noGrp="1"/>
          </p:cNvSpPr>
          <p:nvPr>
            <p:ph type="subTitle" idx="1"/>
          </p:nvPr>
        </p:nvSpPr>
        <p:spPr>
          <a:xfrm>
            <a:off x="611999" y="3872437"/>
            <a:ext cx="7920000" cy="360000"/>
          </a:xfrm>
        </p:spPr>
        <p:txBody>
          <a:bodyPr vert="horz" wrap="square" tIns="0" anchor="ctr">
            <a:normAutofit/>
          </a:bodyPr>
          <a:lstStyle/>
          <a:p>
            <a:pPr marL="0" indent="0">
              <a:buNone/>
            </a:pPr>
            <a:r>
              <a:rPr lang="en-US"/>
              <a:t>Biên soạn: </a:t>
            </a:r>
            <a:r>
              <a:rPr lang="en-US" b="1"/>
              <a:t>ThS. Huỳnh Thành Lộc </a:t>
            </a:r>
            <a:r>
              <a:rPr lang="en-US" i="1"/>
              <a:t>(locht@huflit.edu.vn)</a:t>
            </a:r>
          </a:p>
        </p:txBody>
      </p:sp>
      <p:sp>
        <p:nvSpPr>
          <p:cNvPr id="6" name="Text Placeholder 3">
            <a:extLst>
              <a:ext uri="{FF2B5EF4-FFF2-40B4-BE49-F238E27FC236}">
                <a16:creationId xmlns:a16="http://schemas.microsoft.com/office/drawing/2014/main" id="{4FEBBFF9-93B0-4C1B-3209-2310D7A4D2B5}"/>
              </a:ext>
            </a:extLst>
          </p:cNvPr>
          <p:cNvSpPr txBox="1">
            <a:spLocks/>
          </p:cNvSpPr>
          <p:nvPr/>
        </p:nvSpPr>
        <p:spPr>
          <a:xfrm>
            <a:off x="0" y="6277656"/>
            <a:ext cx="2605541"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lang="en-US" sz="1500" kern="1200" dirty="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Font typeface="Arial" panose="020B0604020202020204" pitchFamily="34" charset="0"/>
              <a:buNone/>
            </a:pPr>
            <a:r>
              <a:rPr lang="en-US" i="1"/>
              <a:t>Cập nhật: tháng 09/2023</a:t>
            </a:r>
            <a:endParaRPr lang="en-US" b="1" i="1"/>
          </a:p>
        </p:txBody>
      </p:sp>
    </p:spTree>
    <p:extLst>
      <p:ext uri="{BB962C8B-B14F-4D97-AF65-F5344CB8AC3E}">
        <p14:creationId xmlns:p14="http://schemas.microsoft.com/office/powerpoint/2010/main" val="40957580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7B5CBE-3939-F54D-A22C-69B71CE11473}"/>
              </a:ext>
            </a:extLst>
          </p:cNvPr>
          <p:cNvSpPr>
            <a:spLocks noGrp="1"/>
          </p:cNvSpPr>
          <p:nvPr>
            <p:ph type="title"/>
          </p:nvPr>
        </p:nvSpPr>
        <p:spPr/>
        <p:txBody>
          <a:bodyPr>
            <a:normAutofit fontScale="90000"/>
          </a:bodyPr>
          <a:lstStyle/>
          <a:p>
            <a:r>
              <a:rPr lang="en-VN"/>
              <a:t>NỘI DUNG</a:t>
            </a:r>
          </a:p>
        </p:txBody>
      </p:sp>
      <p:sp>
        <p:nvSpPr>
          <p:cNvPr id="3" name="Content Placeholder 2">
            <a:extLst>
              <a:ext uri="{FF2B5EF4-FFF2-40B4-BE49-F238E27FC236}">
                <a16:creationId xmlns:a16="http://schemas.microsoft.com/office/drawing/2014/main" id="{F68C27CE-6A1E-0840-BC2F-D1738F041307}"/>
              </a:ext>
            </a:extLst>
          </p:cNvPr>
          <p:cNvSpPr>
            <a:spLocks noGrp="1"/>
          </p:cNvSpPr>
          <p:nvPr>
            <p:ph idx="1"/>
          </p:nvPr>
        </p:nvSpPr>
        <p:spPr/>
        <p:txBody>
          <a:bodyPr/>
          <a:lstStyle/>
          <a:p>
            <a:r>
              <a:rPr lang="en-VN" sz="2400"/>
              <a:t>Giới thiệu </a:t>
            </a:r>
            <a:r>
              <a:rPr lang="en-VN" sz="2400">
                <a:solidFill>
                  <a:srgbClr val="EF6822"/>
                </a:solidFill>
              </a:rPr>
              <a:t>kiểu dữ liệu Mảng</a:t>
            </a:r>
          </a:p>
          <a:p>
            <a:r>
              <a:rPr lang="en-VN" sz="2400"/>
              <a:t>Các thao tác trên </a:t>
            </a:r>
            <a:r>
              <a:rPr lang="en-VN" sz="2400">
                <a:solidFill>
                  <a:srgbClr val="EF6822"/>
                </a:solidFill>
              </a:rPr>
              <a:t>Mảng một chiều</a:t>
            </a:r>
          </a:p>
          <a:p>
            <a:r>
              <a:rPr lang="en-VN" sz="2400"/>
              <a:t>Hàm có </a:t>
            </a:r>
            <a:r>
              <a:rPr lang="en-VN" sz="2400">
                <a:solidFill>
                  <a:srgbClr val="EF6822"/>
                </a:solidFill>
              </a:rPr>
              <a:t>tham số có kiểu dữ liệu tham chiếu</a:t>
            </a:r>
          </a:p>
          <a:p>
            <a:r>
              <a:rPr lang="en-VN"/>
              <a:t>Bài tập vận dụng</a:t>
            </a:r>
            <a:endParaRPr lang="en-VN">
              <a:solidFill>
                <a:srgbClr val="17459E"/>
              </a:solidFill>
            </a:endParaRPr>
          </a:p>
        </p:txBody>
      </p:sp>
      <p:sp>
        <p:nvSpPr>
          <p:cNvPr id="5" name="Footer Placeholder 4">
            <a:extLst>
              <a:ext uri="{FF2B5EF4-FFF2-40B4-BE49-F238E27FC236}">
                <a16:creationId xmlns:a16="http://schemas.microsoft.com/office/drawing/2014/main" id="{DC2E42D6-F01F-DA42-B0A3-CE37CE665C24}"/>
              </a:ext>
            </a:extLst>
          </p:cNvPr>
          <p:cNvSpPr>
            <a:spLocks noGrp="1"/>
          </p:cNvSpPr>
          <p:nvPr>
            <p:ph type="ftr" sz="quarter" idx="11"/>
          </p:nvPr>
        </p:nvSpPr>
        <p:spPr/>
        <p:txBody>
          <a:bodyPr/>
          <a:lstStyle/>
          <a:p>
            <a:r>
              <a:rPr lang="en-US"/>
              <a:t>Bài 6: Mảng một chiều</a:t>
            </a:r>
          </a:p>
        </p:txBody>
      </p:sp>
      <p:sp>
        <p:nvSpPr>
          <p:cNvPr id="4" name="Slide Number Placeholder 3">
            <a:extLst>
              <a:ext uri="{FF2B5EF4-FFF2-40B4-BE49-F238E27FC236}">
                <a16:creationId xmlns:a16="http://schemas.microsoft.com/office/drawing/2014/main" id="{CFD01898-2CF1-854E-A08F-C040C05D39B6}"/>
              </a:ext>
            </a:extLst>
          </p:cNvPr>
          <p:cNvSpPr>
            <a:spLocks noGrp="1"/>
          </p:cNvSpPr>
          <p:nvPr>
            <p:ph type="sldNum" sz="quarter" idx="12"/>
          </p:nvPr>
        </p:nvSpPr>
        <p:spPr/>
        <p:txBody>
          <a:bodyPr/>
          <a:lstStyle/>
          <a:p>
            <a:fld id="{1AD93096-5B34-4342-9326-69289CEAE4C2}" type="slidenum">
              <a:rPr lang="en-US" smtClean="0"/>
              <a:pPr/>
              <a:t>2</a:t>
            </a:fld>
            <a:endParaRPr lang="en-US"/>
          </a:p>
        </p:txBody>
      </p:sp>
    </p:spTree>
    <p:extLst>
      <p:ext uri="{BB962C8B-B14F-4D97-AF65-F5344CB8AC3E}">
        <p14:creationId xmlns:p14="http://schemas.microsoft.com/office/powerpoint/2010/main" val="16148175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111DD4-D6F5-0741-8C18-D64693B57757}"/>
              </a:ext>
            </a:extLst>
          </p:cNvPr>
          <p:cNvSpPr>
            <a:spLocks noGrp="1"/>
          </p:cNvSpPr>
          <p:nvPr>
            <p:ph type="title"/>
          </p:nvPr>
        </p:nvSpPr>
        <p:spPr/>
        <p:txBody>
          <a:bodyPr>
            <a:normAutofit fontScale="90000"/>
          </a:bodyPr>
          <a:lstStyle/>
          <a:p>
            <a:r>
              <a:rPr lang="vi-VN"/>
              <a:t>GIỚI THIỆU KIỂU DỮ LIỆU MẢNG</a:t>
            </a:r>
            <a:endParaRPr lang="en-VN"/>
          </a:p>
        </p:txBody>
      </p:sp>
      <p:sp>
        <p:nvSpPr>
          <p:cNvPr id="3" name="Content Placeholder 2">
            <a:extLst>
              <a:ext uri="{FF2B5EF4-FFF2-40B4-BE49-F238E27FC236}">
                <a16:creationId xmlns:a16="http://schemas.microsoft.com/office/drawing/2014/main" id="{7F7DFE1E-8A2D-6145-BBE1-74889E55A8BD}"/>
              </a:ext>
            </a:extLst>
          </p:cNvPr>
          <p:cNvSpPr>
            <a:spLocks noGrp="1"/>
          </p:cNvSpPr>
          <p:nvPr>
            <p:ph idx="1"/>
          </p:nvPr>
        </p:nvSpPr>
        <p:spPr/>
        <p:txBody>
          <a:bodyPr/>
          <a:lstStyle/>
          <a:p>
            <a:pPr algn="just"/>
            <a:r>
              <a:rPr lang="en-VN"/>
              <a:t>Viết chương trình </a:t>
            </a:r>
            <a:r>
              <a:rPr lang="en-VN">
                <a:solidFill>
                  <a:srgbClr val="17459E"/>
                </a:solidFill>
              </a:rPr>
              <a:t>nhập vào 3 số nguyên</a:t>
            </a:r>
            <a:r>
              <a:rPr lang="en-VN"/>
              <a:t>. Tìm </a:t>
            </a:r>
            <a:r>
              <a:rPr lang="en-VN">
                <a:solidFill>
                  <a:srgbClr val="EF6822"/>
                </a:solidFill>
              </a:rPr>
              <a:t>giá trị lớn nhất </a:t>
            </a:r>
            <a:r>
              <a:rPr lang="en-VN"/>
              <a:t>trong 3 số nguyên vừa nhập.</a:t>
            </a:r>
            <a:endParaRPr lang="en-VN" baseline="30000">
              <a:solidFill>
                <a:srgbClr val="FFC000"/>
              </a:solidFill>
            </a:endParaRPr>
          </a:p>
        </p:txBody>
      </p:sp>
      <p:sp>
        <p:nvSpPr>
          <p:cNvPr id="4" name="Footer Placeholder 3">
            <a:extLst>
              <a:ext uri="{FF2B5EF4-FFF2-40B4-BE49-F238E27FC236}">
                <a16:creationId xmlns:a16="http://schemas.microsoft.com/office/drawing/2014/main" id="{3DF2F3A0-B11D-C945-844B-13BB2613F0DD}"/>
              </a:ext>
            </a:extLst>
          </p:cNvPr>
          <p:cNvSpPr>
            <a:spLocks noGrp="1"/>
          </p:cNvSpPr>
          <p:nvPr>
            <p:ph type="ftr" sz="quarter" idx="11"/>
          </p:nvPr>
        </p:nvSpPr>
        <p:spPr/>
        <p:txBody>
          <a:bodyPr/>
          <a:lstStyle/>
          <a:p>
            <a:r>
              <a:rPr lang="vi-VN" dirty="0"/>
              <a:t>Bài 6: Mảng một chiều</a:t>
            </a:r>
            <a:endParaRPr lang="en-US" dirty="0"/>
          </a:p>
        </p:txBody>
      </p:sp>
      <p:sp>
        <p:nvSpPr>
          <p:cNvPr id="27" name="Content Placeholder 5">
            <a:extLst>
              <a:ext uri="{FF2B5EF4-FFF2-40B4-BE49-F238E27FC236}">
                <a16:creationId xmlns:a16="http://schemas.microsoft.com/office/drawing/2014/main" id="{1E2D6E77-77BF-3847-A05B-2C5AEF2B23B8}"/>
              </a:ext>
            </a:extLst>
          </p:cNvPr>
          <p:cNvSpPr txBox="1">
            <a:spLocks/>
          </p:cNvSpPr>
          <p:nvPr/>
        </p:nvSpPr>
        <p:spPr>
          <a:xfrm>
            <a:off x="337779" y="2048564"/>
            <a:ext cx="5398368" cy="3809031"/>
          </a:xfrm>
          <a:prstGeom prst="rect">
            <a:avLst/>
          </a:prstGeom>
        </p:spPr>
        <p:style>
          <a:lnRef idx="2">
            <a:schemeClr val="accent2"/>
          </a:lnRef>
          <a:fillRef idx="1">
            <a:schemeClr val="lt1"/>
          </a:fillRef>
          <a:effectRef idx="0">
            <a:schemeClr val="accent2"/>
          </a:effectRef>
          <a:fontRef idx="minor">
            <a:schemeClr val="dk1"/>
          </a:fontRef>
        </p:style>
        <p:txBody>
          <a:bodyPr>
            <a:noAutofit/>
          </a:bodyPr>
          <a:lstStyle>
            <a:lvl1pPr marL="308610" indent="-257175" algn="l" rtl="0" eaLnBrk="1" latinLnBrk="0" hangingPunct="1">
              <a:spcBef>
                <a:spcPts val="525"/>
              </a:spcBef>
              <a:buSzPct val="95000"/>
              <a:buFont typeface="Wingdings"/>
              <a:buChar char=""/>
              <a:defRPr sz="1500" kern="1200" spc="0">
                <a:solidFill>
                  <a:schemeClr val="tx1"/>
                </a:solidFill>
                <a:latin typeface="+mn-lt"/>
                <a:ea typeface="+mn-ea"/>
                <a:cs typeface="Arial" pitchFamily="34" charset="0"/>
              </a:defRPr>
            </a:lvl1pPr>
            <a:lvl2pPr marL="555498" indent="-214313" algn="l" rtl="0" eaLnBrk="1" latinLnBrk="0" hangingPunct="1">
              <a:spcBef>
                <a:spcPct val="20000"/>
              </a:spcBef>
              <a:buClr>
                <a:schemeClr val="accent2"/>
              </a:buClr>
              <a:buSzPct val="90000"/>
              <a:buFont typeface="Wingdings"/>
              <a:buChar char=""/>
              <a:defRPr sz="1350" kern="1200" spc="0">
                <a:solidFill>
                  <a:schemeClr val="tx1"/>
                </a:solidFill>
                <a:latin typeface="+mn-lt"/>
                <a:ea typeface="+mn-ea"/>
                <a:cs typeface="Arial" pitchFamily="34" charset="0"/>
              </a:defRPr>
            </a:lvl2pPr>
            <a:lvl3pPr marL="747522" indent="-171450" algn="l" rtl="0" eaLnBrk="1" latinLnBrk="0" hangingPunct="1">
              <a:spcBef>
                <a:spcPct val="20000"/>
              </a:spcBef>
              <a:buClr>
                <a:schemeClr val="accent2"/>
              </a:buClr>
              <a:buFont typeface="Wingdings 2"/>
              <a:buChar char=""/>
              <a:defRPr sz="1200" kern="1200" spc="0">
                <a:solidFill>
                  <a:schemeClr val="tx1"/>
                </a:solidFill>
                <a:latin typeface="+mn-lt"/>
                <a:ea typeface="+mn-ea"/>
                <a:cs typeface="Arial" pitchFamily="34" charset="0"/>
              </a:defRPr>
            </a:lvl3pPr>
            <a:lvl4pPr marL="946404" indent="-171450" algn="l" rtl="0" eaLnBrk="1" latinLnBrk="0" hangingPunct="1">
              <a:spcBef>
                <a:spcPct val="20000"/>
              </a:spcBef>
              <a:buClr>
                <a:schemeClr val="accent3"/>
              </a:buClr>
              <a:buFont typeface="Wingdings 3"/>
              <a:buChar char=""/>
              <a:defRPr sz="1200" kern="1200" spc="0">
                <a:solidFill>
                  <a:schemeClr val="tx1"/>
                </a:solidFill>
                <a:latin typeface="+mn-lt"/>
                <a:ea typeface="+mn-ea"/>
                <a:cs typeface="Arial" pitchFamily="34" charset="0"/>
              </a:defRPr>
            </a:lvl4pPr>
            <a:lvl5pPr marL="1110996" indent="-157734" algn="l" rtl="0" eaLnBrk="1" latinLnBrk="0" hangingPunct="1">
              <a:spcBef>
                <a:spcPct val="20000"/>
              </a:spcBef>
              <a:buClr>
                <a:schemeClr val="accent3"/>
              </a:buClr>
              <a:buFont typeface="Wingdings 2"/>
              <a:buChar char=""/>
              <a:defRPr sz="1050" kern="1200" spc="0">
                <a:solidFill>
                  <a:schemeClr val="tx1"/>
                </a:solidFill>
                <a:latin typeface="+mn-lt"/>
                <a:ea typeface="+mn-ea"/>
                <a:cs typeface="Arial" pitchFamily="34" charset="0"/>
              </a:defRPr>
            </a:lvl5pPr>
            <a:lvl6pPr marL="1282446" indent="-157734" algn="l" rtl="0" eaLnBrk="1" latinLnBrk="0" hangingPunct="1">
              <a:spcBef>
                <a:spcPct val="20000"/>
              </a:spcBef>
              <a:buClr>
                <a:schemeClr val="accent3"/>
              </a:buClr>
              <a:buFont typeface="Wingdings 2"/>
              <a:buChar char=""/>
              <a:defRPr sz="1350" kern="1200">
                <a:solidFill>
                  <a:schemeClr val="tx1"/>
                </a:solidFill>
                <a:latin typeface="+mn-lt"/>
                <a:ea typeface="+mn-ea"/>
                <a:cs typeface="+mn-cs"/>
              </a:defRPr>
            </a:lvl6pPr>
            <a:lvl7pPr marL="1426464"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7pPr>
            <a:lvl8pPr marL="1570482"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8pPr>
            <a:lvl9pPr marL="1714500"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9pPr>
            <a:extLst/>
          </a:lstStyle>
          <a:p>
            <a:pPr marL="51435" indent="0" algn="just">
              <a:spcBef>
                <a:spcPts val="0"/>
              </a:spcBef>
              <a:buNone/>
            </a:pPr>
            <a:r>
              <a:rPr lang="en-US" sz="1600">
                <a:solidFill>
                  <a:srgbClr val="0000FF"/>
                </a:solidFill>
                <a:latin typeface="Consolas" panose="020B0609020204030204" pitchFamily="49" charset="0"/>
              </a:rPr>
              <a:t>static</a:t>
            </a:r>
            <a:r>
              <a:rPr lang="en-US" sz="1600">
                <a:latin typeface="Consolas" panose="020B0609020204030204" pitchFamily="49" charset="0"/>
              </a:rPr>
              <a:t> </a:t>
            </a:r>
            <a:r>
              <a:rPr lang="en-US" sz="1600">
                <a:solidFill>
                  <a:srgbClr val="0000FF"/>
                </a:solidFill>
                <a:latin typeface="Consolas" panose="020B0609020204030204" pitchFamily="49" charset="0"/>
              </a:rPr>
              <a:t>void</a:t>
            </a:r>
            <a:r>
              <a:rPr lang="en-US" sz="1600">
                <a:latin typeface="Consolas" panose="020B0609020204030204" pitchFamily="49" charset="0"/>
              </a:rPr>
              <a:t> </a:t>
            </a:r>
            <a:r>
              <a:rPr lang="en-US" sz="1600">
                <a:solidFill>
                  <a:srgbClr val="FEA400"/>
                </a:solidFill>
                <a:latin typeface="Consolas" panose="020B0609020204030204" pitchFamily="49" charset="0"/>
              </a:rPr>
              <a:t>Main</a:t>
            </a:r>
            <a:r>
              <a:rPr lang="en-US" sz="1600">
                <a:latin typeface="Consolas" panose="020B0609020204030204" pitchFamily="49" charset="0"/>
              </a:rPr>
              <a:t>(</a:t>
            </a:r>
            <a:r>
              <a:rPr lang="en-US" sz="1600">
                <a:solidFill>
                  <a:srgbClr val="0000FF"/>
                </a:solidFill>
                <a:latin typeface="Consolas" panose="020B0609020204030204" pitchFamily="49" charset="0"/>
              </a:rPr>
              <a:t>string</a:t>
            </a:r>
            <a:r>
              <a:rPr lang="en-US" sz="1600">
                <a:latin typeface="Consolas" panose="020B0609020204030204" pitchFamily="49" charset="0"/>
              </a:rPr>
              <a:t>[] args)</a:t>
            </a:r>
          </a:p>
          <a:p>
            <a:pPr marL="51435" indent="0" algn="just">
              <a:spcBef>
                <a:spcPts val="0"/>
              </a:spcBef>
              <a:buNone/>
            </a:pPr>
            <a:r>
              <a:rPr lang="en-US" sz="1600">
                <a:latin typeface="Consolas" panose="020B0609020204030204" pitchFamily="49" charset="0"/>
              </a:rPr>
              <a:t>{</a:t>
            </a:r>
          </a:p>
          <a:p>
            <a:pPr marL="51435" indent="0">
              <a:spcBef>
                <a:spcPts val="0"/>
              </a:spcBef>
              <a:buNone/>
            </a:pPr>
            <a:r>
              <a:rPr lang="en-US" sz="1600">
                <a:solidFill>
                  <a:srgbClr val="0432FF"/>
                </a:solidFill>
                <a:latin typeface="Consolas" panose="020B0609020204030204" pitchFamily="49" charset="0"/>
              </a:rPr>
              <a:t>    int</a:t>
            </a:r>
            <a:r>
              <a:rPr lang="en-US" sz="1600">
                <a:solidFill>
                  <a:schemeClr val="bg1"/>
                </a:solidFill>
                <a:latin typeface="Consolas" panose="020B0609020204030204" pitchFamily="49" charset="0"/>
              </a:rPr>
              <a:t> </a:t>
            </a:r>
            <a:r>
              <a:rPr lang="en-US" sz="1600">
                <a:solidFill>
                  <a:schemeClr val="accent6">
                    <a:lumMod val="75000"/>
                  </a:schemeClr>
                </a:solidFill>
                <a:latin typeface="Consolas" panose="020B0609020204030204" pitchFamily="49" charset="0"/>
              </a:rPr>
              <a:t>num1 </a:t>
            </a:r>
            <a:r>
              <a:rPr lang="en-US" sz="1600">
                <a:latin typeface="Consolas" panose="020B0609020204030204" pitchFamily="49" charset="0"/>
              </a:rPr>
              <a:t>=</a:t>
            </a:r>
            <a:r>
              <a:rPr lang="en-US" sz="1600">
                <a:solidFill>
                  <a:schemeClr val="bg1"/>
                </a:solidFill>
                <a:latin typeface="Consolas" panose="020B0609020204030204" pitchFamily="49" charset="0"/>
              </a:rPr>
              <a:t> </a:t>
            </a:r>
            <a:r>
              <a:rPr lang="en-US" sz="1600">
                <a:solidFill>
                  <a:srgbClr val="0432FF"/>
                </a:solidFill>
                <a:latin typeface="Consolas" panose="020B0609020204030204" pitchFamily="49" charset="0"/>
              </a:rPr>
              <a:t>int</a:t>
            </a:r>
            <a:r>
              <a:rPr lang="en-US" sz="1600">
                <a:latin typeface="Consolas" panose="020B0609020204030204" pitchFamily="49" charset="0"/>
              </a:rPr>
              <a:t>.</a:t>
            </a:r>
            <a:r>
              <a:rPr lang="en-US" sz="1600">
                <a:solidFill>
                  <a:srgbClr val="FEA400"/>
                </a:solidFill>
                <a:latin typeface="Consolas" panose="020B0609020204030204" pitchFamily="49" charset="0"/>
              </a:rPr>
              <a:t>Parse</a:t>
            </a:r>
            <a:r>
              <a:rPr lang="en-US" sz="1600">
                <a:latin typeface="Consolas" panose="020B0609020204030204" pitchFamily="49" charset="0"/>
              </a:rPr>
              <a:t>(</a:t>
            </a:r>
            <a:r>
              <a:rPr lang="en-US" sz="1600">
                <a:solidFill>
                  <a:srgbClr val="2B91AF"/>
                </a:solidFill>
                <a:latin typeface="Consolas" panose="020B0609020204030204" pitchFamily="49" charset="0"/>
              </a:rPr>
              <a:t>Console</a:t>
            </a:r>
            <a:r>
              <a:rPr lang="en-US" sz="1600">
                <a:latin typeface="Consolas" panose="020B0609020204030204" pitchFamily="49" charset="0"/>
              </a:rPr>
              <a:t>.</a:t>
            </a:r>
            <a:r>
              <a:rPr lang="en-US" sz="1600">
                <a:solidFill>
                  <a:srgbClr val="FEA400"/>
                </a:solidFill>
                <a:latin typeface="Consolas" panose="020B0609020204030204" pitchFamily="49" charset="0"/>
              </a:rPr>
              <a:t>ReadLine</a:t>
            </a:r>
            <a:r>
              <a:rPr lang="en-US" sz="1600">
                <a:latin typeface="Consolas" panose="020B0609020204030204" pitchFamily="49" charset="0"/>
              </a:rPr>
              <a:t>());</a:t>
            </a:r>
          </a:p>
          <a:p>
            <a:pPr marL="51435" indent="0">
              <a:spcBef>
                <a:spcPts val="0"/>
              </a:spcBef>
              <a:buNone/>
            </a:pPr>
            <a:r>
              <a:rPr lang="en-US" sz="1600">
                <a:solidFill>
                  <a:srgbClr val="0432FF"/>
                </a:solidFill>
                <a:latin typeface="Consolas" panose="020B0609020204030204" pitchFamily="49" charset="0"/>
              </a:rPr>
              <a:t>    int</a:t>
            </a:r>
            <a:r>
              <a:rPr lang="en-US" sz="1600">
                <a:solidFill>
                  <a:schemeClr val="bg1"/>
                </a:solidFill>
                <a:latin typeface="Consolas" panose="020B0609020204030204" pitchFamily="49" charset="0"/>
              </a:rPr>
              <a:t> </a:t>
            </a:r>
            <a:r>
              <a:rPr lang="en-US" sz="1600">
                <a:solidFill>
                  <a:schemeClr val="accent6">
                    <a:lumMod val="75000"/>
                  </a:schemeClr>
                </a:solidFill>
                <a:latin typeface="Consolas" panose="020B0609020204030204" pitchFamily="49" charset="0"/>
              </a:rPr>
              <a:t>num2 </a:t>
            </a:r>
            <a:r>
              <a:rPr lang="en-US" sz="1600">
                <a:latin typeface="Consolas" panose="020B0609020204030204" pitchFamily="49" charset="0"/>
              </a:rPr>
              <a:t>=</a:t>
            </a:r>
            <a:r>
              <a:rPr lang="en-US" sz="1600">
                <a:solidFill>
                  <a:schemeClr val="bg1"/>
                </a:solidFill>
                <a:latin typeface="Consolas" panose="020B0609020204030204" pitchFamily="49" charset="0"/>
              </a:rPr>
              <a:t> </a:t>
            </a:r>
            <a:r>
              <a:rPr lang="en-US" sz="1600">
                <a:solidFill>
                  <a:srgbClr val="0432FF"/>
                </a:solidFill>
                <a:latin typeface="Consolas" panose="020B0609020204030204" pitchFamily="49" charset="0"/>
              </a:rPr>
              <a:t>int</a:t>
            </a:r>
            <a:r>
              <a:rPr lang="en-US" sz="1600">
                <a:latin typeface="Consolas" panose="020B0609020204030204" pitchFamily="49" charset="0"/>
              </a:rPr>
              <a:t>.</a:t>
            </a:r>
            <a:r>
              <a:rPr lang="en-US" sz="1600">
                <a:solidFill>
                  <a:srgbClr val="FEA400"/>
                </a:solidFill>
                <a:latin typeface="Consolas" panose="020B0609020204030204" pitchFamily="49" charset="0"/>
              </a:rPr>
              <a:t>Parse</a:t>
            </a:r>
            <a:r>
              <a:rPr lang="en-US" sz="1600">
                <a:latin typeface="Consolas" panose="020B0609020204030204" pitchFamily="49" charset="0"/>
              </a:rPr>
              <a:t>(</a:t>
            </a:r>
            <a:r>
              <a:rPr lang="en-US" sz="1600">
                <a:solidFill>
                  <a:srgbClr val="2B91AF"/>
                </a:solidFill>
                <a:latin typeface="Consolas" panose="020B0609020204030204" pitchFamily="49" charset="0"/>
              </a:rPr>
              <a:t>Console</a:t>
            </a:r>
            <a:r>
              <a:rPr lang="en-US" sz="1600">
                <a:latin typeface="Consolas" panose="020B0609020204030204" pitchFamily="49" charset="0"/>
              </a:rPr>
              <a:t>.</a:t>
            </a:r>
            <a:r>
              <a:rPr lang="en-US" sz="1600">
                <a:solidFill>
                  <a:srgbClr val="FEA400"/>
                </a:solidFill>
                <a:latin typeface="Consolas" panose="020B0609020204030204" pitchFamily="49" charset="0"/>
              </a:rPr>
              <a:t>ReadLine</a:t>
            </a:r>
            <a:r>
              <a:rPr lang="en-US" sz="1600">
                <a:latin typeface="Consolas" panose="020B0609020204030204" pitchFamily="49" charset="0"/>
              </a:rPr>
              <a:t>());</a:t>
            </a:r>
          </a:p>
          <a:p>
            <a:pPr marL="51435" indent="0">
              <a:spcBef>
                <a:spcPts val="0"/>
              </a:spcBef>
              <a:buNone/>
            </a:pPr>
            <a:r>
              <a:rPr lang="en-US" sz="1600">
                <a:solidFill>
                  <a:srgbClr val="0432FF"/>
                </a:solidFill>
                <a:latin typeface="Consolas" panose="020B0609020204030204" pitchFamily="49" charset="0"/>
              </a:rPr>
              <a:t>    int</a:t>
            </a:r>
            <a:r>
              <a:rPr lang="en-US" sz="1600">
                <a:solidFill>
                  <a:schemeClr val="bg1"/>
                </a:solidFill>
                <a:latin typeface="Consolas" panose="020B0609020204030204" pitchFamily="49" charset="0"/>
              </a:rPr>
              <a:t> </a:t>
            </a:r>
            <a:r>
              <a:rPr lang="en-US" sz="1600">
                <a:solidFill>
                  <a:schemeClr val="accent6">
                    <a:lumMod val="75000"/>
                  </a:schemeClr>
                </a:solidFill>
                <a:latin typeface="Consolas" panose="020B0609020204030204" pitchFamily="49" charset="0"/>
              </a:rPr>
              <a:t>num3 </a:t>
            </a:r>
            <a:r>
              <a:rPr lang="en-US" sz="1600">
                <a:latin typeface="Consolas" panose="020B0609020204030204" pitchFamily="49" charset="0"/>
              </a:rPr>
              <a:t>=</a:t>
            </a:r>
            <a:r>
              <a:rPr lang="en-US" sz="1600">
                <a:solidFill>
                  <a:schemeClr val="bg1"/>
                </a:solidFill>
                <a:latin typeface="Consolas" panose="020B0609020204030204" pitchFamily="49" charset="0"/>
              </a:rPr>
              <a:t> </a:t>
            </a:r>
            <a:r>
              <a:rPr lang="en-US" sz="1600">
                <a:solidFill>
                  <a:srgbClr val="0432FF"/>
                </a:solidFill>
                <a:latin typeface="Consolas" panose="020B0609020204030204" pitchFamily="49" charset="0"/>
              </a:rPr>
              <a:t>int</a:t>
            </a:r>
            <a:r>
              <a:rPr lang="en-US" sz="1600">
                <a:latin typeface="Consolas" panose="020B0609020204030204" pitchFamily="49" charset="0"/>
              </a:rPr>
              <a:t>.</a:t>
            </a:r>
            <a:r>
              <a:rPr lang="en-US" sz="1600">
                <a:solidFill>
                  <a:srgbClr val="FEA400"/>
                </a:solidFill>
                <a:latin typeface="Consolas" panose="020B0609020204030204" pitchFamily="49" charset="0"/>
              </a:rPr>
              <a:t>Parse</a:t>
            </a:r>
            <a:r>
              <a:rPr lang="en-US" sz="1600">
                <a:latin typeface="Consolas" panose="020B0609020204030204" pitchFamily="49" charset="0"/>
              </a:rPr>
              <a:t>(</a:t>
            </a:r>
            <a:r>
              <a:rPr lang="en-US" sz="1600">
                <a:solidFill>
                  <a:srgbClr val="2B91AF"/>
                </a:solidFill>
                <a:latin typeface="Consolas" panose="020B0609020204030204" pitchFamily="49" charset="0"/>
              </a:rPr>
              <a:t>Console</a:t>
            </a:r>
            <a:r>
              <a:rPr lang="en-US" sz="1600">
                <a:latin typeface="Consolas" panose="020B0609020204030204" pitchFamily="49" charset="0"/>
              </a:rPr>
              <a:t>.</a:t>
            </a:r>
            <a:r>
              <a:rPr lang="en-US" sz="1600">
                <a:solidFill>
                  <a:srgbClr val="FEA400"/>
                </a:solidFill>
                <a:latin typeface="Consolas" panose="020B0609020204030204" pitchFamily="49" charset="0"/>
              </a:rPr>
              <a:t>ReadLine</a:t>
            </a:r>
            <a:r>
              <a:rPr lang="en-US" sz="1600">
                <a:latin typeface="Consolas" panose="020B0609020204030204" pitchFamily="49" charset="0"/>
              </a:rPr>
              <a:t>());</a:t>
            </a:r>
          </a:p>
          <a:p>
            <a:pPr marL="51435" indent="0">
              <a:spcBef>
                <a:spcPts val="0"/>
              </a:spcBef>
              <a:buNone/>
            </a:pPr>
            <a:r>
              <a:rPr lang="en-US" sz="1600">
                <a:solidFill>
                  <a:schemeClr val="bg1"/>
                </a:solidFill>
                <a:latin typeface="Consolas" panose="020B0609020204030204" pitchFamily="49" charset="0"/>
              </a:rPr>
              <a:t>    </a:t>
            </a:r>
            <a:r>
              <a:rPr lang="en-US" sz="1600">
                <a:solidFill>
                  <a:srgbClr val="0432FF"/>
                </a:solidFill>
                <a:latin typeface="Consolas" panose="020B0609020204030204" pitchFamily="49" charset="0"/>
              </a:rPr>
              <a:t>int</a:t>
            </a:r>
            <a:r>
              <a:rPr lang="en-US" sz="1600">
                <a:solidFill>
                  <a:schemeClr val="bg1"/>
                </a:solidFill>
                <a:latin typeface="Consolas" panose="020B0609020204030204" pitchFamily="49" charset="0"/>
              </a:rPr>
              <a:t> </a:t>
            </a:r>
            <a:r>
              <a:rPr lang="en-US" sz="1600">
                <a:solidFill>
                  <a:schemeClr val="accent6">
                    <a:lumMod val="75000"/>
                  </a:schemeClr>
                </a:solidFill>
                <a:latin typeface="Consolas" panose="020B0609020204030204" pitchFamily="49" charset="0"/>
              </a:rPr>
              <a:t>max</a:t>
            </a:r>
            <a:r>
              <a:rPr lang="en-US" sz="1600">
                <a:solidFill>
                  <a:schemeClr val="bg1"/>
                </a:solidFill>
                <a:latin typeface="Consolas" panose="020B0609020204030204" pitchFamily="49" charset="0"/>
              </a:rPr>
              <a:t> </a:t>
            </a:r>
            <a:r>
              <a:rPr lang="en-US" sz="1600">
                <a:latin typeface="Consolas" panose="020B0609020204030204" pitchFamily="49" charset="0"/>
              </a:rPr>
              <a:t>= </a:t>
            </a:r>
            <a:r>
              <a:rPr lang="en-US" sz="1600">
                <a:solidFill>
                  <a:schemeClr val="accent6">
                    <a:lumMod val="75000"/>
                  </a:schemeClr>
                </a:solidFill>
                <a:latin typeface="Consolas" panose="020B0609020204030204" pitchFamily="49" charset="0"/>
              </a:rPr>
              <a:t>num1</a:t>
            </a:r>
            <a:r>
              <a:rPr lang="en-US" sz="1600">
                <a:latin typeface="Consolas" panose="020B0609020204030204" pitchFamily="49" charset="0"/>
              </a:rPr>
              <a:t>;</a:t>
            </a:r>
          </a:p>
          <a:p>
            <a:pPr marL="51435" indent="0">
              <a:spcBef>
                <a:spcPts val="0"/>
              </a:spcBef>
              <a:buNone/>
            </a:pPr>
            <a:r>
              <a:rPr lang="en-US" sz="1600">
                <a:solidFill>
                  <a:schemeClr val="bg1"/>
                </a:solidFill>
                <a:latin typeface="Consolas" panose="020B0609020204030204" pitchFamily="49" charset="0"/>
              </a:rPr>
              <a:t>    </a:t>
            </a:r>
          </a:p>
          <a:p>
            <a:pPr marL="51435" indent="0">
              <a:spcBef>
                <a:spcPts val="0"/>
              </a:spcBef>
              <a:buNone/>
            </a:pPr>
            <a:r>
              <a:rPr lang="en-US" sz="1600">
                <a:solidFill>
                  <a:schemeClr val="bg1"/>
                </a:solidFill>
                <a:latin typeface="Consolas" panose="020B0609020204030204" pitchFamily="49" charset="0"/>
              </a:rPr>
              <a:t>    </a:t>
            </a:r>
            <a:r>
              <a:rPr lang="en-US" sz="1600">
                <a:solidFill>
                  <a:srgbClr val="0432FF"/>
                </a:solidFill>
                <a:latin typeface="Consolas" panose="020B0609020204030204" pitchFamily="49" charset="0"/>
              </a:rPr>
              <a:t>if</a:t>
            </a:r>
            <a:r>
              <a:rPr lang="en-US" sz="1600">
                <a:solidFill>
                  <a:schemeClr val="bg1"/>
                </a:solidFill>
                <a:latin typeface="Consolas" panose="020B0609020204030204" pitchFamily="49" charset="0"/>
              </a:rPr>
              <a:t> </a:t>
            </a:r>
            <a:r>
              <a:rPr lang="en-US" sz="1600">
                <a:latin typeface="Consolas" panose="020B0609020204030204" pitchFamily="49" charset="0"/>
              </a:rPr>
              <a:t>(</a:t>
            </a:r>
            <a:r>
              <a:rPr lang="en-US" sz="1600">
                <a:solidFill>
                  <a:schemeClr val="accent6">
                    <a:lumMod val="75000"/>
                  </a:schemeClr>
                </a:solidFill>
                <a:latin typeface="Consolas" panose="020B0609020204030204" pitchFamily="49" charset="0"/>
              </a:rPr>
              <a:t>max </a:t>
            </a:r>
            <a:r>
              <a:rPr lang="en-US" sz="1600">
                <a:latin typeface="Consolas" panose="020B0609020204030204" pitchFamily="49" charset="0"/>
              </a:rPr>
              <a:t>&lt;</a:t>
            </a:r>
            <a:r>
              <a:rPr lang="en-US" sz="1600">
                <a:solidFill>
                  <a:schemeClr val="bg1"/>
                </a:solidFill>
                <a:latin typeface="Consolas" panose="020B0609020204030204" pitchFamily="49" charset="0"/>
              </a:rPr>
              <a:t> </a:t>
            </a:r>
            <a:r>
              <a:rPr lang="en-US" sz="1600">
                <a:solidFill>
                  <a:schemeClr val="accent6">
                    <a:lumMod val="75000"/>
                  </a:schemeClr>
                </a:solidFill>
                <a:latin typeface="Consolas" panose="020B0609020204030204" pitchFamily="49" charset="0"/>
              </a:rPr>
              <a:t>num2</a:t>
            </a:r>
            <a:r>
              <a:rPr lang="en-US" sz="1600">
                <a:latin typeface="Consolas" panose="020B0609020204030204" pitchFamily="49" charset="0"/>
              </a:rPr>
              <a:t>)</a:t>
            </a:r>
            <a:br>
              <a:rPr lang="en-US" sz="1600">
                <a:solidFill>
                  <a:schemeClr val="bg1"/>
                </a:solidFill>
                <a:latin typeface="Consolas" panose="020B0609020204030204" pitchFamily="49" charset="0"/>
              </a:rPr>
            </a:br>
            <a:r>
              <a:rPr lang="en-US" sz="1600">
                <a:solidFill>
                  <a:schemeClr val="bg1"/>
                </a:solidFill>
                <a:latin typeface="Consolas" panose="020B0609020204030204" pitchFamily="49" charset="0"/>
              </a:rPr>
              <a:t>        </a:t>
            </a:r>
            <a:r>
              <a:rPr lang="en-US" sz="1600">
                <a:solidFill>
                  <a:schemeClr val="accent6">
                    <a:lumMod val="75000"/>
                  </a:schemeClr>
                </a:solidFill>
                <a:latin typeface="Consolas" panose="020B0609020204030204" pitchFamily="49" charset="0"/>
              </a:rPr>
              <a:t>max</a:t>
            </a:r>
            <a:r>
              <a:rPr lang="en-US" sz="1600">
                <a:solidFill>
                  <a:schemeClr val="bg1"/>
                </a:solidFill>
                <a:latin typeface="Consolas" panose="020B0609020204030204" pitchFamily="49" charset="0"/>
              </a:rPr>
              <a:t> </a:t>
            </a:r>
            <a:r>
              <a:rPr lang="en-US" sz="1600">
                <a:latin typeface="Consolas" panose="020B0609020204030204" pitchFamily="49" charset="0"/>
              </a:rPr>
              <a:t>=</a:t>
            </a:r>
            <a:r>
              <a:rPr lang="en-US" sz="1600">
                <a:solidFill>
                  <a:schemeClr val="bg1"/>
                </a:solidFill>
                <a:latin typeface="Consolas" panose="020B0609020204030204" pitchFamily="49" charset="0"/>
              </a:rPr>
              <a:t> </a:t>
            </a:r>
            <a:r>
              <a:rPr lang="en-US" sz="1600">
                <a:solidFill>
                  <a:schemeClr val="accent6">
                    <a:lumMod val="75000"/>
                  </a:schemeClr>
                </a:solidFill>
                <a:latin typeface="Consolas" panose="020B0609020204030204" pitchFamily="49" charset="0"/>
              </a:rPr>
              <a:t>num2</a:t>
            </a:r>
            <a:r>
              <a:rPr lang="en-US" sz="1600">
                <a:solidFill>
                  <a:schemeClr val="bg1"/>
                </a:solidFill>
                <a:latin typeface="Consolas" panose="020B0609020204030204" pitchFamily="49" charset="0"/>
                <a:cs typeface="Consolas" panose="020B0609020204030204" pitchFamily="49" charset="0"/>
              </a:rPr>
              <a:t>;</a:t>
            </a:r>
          </a:p>
          <a:p>
            <a:pPr marL="51435" indent="0">
              <a:spcBef>
                <a:spcPts val="0"/>
              </a:spcBef>
              <a:buNone/>
            </a:pPr>
            <a:endParaRPr lang="en-US" sz="1600">
              <a:solidFill>
                <a:schemeClr val="bg1"/>
              </a:solidFill>
              <a:latin typeface="Consolas" panose="020B0609020204030204" pitchFamily="49" charset="0"/>
            </a:endParaRPr>
          </a:p>
          <a:p>
            <a:pPr marL="51435" indent="0">
              <a:spcBef>
                <a:spcPts val="0"/>
              </a:spcBef>
              <a:buNone/>
            </a:pPr>
            <a:r>
              <a:rPr lang="en-US" sz="1600">
                <a:solidFill>
                  <a:schemeClr val="bg1"/>
                </a:solidFill>
                <a:latin typeface="Consolas" panose="020B0609020204030204" pitchFamily="49" charset="0"/>
              </a:rPr>
              <a:t>    </a:t>
            </a:r>
            <a:r>
              <a:rPr lang="en-US" sz="1600">
                <a:solidFill>
                  <a:srgbClr val="0432FF"/>
                </a:solidFill>
                <a:latin typeface="Consolas" panose="020B0609020204030204" pitchFamily="49" charset="0"/>
              </a:rPr>
              <a:t>if</a:t>
            </a:r>
            <a:r>
              <a:rPr lang="en-US" sz="1600">
                <a:solidFill>
                  <a:schemeClr val="bg1"/>
                </a:solidFill>
                <a:latin typeface="Consolas" panose="020B0609020204030204" pitchFamily="49" charset="0"/>
              </a:rPr>
              <a:t> </a:t>
            </a:r>
            <a:r>
              <a:rPr lang="en-US" sz="1600">
                <a:latin typeface="Consolas" panose="020B0609020204030204" pitchFamily="49" charset="0"/>
              </a:rPr>
              <a:t>(</a:t>
            </a:r>
            <a:r>
              <a:rPr lang="en-US" sz="1600">
                <a:solidFill>
                  <a:schemeClr val="accent6">
                    <a:lumMod val="75000"/>
                  </a:schemeClr>
                </a:solidFill>
                <a:latin typeface="Consolas" panose="020B0609020204030204" pitchFamily="49" charset="0"/>
              </a:rPr>
              <a:t>max </a:t>
            </a:r>
            <a:r>
              <a:rPr lang="en-US" sz="1600">
                <a:latin typeface="Consolas" panose="020B0609020204030204" pitchFamily="49" charset="0"/>
              </a:rPr>
              <a:t>&lt;</a:t>
            </a:r>
            <a:r>
              <a:rPr lang="en-US" sz="1600">
                <a:solidFill>
                  <a:schemeClr val="bg1"/>
                </a:solidFill>
                <a:latin typeface="Consolas" panose="020B0609020204030204" pitchFamily="49" charset="0"/>
              </a:rPr>
              <a:t> </a:t>
            </a:r>
            <a:r>
              <a:rPr lang="en-US" sz="1600">
                <a:solidFill>
                  <a:schemeClr val="accent6">
                    <a:lumMod val="75000"/>
                  </a:schemeClr>
                </a:solidFill>
                <a:latin typeface="Consolas" panose="020B0609020204030204" pitchFamily="49" charset="0"/>
              </a:rPr>
              <a:t>num3</a:t>
            </a:r>
            <a:r>
              <a:rPr lang="en-US" sz="1600">
                <a:latin typeface="Consolas" panose="020B0609020204030204" pitchFamily="49" charset="0"/>
              </a:rPr>
              <a:t>)</a:t>
            </a:r>
            <a:br>
              <a:rPr lang="en-US" sz="1600">
                <a:solidFill>
                  <a:schemeClr val="bg1"/>
                </a:solidFill>
                <a:latin typeface="Consolas" panose="020B0609020204030204" pitchFamily="49" charset="0"/>
              </a:rPr>
            </a:br>
            <a:r>
              <a:rPr lang="en-US" sz="1600">
                <a:solidFill>
                  <a:schemeClr val="bg1"/>
                </a:solidFill>
                <a:latin typeface="Consolas" panose="020B0609020204030204" pitchFamily="49" charset="0"/>
              </a:rPr>
              <a:t>        </a:t>
            </a:r>
            <a:r>
              <a:rPr lang="en-US" sz="1600">
                <a:solidFill>
                  <a:schemeClr val="accent6">
                    <a:lumMod val="75000"/>
                  </a:schemeClr>
                </a:solidFill>
                <a:latin typeface="Consolas" panose="020B0609020204030204" pitchFamily="49" charset="0"/>
              </a:rPr>
              <a:t>max</a:t>
            </a:r>
            <a:r>
              <a:rPr lang="en-US" sz="1600">
                <a:solidFill>
                  <a:schemeClr val="bg1"/>
                </a:solidFill>
                <a:latin typeface="Consolas" panose="020B0609020204030204" pitchFamily="49" charset="0"/>
              </a:rPr>
              <a:t> </a:t>
            </a:r>
            <a:r>
              <a:rPr lang="en-US" sz="1600">
                <a:latin typeface="Consolas" panose="020B0609020204030204" pitchFamily="49" charset="0"/>
              </a:rPr>
              <a:t>=</a:t>
            </a:r>
            <a:r>
              <a:rPr lang="en-US" sz="1600">
                <a:solidFill>
                  <a:schemeClr val="bg1"/>
                </a:solidFill>
                <a:latin typeface="Consolas" panose="020B0609020204030204" pitchFamily="49" charset="0"/>
              </a:rPr>
              <a:t> </a:t>
            </a:r>
            <a:r>
              <a:rPr lang="en-US" sz="1600">
                <a:solidFill>
                  <a:schemeClr val="accent6">
                    <a:lumMod val="75000"/>
                  </a:schemeClr>
                </a:solidFill>
                <a:latin typeface="Consolas" panose="020B0609020204030204" pitchFamily="49" charset="0"/>
              </a:rPr>
              <a:t>num3</a:t>
            </a:r>
            <a:r>
              <a:rPr lang="en-US" sz="1600">
                <a:latin typeface="Consolas" panose="020B0609020204030204" pitchFamily="49" charset="0"/>
              </a:rPr>
              <a:t>;</a:t>
            </a:r>
          </a:p>
          <a:p>
            <a:pPr marL="51435" indent="0">
              <a:spcBef>
                <a:spcPts val="0"/>
              </a:spcBef>
              <a:buNone/>
            </a:pPr>
            <a:endParaRPr lang="en-US" sz="1600">
              <a:solidFill>
                <a:schemeClr val="bg1"/>
              </a:solidFill>
              <a:latin typeface="Consolas" panose="020B0609020204030204" pitchFamily="49" charset="0"/>
            </a:endParaRPr>
          </a:p>
          <a:p>
            <a:pPr marL="51435" indent="0">
              <a:spcBef>
                <a:spcPts val="0"/>
              </a:spcBef>
              <a:buNone/>
            </a:pPr>
            <a:r>
              <a:rPr lang="en-US" sz="1600">
                <a:solidFill>
                  <a:srgbClr val="2B91AF"/>
                </a:solidFill>
                <a:latin typeface="Consolas" panose="020B0609020204030204" pitchFamily="49" charset="0"/>
              </a:rPr>
              <a:t>    Console</a:t>
            </a:r>
            <a:r>
              <a:rPr lang="en-US" sz="1600">
                <a:latin typeface="Consolas" panose="020B0609020204030204" pitchFamily="49" charset="0"/>
              </a:rPr>
              <a:t>.</a:t>
            </a:r>
            <a:r>
              <a:rPr lang="en-US" sz="1600">
                <a:solidFill>
                  <a:srgbClr val="FEA400"/>
                </a:solidFill>
                <a:latin typeface="Consolas" panose="020B0609020204030204" pitchFamily="49" charset="0"/>
              </a:rPr>
              <a:t>WriteLine</a:t>
            </a:r>
            <a:r>
              <a:rPr lang="en-US" sz="1600">
                <a:latin typeface="Consolas" panose="020B0609020204030204" pitchFamily="49" charset="0"/>
              </a:rPr>
              <a:t>(</a:t>
            </a:r>
            <a:r>
              <a:rPr lang="en-US" sz="1600">
                <a:solidFill>
                  <a:schemeClr val="accent6">
                    <a:lumMod val="75000"/>
                  </a:schemeClr>
                </a:solidFill>
                <a:latin typeface="Consolas" panose="020B0609020204030204" pitchFamily="49" charset="0"/>
              </a:rPr>
              <a:t>max</a:t>
            </a:r>
            <a:r>
              <a:rPr lang="en-US" sz="1600">
                <a:latin typeface="Consolas" panose="020B0609020204030204" pitchFamily="49" charset="0"/>
              </a:rPr>
              <a:t>);</a:t>
            </a:r>
          </a:p>
          <a:p>
            <a:pPr marL="51435" indent="0">
              <a:spcBef>
                <a:spcPts val="0"/>
              </a:spcBef>
              <a:buNone/>
            </a:pPr>
            <a:r>
              <a:rPr lang="en-US" sz="1600">
                <a:latin typeface="Consolas" panose="020B0609020204030204" pitchFamily="49" charset="0"/>
              </a:rPr>
              <a:t>}</a:t>
            </a:r>
          </a:p>
        </p:txBody>
      </p:sp>
      <p:sp>
        <p:nvSpPr>
          <p:cNvPr id="30" name="Cloud Callout 29">
            <a:extLst>
              <a:ext uri="{FF2B5EF4-FFF2-40B4-BE49-F238E27FC236}">
                <a16:creationId xmlns:a16="http://schemas.microsoft.com/office/drawing/2014/main" id="{049A18B4-E692-8046-A715-0C3D5AA5F6DE}"/>
              </a:ext>
            </a:extLst>
          </p:cNvPr>
          <p:cNvSpPr/>
          <p:nvPr/>
        </p:nvSpPr>
        <p:spPr>
          <a:xfrm>
            <a:off x="4630938" y="3428999"/>
            <a:ext cx="3654080" cy="1816615"/>
          </a:xfrm>
          <a:prstGeom prst="cloudCallout">
            <a:avLst>
              <a:gd name="adj1" fmla="val 45572"/>
              <a:gd name="adj2" fmla="val 49142"/>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VN"/>
              <a:t>Viết chương trình </a:t>
            </a:r>
            <a:r>
              <a:rPr lang="en-VN">
                <a:solidFill>
                  <a:srgbClr val="0432FF"/>
                </a:solidFill>
              </a:rPr>
              <a:t>nhập vào n số nguyên</a:t>
            </a:r>
            <a:r>
              <a:rPr lang="en-VN"/>
              <a:t>. Tìm </a:t>
            </a:r>
            <a:r>
              <a:rPr lang="en-VN">
                <a:solidFill>
                  <a:srgbClr val="FF0000"/>
                </a:solidFill>
              </a:rPr>
              <a:t>giá trị lớn nhất trong n số nguyên </a:t>
            </a:r>
            <a:r>
              <a:rPr lang="en-VN"/>
              <a:t>vừa nhập?</a:t>
            </a:r>
          </a:p>
        </p:txBody>
      </p:sp>
      <p:pic>
        <p:nvPicPr>
          <p:cNvPr id="38" name="Picture 37" descr="Text&#10;&#10;Description automatically generated with medium confidence">
            <a:extLst>
              <a:ext uri="{FF2B5EF4-FFF2-40B4-BE49-F238E27FC236}">
                <a16:creationId xmlns:a16="http://schemas.microsoft.com/office/drawing/2014/main" id="{607A03C8-723C-644B-93E3-57A742D6B618}"/>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Lst>
          </a:blip>
          <a:stretch>
            <a:fillRect/>
          </a:stretch>
        </p:blipFill>
        <p:spPr>
          <a:xfrm>
            <a:off x="7429556" y="4364576"/>
            <a:ext cx="2448272" cy="2448272"/>
          </a:xfrm>
          <a:prstGeom prst="rect">
            <a:avLst/>
          </a:prstGeom>
        </p:spPr>
      </p:pic>
      <p:sp>
        <p:nvSpPr>
          <p:cNvPr id="5" name="Slide Number Placeholder 4">
            <a:extLst>
              <a:ext uri="{FF2B5EF4-FFF2-40B4-BE49-F238E27FC236}">
                <a16:creationId xmlns:a16="http://schemas.microsoft.com/office/drawing/2014/main" id="{FB17CBA2-DD25-AD46-8653-F076D4352E0C}"/>
              </a:ext>
            </a:extLst>
          </p:cNvPr>
          <p:cNvSpPr>
            <a:spLocks noGrp="1"/>
          </p:cNvSpPr>
          <p:nvPr>
            <p:ph type="sldNum" sz="quarter" idx="12"/>
          </p:nvPr>
        </p:nvSpPr>
        <p:spPr/>
        <p:txBody>
          <a:bodyPr/>
          <a:lstStyle/>
          <a:p>
            <a:fld id="{1AD93096-5B34-4342-9326-69289CEAE4C2}" type="slidenum">
              <a:rPr lang="en-US" smtClean="0"/>
              <a:pPr/>
              <a:t>3</a:t>
            </a:fld>
            <a:endParaRPr lang="en-US" dirty="0"/>
          </a:p>
        </p:txBody>
      </p:sp>
    </p:spTree>
    <p:extLst>
      <p:ext uri="{BB962C8B-B14F-4D97-AF65-F5344CB8AC3E}">
        <p14:creationId xmlns:p14="http://schemas.microsoft.com/office/powerpoint/2010/main" val="6036246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6" fill="hold" nodeType="clickEffect">
                                  <p:stCondLst>
                                    <p:cond delay="0"/>
                                  </p:stCondLst>
                                  <p:childTnLst>
                                    <p:set>
                                      <p:cBhvr>
                                        <p:cTn id="6" dur="1" fill="hold">
                                          <p:stCondLst>
                                            <p:cond delay="0"/>
                                          </p:stCondLst>
                                        </p:cTn>
                                        <p:tgtEl>
                                          <p:spTgt spid="38"/>
                                        </p:tgtEl>
                                        <p:attrNameLst>
                                          <p:attrName>style.visibility</p:attrName>
                                        </p:attrNameLst>
                                      </p:cBhvr>
                                      <p:to>
                                        <p:strVal val="visible"/>
                                      </p:to>
                                    </p:set>
                                    <p:anim calcmode="lin" valueType="num">
                                      <p:cBhvr additive="base">
                                        <p:cTn id="7" dur="500" fill="hold"/>
                                        <p:tgtEl>
                                          <p:spTgt spid="38"/>
                                        </p:tgtEl>
                                        <p:attrNameLst>
                                          <p:attrName>ppt_x</p:attrName>
                                        </p:attrNameLst>
                                      </p:cBhvr>
                                      <p:tavLst>
                                        <p:tav tm="0">
                                          <p:val>
                                            <p:strVal val="1+#ppt_w/2"/>
                                          </p:val>
                                        </p:tav>
                                        <p:tav tm="100000">
                                          <p:val>
                                            <p:strVal val="#ppt_x"/>
                                          </p:val>
                                        </p:tav>
                                      </p:tavLst>
                                    </p:anim>
                                    <p:anim calcmode="lin" valueType="num">
                                      <p:cBhvr additive="base">
                                        <p:cTn id="8" dur="500" fill="hold"/>
                                        <p:tgtEl>
                                          <p:spTgt spid="38"/>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9" presetClass="entr" presetSubtype="0" fill="hold" grpId="0" nodeType="afterEffect">
                                  <p:stCondLst>
                                    <p:cond delay="0"/>
                                  </p:stCondLst>
                                  <p:childTnLst>
                                    <p:set>
                                      <p:cBhvr>
                                        <p:cTn id="11" dur="1" fill="hold">
                                          <p:stCondLst>
                                            <p:cond delay="0"/>
                                          </p:stCondLst>
                                        </p:cTn>
                                        <p:tgtEl>
                                          <p:spTgt spid="30"/>
                                        </p:tgtEl>
                                        <p:attrNameLst>
                                          <p:attrName>style.visibility</p:attrName>
                                        </p:attrNameLst>
                                      </p:cBhvr>
                                      <p:to>
                                        <p:strVal val="visible"/>
                                      </p:to>
                                    </p:set>
                                    <p:animEffect transition="in" filter="dissolve">
                                      <p:cBhvr>
                                        <p:cTn id="12"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6479E2-C0D6-904F-B5C5-2271728A96C3}"/>
              </a:ext>
            </a:extLst>
          </p:cNvPr>
          <p:cNvSpPr>
            <a:spLocks noGrp="1"/>
          </p:cNvSpPr>
          <p:nvPr>
            <p:ph type="title"/>
          </p:nvPr>
        </p:nvSpPr>
        <p:spPr/>
        <p:txBody>
          <a:bodyPr>
            <a:normAutofit fontScale="90000"/>
          </a:bodyPr>
          <a:lstStyle/>
          <a:p>
            <a:r>
              <a:rPr lang="vi-VN"/>
              <a:t>GIỚI THIỆU KIỂU DỮ LIỆU MẢNG</a:t>
            </a:r>
            <a:endParaRPr lang="en-VN"/>
          </a:p>
        </p:txBody>
      </p:sp>
      <p:sp>
        <p:nvSpPr>
          <p:cNvPr id="3" name="Content Placeholder 2">
            <a:extLst>
              <a:ext uri="{FF2B5EF4-FFF2-40B4-BE49-F238E27FC236}">
                <a16:creationId xmlns:a16="http://schemas.microsoft.com/office/drawing/2014/main" id="{C0C21A69-FB3A-5848-81E0-17A1514E605F}"/>
              </a:ext>
            </a:extLst>
          </p:cNvPr>
          <p:cNvSpPr>
            <a:spLocks noGrp="1"/>
          </p:cNvSpPr>
          <p:nvPr>
            <p:ph idx="1"/>
          </p:nvPr>
        </p:nvSpPr>
        <p:spPr/>
        <p:txBody>
          <a:bodyPr>
            <a:normAutofit/>
          </a:bodyPr>
          <a:lstStyle/>
          <a:p>
            <a:pPr algn="just"/>
            <a:r>
              <a:rPr lang="en-VN">
                <a:solidFill>
                  <a:srgbClr val="EF6822"/>
                </a:solidFill>
              </a:rPr>
              <a:t>Kiểu dữ liệu mảng</a:t>
            </a:r>
            <a:r>
              <a:rPr lang="en-VN">
                <a:solidFill>
                  <a:srgbClr val="FFC000"/>
                </a:solidFill>
              </a:rPr>
              <a:t> </a:t>
            </a:r>
            <a:r>
              <a:rPr lang="en-VN">
                <a:sym typeface="Wingdings" pitchFamily="2" charset="2"/>
              </a:rPr>
              <a:t>(</a:t>
            </a:r>
            <a:r>
              <a:rPr lang="en-VN">
                <a:solidFill>
                  <a:srgbClr val="EF6822"/>
                </a:solidFill>
                <a:sym typeface="Wingdings" pitchFamily="2" charset="2"/>
              </a:rPr>
              <a:t>Array</a:t>
            </a:r>
            <a:r>
              <a:rPr lang="en-VN">
                <a:sym typeface="Wingdings" pitchFamily="2" charset="2"/>
              </a:rPr>
              <a:t>):</a:t>
            </a:r>
          </a:p>
          <a:p>
            <a:pPr lvl="1" algn="just"/>
            <a:r>
              <a:rPr lang="en-VN"/>
              <a:t>Dùng để lưu một </a:t>
            </a:r>
            <a:r>
              <a:rPr lang="en-VN">
                <a:solidFill>
                  <a:srgbClr val="17459E"/>
                </a:solidFill>
              </a:rPr>
              <a:t>tập hợp các phần tử cùng kiểu dữ liệu</a:t>
            </a:r>
            <a:r>
              <a:rPr lang="en-VN"/>
              <a:t>;</a:t>
            </a:r>
          </a:p>
          <a:p>
            <a:pPr lvl="1" algn="just"/>
            <a:r>
              <a:rPr lang="en-VN"/>
              <a:t>Phân loại: </a:t>
            </a:r>
          </a:p>
          <a:p>
            <a:pPr lvl="2" algn="just"/>
            <a:r>
              <a:rPr lang="en-VN"/>
              <a:t>Mảng </a:t>
            </a:r>
            <a:r>
              <a:rPr lang="en-VN">
                <a:solidFill>
                  <a:srgbClr val="17459E"/>
                </a:solidFill>
              </a:rPr>
              <a:t>một chiều </a:t>
            </a:r>
            <a:r>
              <a:rPr lang="en-VN"/>
              <a:t>(single-dimensional):</a:t>
            </a:r>
          </a:p>
          <a:p>
            <a:pPr marL="914400" lvl="2" indent="0" algn="just">
              <a:buNone/>
            </a:pPr>
            <a:endParaRPr lang="en-VN"/>
          </a:p>
          <a:p>
            <a:pPr lvl="2" algn="just"/>
            <a:r>
              <a:rPr lang="en-VN"/>
              <a:t>Mảng </a:t>
            </a:r>
            <a:r>
              <a:rPr lang="en-VN">
                <a:solidFill>
                  <a:srgbClr val="17459E"/>
                </a:solidFill>
              </a:rPr>
              <a:t>nhiều chiều </a:t>
            </a:r>
            <a:r>
              <a:rPr lang="en-VN"/>
              <a:t>(</a:t>
            </a:r>
            <a:r>
              <a:rPr lang="en-VN" i="1"/>
              <a:t>multidimensional</a:t>
            </a:r>
            <a:r>
              <a:rPr lang="en-VN"/>
              <a:t>):</a:t>
            </a:r>
          </a:p>
          <a:p>
            <a:pPr lvl="2" algn="just"/>
            <a:endParaRPr lang="en-VN"/>
          </a:p>
          <a:p>
            <a:pPr lvl="2" algn="just"/>
            <a:endParaRPr lang="en-VN"/>
          </a:p>
          <a:p>
            <a:pPr lvl="2" algn="just"/>
            <a:endParaRPr lang="en-VN"/>
          </a:p>
          <a:p>
            <a:pPr lvl="2" algn="just"/>
            <a:endParaRPr lang="en-VN"/>
          </a:p>
          <a:p>
            <a:pPr lvl="2" algn="just"/>
            <a:endParaRPr lang="en-VN"/>
          </a:p>
          <a:p>
            <a:pPr marL="914400" lvl="2" indent="0" algn="just">
              <a:buNone/>
            </a:pPr>
            <a:endParaRPr lang="en-VN"/>
          </a:p>
          <a:p>
            <a:pPr lvl="2" algn="just"/>
            <a:r>
              <a:rPr lang="en-VN"/>
              <a:t>Mảng </a:t>
            </a:r>
            <a:r>
              <a:rPr lang="en-VN">
                <a:solidFill>
                  <a:srgbClr val="17459E"/>
                </a:solidFill>
              </a:rPr>
              <a:t>răng cưa </a:t>
            </a:r>
            <a:r>
              <a:rPr lang="en-VN"/>
              <a:t>(</a:t>
            </a:r>
            <a:r>
              <a:rPr lang="en-VN" i="1"/>
              <a:t>jagged</a:t>
            </a:r>
            <a:r>
              <a:rPr lang="en-VN"/>
              <a:t>):</a:t>
            </a:r>
            <a:endParaRPr lang="en-VN">
              <a:solidFill>
                <a:srgbClr val="FFC000"/>
              </a:solidFill>
            </a:endParaRPr>
          </a:p>
        </p:txBody>
      </p:sp>
      <p:sp>
        <p:nvSpPr>
          <p:cNvPr id="4" name="Footer Placeholder 3">
            <a:extLst>
              <a:ext uri="{FF2B5EF4-FFF2-40B4-BE49-F238E27FC236}">
                <a16:creationId xmlns:a16="http://schemas.microsoft.com/office/drawing/2014/main" id="{961813DB-F3F2-A844-9A22-9324D7622836}"/>
              </a:ext>
            </a:extLst>
          </p:cNvPr>
          <p:cNvSpPr>
            <a:spLocks noGrp="1"/>
          </p:cNvSpPr>
          <p:nvPr>
            <p:ph type="ftr" sz="quarter" idx="11"/>
          </p:nvPr>
        </p:nvSpPr>
        <p:spPr/>
        <p:txBody>
          <a:bodyPr/>
          <a:lstStyle/>
          <a:p>
            <a:r>
              <a:rPr lang="vi-VN" dirty="0"/>
              <a:t>Bài 6: Mảng một chiều</a:t>
            </a:r>
            <a:endParaRPr lang="en-US" dirty="0"/>
          </a:p>
        </p:txBody>
      </p:sp>
      <p:sp>
        <p:nvSpPr>
          <p:cNvPr id="5" name="Slide Number Placeholder 4">
            <a:extLst>
              <a:ext uri="{FF2B5EF4-FFF2-40B4-BE49-F238E27FC236}">
                <a16:creationId xmlns:a16="http://schemas.microsoft.com/office/drawing/2014/main" id="{A3B7485D-852F-5C4E-BA89-EE06ECEAE594}"/>
              </a:ext>
            </a:extLst>
          </p:cNvPr>
          <p:cNvSpPr>
            <a:spLocks noGrp="1"/>
          </p:cNvSpPr>
          <p:nvPr>
            <p:ph type="sldNum" sz="quarter" idx="12"/>
          </p:nvPr>
        </p:nvSpPr>
        <p:spPr/>
        <p:txBody>
          <a:bodyPr/>
          <a:lstStyle/>
          <a:p>
            <a:fld id="{1AD93096-5B34-4342-9326-69289CEAE4C2}" type="slidenum">
              <a:rPr lang="en-US" smtClean="0"/>
              <a:pPr/>
              <a:t>4</a:t>
            </a:fld>
            <a:endParaRPr lang="en-US" dirty="0"/>
          </a:p>
        </p:txBody>
      </p:sp>
      <p:graphicFrame>
        <p:nvGraphicFramePr>
          <p:cNvPr id="6" name="Table 5">
            <a:extLst>
              <a:ext uri="{FF2B5EF4-FFF2-40B4-BE49-F238E27FC236}">
                <a16:creationId xmlns:a16="http://schemas.microsoft.com/office/drawing/2014/main" id="{0E61788E-35DD-7DA7-D5EC-0F51A1EF4564}"/>
              </a:ext>
            </a:extLst>
          </p:cNvPr>
          <p:cNvGraphicFramePr>
            <a:graphicFrameLocks noGrp="1"/>
          </p:cNvGraphicFramePr>
          <p:nvPr>
            <p:extLst>
              <p:ext uri="{D42A27DB-BD31-4B8C-83A1-F6EECF244321}">
                <p14:modId xmlns:p14="http://schemas.microsoft.com/office/powerpoint/2010/main" val="2583287683"/>
              </p:ext>
            </p:extLst>
          </p:nvPr>
        </p:nvGraphicFramePr>
        <p:xfrm>
          <a:off x="5778655" y="2103437"/>
          <a:ext cx="3168000" cy="396000"/>
        </p:xfrm>
        <a:graphic>
          <a:graphicData uri="http://schemas.openxmlformats.org/drawingml/2006/table">
            <a:tbl>
              <a:tblPr firstRow="1" bandRow="1">
                <a:tableStyleId>{5C22544A-7EE6-4342-B048-85BDC9FD1C3A}</a:tableStyleId>
              </a:tblPr>
              <a:tblGrid>
                <a:gridCol w="396000">
                  <a:extLst>
                    <a:ext uri="{9D8B030D-6E8A-4147-A177-3AD203B41FA5}">
                      <a16:colId xmlns:a16="http://schemas.microsoft.com/office/drawing/2014/main" val="2617717164"/>
                    </a:ext>
                  </a:extLst>
                </a:gridCol>
                <a:gridCol w="396000">
                  <a:extLst>
                    <a:ext uri="{9D8B030D-6E8A-4147-A177-3AD203B41FA5}">
                      <a16:colId xmlns:a16="http://schemas.microsoft.com/office/drawing/2014/main" val="2547365783"/>
                    </a:ext>
                  </a:extLst>
                </a:gridCol>
                <a:gridCol w="396000">
                  <a:extLst>
                    <a:ext uri="{9D8B030D-6E8A-4147-A177-3AD203B41FA5}">
                      <a16:colId xmlns:a16="http://schemas.microsoft.com/office/drawing/2014/main" val="1051921133"/>
                    </a:ext>
                  </a:extLst>
                </a:gridCol>
                <a:gridCol w="396000">
                  <a:extLst>
                    <a:ext uri="{9D8B030D-6E8A-4147-A177-3AD203B41FA5}">
                      <a16:colId xmlns:a16="http://schemas.microsoft.com/office/drawing/2014/main" val="2022022091"/>
                    </a:ext>
                  </a:extLst>
                </a:gridCol>
                <a:gridCol w="396000">
                  <a:extLst>
                    <a:ext uri="{9D8B030D-6E8A-4147-A177-3AD203B41FA5}">
                      <a16:colId xmlns:a16="http://schemas.microsoft.com/office/drawing/2014/main" val="1975163932"/>
                    </a:ext>
                  </a:extLst>
                </a:gridCol>
                <a:gridCol w="396000">
                  <a:extLst>
                    <a:ext uri="{9D8B030D-6E8A-4147-A177-3AD203B41FA5}">
                      <a16:colId xmlns:a16="http://schemas.microsoft.com/office/drawing/2014/main" val="3510376812"/>
                    </a:ext>
                  </a:extLst>
                </a:gridCol>
                <a:gridCol w="396000">
                  <a:extLst>
                    <a:ext uri="{9D8B030D-6E8A-4147-A177-3AD203B41FA5}">
                      <a16:colId xmlns:a16="http://schemas.microsoft.com/office/drawing/2014/main" val="63435786"/>
                    </a:ext>
                  </a:extLst>
                </a:gridCol>
                <a:gridCol w="396000">
                  <a:extLst>
                    <a:ext uri="{9D8B030D-6E8A-4147-A177-3AD203B41FA5}">
                      <a16:colId xmlns:a16="http://schemas.microsoft.com/office/drawing/2014/main" val="3225857635"/>
                    </a:ext>
                  </a:extLst>
                </a:gridCol>
              </a:tblGrid>
              <a:tr h="396000">
                <a:tc>
                  <a:txBody>
                    <a:bodyPr/>
                    <a:lstStyle/>
                    <a:p>
                      <a:endParaRPr lang="en-VN">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endParaRPr lang="en-VN">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endParaRPr lang="en-VN">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endParaRPr lang="en-VN">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endParaRPr lang="en-VN">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endParaRPr lang="en-VN">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endParaRPr lang="en-VN">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endParaRPr lang="en-VN">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829383862"/>
                  </a:ext>
                </a:extLst>
              </a:tr>
            </a:tbl>
          </a:graphicData>
        </a:graphic>
      </p:graphicFrame>
      <p:graphicFrame>
        <p:nvGraphicFramePr>
          <p:cNvPr id="7" name="Table 6">
            <a:extLst>
              <a:ext uri="{FF2B5EF4-FFF2-40B4-BE49-F238E27FC236}">
                <a16:creationId xmlns:a16="http://schemas.microsoft.com/office/drawing/2014/main" id="{0B4DBA07-6430-5771-4725-4FD857E94EFA}"/>
              </a:ext>
            </a:extLst>
          </p:cNvPr>
          <p:cNvGraphicFramePr>
            <a:graphicFrameLocks noGrp="1"/>
          </p:cNvGraphicFramePr>
          <p:nvPr>
            <p:extLst>
              <p:ext uri="{D42A27DB-BD31-4B8C-83A1-F6EECF244321}">
                <p14:modId xmlns:p14="http://schemas.microsoft.com/office/powerpoint/2010/main" val="1833695907"/>
              </p:ext>
            </p:extLst>
          </p:nvPr>
        </p:nvGraphicFramePr>
        <p:xfrm>
          <a:off x="2598928" y="3429000"/>
          <a:ext cx="1584000" cy="1188000"/>
        </p:xfrm>
        <a:graphic>
          <a:graphicData uri="http://schemas.openxmlformats.org/drawingml/2006/table">
            <a:tbl>
              <a:tblPr firstRow="1" bandRow="1">
                <a:tableStyleId>{5C22544A-7EE6-4342-B048-85BDC9FD1C3A}</a:tableStyleId>
              </a:tblPr>
              <a:tblGrid>
                <a:gridCol w="396000">
                  <a:extLst>
                    <a:ext uri="{9D8B030D-6E8A-4147-A177-3AD203B41FA5}">
                      <a16:colId xmlns:a16="http://schemas.microsoft.com/office/drawing/2014/main" val="2617717164"/>
                    </a:ext>
                  </a:extLst>
                </a:gridCol>
                <a:gridCol w="396000">
                  <a:extLst>
                    <a:ext uri="{9D8B030D-6E8A-4147-A177-3AD203B41FA5}">
                      <a16:colId xmlns:a16="http://schemas.microsoft.com/office/drawing/2014/main" val="2547365783"/>
                    </a:ext>
                  </a:extLst>
                </a:gridCol>
                <a:gridCol w="396000">
                  <a:extLst>
                    <a:ext uri="{9D8B030D-6E8A-4147-A177-3AD203B41FA5}">
                      <a16:colId xmlns:a16="http://schemas.microsoft.com/office/drawing/2014/main" val="1051921133"/>
                    </a:ext>
                  </a:extLst>
                </a:gridCol>
                <a:gridCol w="396000">
                  <a:extLst>
                    <a:ext uri="{9D8B030D-6E8A-4147-A177-3AD203B41FA5}">
                      <a16:colId xmlns:a16="http://schemas.microsoft.com/office/drawing/2014/main" val="2022022091"/>
                    </a:ext>
                  </a:extLst>
                </a:gridCol>
              </a:tblGrid>
              <a:tr h="396000">
                <a:tc>
                  <a:txBody>
                    <a:bodyPr/>
                    <a:lstStyle/>
                    <a:p>
                      <a:endParaRPr lang="en-VN">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endParaRPr lang="en-VN">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endParaRPr lang="en-VN">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endParaRPr lang="en-VN">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829383862"/>
                  </a:ext>
                </a:extLst>
              </a:tr>
              <a:tr h="396000">
                <a:tc>
                  <a:txBody>
                    <a:bodyPr/>
                    <a:lstStyle/>
                    <a:p>
                      <a:endParaRPr lang="en-VN">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endParaRPr lang="en-VN">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endParaRPr lang="en-VN">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endParaRPr lang="en-VN">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000443093"/>
                  </a:ext>
                </a:extLst>
              </a:tr>
              <a:tr h="396000">
                <a:tc>
                  <a:txBody>
                    <a:bodyPr/>
                    <a:lstStyle/>
                    <a:p>
                      <a:endParaRPr lang="en-VN">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endParaRPr lang="en-VN">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endParaRPr lang="en-VN">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endParaRPr lang="en-VN">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4157293672"/>
                  </a:ext>
                </a:extLst>
              </a:tr>
            </a:tbl>
          </a:graphicData>
        </a:graphic>
      </p:graphicFrame>
      <p:graphicFrame>
        <p:nvGraphicFramePr>
          <p:cNvPr id="8" name="Table 7">
            <a:extLst>
              <a:ext uri="{FF2B5EF4-FFF2-40B4-BE49-F238E27FC236}">
                <a16:creationId xmlns:a16="http://schemas.microsoft.com/office/drawing/2014/main" id="{49810958-4731-6263-4082-A27EEA1820B3}"/>
              </a:ext>
            </a:extLst>
          </p:cNvPr>
          <p:cNvGraphicFramePr>
            <a:graphicFrameLocks noGrp="1"/>
          </p:cNvGraphicFramePr>
          <p:nvPr>
            <p:extLst>
              <p:ext uri="{D42A27DB-BD31-4B8C-83A1-F6EECF244321}">
                <p14:modId xmlns:p14="http://schemas.microsoft.com/office/powerpoint/2010/main" val="914574589"/>
              </p:ext>
            </p:extLst>
          </p:nvPr>
        </p:nvGraphicFramePr>
        <p:xfrm>
          <a:off x="5937490" y="3008282"/>
          <a:ext cx="1584000" cy="1188000"/>
        </p:xfrm>
        <a:graphic>
          <a:graphicData uri="http://schemas.openxmlformats.org/drawingml/2006/table">
            <a:tbl>
              <a:tblPr firstRow="1" bandRow="1">
                <a:tableStyleId>{5C22544A-7EE6-4342-B048-85BDC9FD1C3A}</a:tableStyleId>
              </a:tblPr>
              <a:tblGrid>
                <a:gridCol w="396000">
                  <a:extLst>
                    <a:ext uri="{9D8B030D-6E8A-4147-A177-3AD203B41FA5}">
                      <a16:colId xmlns:a16="http://schemas.microsoft.com/office/drawing/2014/main" val="2617717164"/>
                    </a:ext>
                  </a:extLst>
                </a:gridCol>
                <a:gridCol w="396000">
                  <a:extLst>
                    <a:ext uri="{9D8B030D-6E8A-4147-A177-3AD203B41FA5}">
                      <a16:colId xmlns:a16="http://schemas.microsoft.com/office/drawing/2014/main" val="2547365783"/>
                    </a:ext>
                  </a:extLst>
                </a:gridCol>
                <a:gridCol w="396000">
                  <a:extLst>
                    <a:ext uri="{9D8B030D-6E8A-4147-A177-3AD203B41FA5}">
                      <a16:colId xmlns:a16="http://schemas.microsoft.com/office/drawing/2014/main" val="1051921133"/>
                    </a:ext>
                  </a:extLst>
                </a:gridCol>
                <a:gridCol w="396000">
                  <a:extLst>
                    <a:ext uri="{9D8B030D-6E8A-4147-A177-3AD203B41FA5}">
                      <a16:colId xmlns:a16="http://schemas.microsoft.com/office/drawing/2014/main" val="2022022091"/>
                    </a:ext>
                  </a:extLst>
                </a:gridCol>
              </a:tblGrid>
              <a:tr h="396000">
                <a:tc>
                  <a:txBody>
                    <a:bodyPr/>
                    <a:lstStyle/>
                    <a:p>
                      <a:endParaRPr lang="en-VN">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endParaRPr lang="en-VN">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endParaRPr lang="en-VN">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endParaRPr lang="en-VN">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829383862"/>
                  </a:ext>
                </a:extLst>
              </a:tr>
              <a:tr h="396000">
                <a:tc>
                  <a:txBody>
                    <a:bodyPr/>
                    <a:lstStyle/>
                    <a:p>
                      <a:endParaRPr lang="en-VN">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endParaRPr lang="en-VN">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endParaRPr lang="en-VN">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endParaRPr lang="en-VN">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000443093"/>
                  </a:ext>
                </a:extLst>
              </a:tr>
              <a:tr h="396000">
                <a:tc>
                  <a:txBody>
                    <a:bodyPr/>
                    <a:lstStyle/>
                    <a:p>
                      <a:endParaRPr lang="en-VN">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endParaRPr lang="en-VN">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endParaRPr lang="en-VN">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endParaRPr lang="en-VN">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4157293672"/>
                  </a:ext>
                </a:extLst>
              </a:tr>
            </a:tbl>
          </a:graphicData>
        </a:graphic>
      </p:graphicFrame>
      <p:graphicFrame>
        <p:nvGraphicFramePr>
          <p:cNvPr id="11" name="Table 10">
            <a:extLst>
              <a:ext uri="{FF2B5EF4-FFF2-40B4-BE49-F238E27FC236}">
                <a16:creationId xmlns:a16="http://schemas.microsoft.com/office/drawing/2014/main" id="{0F4BC9C3-9884-B089-0078-94AE7ACE9E1E}"/>
              </a:ext>
            </a:extLst>
          </p:cNvPr>
          <p:cNvGraphicFramePr>
            <a:graphicFrameLocks noGrp="1"/>
          </p:cNvGraphicFramePr>
          <p:nvPr>
            <p:extLst>
              <p:ext uri="{D42A27DB-BD31-4B8C-83A1-F6EECF244321}">
                <p14:modId xmlns:p14="http://schemas.microsoft.com/office/powerpoint/2010/main" val="4279883043"/>
              </p:ext>
            </p:extLst>
          </p:nvPr>
        </p:nvGraphicFramePr>
        <p:xfrm>
          <a:off x="5539602" y="3401606"/>
          <a:ext cx="1584000" cy="1188000"/>
        </p:xfrm>
        <a:graphic>
          <a:graphicData uri="http://schemas.openxmlformats.org/drawingml/2006/table">
            <a:tbl>
              <a:tblPr firstRow="1" bandRow="1">
                <a:tableStyleId>{5C22544A-7EE6-4342-B048-85BDC9FD1C3A}</a:tableStyleId>
              </a:tblPr>
              <a:tblGrid>
                <a:gridCol w="396000">
                  <a:extLst>
                    <a:ext uri="{9D8B030D-6E8A-4147-A177-3AD203B41FA5}">
                      <a16:colId xmlns:a16="http://schemas.microsoft.com/office/drawing/2014/main" val="2617717164"/>
                    </a:ext>
                  </a:extLst>
                </a:gridCol>
                <a:gridCol w="396000">
                  <a:extLst>
                    <a:ext uri="{9D8B030D-6E8A-4147-A177-3AD203B41FA5}">
                      <a16:colId xmlns:a16="http://schemas.microsoft.com/office/drawing/2014/main" val="2547365783"/>
                    </a:ext>
                  </a:extLst>
                </a:gridCol>
                <a:gridCol w="396000">
                  <a:extLst>
                    <a:ext uri="{9D8B030D-6E8A-4147-A177-3AD203B41FA5}">
                      <a16:colId xmlns:a16="http://schemas.microsoft.com/office/drawing/2014/main" val="1051921133"/>
                    </a:ext>
                  </a:extLst>
                </a:gridCol>
                <a:gridCol w="396000">
                  <a:extLst>
                    <a:ext uri="{9D8B030D-6E8A-4147-A177-3AD203B41FA5}">
                      <a16:colId xmlns:a16="http://schemas.microsoft.com/office/drawing/2014/main" val="2022022091"/>
                    </a:ext>
                  </a:extLst>
                </a:gridCol>
              </a:tblGrid>
              <a:tr h="396000">
                <a:tc>
                  <a:txBody>
                    <a:bodyPr/>
                    <a:lstStyle/>
                    <a:p>
                      <a:endParaRPr lang="en-VN">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alpha val="50196"/>
                      </a:schemeClr>
                    </a:solidFill>
                  </a:tcPr>
                </a:tc>
                <a:tc>
                  <a:txBody>
                    <a:bodyPr/>
                    <a:lstStyle/>
                    <a:p>
                      <a:endParaRPr lang="en-VN">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alpha val="50196"/>
                      </a:schemeClr>
                    </a:solidFill>
                  </a:tcPr>
                </a:tc>
                <a:tc>
                  <a:txBody>
                    <a:bodyPr/>
                    <a:lstStyle/>
                    <a:p>
                      <a:endParaRPr lang="en-VN">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alpha val="50196"/>
                      </a:schemeClr>
                    </a:solidFill>
                  </a:tcPr>
                </a:tc>
                <a:tc>
                  <a:txBody>
                    <a:bodyPr/>
                    <a:lstStyle/>
                    <a:p>
                      <a:endParaRPr lang="en-VN">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alpha val="50196"/>
                      </a:schemeClr>
                    </a:solidFill>
                  </a:tcPr>
                </a:tc>
                <a:extLst>
                  <a:ext uri="{0D108BD9-81ED-4DB2-BD59-A6C34878D82A}">
                    <a16:rowId xmlns:a16="http://schemas.microsoft.com/office/drawing/2014/main" val="829383862"/>
                  </a:ext>
                </a:extLst>
              </a:tr>
              <a:tr h="396000">
                <a:tc>
                  <a:txBody>
                    <a:bodyPr/>
                    <a:lstStyle/>
                    <a:p>
                      <a:endParaRPr lang="en-VN">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alpha val="50196"/>
                      </a:schemeClr>
                    </a:solidFill>
                  </a:tcPr>
                </a:tc>
                <a:tc>
                  <a:txBody>
                    <a:bodyPr/>
                    <a:lstStyle/>
                    <a:p>
                      <a:endParaRPr lang="en-VN">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alpha val="50196"/>
                      </a:schemeClr>
                    </a:solidFill>
                  </a:tcPr>
                </a:tc>
                <a:tc>
                  <a:txBody>
                    <a:bodyPr/>
                    <a:lstStyle/>
                    <a:p>
                      <a:endParaRPr lang="en-VN">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alpha val="50196"/>
                      </a:schemeClr>
                    </a:solidFill>
                  </a:tcPr>
                </a:tc>
                <a:tc>
                  <a:txBody>
                    <a:bodyPr/>
                    <a:lstStyle/>
                    <a:p>
                      <a:endParaRPr lang="en-VN">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alpha val="50196"/>
                      </a:schemeClr>
                    </a:solidFill>
                  </a:tcPr>
                </a:tc>
                <a:extLst>
                  <a:ext uri="{0D108BD9-81ED-4DB2-BD59-A6C34878D82A}">
                    <a16:rowId xmlns:a16="http://schemas.microsoft.com/office/drawing/2014/main" val="1000443093"/>
                  </a:ext>
                </a:extLst>
              </a:tr>
              <a:tr h="396000">
                <a:tc>
                  <a:txBody>
                    <a:bodyPr/>
                    <a:lstStyle/>
                    <a:p>
                      <a:endParaRPr lang="en-VN">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alpha val="50196"/>
                      </a:schemeClr>
                    </a:solidFill>
                  </a:tcPr>
                </a:tc>
                <a:tc>
                  <a:txBody>
                    <a:bodyPr/>
                    <a:lstStyle/>
                    <a:p>
                      <a:endParaRPr lang="en-VN">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alpha val="50196"/>
                      </a:schemeClr>
                    </a:solidFill>
                  </a:tcPr>
                </a:tc>
                <a:tc>
                  <a:txBody>
                    <a:bodyPr/>
                    <a:lstStyle/>
                    <a:p>
                      <a:endParaRPr lang="en-VN">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alpha val="50196"/>
                      </a:schemeClr>
                    </a:solidFill>
                  </a:tcPr>
                </a:tc>
                <a:tc>
                  <a:txBody>
                    <a:bodyPr/>
                    <a:lstStyle/>
                    <a:p>
                      <a:endParaRPr lang="en-VN">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alpha val="50196"/>
                      </a:schemeClr>
                    </a:solidFill>
                  </a:tcPr>
                </a:tc>
                <a:extLst>
                  <a:ext uri="{0D108BD9-81ED-4DB2-BD59-A6C34878D82A}">
                    <a16:rowId xmlns:a16="http://schemas.microsoft.com/office/drawing/2014/main" val="4157293672"/>
                  </a:ext>
                </a:extLst>
              </a:tr>
            </a:tbl>
          </a:graphicData>
        </a:graphic>
      </p:graphicFrame>
      <p:graphicFrame>
        <p:nvGraphicFramePr>
          <p:cNvPr id="9" name="Table 8">
            <a:extLst>
              <a:ext uri="{FF2B5EF4-FFF2-40B4-BE49-F238E27FC236}">
                <a16:creationId xmlns:a16="http://schemas.microsoft.com/office/drawing/2014/main" id="{057132C7-4EDB-E14E-9FB9-445A45FD12B5}"/>
              </a:ext>
            </a:extLst>
          </p:cNvPr>
          <p:cNvGraphicFramePr>
            <a:graphicFrameLocks noGrp="1"/>
          </p:cNvGraphicFramePr>
          <p:nvPr>
            <p:extLst>
              <p:ext uri="{D42A27DB-BD31-4B8C-83A1-F6EECF244321}">
                <p14:modId xmlns:p14="http://schemas.microsoft.com/office/powerpoint/2010/main" val="1279015414"/>
              </p:ext>
            </p:extLst>
          </p:nvPr>
        </p:nvGraphicFramePr>
        <p:xfrm>
          <a:off x="5176787" y="3791137"/>
          <a:ext cx="1584000" cy="1188000"/>
        </p:xfrm>
        <a:graphic>
          <a:graphicData uri="http://schemas.openxmlformats.org/drawingml/2006/table">
            <a:tbl>
              <a:tblPr firstRow="1" bandRow="1">
                <a:tableStyleId>{5C22544A-7EE6-4342-B048-85BDC9FD1C3A}</a:tableStyleId>
              </a:tblPr>
              <a:tblGrid>
                <a:gridCol w="396000">
                  <a:extLst>
                    <a:ext uri="{9D8B030D-6E8A-4147-A177-3AD203B41FA5}">
                      <a16:colId xmlns:a16="http://schemas.microsoft.com/office/drawing/2014/main" val="2617717164"/>
                    </a:ext>
                  </a:extLst>
                </a:gridCol>
                <a:gridCol w="396000">
                  <a:extLst>
                    <a:ext uri="{9D8B030D-6E8A-4147-A177-3AD203B41FA5}">
                      <a16:colId xmlns:a16="http://schemas.microsoft.com/office/drawing/2014/main" val="2547365783"/>
                    </a:ext>
                  </a:extLst>
                </a:gridCol>
                <a:gridCol w="396000">
                  <a:extLst>
                    <a:ext uri="{9D8B030D-6E8A-4147-A177-3AD203B41FA5}">
                      <a16:colId xmlns:a16="http://schemas.microsoft.com/office/drawing/2014/main" val="1051921133"/>
                    </a:ext>
                  </a:extLst>
                </a:gridCol>
                <a:gridCol w="396000">
                  <a:extLst>
                    <a:ext uri="{9D8B030D-6E8A-4147-A177-3AD203B41FA5}">
                      <a16:colId xmlns:a16="http://schemas.microsoft.com/office/drawing/2014/main" val="2022022091"/>
                    </a:ext>
                  </a:extLst>
                </a:gridCol>
              </a:tblGrid>
              <a:tr h="396000">
                <a:tc>
                  <a:txBody>
                    <a:bodyPr/>
                    <a:lstStyle/>
                    <a:p>
                      <a:endParaRPr lang="en-VN">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endParaRPr lang="en-VN">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endParaRPr lang="en-VN">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endParaRPr lang="en-VN">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829383862"/>
                  </a:ext>
                </a:extLst>
              </a:tr>
              <a:tr h="396000">
                <a:tc>
                  <a:txBody>
                    <a:bodyPr/>
                    <a:lstStyle/>
                    <a:p>
                      <a:endParaRPr lang="en-VN">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endParaRPr lang="en-VN">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endParaRPr lang="en-VN">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endParaRPr lang="en-VN">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000443093"/>
                  </a:ext>
                </a:extLst>
              </a:tr>
              <a:tr h="396000">
                <a:tc>
                  <a:txBody>
                    <a:bodyPr/>
                    <a:lstStyle/>
                    <a:p>
                      <a:endParaRPr lang="en-VN">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endParaRPr lang="en-VN">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endParaRPr lang="en-VN">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endParaRPr lang="en-VN">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4157293672"/>
                  </a:ext>
                </a:extLst>
              </a:tr>
            </a:tbl>
          </a:graphicData>
        </a:graphic>
      </p:graphicFrame>
      <p:cxnSp>
        <p:nvCxnSpPr>
          <p:cNvPr id="14" name="Straight Connector 13">
            <a:extLst>
              <a:ext uri="{FF2B5EF4-FFF2-40B4-BE49-F238E27FC236}">
                <a16:creationId xmlns:a16="http://schemas.microsoft.com/office/drawing/2014/main" id="{E813F704-A108-280F-6BFD-5E6381465F4F}"/>
              </a:ext>
            </a:extLst>
          </p:cNvPr>
          <p:cNvCxnSpPr>
            <a:cxnSpLocks/>
          </p:cNvCxnSpPr>
          <p:nvPr/>
        </p:nvCxnSpPr>
        <p:spPr>
          <a:xfrm flipV="1">
            <a:off x="5176787" y="3008282"/>
            <a:ext cx="760703" cy="782855"/>
          </a:xfrm>
          <a:prstGeom prst="line">
            <a:avLst/>
          </a:prstGeom>
          <a:ln w="12700">
            <a:prstDash val="sysDash"/>
          </a:ln>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E122238E-C880-CAB3-AA10-8F0EDCDECA71}"/>
              </a:ext>
            </a:extLst>
          </p:cNvPr>
          <p:cNvCxnSpPr>
            <a:cxnSpLocks/>
          </p:cNvCxnSpPr>
          <p:nvPr/>
        </p:nvCxnSpPr>
        <p:spPr>
          <a:xfrm flipV="1">
            <a:off x="6760787" y="3008282"/>
            <a:ext cx="760703" cy="782855"/>
          </a:xfrm>
          <a:prstGeom prst="line">
            <a:avLst/>
          </a:prstGeom>
          <a:ln w="12700">
            <a:prstDash val="sysDash"/>
          </a:ln>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C0E61E3D-3309-867D-D5A3-B89CBD3040D6}"/>
              </a:ext>
            </a:extLst>
          </p:cNvPr>
          <p:cNvCxnSpPr>
            <a:cxnSpLocks/>
          </p:cNvCxnSpPr>
          <p:nvPr/>
        </p:nvCxnSpPr>
        <p:spPr>
          <a:xfrm flipV="1">
            <a:off x="6760787" y="4213060"/>
            <a:ext cx="760703" cy="766077"/>
          </a:xfrm>
          <a:prstGeom prst="line">
            <a:avLst/>
          </a:prstGeom>
          <a:ln w="12700">
            <a:prstDash val="sysDash"/>
          </a:ln>
        </p:spPr>
        <p:style>
          <a:lnRef idx="1">
            <a:schemeClr val="dk1"/>
          </a:lnRef>
          <a:fillRef idx="0">
            <a:schemeClr val="dk1"/>
          </a:fillRef>
          <a:effectRef idx="0">
            <a:schemeClr val="dk1"/>
          </a:effectRef>
          <a:fontRef idx="minor">
            <a:schemeClr val="tx1"/>
          </a:fontRef>
        </p:style>
      </p:cxnSp>
      <p:graphicFrame>
        <p:nvGraphicFramePr>
          <p:cNvPr id="18" name="Table 17">
            <a:extLst>
              <a:ext uri="{FF2B5EF4-FFF2-40B4-BE49-F238E27FC236}">
                <a16:creationId xmlns:a16="http://schemas.microsoft.com/office/drawing/2014/main" id="{D4418367-4D83-31BD-FBD1-96D0D6380206}"/>
              </a:ext>
            </a:extLst>
          </p:cNvPr>
          <p:cNvGraphicFramePr>
            <a:graphicFrameLocks noGrp="1"/>
          </p:cNvGraphicFramePr>
          <p:nvPr>
            <p:extLst>
              <p:ext uri="{D42A27DB-BD31-4B8C-83A1-F6EECF244321}">
                <p14:modId xmlns:p14="http://schemas.microsoft.com/office/powerpoint/2010/main" val="152986942"/>
              </p:ext>
            </p:extLst>
          </p:nvPr>
        </p:nvGraphicFramePr>
        <p:xfrm>
          <a:off x="2598928" y="5399855"/>
          <a:ext cx="2772000" cy="1188000"/>
        </p:xfrm>
        <a:graphic>
          <a:graphicData uri="http://schemas.openxmlformats.org/drawingml/2006/table">
            <a:tbl>
              <a:tblPr firstRow="1" bandRow="1">
                <a:tableStyleId>{5C22544A-7EE6-4342-B048-85BDC9FD1C3A}</a:tableStyleId>
              </a:tblPr>
              <a:tblGrid>
                <a:gridCol w="396000">
                  <a:extLst>
                    <a:ext uri="{9D8B030D-6E8A-4147-A177-3AD203B41FA5}">
                      <a16:colId xmlns:a16="http://schemas.microsoft.com/office/drawing/2014/main" val="2617717164"/>
                    </a:ext>
                  </a:extLst>
                </a:gridCol>
                <a:gridCol w="396000">
                  <a:extLst>
                    <a:ext uri="{9D8B030D-6E8A-4147-A177-3AD203B41FA5}">
                      <a16:colId xmlns:a16="http://schemas.microsoft.com/office/drawing/2014/main" val="2547365783"/>
                    </a:ext>
                  </a:extLst>
                </a:gridCol>
                <a:gridCol w="396000">
                  <a:extLst>
                    <a:ext uri="{9D8B030D-6E8A-4147-A177-3AD203B41FA5}">
                      <a16:colId xmlns:a16="http://schemas.microsoft.com/office/drawing/2014/main" val="1051921133"/>
                    </a:ext>
                  </a:extLst>
                </a:gridCol>
                <a:gridCol w="396000">
                  <a:extLst>
                    <a:ext uri="{9D8B030D-6E8A-4147-A177-3AD203B41FA5}">
                      <a16:colId xmlns:a16="http://schemas.microsoft.com/office/drawing/2014/main" val="2022022091"/>
                    </a:ext>
                  </a:extLst>
                </a:gridCol>
                <a:gridCol w="396000">
                  <a:extLst>
                    <a:ext uri="{9D8B030D-6E8A-4147-A177-3AD203B41FA5}">
                      <a16:colId xmlns:a16="http://schemas.microsoft.com/office/drawing/2014/main" val="1309457411"/>
                    </a:ext>
                  </a:extLst>
                </a:gridCol>
                <a:gridCol w="396000">
                  <a:extLst>
                    <a:ext uri="{9D8B030D-6E8A-4147-A177-3AD203B41FA5}">
                      <a16:colId xmlns:a16="http://schemas.microsoft.com/office/drawing/2014/main" val="1290400457"/>
                    </a:ext>
                  </a:extLst>
                </a:gridCol>
                <a:gridCol w="396000">
                  <a:extLst>
                    <a:ext uri="{9D8B030D-6E8A-4147-A177-3AD203B41FA5}">
                      <a16:colId xmlns:a16="http://schemas.microsoft.com/office/drawing/2014/main" val="4285732402"/>
                    </a:ext>
                  </a:extLst>
                </a:gridCol>
              </a:tblGrid>
              <a:tr h="396000">
                <a:tc>
                  <a:txBody>
                    <a:bodyPr/>
                    <a:lstStyle/>
                    <a:p>
                      <a:endParaRPr lang="en-VN">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endParaRPr lang="en-VN">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endParaRPr lang="en-VN">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endParaRPr lang="en-VN">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endParaRPr lang="en-VN">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endParaRPr lang="en-VN">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endParaRPr lang="en-VN">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829383862"/>
                  </a:ext>
                </a:extLst>
              </a:tr>
              <a:tr h="396000">
                <a:tc>
                  <a:txBody>
                    <a:bodyPr/>
                    <a:lstStyle/>
                    <a:p>
                      <a:endParaRPr lang="en-VN">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endParaRPr lang="en-VN">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endParaRPr lang="en-VN">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endParaRPr lang="en-VN">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endParaRPr lang="en-VN">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VN">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VN">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43093"/>
                  </a:ext>
                </a:extLst>
              </a:tr>
              <a:tr h="396000">
                <a:tc>
                  <a:txBody>
                    <a:bodyPr/>
                    <a:lstStyle/>
                    <a:p>
                      <a:endParaRPr lang="en-VN">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endParaRPr lang="en-VN">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endParaRPr lang="en-VN">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endParaRPr lang="en-VN">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endParaRPr lang="en-VN">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endParaRPr lang="en-VN">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endParaRPr lang="en-VN">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57293672"/>
                  </a:ext>
                </a:extLst>
              </a:tr>
            </a:tbl>
          </a:graphicData>
        </a:graphic>
      </p:graphicFrame>
    </p:spTree>
    <p:extLst>
      <p:ext uri="{BB962C8B-B14F-4D97-AF65-F5344CB8AC3E}">
        <p14:creationId xmlns:p14="http://schemas.microsoft.com/office/powerpoint/2010/main" val="9899887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 calcmode="lin" valueType="num">
                                      <p:cBhvr additive="base">
                                        <p:cTn id="1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par>
                          <p:cTn id="15" fill="hold">
                            <p:stCondLst>
                              <p:cond delay="500"/>
                            </p:stCondLst>
                            <p:childTnLst>
                              <p:par>
                                <p:cTn id="16" presetID="1" presetClass="entr" presetSubtype="0" fill="hold" nodeType="afterEffect">
                                  <p:stCondLst>
                                    <p:cond delay="0"/>
                                  </p:stCondLst>
                                  <p:childTnLst>
                                    <p:set>
                                      <p:cBhvr>
                                        <p:cTn id="17" dur="1" fill="hold">
                                          <p:stCondLst>
                                            <p:cond delay="0"/>
                                          </p:stCondLst>
                                        </p:cTn>
                                        <p:tgtEl>
                                          <p:spTgt spid="6"/>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 calcmode="lin" valueType="num">
                                      <p:cBhvr additive="base">
                                        <p:cTn id="22"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par>
                          <p:cTn id="24" fill="hold">
                            <p:stCondLst>
                              <p:cond delay="500"/>
                            </p:stCondLst>
                            <p:childTnLst>
                              <p:par>
                                <p:cTn id="25" presetID="1" presetClass="entr" presetSubtype="0" fill="hold" nodeType="after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par>
                          <p:cTn id="27" fill="hold">
                            <p:stCondLst>
                              <p:cond delay="500"/>
                            </p:stCondLst>
                            <p:childTnLst>
                              <p:par>
                                <p:cTn id="28" presetID="1" presetClass="entr" presetSubtype="0" fill="hold" nodeType="afterEffect">
                                  <p:stCondLst>
                                    <p:cond delay="0"/>
                                  </p:stCondLst>
                                  <p:childTnLst>
                                    <p:set>
                                      <p:cBhvr>
                                        <p:cTn id="29" dur="1" fill="hold">
                                          <p:stCondLst>
                                            <p:cond delay="0"/>
                                          </p:stCondLst>
                                        </p:cTn>
                                        <p:tgtEl>
                                          <p:spTgt spid="8"/>
                                        </p:tgtEl>
                                        <p:attrNameLst>
                                          <p:attrName>style.visibility</p:attrName>
                                        </p:attrNameLst>
                                      </p:cBhvr>
                                      <p:to>
                                        <p:strVal val="visible"/>
                                      </p:to>
                                    </p:set>
                                  </p:childTnLst>
                                </p:cTn>
                              </p:par>
                            </p:childTnLst>
                          </p:cTn>
                        </p:par>
                        <p:par>
                          <p:cTn id="30" fill="hold">
                            <p:stCondLst>
                              <p:cond delay="500"/>
                            </p:stCondLst>
                            <p:childTnLst>
                              <p:par>
                                <p:cTn id="31" presetID="1" presetClass="entr" presetSubtype="0" fill="hold" nodeType="afterEffect">
                                  <p:stCondLst>
                                    <p:cond delay="0"/>
                                  </p:stCondLst>
                                  <p:childTnLst>
                                    <p:set>
                                      <p:cBhvr>
                                        <p:cTn id="32" dur="1" fill="hold">
                                          <p:stCondLst>
                                            <p:cond delay="0"/>
                                          </p:stCondLst>
                                        </p:cTn>
                                        <p:tgtEl>
                                          <p:spTgt spid="11"/>
                                        </p:tgtEl>
                                        <p:attrNameLst>
                                          <p:attrName>style.visibility</p:attrName>
                                        </p:attrNameLst>
                                      </p:cBhvr>
                                      <p:to>
                                        <p:strVal val="visible"/>
                                      </p:to>
                                    </p:set>
                                  </p:childTnLst>
                                </p:cTn>
                              </p:par>
                            </p:childTnLst>
                          </p:cTn>
                        </p:par>
                        <p:par>
                          <p:cTn id="33" fill="hold">
                            <p:stCondLst>
                              <p:cond delay="500"/>
                            </p:stCondLst>
                            <p:childTnLst>
                              <p:par>
                                <p:cTn id="34" presetID="1" presetClass="entr" presetSubtype="0" fill="hold" nodeType="afterEffect">
                                  <p:stCondLst>
                                    <p:cond delay="0"/>
                                  </p:stCondLst>
                                  <p:childTnLst>
                                    <p:set>
                                      <p:cBhvr>
                                        <p:cTn id="35" dur="1" fill="hold">
                                          <p:stCondLst>
                                            <p:cond delay="0"/>
                                          </p:stCondLst>
                                        </p:cTn>
                                        <p:tgtEl>
                                          <p:spTgt spid="9"/>
                                        </p:tgtEl>
                                        <p:attrNameLst>
                                          <p:attrName>style.visibility</p:attrName>
                                        </p:attrNameLst>
                                      </p:cBhvr>
                                      <p:to>
                                        <p:strVal val="visible"/>
                                      </p:to>
                                    </p:set>
                                  </p:childTnLst>
                                </p:cTn>
                              </p:par>
                            </p:childTnLst>
                          </p:cTn>
                        </p:par>
                        <p:par>
                          <p:cTn id="36" fill="hold">
                            <p:stCondLst>
                              <p:cond delay="500"/>
                            </p:stCondLst>
                            <p:childTnLst>
                              <p:par>
                                <p:cTn id="37" presetID="1" presetClass="entr" presetSubtype="0" fill="hold" nodeType="after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childTnLst>
                          </p:cTn>
                        </p:par>
                        <p:par>
                          <p:cTn id="39" fill="hold">
                            <p:stCondLst>
                              <p:cond delay="500"/>
                            </p:stCondLst>
                            <p:childTnLst>
                              <p:par>
                                <p:cTn id="40" presetID="1" presetClass="entr" presetSubtype="0" fill="hold" nodeType="afterEffect">
                                  <p:stCondLst>
                                    <p:cond delay="0"/>
                                  </p:stCondLst>
                                  <p:childTnLst>
                                    <p:set>
                                      <p:cBhvr>
                                        <p:cTn id="41" dur="1" fill="hold">
                                          <p:stCondLst>
                                            <p:cond delay="0"/>
                                          </p:stCondLst>
                                        </p:cTn>
                                        <p:tgtEl>
                                          <p:spTgt spid="15"/>
                                        </p:tgtEl>
                                        <p:attrNameLst>
                                          <p:attrName>style.visibility</p:attrName>
                                        </p:attrNameLst>
                                      </p:cBhvr>
                                      <p:to>
                                        <p:strVal val="visible"/>
                                      </p:to>
                                    </p:set>
                                  </p:childTnLst>
                                </p:cTn>
                              </p:par>
                            </p:childTnLst>
                          </p:cTn>
                        </p:par>
                        <p:par>
                          <p:cTn id="42" fill="hold">
                            <p:stCondLst>
                              <p:cond delay="500"/>
                            </p:stCondLst>
                            <p:childTnLst>
                              <p:par>
                                <p:cTn id="43" presetID="1" presetClass="entr" presetSubtype="0" fill="hold" nodeType="afterEffect">
                                  <p:stCondLst>
                                    <p:cond delay="0"/>
                                  </p:stCondLst>
                                  <p:childTnLst>
                                    <p:set>
                                      <p:cBhvr>
                                        <p:cTn id="44" dur="1" fill="hold">
                                          <p:stCondLst>
                                            <p:cond delay="0"/>
                                          </p:stCondLst>
                                        </p:cTn>
                                        <p:tgtEl>
                                          <p:spTgt spid="16"/>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
                                            <p:txEl>
                                              <p:pRg st="12" end="12"/>
                                            </p:txEl>
                                          </p:spTgt>
                                        </p:tgtEl>
                                        <p:attrNameLst>
                                          <p:attrName>style.visibility</p:attrName>
                                        </p:attrNameLst>
                                      </p:cBhvr>
                                      <p:to>
                                        <p:strVal val="visible"/>
                                      </p:to>
                                    </p:set>
                                    <p:anim calcmode="lin" valueType="num">
                                      <p:cBhvr additive="base">
                                        <p:cTn id="49"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12" end="12"/>
                                            </p:txEl>
                                          </p:spTgt>
                                        </p:tgtEl>
                                        <p:attrNameLst>
                                          <p:attrName>ppt_y</p:attrName>
                                        </p:attrNameLst>
                                      </p:cBhvr>
                                      <p:tavLst>
                                        <p:tav tm="0">
                                          <p:val>
                                            <p:strVal val="1+#ppt_h/2"/>
                                          </p:val>
                                        </p:tav>
                                        <p:tav tm="100000">
                                          <p:val>
                                            <p:strVal val="#ppt_y"/>
                                          </p:val>
                                        </p:tav>
                                      </p:tavLst>
                                    </p:anim>
                                  </p:childTnLst>
                                </p:cTn>
                              </p:par>
                            </p:childTnLst>
                          </p:cTn>
                        </p:par>
                        <p:par>
                          <p:cTn id="51" fill="hold">
                            <p:stCondLst>
                              <p:cond delay="500"/>
                            </p:stCondLst>
                            <p:childTnLst>
                              <p:par>
                                <p:cTn id="52" presetID="1" presetClass="entr" presetSubtype="0" fill="hold" nodeType="afterEffect">
                                  <p:stCondLst>
                                    <p:cond delay="0"/>
                                  </p:stCondLst>
                                  <p:childTnLst>
                                    <p:set>
                                      <p:cBhvr>
                                        <p:cTn id="53"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6479E2-C0D6-904F-B5C5-2271728A96C3}"/>
              </a:ext>
            </a:extLst>
          </p:cNvPr>
          <p:cNvSpPr>
            <a:spLocks noGrp="1"/>
          </p:cNvSpPr>
          <p:nvPr>
            <p:ph type="title"/>
          </p:nvPr>
        </p:nvSpPr>
        <p:spPr/>
        <p:txBody>
          <a:bodyPr>
            <a:normAutofit fontScale="90000"/>
          </a:bodyPr>
          <a:lstStyle/>
          <a:p>
            <a:r>
              <a:rPr lang="vi-VN"/>
              <a:t>GIỚI THIỆU KIỂU DỮ LIỆU MẢNG</a:t>
            </a:r>
            <a:endParaRPr lang="en-VN"/>
          </a:p>
        </p:txBody>
      </p:sp>
      <p:sp>
        <p:nvSpPr>
          <p:cNvPr id="3" name="Content Placeholder 2">
            <a:extLst>
              <a:ext uri="{FF2B5EF4-FFF2-40B4-BE49-F238E27FC236}">
                <a16:creationId xmlns:a16="http://schemas.microsoft.com/office/drawing/2014/main" id="{C0C21A69-FB3A-5848-81E0-17A1514E605F}"/>
              </a:ext>
            </a:extLst>
          </p:cNvPr>
          <p:cNvSpPr>
            <a:spLocks noGrp="1"/>
          </p:cNvSpPr>
          <p:nvPr>
            <p:ph idx="1"/>
          </p:nvPr>
        </p:nvSpPr>
        <p:spPr/>
        <p:txBody>
          <a:bodyPr>
            <a:normAutofit/>
          </a:bodyPr>
          <a:lstStyle/>
          <a:p>
            <a:pPr algn="just"/>
            <a:r>
              <a:rPr lang="en-VN">
                <a:solidFill>
                  <a:srgbClr val="EF6822"/>
                </a:solidFill>
              </a:rPr>
              <a:t>Kiểu dữ liệu mảng</a:t>
            </a:r>
            <a:r>
              <a:rPr lang="en-VN">
                <a:solidFill>
                  <a:srgbClr val="FFC000"/>
                </a:solidFill>
              </a:rPr>
              <a:t> </a:t>
            </a:r>
            <a:r>
              <a:rPr lang="en-VN">
                <a:sym typeface="Wingdings" pitchFamily="2" charset="2"/>
              </a:rPr>
              <a:t>(</a:t>
            </a:r>
            <a:r>
              <a:rPr lang="en-VN">
                <a:solidFill>
                  <a:srgbClr val="EF6822"/>
                </a:solidFill>
                <a:sym typeface="Wingdings" pitchFamily="2" charset="2"/>
              </a:rPr>
              <a:t>Array</a:t>
            </a:r>
            <a:r>
              <a:rPr lang="en-VN">
                <a:sym typeface="Wingdings" pitchFamily="2" charset="2"/>
              </a:rPr>
              <a:t>):</a:t>
            </a:r>
            <a:endParaRPr lang="en-VN">
              <a:solidFill>
                <a:srgbClr val="FFC000"/>
              </a:solidFill>
            </a:endParaRPr>
          </a:p>
          <a:p>
            <a:pPr lvl="1" algn="just"/>
            <a:r>
              <a:rPr lang="en-VN"/>
              <a:t>Là </a:t>
            </a:r>
            <a:r>
              <a:rPr lang="en-VN">
                <a:solidFill>
                  <a:srgbClr val="17459E"/>
                </a:solidFill>
              </a:rPr>
              <a:t>kiểu dữ liệu tham chiếu</a:t>
            </a:r>
            <a:r>
              <a:rPr lang="en-VN"/>
              <a:t>;</a:t>
            </a:r>
          </a:p>
          <a:p>
            <a:pPr lvl="1" algn="just"/>
            <a:r>
              <a:rPr lang="en-VN"/>
              <a:t>Các </a:t>
            </a:r>
            <a:r>
              <a:rPr lang="en-VN">
                <a:solidFill>
                  <a:srgbClr val="17459E"/>
                </a:solidFill>
              </a:rPr>
              <a:t>phần tử được đánh chỉ số </a:t>
            </a:r>
            <a:r>
              <a:rPr lang="en-VN"/>
              <a:t>(</a:t>
            </a:r>
            <a:r>
              <a:rPr lang="en-VN" i="1">
                <a:solidFill>
                  <a:srgbClr val="17459E"/>
                </a:solidFill>
              </a:rPr>
              <a:t>index</a:t>
            </a:r>
            <a:r>
              <a:rPr lang="en-VN"/>
              <a:t>) </a:t>
            </a:r>
            <a:r>
              <a:rPr lang="en-VN" u="sng">
                <a:solidFill>
                  <a:srgbClr val="FF0000"/>
                </a:solidFill>
                <a:highlight>
                  <a:srgbClr val="FFFF00"/>
                </a:highlight>
              </a:rPr>
              <a:t>bắt đầu từ 0</a:t>
            </a:r>
            <a:r>
              <a:rPr lang="en-VN"/>
              <a:t>;</a:t>
            </a:r>
            <a:endParaRPr lang="en-VN">
              <a:solidFill>
                <a:srgbClr val="FFC000"/>
              </a:solidFill>
            </a:endParaRPr>
          </a:p>
          <a:p>
            <a:pPr marL="457200" lvl="1" indent="0" algn="just">
              <a:buNone/>
            </a:pPr>
            <a:endParaRPr lang="en-VN" i="1"/>
          </a:p>
          <a:p>
            <a:pPr marL="457200" lvl="1" indent="0" algn="just">
              <a:buNone/>
            </a:pPr>
            <a:r>
              <a:rPr lang="en-VN" i="1"/>
              <a:t>Ví dụ: Mảng một chiều a gồm 7 phần tử kiểu số nguyên</a:t>
            </a:r>
          </a:p>
        </p:txBody>
      </p:sp>
      <p:sp>
        <p:nvSpPr>
          <p:cNvPr id="4" name="Footer Placeholder 3">
            <a:extLst>
              <a:ext uri="{FF2B5EF4-FFF2-40B4-BE49-F238E27FC236}">
                <a16:creationId xmlns:a16="http://schemas.microsoft.com/office/drawing/2014/main" id="{961813DB-F3F2-A844-9A22-9324D7622836}"/>
              </a:ext>
            </a:extLst>
          </p:cNvPr>
          <p:cNvSpPr>
            <a:spLocks noGrp="1"/>
          </p:cNvSpPr>
          <p:nvPr>
            <p:ph type="ftr" sz="quarter" idx="11"/>
          </p:nvPr>
        </p:nvSpPr>
        <p:spPr/>
        <p:txBody>
          <a:bodyPr/>
          <a:lstStyle/>
          <a:p>
            <a:r>
              <a:rPr lang="vi-VN" dirty="0"/>
              <a:t>Bài 6: Mảng một chiều</a:t>
            </a:r>
            <a:endParaRPr lang="en-US" dirty="0"/>
          </a:p>
        </p:txBody>
      </p:sp>
      <p:sp>
        <p:nvSpPr>
          <p:cNvPr id="5" name="Slide Number Placeholder 4">
            <a:extLst>
              <a:ext uri="{FF2B5EF4-FFF2-40B4-BE49-F238E27FC236}">
                <a16:creationId xmlns:a16="http://schemas.microsoft.com/office/drawing/2014/main" id="{A3B7485D-852F-5C4E-BA89-EE06ECEAE594}"/>
              </a:ext>
            </a:extLst>
          </p:cNvPr>
          <p:cNvSpPr>
            <a:spLocks noGrp="1"/>
          </p:cNvSpPr>
          <p:nvPr>
            <p:ph type="sldNum" sz="quarter" idx="12"/>
          </p:nvPr>
        </p:nvSpPr>
        <p:spPr/>
        <p:txBody>
          <a:bodyPr/>
          <a:lstStyle/>
          <a:p>
            <a:fld id="{1AD93096-5B34-4342-9326-69289CEAE4C2}" type="slidenum">
              <a:rPr lang="en-US" smtClean="0"/>
              <a:pPr/>
              <a:t>5</a:t>
            </a:fld>
            <a:endParaRPr lang="en-US" dirty="0"/>
          </a:p>
        </p:txBody>
      </p:sp>
      <p:graphicFrame>
        <p:nvGraphicFramePr>
          <p:cNvPr id="10" name="Table 10">
            <a:extLst>
              <a:ext uri="{FF2B5EF4-FFF2-40B4-BE49-F238E27FC236}">
                <a16:creationId xmlns:a16="http://schemas.microsoft.com/office/drawing/2014/main" id="{F2026D02-DB6C-0B48-9F8E-D8B7AA555219}"/>
              </a:ext>
            </a:extLst>
          </p:cNvPr>
          <p:cNvGraphicFramePr>
            <a:graphicFrameLocks noGrp="1"/>
          </p:cNvGraphicFramePr>
          <p:nvPr>
            <p:extLst>
              <p:ext uri="{D42A27DB-BD31-4B8C-83A1-F6EECF244321}">
                <p14:modId xmlns:p14="http://schemas.microsoft.com/office/powerpoint/2010/main" val="1352054130"/>
              </p:ext>
            </p:extLst>
          </p:nvPr>
        </p:nvGraphicFramePr>
        <p:xfrm>
          <a:off x="2618534" y="3379932"/>
          <a:ext cx="3780000" cy="1080000"/>
        </p:xfrm>
        <a:graphic>
          <a:graphicData uri="http://schemas.openxmlformats.org/drawingml/2006/table">
            <a:tbl>
              <a:tblPr firstRow="1" bandRow="1">
                <a:tableStyleId>{5C22544A-7EE6-4342-B048-85BDC9FD1C3A}</a:tableStyleId>
              </a:tblPr>
              <a:tblGrid>
                <a:gridCol w="540000">
                  <a:extLst>
                    <a:ext uri="{9D8B030D-6E8A-4147-A177-3AD203B41FA5}">
                      <a16:colId xmlns:a16="http://schemas.microsoft.com/office/drawing/2014/main" val="1730187217"/>
                    </a:ext>
                  </a:extLst>
                </a:gridCol>
                <a:gridCol w="540000">
                  <a:extLst>
                    <a:ext uri="{9D8B030D-6E8A-4147-A177-3AD203B41FA5}">
                      <a16:colId xmlns:a16="http://schemas.microsoft.com/office/drawing/2014/main" val="2327673667"/>
                    </a:ext>
                  </a:extLst>
                </a:gridCol>
                <a:gridCol w="540000">
                  <a:extLst>
                    <a:ext uri="{9D8B030D-6E8A-4147-A177-3AD203B41FA5}">
                      <a16:colId xmlns:a16="http://schemas.microsoft.com/office/drawing/2014/main" val="341290609"/>
                    </a:ext>
                  </a:extLst>
                </a:gridCol>
                <a:gridCol w="540000">
                  <a:extLst>
                    <a:ext uri="{9D8B030D-6E8A-4147-A177-3AD203B41FA5}">
                      <a16:colId xmlns:a16="http://schemas.microsoft.com/office/drawing/2014/main" val="2222277944"/>
                    </a:ext>
                  </a:extLst>
                </a:gridCol>
                <a:gridCol w="540000">
                  <a:extLst>
                    <a:ext uri="{9D8B030D-6E8A-4147-A177-3AD203B41FA5}">
                      <a16:colId xmlns:a16="http://schemas.microsoft.com/office/drawing/2014/main" val="4026255662"/>
                    </a:ext>
                  </a:extLst>
                </a:gridCol>
                <a:gridCol w="540000">
                  <a:extLst>
                    <a:ext uri="{9D8B030D-6E8A-4147-A177-3AD203B41FA5}">
                      <a16:colId xmlns:a16="http://schemas.microsoft.com/office/drawing/2014/main" val="3125900802"/>
                    </a:ext>
                  </a:extLst>
                </a:gridCol>
                <a:gridCol w="540000">
                  <a:extLst>
                    <a:ext uri="{9D8B030D-6E8A-4147-A177-3AD203B41FA5}">
                      <a16:colId xmlns:a16="http://schemas.microsoft.com/office/drawing/2014/main" val="4288322321"/>
                    </a:ext>
                  </a:extLst>
                </a:gridCol>
              </a:tblGrid>
              <a:tr h="540000">
                <a:tc>
                  <a:txBody>
                    <a:bodyPr/>
                    <a:lstStyle/>
                    <a:p>
                      <a:pPr algn="ctr"/>
                      <a:r>
                        <a:rPr lang="en-VN" sz="250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a:r>
                        <a:rPr lang="en-VN" sz="250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a:r>
                        <a:rPr lang="en-VN" sz="250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a:r>
                        <a:rPr lang="en-VN" sz="2500"/>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a:r>
                        <a:rPr lang="en-VN" sz="2500"/>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a:r>
                        <a:rPr lang="en-VN" sz="2500"/>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a:r>
                        <a:rPr lang="en-VN" sz="2500"/>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extLst>
                  <a:ext uri="{0D108BD9-81ED-4DB2-BD59-A6C34878D82A}">
                    <a16:rowId xmlns:a16="http://schemas.microsoft.com/office/drawing/2014/main" val="4065234812"/>
                  </a:ext>
                </a:extLst>
              </a:tr>
              <a:tr h="540000">
                <a:tc>
                  <a:txBody>
                    <a:bodyPr/>
                    <a:lstStyle/>
                    <a:p>
                      <a:pPr algn="ctr"/>
                      <a:r>
                        <a:rPr lang="en-VN" sz="2500" b="1"/>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VN" sz="2500" b="1"/>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VN" sz="2500" b="1"/>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VN" sz="2500" b="1"/>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VN" sz="2500" b="1"/>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VN" sz="2500" b="1"/>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VN" sz="2500" b="1"/>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319961516"/>
                  </a:ext>
                </a:extLst>
              </a:tr>
            </a:tbl>
          </a:graphicData>
        </a:graphic>
      </p:graphicFrame>
      <p:sp>
        <p:nvSpPr>
          <p:cNvPr id="12" name="Cube 11">
            <a:extLst>
              <a:ext uri="{FF2B5EF4-FFF2-40B4-BE49-F238E27FC236}">
                <a16:creationId xmlns:a16="http://schemas.microsoft.com/office/drawing/2014/main" id="{4FCF6A7F-70C8-7542-A94B-B4B46FF04462}"/>
              </a:ext>
            </a:extLst>
          </p:cNvPr>
          <p:cNvSpPr/>
          <p:nvPr/>
        </p:nvSpPr>
        <p:spPr>
          <a:xfrm>
            <a:off x="751003" y="3865418"/>
            <a:ext cx="1063942" cy="963000"/>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VN" sz="2500" b="1"/>
              <a:t>a</a:t>
            </a:r>
          </a:p>
        </p:txBody>
      </p:sp>
      <p:cxnSp>
        <p:nvCxnSpPr>
          <p:cNvPr id="29" name="Curved Connector 28">
            <a:extLst>
              <a:ext uri="{FF2B5EF4-FFF2-40B4-BE49-F238E27FC236}">
                <a16:creationId xmlns:a16="http://schemas.microsoft.com/office/drawing/2014/main" id="{B3AA4C92-B0FB-7A4D-881A-BF96CBEA46CA}"/>
              </a:ext>
            </a:extLst>
          </p:cNvPr>
          <p:cNvCxnSpPr>
            <a:cxnSpLocks/>
            <a:stCxn id="12" idx="5"/>
            <a:endCxn id="10" idx="1"/>
          </p:cNvCxnSpPr>
          <p:nvPr/>
        </p:nvCxnSpPr>
        <p:spPr>
          <a:xfrm flipV="1">
            <a:off x="1814945" y="3919932"/>
            <a:ext cx="803589" cy="306611"/>
          </a:xfrm>
          <a:prstGeom prst="curvedConnector3">
            <a:avLst>
              <a:gd name="adj1" fmla="val 50000"/>
            </a:avLst>
          </a:prstGeom>
          <a:ln w="28575">
            <a:solidFill>
              <a:srgbClr val="FF623C"/>
            </a:solidFill>
            <a:tailEnd type="triangle"/>
          </a:ln>
        </p:spPr>
        <p:style>
          <a:lnRef idx="1">
            <a:schemeClr val="dk1"/>
          </a:lnRef>
          <a:fillRef idx="0">
            <a:schemeClr val="dk1"/>
          </a:fillRef>
          <a:effectRef idx="0">
            <a:schemeClr val="dk1"/>
          </a:effectRef>
          <a:fontRef idx="minor">
            <a:schemeClr val="tx1"/>
          </a:fontRef>
        </p:style>
      </p:cxnSp>
      <p:sp>
        <p:nvSpPr>
          <p:cNvPr id="41" name="Line Callout 1 40">
            <a:extLst>
              <a:ext uri="{FF2B5EF4-FFF2-40B4-BE49-F238E27FC236}">
                <a16:creationId xmlns:a16="http://schemas.microsoft.com/office/drawing/2014/main" id="{B1D62F15-C26F-5444-89D0-544192A4DD6C}"/>
              </a:ext>
            </a:extLst>
          </p:cNvPr>
          <p:cNvSpPr/>
          <p:nvPr/>
        </p:nvSpPr>
        <p:spPr>
          <a:xfrm>
            <a:off x="7694455" y="3305450"/>
            <a:ext cx="1063942" cy="370840"/>
          </a:xfrm>
          <a:prstGeom prst="borderCallout1">
            <a:avLst>
              <a:gd name="adj1" fmla="val 54148"/>
              <a:gd name="adj2" fmla="val 680"/>
              <a:gd name="adj3" fmla="val 84486"/>
              <a:gd name="adj4" fmla="val -122510"/>
            </a:avLst>
          </a:prstGeom>
          <a:ln/>
        </p:spPr>
        <p:style>
          <a:lnRef idx="1">
            <a:schemeClr val="accent2"/>
          </a:lnRef>
          <a:fillRef idx="2">
            <a:schemeClr val="accent2"/>
          </a:fillRef>
          <a:effectRef idx="1">
            <a:schemeClr val="accent2"/>
          </a:effectRef>
          <a:fontRef idx="minor">
            <a:schemeClr val="dk1"/>
          </a:fontRef>
        </p:style>
        <p:txBody>
          <a:bodyPr rtlCol="0" anchor="ctr"/>
          <a:lstStyle/>
          <a:p>
            <a:pPr algn="ctr"/>
            <a:r>
              <a:rPr lang="vi-VN" sz="2000" dirty="0">
                <a:solidFill>
                  <a:schemeClr val="tx1"/>
                </a:solidFill>
                <a:latin typeface="Consolas" pitchFamily="49" charset="0"/>
                <a:cs typeface="Consolas" pitchFamily="49" charset="0"/>
              </a:rPr>
              <a:t>index</a:t>
            </a:r>
            <a:endParaRPr lang="en-GB" sz="2000" dirty="0">
              <a:solidFill>
                <a:schemeClr val="tx1"/>
              </a:solidFill>
              <a:latin typeface="Consolas" pitchFamily="49" charset="0"/>
              <a:cs typeface="Consolas" pitchFamily="49" charset="0"/>
            </a:endParaRPr>
          </a:p>
        </p:txBody>
      </p:sp>
      <p:sp>
        <p:nvSpPr>
          <p:cNvPr id="42" name="Line Callout 1 41">
            <a:extLst>
              <a:ext uri="{FF2B5EF4-FFF2-40B4-BE49-F238E27FC236}">
                <a16:creationId xmlns:a16="http://schemas.microsoft.com/office/drawing/2014/main" id="{6C8107EE-D8B6-F843-AC4A-11F2C53C4AB6}"/>
              </a:ext>
            </a:extLst>
          </p:cNvPr>
          <p:cNvSpPr/>
          <p:nvPr/>
        </p:nvSpPr>
        <p:spPr>
          <a:xfrm>
            <a:off x="7694455" y="4105352"/>
            <a:ext cx="1063942" cy="370840"/>
          </a:xfrm>
          <a:prstGeom prst="borderCallout1">
            <a:avLst>
              <a:gd name="adj1" fmla="val 54148"/>
              <a:gd name="adj2" fmla="val 680"/>
              <a:gd name="adj3" fmla="val 30039"/>
              <a:gd name="adj4" fmla="val -119008"/>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r>
              <a:rPr lang="vi-VN" sz="2000" dirty="0">
                <a:solidFill>
                  <a:schemeClr val="tx1"/>
                </a:solidFill>
                <a:latin typeface="Consolas" pitchFamily="49" charset="0"/>
                <a:cs typeface="Consolas" pitchFamily="49" charset="0"/>
              </a:rPr>
              <a:t>value</a:t>
            </a:r>
            <a:endParaRPr lang="en-GB" sz="2000" dirty="0">
              <a:solidFill>
                <a:schemeClr val="tx1"/>
              </a:solidFill>
              <a:latin typeface="Consolas" pitchFamily="49" charset="0"/>
              <a:cs typeface="Consolas" pitchFamily="49" charset="0"/>
            </a:endParaRPr>
          </a:p>
        </p:txBody>
      </p:sp>
      <p:sp>
        <p:nvSpPr>
          <p:cNvPr id="7" name="TextBox 6">
            <a:extLst>
              <a:ext uri="{FF2B5EF4-FFF2-40B4-BE49-F238E27FC236}">
                <a16:creationId xmlns:a16="http://schemas.microsoft.com/office/drawing/2014/main" id="{8F021581-1811-8FD6-2608-74DB70453AC7}"/>
              </a:ext>
            </a:extLst>
          </p:cNvPr>
          <p:cNvSpPr txBox="1"/>
          <p:nvPr/>
        </p:nvSpPr>
        <p:spPr>
          <a:xfrm>
            <a:off x="-1066800" y="2105891"/>
            <a:ext cx="184731" cy="369332"/>
          </a:xfrm>
          <a:prstGeom prst="rect">
            <a:avLst/>
          </a:prstGeom>
          <a:noFill/>
        </p:spPr>
        <p:txBody>
          <a:bodyPr wrap="none" rtlCol="0">
            <a:spAutoFit/>
          </a:bodyPr>
          <a:lstStyle/>
          <a:p>
            <a:endParaRPr lang="en-VN"/>
          </a:p>
        </p:txBody>
      </p:sp>
    </p:spTree>
    <p:extLst>
      <p:ext uri="{BB962C8B-B14F-4D97-AF65-F5344CB8AC3E}">
        <p14:creationId xmlns:p14="http://schemas.microsoft.com/office/powerpoint/2010/main" val="27939840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E5B212-AD2D-944A-A67E-766ADB8CB93E}"/>
              </a:ext>
            </a:extLst>
          </p:cNvPr>
          <p:cNvSpPr>
            <a:spLocks noGrp="1"/>
          </p:cNvSpPr>
          <p:nvPr>
            <p:ph type="title"/>
          </p:nvPr>
        </p:nvSpPr>
        <p:spPr/>
        <p:txBody>
          <a:bodyPr>
            <a:normAutofit fontScale="90000"/>
          </a:bodyPr>
          <a:lstStyle/>
          <a:p>
            <a:r>
              <a:rPr lang="vi-VN"/>
              <a:t>KHAI BÁO MẢNG MỘT CHIỀU</a:t>
            </a:r>
            <a:endParaRPr lang="en-VN"/>
          </a:p>
        </p:txBody>
      </p:sp>
      <p:sp>
        <p:nvSpPr>
          <p:cNvPr id="3" name="Content Placeholder 2">
            <a:extLst>
              <a:ext uri="{FF2B5EF4-FFF2-40B4-BE49-F238E27FC236}">
                <a16:creationId xmlns:a16="http://schemas.microsoft.com/office/drawing/2014/main" id="{2F79A472-2FBD-3246-8E1B-63302D150924}"/>
              </a:ext>
            </a:extLst>
          </p:cNvPr>
          <p:cNvSpPr>
            <a:spLocks noGrp="1"/>
          </p:cNvSpPr>
          <p:nvPr>
            <p:ph idx="1"/>
          </p:nvPr>
        </p:nvSpPr>
        <p:spPr/>
        <p:txBody>
          <a:bodyPr/>
          <a:lstStyle/>
          <a:p>
            <a:pPr algn="just"/>
            <a:r>
              <a:rPr lang="en-VN">
                <a:solidFill>
                  <a:srgbClr val="EF6822"/>
                </a:solidFill>
              </a:rPr>
              <a:t>Cú pháp</a:t>
            </a:r>
            <a:r>
              <a:rPr lang="en-VN"/>
              <a:t>: tương tự khai báo biến, dùng </a:t>
            </a:r>
            <a:r>
              <a:rPr lang="en-VN">
                <a:solidFill>
                  <a:srgbClr val="17459E"/>
                </a:solidFill>
              </a:rPr>
              <a:t>cặp dấu ngoặc vuông [ ] </a:t>
            </a:r>
            <a:r>
              <a:rPr lang="en-VN"/>
              <a:t>sau kiểu dữ liệu.</a:t>
            </a:r>
          </a:p>
          <a:p>
            <a:pPr marL="51435" indent="0" algn="just">
              <a:buNone/>
            </a:pPr>
            <a:endParaRPr lang="en-VN"/>
          </a:p>
          <a:p>
            <a:pPr marL="51435" indent="0" algn="just">
              <a:buNone/>
            </a:pPr>
            <a:endParaRPr lang="en-VN"/>
          </a:p>
          <a:p>
            <a:pPr marL="394335" indent="-342900" algn="just"/>
            <a:r>
              <a:rPr lang="en-VN"/>
              <a:t>Khi </a:t>
            </a:r>
            <a:r>
              <a:rPr lang="en-VN">
                <a:solidFill>
                  <a:srgbClr val="EF6822"/>
                </a:solidFill>
              </a:rPr>
              <a:t>chưa được khởi tạo </a:t>
            </a:r>
            <a:r>
              <a:rPr lang="en-VN"/>
              <a:t>các biến mảng </a:t>
            </a:r>
            <a:r>
              <a:rPr lang="en-VN" i="1"/>
              <a:t>(kiểu tham chiếu) </a:t>
            </a:r>
            <a:r>
              <a:rPr lang="en-VN"/>
              <a:t>có giá trị </a:t>
            </a:r>
            <a:r>
              <a:rPr lang="en-VN">
                <a:solidFill>
                  <a:srgbClr val="0432FF"/>
                </a:solidFill>
                <a:highlight>
                  <a:srgbClr val="FFFF00"/>
                </a:highlight>
              </a:rPr>
              <a:t>null</a:t>
            </a:r>
          </a:p>
          <a:p>
            <a:pPr marL="51435" indent="0" algn="just">
              <a:buNone/>
            </a:pPr>
            <a:endParaRPr lang="en-VN"/>
          </a:p>
        </p:txBody>
      </p:sp>
      <p:sp>
        <p:nvSpPr>
          <p:cNvPr id="4" name="Footer Placeholder 3">
            <a:extLst>
              <a:ext uri="{FF2B5EF4-FFF2-40B4-BE49-F238E27FC236}">
                <a16:creationId xmlns:a16="http://schemas.microsoft.com/office/drawing/2014/main" id="{FF824937-E194-774C-908B-A4198DB8D551}"/>
              </a:ext>
            </a:extLst>
          </p:cNvPr>
          <p:cNvSpPr>
            <a:spLocks noGrp="1"/>
          </p:cNvSpPr>
          <p:nvPr>
            <p:ph type="ftr" sz="quarter" idx="11"/>
          </p:nvPr>
        </p:nvSpPr>
        <p:spPr/>
        <p:txBody>
          <a:bodyPr/>
          <a:lstStyle/>
          <a:p>
            <a:r>
              <a:rPr lang="vi-VN" dirty="0"/>
              <a:t>Bài 6: Mảng một chiều</a:t>
            </a:r>
            <a:endParaRPr lang="en-US" dirty="0"/>
          </a:p>
        </p:txBody>
      </p:sp>
      <p:sp>
        <p:nvSpPr>
          <p:cNvPr id="5" name="Slide Number Placeholder 4">
            <a:extLst>
              <a:ext uri="{FF2B5EF4-FFF2-40B4-BE49-F238E27FC236}">
                <a16:creationId xmlns:a16="http://schemas.microsoft.com/office/drawing/2014/main" id="{5B1A593B-30A3-6A4F-9FA4-0E2499313B99}"/>
              </a:ext>
            </a:extLst>
          </p:cNvPr>
          <p:cNvSpPr>
            <a:spLocks noGrp="1"/>
          </p:cNvSpPr>
          <p:nvPr>
            <p:ph type="sldNum" sz="quarter" idx="12"/>
          </p:nvPr>
        </p:nvSpPr>
        <p:spPr/>
        <p:txBody>
          <a:bodyPr/>
          <a:lstStyle/>
          <a:p>
            <a:fld id="{1AD93096-5B34-4342-9326-69289CEAE4C2}" type="slidenum">
              <a:rPr lang="en-US" smtClean="0"/>
              <a:pPr/>
              <a:t>6</a:t>
            </a:fld>
            <a:endParaRPr lang="en-US" dirty="0"/>
          </a:p>
        </p:txBody>
      </p:sp>
      <p:sp>
        <p:nvSpPr>
          <p:cNvPr id="6" name="Content Placeholder 5">
            <a:extLst>
              <a:ext uri="{FF2B5EF4-FFF2-40B4-BE49-F238E27FC236}">
                <a16:creationId xmlns:a16="http://schemas.microsoft.com/office/drawing/2014/main" id="{67B4B4E7-46DA-7546-8C47-70AF13CDAC1A}"/>
              </a:ext>
            </a:extLst>
          </p:cNvPr>
          <p:cNvSpPr txBox="1">
            <a:spLocks/>
          </p:cNvSpPr>
          <p:nvPr/>
        </p:nvSpPr>
        <p:spPr>
          <a:xfrm>
            <a:off x="2537774" y="1905356"/>
            <a:ext cx="4068452" cy="576064"/>
          </a:xfrm>
          <a:prstGeom prst="rect">
            <a:avLst/>
          </a:prstGeom>
        </p:spPr>
        <p:style>
          <a:lnRef idx="2">
            <a:schemeClr val="accent2"/>
          </a:lnRef>
          <a:fillRef idx="1">
            <a:schemeClr val="lt1"/>
          </a:fillRef>
          <a:effectRef idx="0">
            <a:schemeClr val="accent2"/>
          </a:effectRef>
          <a:fontRef idx="minor">
            <a:schemeClr val="dk1"/>
          </a:fontRef>
        </p:style>
        <p:txBody>
          <a:bodyPr>
            <a:noAutofit/>
          </a:bodyPr>
          <a:lstStyle>
            <a:lvl1pPr marL="308610" indent="-257175" algn="l" rtl="0" eaLnBrk="1" latinLnBrk="0" hangingPunct="1">
              <a:spcBef>
                <a:spcPts val="525"/>
              </a:spcBef>
              <a:buSzPct val="95000"/>
              <a:buFont typeface="Wingdings"/>
              <a:buChar char=""/>
              <a:defRPr sz="1500" kern="1200" spc="0">
                <a:solidFill>
                  <a:schemeClr val="tx1"/>
                </a:solidFill>
                <a:latin typeface="+mn-lt"/>
                <a:ea typeface="+mn-ea"/>
                <a:cs typeface="Arial" pitchFamily="34" charset="0"/>
              </a:defRPr>
            </a:lvl1pPr>
            <a:lvl2pPr marL="555498" indent="-214313" algn="l" rtl="0" eaLnBrk="1" latinLnBrk="0" hangingPunct="1">
              <a:spcBef>
                <a:spcPct val="20000"/>
              </a:spcBef>
              <a:buClr>
                <a:schemeClr val="accent2"/>
              </a:buClr>
              <a:buSzPct val="90000"/>
              <a:buFont typeface="Wingdings"/>
              <a:buChar char=""/>
              <a:defRPr sz="1350" kern="1200" spc="0">
                <a:solidFill>
                  <a:schemeClr val="tx1"/>
                </a:solidFill>
                <a:latin typeface="+mn-lt"/>
                <a:ea typeface="+mn-ea"/>
                <a:cs typeface="Arial" pitchFamily="34" charset="0"/>
              </a:defRPr>
            </a:lvl2pPr>
            <a:lvl3pPr marL="747522" indent="-171450" algn="l" rtl="0" eaLnBrk="1" latinLnBrk="0" hangingPunct="1">
              <a:spcBef>
                <a:spcPct val="20000"/>
              </a:spcBef>
              <a:buClr>
                <a:schemeClr val="accent2"/>
              </a:buClr>
              <a:buFont typeface="Wingdings 2"/>
              <a:buChar char=""/>
              <a:defRPr sz="1200" kern="1200" spc="0">
                <a:solidFill>
                  <a:schemeClr val="tx1"/>
                </a:solidFill>
                <a:latin typeface="+mn-lt"/>
                <a:ea typeface="+mn-ea"/>
                <a:cs typeface="Arial" pitchFamily="34" charset="0"/>
              </a:defRPr>
            </a:lvl3pPr>
            <a:lvl4pPr marL="946404" indent="-171450" algn="l" rtl="0" eaLnBrk="1" latinLnBrk="0" hangingPunct="1">
              <a:spcBef>
                <a:spcPct val="20000"/>
              </a:spcBef>
              <a:buClr>
                <a:schemeClr val="accent3"/>
              </a:buClr>
              <a:buFont typeface="Wingdings 3"/>
              <a:buChar char=""/>
              <a:defRPr sz="1200" kern="1200" spc="0">
                <a:solidFill>
                  <a:schemeClr val="tx1"/>
                </a:solidFill>
                <a:latin typeface="+mn-lt"/>
                <a:ea typeface="+mn-ea"/>
                <a:cs typeface="Arial" pitchFamily="34" charset="0"/>
              </a:defRPr>
            </a:lvl4pPr>
            <a:lvl5pPr marL="1110996" indent="-157734" algn="l" rtl="0" eaLnBrk="1" latinLnBrk="0" hangingPunct="1">
              <a:spcBef>
                <a:spcPct val="20000"/>
              </a:spcBef>
              <a:buClr>
                <a:schemeClr val="accent3"/>
              </a:buClr>
              <a:buFont typeface="Wingdings 2"/>
              <a:buChar char=""/>
              <a:defRPr sz="1050" kern="1200" spc="0">
                <a:solidFill>
                  <a:schemeClr val="tx1"/>
                </a:solidFill>
                <a:latin typeface="+mn-lt"/>
                <a:ea typeface="+mn-ea"/>
                <a:cs typeface="Arial" pitchFamily="34" charset="0"/>
              </a:defRPr>
            </a:lvl5pPr>
            <a:lvl6pPr marL="1282446" indent="-157734" algn="l" rtl="0" eaLnBrk="1" latinLnBrk="0" hangingPunct="1">
              <a:spcBef>
                <a:spcPct val="20000"/>
              </a:spcBef>
              <a:buClr>
                <a:schemeClr val="accent3"/>
              </a:buClr>
              <a:buFont typeface="Wingdings 2"/>
              <a:buChar char=""/>
              <a:defRPr sz="1350" kern="1200">
                <a:solidFill>
                  <a:schemeClr val="tx1"/>
                </a:solidFill>
                <a:latin typeface="+mn-lt"/>
                <a:ea typeface="+mn-ea"/>
                <a:cs typeface="+mn-cs"/>
              </a:defRPr>
            </a:lvl6pPr>
            <a:lvl7pPr marL="1426464"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7pPr>
            <a:lvl8pPr marL="1570482"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8pPr>
            <a:lvl9pPr marL="1714500"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9pPr>
            <a:extLst/>
          </a:lstStyle>
          <a:p>
            <a:pPr marL="51435" indent="0" algn="ctr">
              <a:spcBef>
                <a:spcPts val="0"/>
              </a:spcBef>
              <a:buNone/>
            </a:pPr>
            <a:r>
              <a:rPr lang="en-US" sz="3000">
                <a:solidFill>
                  <a:srgbClr val="0432FF"/>
                </a:solidFill>
                <a:latin typeface="Consolas" panose="020B0609020204030204" pitchFamily="49" charset="0"/>
              </a:rPr>
              <a:t>type[]</a:t>
            </a:r>
            <a:r>
              <a:rPr lang="en-US" sz="3000">
                <a:solidFill>
                  <a:schemeClr val="bg1"/>
                </a:solidFill>
                <a:latin typeface="Consolas" panose="020B0609020204030204" pitchFamily="49" charset="0"/>
              </a:rPr>
              <a:t> </a:t>
            </a:r>
            <a:r>
              <a:rPr lang="en-US" sz="3000">
                <a:solidFill>
                  <a:schemeClr val="accent6">
                    <a:lumMod val="75000"/>
                  </a:schemeClr>
                </a:solidFill>
                <a:latin typeface="Consolas" panose="020B0609020204030204" pitchFamily="49" charset="0"/>
              </a:rPr>
              <a:t>arrayName</a:t>
            </a:r>
            <a:r>
              <a:rPr lang="en-US" sz="3000">
                <a:latin typeface="Consolas" panose="020B0609020204030204" pitchFamily="49" charset="0"/>
                <a:cs typeface="Consolas" panose="020B0609020204030204" pitchFamily="49" charset="0"/>
              </a:rPr>
              <a:t>;</a:t>
            </a:r>
            <a:endParaRPr lang="en-US" sz="3000">
              <a:latin typeface="Consolas" panose="020B0609020204030204" pitchFamily="49" charset="0"/>
            </a:endParaRPr>
          </a:p>
        </p:txBody>
      </p:sp>
      <p:sp>
        <p:nvSpPr>
          <p:cNvPr id="7" name="Cube 6">
            <a:extLst>
              <a:ext uri="{FF2B5EF4-FFF2-40B4-BE49-F238E27FC236}">
                <a16:creationId xmlns:a16="http://schemas.microsoft.com/office/drawing/2014/main" id="{13CC31FF-BDDF-8B3A-C72D-D41DC41BFA51}"/>
              </a:ext>
            </a:extLst>
          </p:cNvPr>
          <p:cNvSpPr/>
          <p:nvPr/>
        </p:nvSpPr>
        <p:spPr>
          <a:xfrm>
            <a:off x="4275702" y="3725513"/>
            <a:ext cx="1063942" cy="963000"/>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VN" b="1"/>
              <a:t>nums</a:t>
            </a:r>
          </a:p>
        </p:txBody>
      </p:sp>
      <p:sp>
        <p:nvSpPr>
          <p:cNvPr id="8" name="Cube 7">
            <a:extLst>
              <a:ext uri="{FF2B5EF4-FFF2-40B4-BE49-F238E27FC236}">
                <a16:creationId xmlns:a16="http://schemas.microsoft.com/office/drawing/2014/main" id="{4B5124AA-4F31-2B58-E1BC-2047A4BAFD7D}"/>
              </a:ext>
            </a:extLst>
          </p:cNvPr>
          <p:cNvSpPr/>
          <p:nvPr/>
        </p:nvSpPr>
        <p:spPr>
          <a:xfrm>
            <a:off x="5371519" y="5243390"/>
            <a:ext cx="1063942" cy="963000"/>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VN" b="1"/>
              <a:t>scores</a:t>
            </a:r>
          </a:p>
        </p:txBody>
      </p:sp>
      <p:sp>
        <p:nvSpPr>
          <p:cNvPr id="9" name="Cube 8">
            <a:extLst>
              <a:ext uri="{FF2B5EF4-FFF2-40B4-BE49-F238E27FC236}">
                <a16:creationId xmlns:a16="http://schemas.microsoft.com/office/drawing/2014/main" id="{975CD6BF-D05A-0752-B8CB-7C828240CA22}"/>
              </a:ext>
            </a:extLst>
          </p:cNvPr>
          <p:cNvSpPr/>
          <p:nvPr/>
        </p:nvSpPr>
        <p:spPr>
          <a:xfrm>
            <a:off x="6635177" y="4021015"/>
            <a:ext cx="1063942" cy="963000"/>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t>check</a:t>
            </a:r>
            <a:endParaRPr lang="en-VN" b="1"/>
          </a:p>
        </p:txBody>
      </p:sp>
      <p:cxnSp>
        <p:nvCxnSpPr>
          <p:cNvPr id="10" name="Curved Connector 9">
            <a:extLst>
              <a:ext uri="{FF2B5EF4-FFF2-40B4-BE49-F238E27FC236}">
                <a16:creationId xmlns:a16="http://schemas.microsoft.com/office/drawing/2014/main" id="{01AB7F0B-B237-E12C-1804-87D95702617B}"/>
              </a:ext>
            </a:extLst>
          </p:cNvPr>
          <p:cNvCxnSpPr>
            <a:cxnSpLocks/>
            <a:stCxn id="7" idx="5"/>
          </p:cNvCxnSpPr>
          <p:nvPr/>
        </p:nvCxnSpPr>
        <p:spPr>
          <a:xfrm flipV="1">
            <a:off x="5339644" y="3861230"/>
            <a:ext cx="694445" cy="225408"/>
          </a:xfrm>
          <a:prstGeom prst="curvedConnector3">
            <a:avLst>
              <a:gd name="adj1" fmla="val 50000"/>
            </a:avLst>
          </a:prstGeom>
          <a:ln w="28575">
            <a:solidFill>
              <a:srgbClr val="FF623C"/>
            </a:solidFill>
            <a:tailEnd type="triangle"/>
          </a:ln>
        </p:spPr>
        <p:style>
          <a:lnRef idx="1">
            <a:schemeClr val="dk1"/>
          </a:lnRef>
          <a:fillRef idx="0">
            <a:schemeClr val="dk1"/>
          </a:fillRef>
          <a:effectRef idx="0">
            <a:schemeClr val="dk1"/>
          </a:effectRef>
          <a:fontRef idx="minor">
            <a:schemeClr val="tx1"/>
          </a:fontRef>
        </p:style>
      </p:cxnSp>
      <p:sp>
        <p:nvSpPr>
          <p:cNvPr id="12" name="TextBox 11">
            <a:extLst>
              <a:ext uri="{FF2B5EF4-FFF2-40B4-BE49-F238E27FC236}">
                <a16:creationId xmlns:a16="http://schemas.microsoft.com/office/drawing/2014/main" id="{55CE9BB1-D419-E6E0-63FB-0CD5DDA53611}"/>
              </a:ext>
            </a:extLst>
          </p:cNvPr>
          <p:cNvSpPr txBox="1"/>
          <p:nvPr/>
        </p:nvSpPr>
        <p:spPr>
          <a:xfrm>
            <a:off x="5966191" y="3651683"/>
            <a:ext cx="534121" cy="369332"/>
          </a:xfrm>
          <a:prstGeom prst="rect">
            <a:avLst/>
          </a:prstGeom>
          <a:noFill/>
        </p:spPr>
        <p:txBody>
          <a:bodyPr wrap="none" rtlCol="0">
            <a:spAutoFit/>
          </a:bodyPr>
          <a:lstStyle/>
          <a:p>
            <a:r>
              <a:rPr lang="en-VN">
                <a:solidFill>
                  <a:srgbClr val="0432FF"/>
                </a:solidFill>
              </a:rPr>
              <a:t>null</a:t>
            </a:r>
          </a:p>
        </p:txBody>
      </p:sp>
      <p:cxnSp>
        <p:nvCxnSpPr>
          <p:cNvPr id="13" name="Curved Connector 12">
            <a:extLst>
              <a:ext uri="{FF2B5EF4-FFF2-40B4-BE49-F238E27FC236}">
                <a16:creationId xmlns:a16="http://schemas.microsoft.com/office/drawing/2014/main" id="{BEA8C71E-802A-37D9-60EC-34332EA4712F}"/>
              </a:ext>
            </a:extLst>
          </p:cNvPr>
          <p:cNvCxnSpPr>
            <a:cxnSpLocks/>
            <a:stCxn id="8" idx="5"/>
          </p:cNvCxnSpPr>
          <p:nvPr/>
        </p:nvCxnSpPr>
        <p:spPr>
          <a:xfrm flipV="1">
            <a:off x="6435461" y="5375580"/>
            <a:ext cx="840498" cy="228935"/>
          </a:xfrm>
          <a:prstGeom prst="curvedConnector3">
            <a:avLst>
              <a:gd name="adj1" fmla="val 50000"/>
            </a:avLst>
          </a:prstGeom>
          <a:ln w="28575">
            <a:solidFill>
              <a:srgbClr val="FF623C"/>
            </a:solidFill>
            <a:tailEnd type="triangle"/>
          </a:ln>
        </p:spPr>
        <p:style>
          <a:lnRef idx="1">
            <a:schemeClr val="dk1"/>
          </a:lnRef>
          <a:fillRef idx="0">
            <a:schemeClr val="dk1"/>
          </a:fillRef>
          <a:effectRef idx="0">
            <a:schemeClr val="dk1"/>
          </a:effectRef>
          <a:fontRef idx="minor">
            <a:schemeClr val="tx1"/>
          </a:fontRef>
        </p:style>
      </p:cxnSp>
      <p:sp>
        <p:nvSpPr>
          <p:cNvPr id="15" name="TextBox 14">
            <a:extLst>
              <a:ext uri="{FF2B5EF4-FFF2-40B4-BE49-F238E27FC236}">
                <a16:creationId xmlns:a16="http://schemas.microsoft.com/office/drawing/2014/main" id="{60E74E8E-E9D6-4225-74D3-D3B0D06E4906}"/>
              </a:ext>
            </a:extLst>
          </p:cNvPr>
          <p:cNvSpPr txBox="1"/>
          <p:nvPr/>
        </p:nvSpPr>
        <p:spPr>
          <a:xfrm>
            <a:off x="7232097" y="5184581"/>
            <a:ext cx="534121" cy="369332"/>
          </a:xfrm>
          <a:prstGeom prst="rect">
            <a:avLst/>
          </a:prstGeom>
          <a:noFill/>
        </p:spPr>
        <p:txBody>
          <a:bodyPr wrap="none" rtlCol="0">
            <a:spAutoFit/>
          </a:bodyPr>
          <a:lstStyle/>
          <a:p>
            <a:r>
              <a:rPr lang="en-VN">
                <a:solidFill>
                  <a:srgbClr val="0432FF"/>
                </a:solidFill>
              </a:rPr>
              <a:t>null</a:t>
            </a:r>
          </a:p>
        </p:txBody>
      </p:sp>
      <p:sp>
        <p:nvSpPr>
          <p:cNvPr id="16" name="TextBox 15">
            <a:extLst>
              <a:ext uri="{FF2B5EF4-FFF2-40B4-BE49-F238E27FC236}">
                <a16:creationId xmlns:a16="http://schemas.microsoft.com/office/drawing/2014/main" id="{D77B478B-A088-35B2-52C2-B0165899816D}"/>
              </a:ext>
            </a:extLst>
          </p:cNvPr>
          <p:cNvSpPr txBox="1"/>
          <p:nvPr/>
        </p:nvSpPr>
        <p:spPr>
          <a:xfrm>
            <a:off x="8360066" y="4454015"/>
            <a:ext cx="534121" cy="369332"/>
          </a:xfrm>
          <a:prstGeom prst="rect">
            <a:avLst/>
          </a:prstGeom>
          <a:noFill/>
        </p:spPr>
        <p:txBody>
          <a:bodyPr wrap="none" rtlCol="0">
            <a:spAutoFit/>
          </a:bodyPr>
          <a:lstStyle/>
          <a:p>
            <a:r>
              <a:rPr lang="en-VN">
                <a:solidFill>
                  <a:srgbClr val="0432FF"/>
                </a:solidFill>
              </a:rPr>
              <a:t>null</a:t>
            </a:r>
          </a:p>
        </p:txBody>
      </p:sp>
      <p:cxnSp>
        <p:nvCxnSpPr>
          <p:cNvPr id="17" name="Curved Connector 16">
            <a:extLst>
              <a:ext uri="{FF2B5EF4-FFF2-40B4-BE49-F238E27FC236}">
                <a16:creationId xmlns:a16="http://schemas.microsoft.com/office/drawing/2014/main" id="{1B24249C-BA9D-43F4-53A6-C3B361E9851E}"/>
              </a:ext>
            </a:extLst>
          </p:cNvPr>
          <p:cNvCxnSpPr>
            <a:cxnSpLocks/>
            <a:stCxn id="9" idx="5"/>
          </p:cNvCxnSpPr>
          <p:nvPr/>
        </p:nvCxnSpPr>
        <p:spPr>
          <a:xfrm>
            <a:off x="7699119" y="4382140"/>
            <a:ext cx="729221" cy="256541"/>
          </a:xfrm>
          <a:prstGeom prst="curvedConnector3">
            <a:avLst>
              <a:gd name="adj1" fmla="val 50000"/>
            </a:avLst>
          </a:prstGeom>
          <a:ln w="28575">
            <a:solidFill>
              <a:srgbClr val="FF623C"/>
            </a:solidFill>
            <a:tailEnd type="triangle"/>
          </a:ln>
        </p:spPr>
        <p:style>
          <a:lnRef idx="1">
            <a:schemeClr val="dk1"/>
          </a:lnRef>
          <a:fillRef idx="0">
            <a:schemeClr val="dk1"/>
          </a:fillRef>
          <a:effectRef idx="0">
            <a:schemeClr val="dk1"/>
          </a:effectRef>
          <a:fontRef idx="minor">
            <a:schemeClr val="tx1"/>
          </a:fontRef>
        </p:style>
      </p:cxnSp>
      <p:sp>
        <p:nvSpPr>
          <p:cNvPr id="20" name="Content Placeholder 5">
            <a:extLst>
              <a:ext uri="{FF2B5EF4-FFF2-40B4-BE49-F238E27FC236}">
                <a16:creationId xmlns:a16="http://schemas.microsoft.com/office/drawing/2014/main" id="{8DC19ECF-498D-50AD-90B6-3B5586A64E5C}"/>
              </a:ext>
            </a:extLst>
          </p:cNvPr>
          <p:cNvSpPr txBox="1">
            <a:spLocks/>
          </p:cNvSpPr>
          <p:nvPr/>
        </p:nvSpPr>
        <p:spPr>
          <a:xfrm>
            <a:off x="146747" y="3788524"/>
            <a:ext cx="3695284" cy="2262368"/>
          </a:xfrm>
          <a:prstGeom prst="rect">
            <a:avLst/>
          </a:prstGeom>
        </p:spPr>
        <p:style>
          <a:lnRef idx="2">
            <a:schemeClr val="accent2"/>
          </a:lnRef>
          <a:fillRef idx="1">
            <a:schemeClr val="lt1"/>
          </a:fillRef>
          <a:effectRef idx="0">
            <a:schemeClr val="accent2"/>
          </a:effectRef>
          <a:fontRef idx="minor">
            <a:schemeClr val="dk1"/>
          </a:fontRef>
        </p:style>
        <p:txBody>
          <a:bodyPr>
            <a:noAutofit/>
          </a:bodyPr>
          <a:lstStyle>
            <a:lvl1pPr marL="308610" indent="-257175" algn="l" rtl="0" eaLnBrk="1" latinLnBrk="0" hangingPunct="1">
              <a:spcBef>
                <a:spcPts val="525"/>
              </a:spcBef>
              <a:buSzPct val="95000"/>
              <a:buFont typeface="Wingdings"/>
              <a:buChar char=""/>
              <a:defRPr sz="1500" kern="1200" spc="0">
                <a:solidFill>
                  <a:schemeClr val="tx1"/>
                </a:solidFill>
                <a:latin typeface="+mn-lt"/>
                <a:ea typeface="+mn-ea"/>
                <a:cs typeface="Arial" pitchFamily="34" charset="0"/>
              </a:defRPr>
            </a:lvl1pPr>
            <a:lvl2pPr marL="555498" indent="-214313" algn="l" rtl="0" eaLnBrk="1" latinLnBrk="0" hangingPunct="1">
              <a:spcBef>
                <a:spcPct val="20000"/>
              </a:spcBef>
              <a:buClr>
                <a:schemeClr val="accent2"/>
              </a:buClr>
              <a:buSzPct val="90000"/>
              <a:buFont typeface="Wingdings"/>
              <a:buChar char=""/>
              <a:defRPr sz="1350" kern="1200" spc="0">
                <a:solidFill>
                  <a:schemeClr val="tx1"/>
                </a:solidFill>
                <a:latin typeface="+mn-lt"/>
                <a:ea typeface="+mn-ea"/>
                <a:cs typeface="Arial" pitchFamily="34" charset="0"/>
              </a:defRPr>
            </a:lvl2pPr>
            <a:lvl3pPr marL="747522" indent="-171450" algn="l" rtl="0" eaLnBrk="1" latinLnBrk="0" hangingPunct="1">
              <a:spcBef>
                <a:spcPct val="20000"/>
              </a:spcBef>
              <a:buClr>
                <a:schemeClr val="accent2"/>
              </a:buClr>
              <a:buFont typeface="Wingdings 2"/>
              <a:buChar char=""/>
              <a:defRPr sz="1200" kern="1200" spc="0">
                <a:solidFill>
                  <a:schemeClr val="tx1"/>
                </a:solidFill>
                <a:latin typeface="+mn-lt"/>
                <a:ea typeface="+mn-ea"/>
                <a:cs typeface="Arial" pitchFamily="34" charset="0"/>
              </a:defRPr>
            </a:lvl3pPr>
            <a:lvl4pPr marL="946404" indent="-171450" algn="l" rtl="0" eaLnBrk="1" latinLnBrk="0" hangingPunct="1">
              <a:spcBef>
                <a:spcPct val="20000"/>
              </a:spcBef>
              <a:buClr>
                <a:schemeClr val="accent3"/>
              </a:buClr>
              <a:buFont typeface="Wingdings 3"/>
              <a:buChar char=""/>
              <a:defRPr sz="1200" kern="1200" spc="0">
                <a:solidFill>
                  <a:schemeClr val="tx1"/>
                </a:solidFill>
                <a:latin typeface="+mn-lt"/>
                <a:ea typeface="+mn-ea"/>
                <a:cs typeface="Arial" pitchFamily="34" charset="0"/>
              </a:defRPr>
            </a:lvl4pPr>
            <a:lvl5pPr marL="1110996" indent="-157734" algn="l" rtl="0" eaLnBrk="1" latinLnBrk="0" hangingPunct="1">
              <a:spcBef>
                <a:spcPct val="20000"/>
              </a:spcBef>
              <a:buClr>
                <a:schemeClr val="accent3"/>
              </a:buClr>
              <a:buFont typeface="Wingdings 2"/>
              <a:buChar char=""/>
              <a:defRPr sz="1050" kern="1200" spc="0">
                <a:solidFill>
                  <a:schemeClr val="tx1"/>
                </a:solidFill>
                <a:latin typeface="+mn-lt"/>
                <a:ea typeface="+mn-ea"/>
                <a:cs typeface="Arial" pitchFamily="34" charset="0"/>
              </a:defRPr>
            </a:lvl5pPr>
            <a:lvl6pPr marL="1282446" indent="-157734" algn="l" rtl="0" eaLnBrk="1" latinLnBrk="0" hangingPunct="1">
              <a:spcBef>
                <a:spcPct val="20000"/>
              </a:spcBef>
              <a:buClr>
                <a:schemeClr val="accent3"/>
              </a:buClr>
              <a:buFont typeface="Wingdings 2"/>
              <a:buChar char=""/>
              <a:defRPr sz="1350" kern="1200">
                <a:solidFill>
                  <a:schemeClr val="tx1"/>
                </a:solidFill>
                <a:latin typeface="+mn-lt"/>
                <a:ea typeface="+mn-ea"/>
                <a:cs typeface="+mn-cs"/>
              </a:defRPr>
            </a:lvl6pPr>
            <a:lvl7pPr marL="1426464"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7pPr>
            <a:lvl8pPr marL="1570482"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8pPr>
            <a:lvl9pPr marL="1714500"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9pPr>
            <a:extLst/>
          </a:lstStyle>
          <a:p>
            <a:pPr marL="51435" indent="0" algn="just">
              <a:spcBef>
                <a:spcPts val="0"/>
              </a:spcBef>
              <a:buNone/>
            </a:pPr>
            <a:r>
              <a:rPr lang="en-US" sz="1600">
                <a:solidFill>
                  <a:srgbClr val="0000FF"/>
                </a:solidFill>
                <a:latin typeface="Consolas" panose="020B0609020204030204" pitchFamily="49" charset="0"/>
              </a:rPr>
              <a:t>static</a:t>
            </a:r>
            <a:r>
              <a:rPr lang="en-US" sz="1600">
                <a:latin typeface="Consolas" panose="020B0609020204030204" pitchFamily="49" charset="0"/>
              </a:rPr>
              <a:t> </a:t>
            </a:r>
            <a:r>
              <a:rPr lang="en-US" sz="1600">
                <a:solidFill>
                  <a:srgbClr val="0000FF"/>
                </a:solidFill>
                <a:latin typeface="Consolas" panose="020B0609020204030204" pitchFamily="49" charset="0"/>
              </a:rPr>
              <a:t>void</a:t>
            </a:r>
            <a:r>
              <a:rPr lang="en-US" sz="1600">
                <a:latin typeface="Consolas" panose="020B0609020204030204" pitchFamily="49" charset="0"/>
              </a:rPr>
              <a:t> </a:t>
            </a:r>
            <a:r>
              <a:rPr lang="en-US" sz="1600">
                <a:solidFill>
                  <a:srgbClr val="FEA400"/>
                </a:solidFill>
                <a:latin typeface="Consolas" panose="020B0609020204030204" pitchFamily="49" charset="0"/>
              </a:rPr>
              <a:t>Main</a:t>
            </a:r>
            <a:r>
              <a:rPr lang="en-US" sz="1600">
                <a:latin typeface="Consolas" panose="020B0609020204030204" pitchFamily="49" charset="0"/>
              </a:rPr>
              <a:t>(</a:t>
            </a:r>
            <a:r>
              <a:rPr lang="en-US" sz="1600">
                <a:solidFill>
                  <a:srgbClr val="0000FF"/>
                </a:solidFill>
                <a:latin typeface="Consolas" panose="020B0609020204030204" pitchFamily="49" charset="0"/>
              </a:rPr>
              <a:t>string</a:t>
            </a:r>
            <a:r>
              <a:rPr lang="en-US" sz="1600">
                <a:latin typeface="Consolas" panose="020B0609020204030204" pitchFamily="49" charset="0"/>
              </a:rPr>
              <a:t>[] args)</a:t>
            </a:r>
          </a:p>
          <a:p>
            <a:pPr marL="51435" indent="0" algn="just">
              <a:spcBef>
                <a:spcPts val="0"/>
              </a:spcBef>
              <a:buNone/>
            </a:pPr>
            <a:r>
              <a:rPr lang="en-US" sz="1600">
                <a:latin typeface="Consolas" panose="020B0609020204030204" pitchFamily="49" charset="0"/>
              </a:rPr>
              <a:t>{</a:t>
            </a:r>
          </a:p>
          <a:p>
            <a:pPr marL="51435" indent="0">
              <a:spcBef>
                <a:spcPts val="0"/>
              </a:spcBef>
              <a:buNone/>
            </a:pPr>
            <a:r>
              <a:rPr lang="en-US" sz="1600">
                <a:solidFill>
                  <a:srgbClr val="0432FF"/>
                </a:solidFill>
                <a:latin typeface="Consolas" panose="020B0609020204030204" pitchFamily="49" charset="0"/>
              </a:rPr>
              <a:t>   	int[]</a:t>
            </a:r>
            <a:r>
              <a:rPr lang="en-US" sz="1600">
                <a:solidFill>
                  <a:schemeClr val="bg1"/>
                </a:solidFill>
                <a:latin typeface="Consolas" panose="020B0609020204030204" pitchFamily="49" charset="0"/>
              </a:rPr>
              <a:t> </a:t>
            </a:r>
            <a:r>
              <a:rPr lang="en-US" sz="1600">
                <a:solidFill>
                  <a:schemeClr val="accent6">
                    <a:lumMod val="75000"/>
                  </a:schemeClr>
                </a:solidFill>
                <a:latin typeface="Consolas" panose="020B0609020204030204" pitchFamily="49" charset="0"/>
              </a:rPr>
              <a:t>nums</a:t>
            </a:r>
            <a:r>
              <a:rPr lang="en-US" sz="1600">
                <a:latin typeface="Consolas" panose="020B0609020204030204" pitchFamily="49" charset="0"/>
              </a:rPr>
              <a:t>;</a:t>
            </a:r>
          </a:p>
          <a:p>
            <a:pPr marL="51435" indent="0">
              <a:spcBef>
                <a:spcPts val="0"/>
              </a:spcBef>
              <a:buNone/>
            </a:pPr>
            <a:r>
              <a:rPr lang="en-US" sz="1600">
                <a:solidFill>
                  <a:srgbClr val="0432FF"/>
                </a:solidFill>
                <a:latin typeface="Consolas" panose="020B0609020204030204" pitchFamily="49" charset="0"/>
              </a:rPr>
              <a:t>   	</a:t>
            </a:r>
          </a:p>
          <a:p>
            <a:pPr marL="51435" indent="0">
              <a:spcBef>
                <a:spcPts val="0"/>
              </a:spcBef>
              <a:buNone/>
            </a:pPr>
            <a:r>
              <a:rPr lang="en-US" sz="1600">
                <a:solidFill>
                  <a:srgbClr val="0432FF"/>
                </a:solidFill>
                <a:latin typeface="Consolas" panose="020B0609020204030204" pitchFamily="49" charset="0"/>
              </a:rPr>
              <a:t>	double[]</a:t>
            </a:r>
            <a:r>
              <a:rPr lang="en-US" sz="1600">
                <a:solidFill>
                  <a:schemeClr val="bg1"/>
                </a:solidFill>
                <a:latin typeface="Consolas" panose="020B0609020204030204" pitchFamily="49" charset="0"/>
              </a:rPr>
              <a:t> </a:t>
            </a:r>
            <a:r>
              <a:rPr lang="en-US" sz="1600">
                <a:solidFill>
                  <a:schemeClr val="accent6">
                    <a:lumMod val="75000"/>
                  </a:schemeClr>
                </a:solidFill>
                <a:latin typeface="Consolas" panose="020B0609020204030204" pitchFamily="49" charset="0"/>
              </a:rPr>
              <a:t>scores</a:t>
            </a:r>
            <a:r>
              <a:rPr lang="en-US" sz="1600">
                <a:latin typeface="Consolas" panose="020B0609020204030204" pitchFamily="49" charset="0"/>
              </a:rPr>
              <a:t>;</a:t>
            </a:r>
          </a:p>
          <a:p>
            <a:pPr marL="51435" indent="0">
              <a:spcBef>
                <a:spcPts val="0"/>
              </a:spcBef>
              <a:buNone/>
            </a:pPr>
            <a:r>
              <a:rPr lang="en-US" sz="1600">
                <a:solidFill>
                  <a:srgbClr val="0432FF"/>
                </a:solidFill>
                <a:latin typeface="Consolas" panose="020B0609020204030204" pitchFamily="49" charset="0"/>
              </a:rPr>
              <a:t>   </a:t>
            </a:r>
            <a:endParaRPr lang="en-US" sz="1600">
              <a:latin typeface="Consolas" panose="020B0609020204030204" pitchFamily="49" charset="0"/>
            </a:endParaRPr>
          </a:p>
          <a:p>
            <a:pPr marL="51435" indent="0">
              <a:spcBef>
                <a:spcPts val="0"/>
              </a:spcBef>
              <a:buNone/>
            </a:pPr>
            <a:r>
              <a:rPr lang="en-US" sz="1600">
                <a:solidFill>
                  <a:srgbClr val="0432FF"/>
                </a:solidFill>
                <a:latin typeface="Consolas" panose="020B0609020204030204" pitchFamily="49" charset="0"/>
              </a:rPr>
              <a:t>	bool[]</a:t>
            </a:r>
            <a:r>
              <a:rPr lang="en-US" sz="1600">
                <a:solidFill>
                  <a:schemeClr val="bg1"/>
                </a:solidFill>
                <a:latin typeface="Consolas" panose="020B0609020204030204" pitchFamily="49" charset="0"/>
              </a:rPr>
              <a:t> </a:t>
            </a:r>
            <a:r>
              <a:rPr lang="en-US" sz="1600">
                <a:solidFill>
                  <a:schemeClr val="accent6">
                    <a:lumMod val="75000"/>
                  </a:schemeClr>
                </a:solidFill>
                <a:latin typeface="Consolas" panose="020B0609020204030204" pitchFamily="49" charset="0"/>
              </a:rPr>
              <a:t>check</a:t>
            </a:r>
            <a:r>
              <a:rPr lang="en-US" sz="1600">
                <a:latin typeface="Consolas" panose="020B0609020204030204" pitchFamily="49" charset="0"/>
              </a:rPr>
              <a:t>;</a:t>
            </a:r>
          </a:p>
          <a:p>
            <a:pPr marL="51435" indent="0">
              <a:spcBef>
                <a:spcPts val="0"/>
              </a:spcBef>
              <a:buNone/>
            </a:pPr>
            <a:r>
              <a:rPr lang="en-US" sz="1600">
                <a:solidFill>
                  <a:srgbClr val="0432FF"/>
                </a:solidFill>
                <a:latin typeface="Consolas" panose="020B0609020204030204" pitchFamily="49" charset="0"/>
              </a:rPr>
              <a:t>   	</a:t>
            </a:r>
            <a:endParaRPr lang="en-US" sz="1600">
              <a:latin typeface="Consolas" panose="020B0609020204030204" pitchFamily="49" charset="0"/>
            </a:endParaRPr>
          </a:p>
          <a:p>
            <a:pPr marL="51435" indent="0">
              <a:spcBef>
                <a:spcPts val="0"/>
              </a:spcBef>
              <a:buNone/>
            </a:pPr>
            <a:r>
              <a:rPr lang="en-US" sz="1600">
                <a:latin typeface="Consolas" panose="020B0609020204030204" pitchFamily="49" charset="0"/>
              </a:rPr>
              <a:t>}</a:t>
            </a:r>
          </a:p>
        </p:txBody>
      </p:sp>
    </p:spTree>
    <p:extLst>
      <p:ext uri="{BB962C8B-B14F-4D97-AF65-F5344CB8AC3E}">
        <p14:creationId xmlns:p14="http://schemas.microsoft.com/office/powerpoint/2010/main" val="11068010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E5B212-AD2D-944A-A67E-766ADB8CB93E}"/>
              </a:ext>
            </a:extLst>
          </p:cNvPr>
          <p:cNvSpPr>
            <a:spLocks noGrp="1"/>
          </p:cNvSpPr>
          <p:nvPr>
            <p:ph type="title"/>
          </p:nvPr>
        </p:nvSpPr>
        <p:spPr/>
        <p:txBody>
          <a:bodyPr>
            <a:normAutofit fontScale="90000"/>
          </a:bodyPr>
          <a:lstStyle/>
          <a:p>
            <a:r>
              <a:rPr lang="vi-VN"/>
              <a:t>KHỞI TẠO MẢNG MỘT CHIỀU</a:t>
            </a:r>
            <a:endParaRPr lang="en-VN"/>
          </a:p>
        </p:txBody>
      </p:sp>
      <p:sp>
        <p:nvSpPr>
          <p:cNvPr id="3" name="Content Placeholder 2">
            <a:extLst>
              <a:ext uri="{FF2B5EF4-FFF2-40B4-BE49-F238E27FC236}">
                <a16:creationId xmlns:a16="http://schemas.microsoft.com/office/drawing/2014/main" id="{2F79A472-2FBD-3246-8E1B-63302D150924}"/>
              </a:ext>
            </a:extLst>
          </p:cNvPr>
          <p:cNvSpPr>
            <a:spLocks noGrp="1"/>
          </p:cNvSpPr>
          <p:nvPr>
            <p:ph idx="1"/>
          </p:nvPr>
        </p:nvSpPr>
        <p:spPr/>
        <p:txBody>
          <a:bodyPr/>
          <a:lstStyle/>
          <a:p>
            <a:pPr algn="just"/>
            <a:r>
              <a:rPr lang="en-VN">
                <a:solidFill>
                  <a:srgbClr val="EF6822"/>
                </a:solidFill>
              </a:rPr>
              <a:t>Cú pháp:</a:t>
            </a:r>
            <a:endParaRPr lang="en-VN">
              <a:solidFill>
                <a:srgbClr val="EF6822"/>
              </a:solidFill>
              <a:highlight>
                <a:srgbClr val="FFFF00"/>
              </a:highlight>
            </a:endParaRPr>
          </a:p>
        </p:txBody>
      </p:sp>
      <p:sp>
        <p:nvSpPr>
          <p:cNvPr id="4" name="Footer Placeholder 3">
            <a:extLst>
              <a:ext uri="{FF2B5EF4-FFF2-40B4-BE49-F238E27FC236}">
                <a16:creationId xmlns:a16="http://schemas.microsoft.com/office/drawing/2014/main" id="{FF824937-E194-774C-908B-A4198DB8D551}"/>
              </a:ext>
            </a:extLst>
          </p:cNvPr>
          <p:cNvSpPr>
            <a:spLocks noGrp="1"/>
          </p:cNvSpPr>
          <p:nvPr>
            <p:ph type="ftr" sz="quarter" idx="11"/>
          </p:nvPr>
        </p:nvSpPr>
        <p:spPr/>
        <p:txBody>
          <a:bodyPr/>
          <a:lstStyle/>
          <a:p>
            <a:r>
              <a:rPr lang="vi-VN" dirty="0"/>
              <a:t>Bài 6: Mảng một chiều</a:t>
            </a:r>
            <a:endParaRPr lang="en-US" dirty="0"/>
          </a:p>
        </p:txBody>
      </p:sp>
      <p:sp>
        <p:nvSpPr>
          <p:cNvPr id="5" name="Content Placeholder 5">
            <a:extLst>
              <a:ext uri="{FF2B5EF4-FFF2-40B4-BE49-F238E27FC236}">
                <a16:creationId xmlns:a16="http://schemas.microsoft.com/office/drawing/2014/main" id="{A9223618-785F-954A-A58D-438CDAB0F964}"/>
              </a:ext>
            </a:extLst>
          </p:cNvPr>
          <p:cNvSpPr txBox="1">
            <a:spLocks/>
          </p:cNvSpPr>
          <p:nvPr/>
        </p:nvSpPr>
        <p:spPr>
          <a:xfrm>
            <a:off x="318061" y="1875800"/>
            <a:ext cx="3888432" cy="4387281"/>
          </a:xfrm>
          <a:prstGeom prst="rect">
            <a:avLst/>
          </a:prstGeom>
        </p:spPr>
        <p:style>
          <a:lnRef idx="2">
            <a:schemeClr val="accent2"/>
          </a:lnRef>
          <a:fillRef idx="1">
            <a:schemeClr val="lt1"/>
          </a:fillRef>
          <a:effectRef idx="0">
            <a:schemeClr val="accent2"/>
          </a:effectRef>
          <a:fontRef idx="minor">
            <a:schemeClr val="dk1"/>
          </a:fontRef>
        </p:style>
        <p:txBody>
          <a:bodyPr>
            <a:noAutofit/>
          </a:bodyPr>
          <a:lstStyle>
            <a:lvl1pPr marL="308610" indent="-257175" algn="l" rtl="0" eaLnBrk="1" latinLnBrk="0" hangingPunct="1">
              <a:spcBef>
                <a:spcPts val="525"/>
              </a:spcBef>
              <a:buSzPct val="95000"/>
              <a:buFont typeface="Wingdings"/>
              <a:buChar char=""/>
              <a:defRPr sz="1500" kern="1200" spc="0">
                <a:solidFill>
                  <a:schemeClr val="tx1"/>
                </a:solidFill>
                <a:latin typeface="+mn-lt"/>
                <a:ea typeface="+mn-ea"/>
                <a:cs typeface="Arial" pitchFamily="34" charset="0"/>
              </a:defRPr>
            </a:lvl1pPr>
            <a:lvl2pPr marL="555498" indent="-214313" algn="l" rtl="0" eaLnBrk="1" latinLnBrk="0" hangingPunct="1">
              <a:spcBef>
                <a:spcPct val="20000"/>
              </a:spcBef>
              <a:buClr>
                <a:schemeClr val="accent2"/>
              </a:buClr>
              <a:buSzPct val="90000"/>
              <a:buFont typeface="Wingdings"/>
              <a:buChar char=""/>
              <a:defRPr sz="1350" kern="1200" spc="0">
                <a:solidFill>
                  <a:schemeClr val="tx1"/>
                </a:solidFill>
                <a:latin typeface="+mn-lt"/>
                <a:ea typeface="+mn-ea"/>
                <a:cs typeface="Arial" pitchFamily="34" charset="0"/>
              </a:defRPr>
            </a:lvl2pPr>
            <a:lvl3pPr marL="747522" indent="-171450" algn="l" rtl="0" eaLnBrk="1" latinLnBrk="0" hangingPunct="1">
              <a:spcBef>
                <a:spcPct val="20000"/>
              </a:spcBef>
              <a:buClr>
                <a:schemeClr val="accent2"/>
              </a:buClr>
              <a:buFont typeface="Wingdings 2"/>
              <a:buChar char=""/>
              <a:defRPr sz="1200" kern="1200" spc="0">
                <a:solidFill>
                  <a:schemeClr val="tx1"/>
                </a:solidFill>
                <a:latin typeface="+mn-lt"/>
                <a:ea typeface="+mn-ea"/>
                <a:cs typeface="Arial" pitchFamily="34" charset="0"/>
              </a:defRPr>
            </a:lvl3pPr>
            <a:lvl4pPr marL="946404" indent="-171450" algn="l" rtl="0" eaLnBrk="1" latinLnBrk="0" hangingPunct="1">
              <a:spcBef>
                <a:spcPct val="20000"/>
              </a:spcBef>
              <a:buClr>
                <a:schemeClr val="accent3"/>
              </a:buClr>
              <a:buFont typeface="Wingdings 3"/>
              <a:buChar char=""/>
              <a:defRPr sz="1200" kern="1200" spc="0">
                <a:solidFill>
                  <a:schemeClr val="tx1"/>
                </a:solidFill>
                <a:latin typeface="+mn-lt"/>
                <a:ea typeface="+mn-ea"/>
                <a:cs typeface="Arial" pitchFamily="34" charset="0"/>
              </a:defRPr>
            </a:lvl4pPr>
            <a:lvl5pPr marL="1110996" indent="-157734" algn="l" rtl="0" eaLnBrk="1" latinLnBrk="0" hangingPunct="1">
              <a:spcBef>
                <a:spcPct val="20000"/>
              </a:spcBef>
              <a:buClr>
                <a:schemeClr val="accent3"/>
              </a:buClr>
              <a:buFont typeface="Wingdings 2"/>
              <a:buChar char=""/>
              <a:defRPr sz="1050" kern="1200" spc="0">
                <a:solidFill>
                  <a:schemeClr val="tx1"/>
                </a:solidFill>
                <a:latin typeface="+mn-lt"/>
                <a:ea typeface="+mn-ea"/>
                <a:cs typeface="Arial" pitchFamily="34" charset="0"/>
              </a:defRPr>
            </a:lvl5pPr>
            <a:lvl6pPr marL="1282446" indent="-157734" algn="l" rtl="0" eaLnBrk="1" latinLnBrk="0" hangingPunct="1">
              <a:spcBef>
                <a:spcPct val="20000"/>
              </a:spcBef>
              <a:buClr>
                <a:schemeClr val="accent3"/>
              </a:buClr>
              <a:buFont typeface="Wingdings 2"/>
              <a:buChar char=""/>
              <a:defRPr sz="1350" kern="1200">
                <a:solidFill>
                  <a:schemeClr val="tx1"/>
                </a:solidFill>
                <a:latin typeface="+mn-lt"/>
                <a:ea typeface="+mn-ea"/>
                <a:cs typeface="+mn-cs"/>
              </a:defRPr>
            </a:lvl6pPr>
            <a:lvl7pPr marL="1426464"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7pPr>
            <a:lvl8pPr marL="1570482"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8pPr>
            <a:lvl9pPr marL="1714500"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9pPr>
            <a:extLst/>
          </a:lstStyle>
          <a:p>
            <a:pPr marL="51435" indent="0" algn="just">
              <a:spcBef>
                <a:spcPts val="0"/>
              </a:spcBef>
              <a:buNone/>
            </a:pPr>
            <a:r>
              <a:rPr lang="en-US" sz="1600">
                <a:solidFill>
                  <a:srgbClr val="0000FF"/>
                </a:solidFill>
                <a:latin typeface="Consolas" panose="020B0609020204030204" pitchFamily="49" charset="0"/>
              </a:rPr>
              <a:t>static</a:t>
            </a:r>
            <a:r>
              <a:rPr lang="en-US" sz="1600">
                <a:latin typeface="Consolas" panose="020B0609020204030204" pitchFamily="49" charset="0"/>
              </a:rPr>
              <a:t> </a:t>
            </a:r>
            <a:r>
              <a:rPr lang="en-US" sz="1600">
                <a:solidFill>
                  <a:srgbClr val="0000FF"/>
                </a:solidFill>
                <a:latin typeface="Consolas" panose="020B0609020204030204" pitchFamily="49" charset="0"/>
              </a:rPr>
              <a:t>void</a:t>
            </a:r>
            <a:r>
              <a:rPr lang="en-US" sz="1600">
                <a:latin typeface="Consolas" panose="020B0609020204030204" pitchFamily="49" charset="0"/>
              </a:rPr>
              <a:t> </a:t>
            </a:r>
            <a:r>
              <a:rPr lang="en-US" sz="1600">
                <a:solidFill>
                  <a:srgbClr val="FEA400"/>
                </a:solidFill>
                <a:latin typeface="Consolas" panose="020B0609020204030204" pitchFamily="49" charset="0"/>
              </a:rPr>
              <a:t>Main</a:t>
            </a:r>
            <a:r>
              <a:rPr lang="en-US" sz="1600">
                <a:latin typeface="Consolas" panose="020B0609020204030204" pitchFamily="49" charset="0"/>
              </a:rPr>
              <a:t>(</a:t>
            </a:r>
            <a:r>
              <a:rPr lang="en-US" sz="1600">
                <a:solidFill>
                  <a:srgbClr val="0000FF"/>
                </a:solidFill>
                <a:latin typeface="Consolas" panose="020B0609020204030204" pitchFamily="49" charset="0"/>
              </a:rPr>
              <a:t>string</a:t>
            </a:r>
            <a:r>
              <a:rPr lang="en-US" sz="1600">
                <a:latin typeface="Consolas" panose="020B0609020204030204" pitchFamily="49" charset="0"/>
              </a:rPr>
              <a:t>[] args)</a:t>
            </a:r>
          </a:p>
          <a:p>
            <a:pPr marL="51435" indent="0" algn="just">
              <a:spcBef>
                <a:spcPts val="0"/>
              </a:spcBef>
              <a:buNone/>
            </a:pPr>
            <a:r>
              <a:rPr lang="en-US" sz="1600">
                <a:latin typeface="Consolas" panose="020B0609020204030204" pitchFamily="49" charset="0"/>
              </a:rPr>
              <a:t>{</a:t>
            </a:r>
          </a:p>
          <a:p>
            <a:pPr marL="51435" indent="0">
              <a:spcBef>
                <a:spcPts val="0"/>
              </a:spcBef>
              <a:buNone/>
            </a:pPr>
            <a:r>
              <a:rPr lang="en-US" sz="1600">
                <a:solidFill>
                  <a:srgbClr val="0432FF"/>
                </a:solidFill>
                <a:latin typeface="Consolas" panose="020B0609020204030204" pitchFamily="49" charset="0"/>
              </a:rPr>
              <a:t>   	int[]</a:t>
            </a:r>
            <a:r>
              <a:rPr lang="en-US" sz="1600">
                <a:solidFill>
                  <a:schemeClr val="bg1"/>
                </a:solidFill>
                <a:latin typeface="Consolas" panose="020B0609020204030204" pitchFamily="49" charset="0"/>
              </a:rPr>
              <a:t> </a:t>
            </a:r>
            <a:r>
              <a:rPr lang="en-US" sz="1600">
                <a:solidFill>
                  <a:schemeClr val="accent6">
                    <a:lumMod val="75000"/>
                  </a:schemeClr>
                </a:solidFill>
                <a:latin typeface="Consolas" panose="020B0609020204030204" pitchFamily="49" charset="0"/>
              </a:rPr>
              <a:t>nums</a:t>
            </a:r>
            <a:r>
              <a:rPr lang="en-US" sz="1600">
                <a:latin typeface="Consolas" panose="020B0609020204030204" pitchFamily="49" charset="0"/>
              </a:rPr>
              <a:t>;</a:t>
            </a:r>
          </a:p>
          <a:p>
            <a:pPr marL="51435" indent="0">
              <a:spcBef>
                <a:spcPts val="0"/>
              </a:spcBef>
              <a:buNone/>
            </a:pPr>
            <a:r>
              <a:rPr lang="en-US" sz="1600">
                <a:solidFill>
                  <a:srgbClr val="0432FF"/>
                </a:solidFill>
                <a:latin typeface="Consolas" panose="020B0609020204030204" pitchFamily="49" charset="0"/>
              </a:rPr>
              <a:t>   	</a:t>
            </a:r>
            <a:endParaRPr lang="en-US" sz="1600">
              <a:latin typeface="Consolas" panose="020B0609020204030204" pitchFamily="49" charset="0"/>
              <a:cs typeface="Consolas" panose="020B0609020204030204" pitchFamily="49" charset="0"/>
            </a:endParaRPr>
          </a:p>
          <a:p>
            <a:pPr marL="51435" indent="0">
              <a:spcBef>
                <a:spcPts val="0"/>
              </a:spcBef>
              <a:buNone/>
            </a:pPr>
            <a:r>
              <a:rPr lang="en-US" sz="1600">
                <a:solidFill>
                  <a:srgbClr val="0432FF"/>
                </a:solidFill>
                <a:latin typeface="Consolas" panose="020B0609020204030204" pitchFamily="49" charset="0"/>
              </a:rPr>
              <a:t>	double[]</a:t>
            </a:r>
            <a:r>
              <a:rPr lang="en-US" sz="1600">
                <a:solidFill>
                  <a:schemeClr val="bg1"/>
                </a:solidFill>
                <a:latin typeface="Consolas" panose="020B0609020204030204" pitchFamily="49" charset="0"/>
              </a:rPr>
              <a:t> </a:t>
            </a:r>
            <a:r>
              <a:rPr lang="en-US" sz="1600">
                <a:solidFill>
                  <a:schemeClr val="accent6">
                    <a:lumMod val="75000"/>
                  </a:schemeClr>
                </a:solidFill>
                <a:latin typeface="Consolas" panose="020B0609020204030204" pitchFamily="49" charset="0"/>
              </a:rPr>
              <a:t>scores</a:t>
            </a:r>
            <a:r>
              <a:rPr lang="en-US" sz="1600">
                <a:latin typeface="Consolas" panose="020B0609020204030204" pitchFamily="49" charset="0"/>
              </a:rPr>
              <a:t>;</a:t>
            </a:r>
          </a:p>
          <a:p>
            <a:pPr marL="51435" indent="0">
              <a:spcBef>
                <a:spcPts val="0"/>
              </a:spcBef>
              <a:buNone/>
            </a:pPr>
            <a:r>
              <a:rPr lang="en-US" sz="1600">
                <a:solidFill>
                  <a:srgbClr val="0432FF"/>
                </a:solidFill>
                <a:latin typeface="Consolas" panose="020B0609020204030204" pitchFamily="49" charset="0"/>
              </a:rPr>
              <a:t>   	</a:t>
            </a:r>
            <a:endParaRPr lang="en-US" sz="1600">
              <a:latin typeface="Consolas" panose="020B0609020204030204" pitchFamily="49" charset="0"/>
            </a:endParaRPr>
          </a:p>
          <a:p>
            <a:pPr marL="51435" indent="0">
              <a:spcBef>
                <a:spcPts val="0"/>
              </a:spcBef>
              <a:buNone/>
            </a:pPr>
            <a:r>
              <a:rPr lang="en-US" sz="1600">
                <a:solidFill>
                  <a:srgbClr val="0432FF"/>
                </a:solidFill>
                <a:latin typeface="Consolas" panose="020B0609020204030204" pitchFamily="49" charset="0"/>
              </a:rPr>
              <a:t>	bool[]</a:t>
            </a:r>
            <a:r>
              <a:rPr lang="en-US" sz="1600">
                <a:solidFill>
                  <a:schemeClr val="bg1"/>
                </a:solidFill>
                <a:latin typeface="Consolas" panose="020B0609020204030204" pitchFamily="49" charset="0"/>
              </a:rPr>
              <a:t> </a:t>
            </a:r>
            <a:r>
              <a:rPr lang="en-US" sz="1600">
                <a:solidFill>
                  <a:schemeClr val="accent6">
                    <a:lumMod val="75000"/>
                  </a:schemeClr>
                </a:solidFill>
                <a:latin typeface="Consolas" panose="020B0609020204030204" pitchFamily="49" charset="0"/>
              </a:rPr>
              <a:t>check</a:t>
            </a:r>
            <a:r>
              <a:rPr lang="en-US" sz="1600">
                <a:latin typeface="Consolas" panose="020B0609020204030204" pitchFamily="49" charset="0"/>
              </a:rPr>
              <a:t>;</a:t>
            </a:r>
          </a:p>
          <a:p>
            <a:pPr marL="51435" indent="0">
              <a:spcBef>
                <a:spcPts val="0"/>
              </a:spcBef>
              <a:buNone/>
            </a:pPr>
            <a:endParaRPr lang="en-US" sz="1600">
              <a:latin typeface="Consolas" panose="020B0609020204030204" pitchFamily="49" charset="0"/>
            </a:endParaRPr>
          </a:p>
          <a:p>
            <a:pPr marL="51435" indent="0">
              <a:spcBef>
                <a:spcPts val="0"/>
              </a:spcBef>
              <a:buNone/>
            </a:pPr>
            <a:r>
              <a:rPr lang="en-US" sz="1600">
                <a:solidFill>
                  <a:schemeClr val="accent6">
                    <a:lumMod val="75000"/>
                  </a:schemeClr>
                </a:solidFill>
                <a:latin typeface="Consolas" panose="020B0609020204030204" pitchFamily="49" charset="0"/>
              </a:rPr>
              <a:t>	nums </a:t>
            </a:r>
            <a:r>
              <a:rPr lang="en-US" sz="1600">
                <a:latin typeface="Consolas" panose="020B0609020204030204" pitchFamily="49" charset="0"/>
              </a:rPr>
              <a:t>= </a:t>
            </a:r>
            <a:r>
              <a:rPr lang="en-US" sz="1600">
                <a:solidFill>
                  <a:srgbClr val="0432FF"/>
                </a:solidFill>
                <a:latin typeface="Consolas" panose="020B0609020204030204" pitchFamily="49" charset="0"/>
              </a:rPr>
              <a:t>new int</a:t>
            </a:r>
            <a:r>
              <a:rPr lang="en-US" sz="1600">
                <a:latin typeface="Consolas" panose="020B0609020204030204" pitchFamily="49" charset="0"/>
              </a:rPr>
              <a:t>[</a:t>
            </a:r>
            <a:r>
              <a:rPr lang="en-US" sz="1600">
                <a:solidFill>
                  <a:srgbClr val="0432FF"/>
                </a:solidFill>
                <a:latin typeface="Consolas" panose="020B0609020204030204" pitchFamily="49" charset="0"/>
              </a:rPr>
              <a:t>6</a:t>
            </a:r>
            <a:r>
              <a:rPr lang="en-US" sz="1600">
                <a:latin typeface="Consolas" panose="020B0609020204030204" pitchFamily="49" charset="0"/>
              </a:rPr>
              <a:t>]</a:t>
            </a:r>
            <a:r>
              <a:rPr lang="en-US" sz="1600">
                <a:latin typeface="Consolas" panose="020B0609020204030204" pitchFamily="49" charset="0"/>
                <a:cs typeface="Consolas" panose="020B0609020204030204" pitchFamily="49" charset="0"/>
              </a:rPr>
              <a:t>;</a:t>
            </a:r>
          </a:p>
          <a:p>
            <a:pPr marL="51435" indent="0">
              <a:spcBef>
                <a:spcPts val="0"/>
              </a:spcBef>
              <a:buNone/>
            </a:pPr>
            <a:endParaRPr lang="en-US" sz="1600">
              <a:latin typeface="Consolas" panose="020B0609020204030204" pitchFamily="49" charset="0"/>
              <a:cs typeface="Consolas" panose="020B0609020204030204" pitchFamily="49" charset="0"/>
            </a:endParaRPr>
          </a:p>
          <a:p>
            <a:pPr marL="51435" indent="0">
              <a:spcBef>
                <a:spcPts val="0"/>
              </a:spcBef>
              <a:buNone/>
            </a:pPr>
            <a:r>
              <a:rPr lang="en-US" sz="1600">
                <a:solidFill>
                  <a:schemeClr val="accent6">
                    <a:lumMod val="75000"/>
                  </a:schemeClr>
                </a:solidFill>
                <a:latin typeface="Consolas" panose="020B0609020204030204" pitchFamily="49" charset="0"/>
              </a:rPr>
              <a:t>	scores </a:t>
            </a:r>
            <a:r>
              <a:rPr lang="en-US" sz="1600">
                <a:latin typeface="Consolas" panose="020B0609020204030204" pitchFamily="49" charset="0"/>
              </a:rPr>
              <a:t>= </a:t>
            </a:r>
            <a:r>
              <a:rPr lang="en-US" sz="1600">
                <a:solidFill>
                  <a:srgbClr val="0432FF"/>
                </a:solidFill>
                <a:latin typeface="Consolas" panose="020B0609020204030204" pitchFamily="49" charset="0"/>
              </a:rPr>
              <a:t>new double</a:t>
            </a:r>
            <a:r>
              <a:rPr lang="en-US" sz="1600">
                <a:latin typeface="Consolas" panose="020B0609020204030204" pitchFamily="49" charset="0"/>
              </a:rPr>
              <a:t>[</a:t>
            </a:r>
            <a:r>
              <a:rPr lang="en-US" sz="1600">
                <a:solidFill>
                  <a:srgbClr val="0432FF"/>
                </a:solidFill>
                <a:latin typeface="Consolas" panose="020B0609020204030204" pitchFamily="49" charset="0"/>
              </a:rPr>
              <a:t>4</a:t>
            </a:r>
            <a:r>
              <a:rPr lang="en-US" sz="1600">
                <a:latin typeface="Consolas" panose="020B0609020204030204" pitchFamily="49" charset="0"/>
              </a:rPr>
              <a:t>]</a:t>
            </a:r>
            <a:r>
              <a:rPr lang="en-US" sz="1600">
                <a:latin typeface="Consolas" panose="020B0609020204030204" pitchFamily="49" charset="0"/>
                <a:cs typeface="Consolas" panose="020B0609020204030204" pitchFamily="49" charset="0"/>
              </a:rPr>
              <a:t>;</a:t>
            </a:r>
          </a:p>
          <a:p>
            <a:pPr marL="51435" indent="0">
              <a:spcBef>
                <a:spcPts val="0"/>
              </a:spcBef>
              <a:buNone/>
            </a:pPr>
            <a:endParaRPr lang="en-US" sz="1600">
              <a:latin typeface="Consolas" panose="020B0609020204030204" pitchFamily="49" charset="0"/>
            </a:endParaRPr>
          </a:p>
          <a:p>
            <a:pPr marL="51435" indent="0">
              <a:spcBef>
                <a:spcPts val="0"/>
              </a:spcBef>
              <a:buNone/>
            </a:pPr>
            <a:r>
              <a:rPr lang="en-US" sz="1600">
                <a:solidFill>
                  <a:srgbClr val="0432FF"/>
                </a:solidFill>
                <a:latin typeface="Consolas" panose="020B0609020204030204" pitchFamily="49" charset="0"/>
              </a:rPr>
              <a:t>   	</a:t>
            </a:r>
            <a:r>
              <a:rPr lang="en-US" sz="1600">
                <a:solidFill>
                  <a:schemeClr val="accent6">
                    <a:lumMod val="75000"/>
                  </a:schemeClr>
                </a:solidFill>
                <a:latin typeface="Consolas" panose="020B0609020204030204" pitchFamily="49" charset="0"/>
              </a:rPr>
              <a:t>check </a:t>
            </a:r>
            <a:r>
              <a:rPr lang="en-US" sz="1600">
                <a:latin typeface="Consolas" panose="020B0609020204030204" pitchFamily="49" charset="0"/>
              </a:rPr>
              <a:t>= </a:t>
            </a:r>
            <a:r>
              <a:rPr lang="en-US" sz="1600">
                <a:solidFill>
                  <a:srgbClr val="0432FF"/>
                </a:solidFill>
                <a:latin typeface="Consolas" panose="020B0609020204030204" pitchFamily="49" charset="0"/>
              </a:rPr>
              <a:t>new bool</a:t>
            </a:r>
            <a:r>
              <a:rPr lang="en-US" sz="1600">
                <a:latin typeface="Consolas" panose="020B0609020204030204" pitchFamily="49" charset="0"/>
              </a:rPr>
              <a:t>[</a:t>
            </a:r>
            <a:r>
              <a:rPr lang="en-US" sz="1600">
                <a:solidFill>
                  <a:srgbClr val="0432FF"/>
                </a:solidFill>
                <a:latin typeface="Consolas" panose="020B0609020204030204" pitchFamily="49" charset="0"/>
              </a:rPr>
              <a:t>5</a:t>
            </a:r>
            <a:r>
              <a:rPr lang="en-US" sz="1600">
                <a:latin typeface="Consolas" panose="020B0609020204030204" pitchFamily="49" charset="0"/>
              </a:rPr>
              <a:t>]</a:t>
            </a:r>
            <a:r>
              <a:rPr lang="en-US" sz="1600">
                <a:latin typeface="Consolas" panose="020B0609020204030204" pitchFamily="49" charset="0"/>
                <a:cs typeface="Consolas" panose="020B0609020204030204" pitchFamily="49" charset="0"/>
              </a:rPr>
              <a:t>;</a:t>
            </a:r>
            <a:endParaRPr lang="en-US" sz="1600">
              <a:latin typeface="Consolas" panose="020B0609020204030204" pitchFamily="49" charset="0"/>
            </a:endParaRPr>
          </a:p>
          <a:p>
            <a:pPr marL="51435" indent="0">
              <a:spcBef>
                <a:spcPts val="0"/>
              </a:spcBef>
              <a:buNone/>
            </a:pPr>
            <a:endParaRPr lang="en-US" sz="1600">
              <a:latin typeface="Consolas" panose="020B0609020204030204" pitchFamily="49" charset="0"/>
            </a:endParaRPr>
          </a:p>
          <a:p>
            <a:pPr marL="51435" indent="0">
              <a:spcBef>
                <a:spcPts val="0"/>
              </a:spcBef>
              <a:buNone/>
            </a:pPr>
            <a:r>
              <a:rPr lang="en-US" sz="1600">
                <a:latin typeface="Consolas" panose="020B0609020204030204" pitchFamily="49" charset="0"/>
              </a:rPr>
              <a:t>}</a:t>
            </a:r>
          </a:p>
        </p:txBody>
      </p:sp>
      <p:sp>
        <p:nvSpPr>
          <p:cNvPr id="19" name="Slide Number Placeholder 18">
            <a:extLst>
              <a:ext uri="{FF2B5EF4-FFF2-40B4-BE49-F238E27FC236}">
                <a16:creationId xmlns:a16="http://schemas.microsoft.com/office/drawing/2014/main" id="{2E41449F-637E-AD41-9D3C-6248366B6581}"/>
              </a:ext>
            </a:extLst>
          </p:cNvPr>
          <p:cNvSpPr>
            <a:spLocks noGrp="1"/>
          </p:cNvSpPr>
          <p:nvPr>
            <p:ph type="sldNum" sz="quarter" idx="12"/>
          </p:nvPr>
        </p:nvSpPr>
        <p:spPr/>
        <p:txBody>
          <a:bodyPr/>
          <a:lstStyle/>
          <a:p>
            <a:fld id="{1AD93096-5B34-4342-9326-69289CEAE4C2}" type="slidenum">
              <a:rPr lang="en-US" smtClean="0"/>
              <a:pPr/>
              <a:t>7</a:t>
            </a:fld>
            <a:endParaRPr lang="en-US" dirty="0"/>
          </a:p>
        </p:txBody>
      </p:sp>
      <p:sp>
        <p:nvSpPr>
          <p:cNvPr id="7" name="Content Placeholder 5">
            <a:extLst>
              <a:ext uri="{FF2B5EF4-FFF2-40B4-BE49-F238E27FC236}">
                <a16:creationId xmlns:a16="http://schemas.microsoft.com/office/drawing/2014/main" id="{859189EB-DB73-C1C9-29AA-AC36EE338C29}"/>
              </a:ext>
            </a:extLst>
          </p:cNvPr>
          <p:cNvSpPr txBox="1">
            <a:spLocks/>
          </p:cNvSpPr>
          <p:nvPr/>
        </p:nvSpPr>
        <p:spPr>
          <a:xfrm>
            <a:off x="2262277" y="950672"/>
            <a:ext cx="6204562" cy="576064"/>
          </a:xfrm>
          <a:prstGeom prst="rect">
            <a:avLst/>
          </a:prstGeom>
        </p:spPr>
        <p:style>
          <a:lnRef idx="2">
            <a:schemeClr val="accent2"/>
          </a:lnRef>
          <a:fillRef idx="1">
            <a:schemeClr val="lt1"/>
          </a:fillRef>
          <a:effectRef idx="0">
            <a:schemeClr val="accent2"/>
          </a:effectRef>
          <a:fontRef idx="minor">
            <a:schemeClr val="dk1"/>
          </a:fontRef>
        </p:style>
        <p:txBody>
          <a:bodyPr>
            <a:noAutofit/>
          </a:bodyPr>
          <a:lstStyle>
            <a:lvl1pPr marL="308610" indent="-257175" algn="l" rtl="0" eaLnBrk="1" latinLnBrk="0" hangingPunct="1">
              <a:spcBef>
                <a:spcPts val="525"/>
              </a:spcBef>
              <a:buSzPct val="95000"/>
              <a:buFont typeface="Wingdings"/>
              <a:buChar char=""/>
              <a:defRPr sz="1500" kern="1200" spc="0">
                <a:solidFill>
                  <a:schemeClr val="tx1"/>
                </a:solidFill>
                <a:latin typeface="+mn-lt"/>
                <a:ea typeface="+mn-ea"/>
                <a:cs typeface="Arial" pitchFamily="34" charset="0"/>
              </a:defRPr>
            </a:lvl1pPr>
            <a:lvl2pPr marL="555498" indent="-214313" algn="l" rtl="0" eaLnBrk="1" latinLnBrk="0" hangingPunct="1">
              <a:spcBef>
                <a:spcPct val="20000"/>
              </a:spcBef>
              <a:buClr>
                <a:schemeClr val="accent2"/>
              </a:buClr>
              <a:buSzPct val="90000"/>
              <a:buFont typeface="Wingdings"/>
              <a:buChar char=""/>
              <a:defRPr sz="1350" kern="1200" spc="0">
                <a:solidFill>
                  <a:schemeClr val="tx1"/>
                </a:solidFill>
                <a:latin typeface="+mn-lt"/>
                <a:ea typeface="+mn-ea"/>
                <a:cs typeface="Arial" pitchFamily="34" charset="0"/>
              </a:defRPr>
            </a:lvl2pPr>
            <a:lvl3pPr marL="747522" indent="-171450" algn="l" rtl="0" eaLnBrk="1" latinLnBrk="0" hangingPunct="1">
              <a:spcBef>
                <a:spcPct val="20000"/>
              </a:spcBef>
              <a:buClr>
                <a:schemeClr val="accent2"/>
              </a:buClr>
              <a:buFont typeface="Wingdings 2"/>
              <a:buChar char=""/>
              <a:defRPr sz="1200" kern="1200" spc="0">
                <a:solidFill>
                  <a:schemeClr val="tx1"/>
                </a:solidFill>
                <a:latin typeface="+mn-lt"/>
                <a:ea typeface="+mn-ea"/>
                <a:cs typeface="Arial" pitchFamily="34" charset="0"/>
              </a:defRPr>
            </a:lvl3pPr>
            <a:lvl4pPr marL="946404" indent="-171450" algn="l" rtl="0" eaLnBrk="1" latinLnBrk="0" hangingPunct="1">
              <a:spcBef>
                <a:spcPct val="20000"/>
              </a:spcBef>
              <a:buClr>
                <a:schemeClr val="accent3"/>
              </a:buClr>
              <a:buFont typeface="Wingdings 3"/>
              <a:buChar char=""/>
              <a:defRPr sz="1200" kern="1200" spc="0">
                <a:solidFill>
                  <a:schemeClr val="tx1"/>
                </a:solidFill>
                <a:latin typeface="+mn-lt"/>
                <a:ea typeface="+mn-ea"/>
                <a:cs typeface="Arial" pitchFamily="34" charset="0"/>
              </a:defRPr>
            </a:lvl4pPr>
            <a:lvl5pPr marL="1110996" indent="-157734" algn="l" rtl="0" eaLnBrk="1" latinLnBrk="0" hangingPunct="1">
              <a:spcBef>
                <a:spcPct val="20000"/>
              </a:spcBef>
              <a:buClr>
                <a:schemeClr val="accent3"/>
              </a:buClr>
              <a:buFont typeface="Wingdings 2"/>
              <a:buChar char=""/>
              <a:defRPr sz="1050" kern="1200" spc="0">
                <a:solidFill>
                  <a:schemeClr val="tx1"/>
                </a:solidFill>
                <a:latin typeface="+mn-lt"/>
                <a:ea typeface="+mn-ea"/>
                <a:cs typeface="Arial" pitchFamily="34" charset="0"/>
              </a:defRPr>
            </a:lvl5pPr>
            <a:lvl6pPr marL="1282446" indent="-157734" algn="l" rtl="0" eaLnBrk="1" latinLnBrk="0" hangingPunct="1">
              <a:spcBef>
                <a:spcPct val="20000"/>
              </a:spcBef>
              <a:buClr>
                <a:schemeClr val="accent3"/>
              </a:buClr>
              <a:buFont typeface="Wingdings 2"/>
              <a:buChar char=""/>
              <a:defRPr sz="1350" kern="1200">
                <a:solidFill>
                  <a:schemeClr val="tx1"/>
                </a:solidFill>
                <a:latin typeface="+mn-lt"/>
                <a:ea typeface="+mn-ea"/>
                <a:cs typeface="+mn-cs"/>
              </a:defRPr>
            </a:lvl6pPr>
            <a:lvl7pPr marL="1426464"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7pPr>
            <a:lvl8pPr marL="1570482"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8pPr>
            <a:lvl9pPr marL="1714500"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9pPr>
            <a:extLst/>
          </a:lstStyle>
          <a:p>
            <a:pPr marL="51435" indent="0" algn="ctr">
              <a:spcBef>
                <a:spcPts val="0"/>
              </a:spcBef>
              <a:buNone/>
            </a:pPr>
            <a:r>
              <a:rPr lang="en-US" sz="3000">
                <a:solidFill>
                  <a:schemeClr val="accent6">
                    <a:lumMod val="75000"/>
                  </a:schemeClr>
                </a:solidFill>
                <a:latin typeface="Consolas" panose="020B0609020204030204" pitchFamily="49" charset="0"/>
              </a:rPr>
              <a:t>arrayName</a:t>
            </a:r>
            <a:r>
              <a:rPr lang="en-US" sz="3000">
                <a:solidFill>
                  <a:schemeClr val="accent6">
                    <a:lumMod val="75000"/>
                  </a:schemeClr>
                </a:solidFill>
                <a:latin typeface="Consolas" panose="020B0609020204030204" pitchFamily="49" charset="0"/>
                <a:cs typeface="Consolas" panose="020B0609020204030204" pitchFamily="49" charset="0"/>
              </a:rPr>
              <a:t> </a:t>
            </a:r>
            <a:r>
              <a:rPr lang="en-US" sz="3000">
                <a:latin typeface="Consolas" panose="020B0609020204030204" pitchFamily="49" charset="0"/>
                <a:cs typeface="Consolas" panose="020B0609020204030204" pitchFamily="49" charset="0"/>
              </a:rPr>
              <a:t>= </a:t>
            </a:r>
            <a:r>
              <a:rPr lang="en-US" sz="3000">
                <a:solidFill>
                  <a:srgbClr val="FF0000"/>
                </a:solidFill>
                <a:latin typeface="Consolas" panose="020B0609020204030204" pitchFamily="49" charset="0"/>
                <a:cs typeface="Consolas" panose="020B0609020204030204" pitchFamily="49" charset="0"/>
              </a:rPr>
              <a:t>new</a:t>
            </a:r>
            <a:r>
              <a:rPr lang="en-US" sz="3000">
                <a:latin typeface="Consolas" panose="020B0609020204030204" pitchFamily="49" charset="0"/>
                <a:cs typeface="Consolas" panose="020B0609020204030204" pitchFamily="49" charset="0"/>
              </a:rPr>
              <a:t> </a:t>
            </a:r>
            <a:r>
              <a:rPr lang="en-US" sz="3000">
                <a:solidFill>
                  <a:srgbClr val="0432FF"/>
                </a:solidFill>
                <a:latin typeface="Consolas" panose="020B0609020204030204" pitchFamily="49" charset="0"/>
                <a:cs typeface="Consolas" panose="020B0609020204030204" pitchFamily="49" charset="0"/>
              </a:rPr>
              <a:t>type</a:t>
            </a:r>
            <a:r>
              <a:rPr lang="en-US" sz="3000">
                <a:latin typeface="Consolas" panose="020B0609020204030204" pitchFamily="49" charset="0"/>
                <a:cs typeface="Consolas" panose="020B0609020204030204" pitchFamily="49" charset="0"/>
              </a:rPr>
              <a:t>[</a:t>
            </a:r>
            <a:r>
              <a:rPr lang="en-US" sz="3000">
                <a:solidFill>
                  <a:srgbClr val="0432FF"/>
                </a:solidFill>
                <a:latin typeface="Consolas" panose="020B0609020204030204" pitchFamily="49" charset="0"/>
                <a:cs typeface="Consolas" panose="020B0609020204030204" pitchFamily="49" charset="0"/>
              </a:rPr>
              <a:t>size</a:t>
            </a:r>
            <a:r>
              <a:rPr lang="en-US" sz="3000">
                <a:latin typeface="Consolas" panose="020B0609020204030204" pitchFamily="49" charset="0"/>
                <a:cs typeface="Consolas" panose="020B0609020204030204" pitchFamily="49" charset="0"/>
              </a:rPr>
              <a:t>]; </a:t>
            </a:r>
            <a:endParaRPr lang="en-US" sz="3000">
              <a:latin typeface="Consolas" panose="020B0609020204030204" pitchFamily="49" charset="0"/>
            </a:endParaRPr>
          </a:p>
        </p:txBody>
      </p:sp>
      <p:sp>
        <p:nvSpPr>
          <p:cNvPr id="15" name="Cube 14">
            <a:extLst>
              <a:ext uri="{FF2B5EF4-FFF2-40B4-BE49-F238E27FC236}">
                <a16:creationId xmlns:a16="http://schemas.microsoft.com/office/drawing/2014/main" id="{BF6EF824-F5F1-53C7-6F95-03861BD16923}"/>
              </a:ext>
            </a:extLst>
          </p:cNvPr>
          <p:cNvSpPr/>
          <p:nvPr/>
        </p:nvSpPr>
        <p:spPr>
          <a:xfrm>
            <a:off x="4534570" y="2052123"/>
            <a:ext cx="1063942" cy="963000"/>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VN" b="1"/>
              <a:t>nums</a:t>
            </a:r>
          </a:p>
        </p:txBody>
      </p:sp>
      <p:sp>
        <p:nvSpPr>
          <p:cNvPr id="16" name="Cube 15">
            <a:extLst>
              <a:ext uri="{FF2B5EF4-FFF2-40B4-BE49-F238E27FC236}">
                <a16:creationId xmlns:a16="http://schemas.microsoft.com/office/drawing/2014/main" id="{57D18B7C-219C-29B3-5FB8-86B2589BFEDC}"/>
              </a:ext>
            </a:extLst>
          </p:cNvPr>
          <p:cNvSpPr/>
          <p:nvPr/>
        </p:nvSpPr>
        <p:spPr>
          <a:xfrm>
            <a:off x="4534570" y="3625436"/>
            <a:ext cx="1063942" cy="963000"/>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VN" b="1"/>
              <a:t>scores</a:t>
            </a:r>
          </a:p>
        </p:txBody>
      </p:sp>
      <p:sp>
        <p:nvSpPr>
          <p:cNvPr id="17" name="Cube 16">
            <a:extLst>
              <a:ext uri="{FF2B5EF4-FFF2-40B4-BE49-F238E27FC236}">
                <a16:creationId xmlns:a16="http://schemas.microsoft.com/office/drawing/2014/main" id="{47682782-AEE9-7A24-4B73-CD22263F1A59}"/>
              </a:ext>
            </a:extLst>
          </p:cNvPr>
          <p:cNvSpPr/>
          <p:nvPr/>
        </p:nvSpPr>
        <p:spPr>
          <a:xfrm>
            <a:off x="4572000" y="5196065"/>
            <a:ext cx="1063942" cy="963000"/>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t>check</a:t>
            </a:r>
            <a:endParaRPr lang="en-VN" b="1"/>
          </a:p>
        </p:txBody>
      </p:sp>
      <p:cxnSp>
        <p:nvCxnSpPr>
          <p:cNvPr id="18" name="Curved Connector 17">
            <a:extLst>
              <a:ext uri="{FF2B5EF4-FFF2-40B4-BE49-F238E27FC236}">
                <a16:creationId xmlns:a16="http://schemas.microsoft.com/office/drawing/2014/main" id="{0A5ED100-AD95-62DD-66E5-8FE4BF777147}"/>
              </a:ext>
            </a:extLst>
          </p:cNvPr>
          <p:cNvCxnSpPr>
            <a:cxnSpLocks/>
            <a:stCxn id="15" idx="5"/>
            <a:endCxn id="31" idx="1"/>
          </p:cNvCxnSpPr>
          <p:nvPr/>
        </p:nvCxnSpPr>
        <p:spPr>
          <a:xfrm>
            <a:off x="5598512" y="2413248"/>
            <a:ext cx="703201" cy="81961"/>
          </a:xfrm>
          <a:prstGeom prst="curvedConnector3">
            <a:avLst>
              <a:gd name="adj1" fmla="val 50000"/>
            </a:avLst>
          </a:prstGeom>
          <a:ln w="28575">
            <a:solidFill>
              <a:srgbClr val="FF623C"/>
            </a:solidFill>
            <a:tailEnd type="triangle"/>
          </a:ln>
        </p:spPr>
        <p:style>
          <a:lnRef idx="1">
            <a:schemeClr val="dk1"/>
          </a:lnRef>
          <a:fillRef idx="0">
            <a:schemeClr val="dk1"/>
          </a:fillRef>
          <a:effectRef idx="0">
            <a:schemeClr val="dk1"/>
          </a:effectRef>
          <a:fontRef idx="minor">
            <a:schemeClr val="tx1"/>
          </a:fontRef>
        </p:style>
      </p:cxnSp>
      <p:cxnSp>
        <p:nvCxnSpPr>
          <p:cNvPr id="22" name="Curved Connector 21">
            <a:extLst>
              <a:ext uri="{FF2B5EF4-FFF2-40B4-BE49-F238E27FC236}">
                <a16:creationId xmlns:a16="http://schemas.microsoft.com/office/drawing/2014/main" id="{4D928AA1-080F-B43E-1A71-205A4E401B06}"/>
              </a:ext>
            </a:extLst>
          </p:cNvPr>
          <p:cNvCxnSpPr>
            <a:cxnSpLocks/>
            <a:stCxn id="16" idx="5"/>
            <a:endCxn id="34" idx="1"/>
          </p:cNvCxnSpPr>
          <p:nvPr/>
        </p:nvCxnSpPr>
        <p:spPr>
          <a:xfrm flipV="1">
            <a:off x="5598512" y="3817720"/>
            <a:ext cx="1188838" cy="168841"/>
          </a:xfrm>
          <a:prstGeom prst="curvedConnector3">
            <a:avLst>
              <a:gd name="adj1" fmla="val 50000"/>
            </a:avLst>
          </a:prstGeom>
          <a:ln w="28575">
            <a:solidFill>
              <a:srgbClr val="FF623C"/>
            </a:solidFill>
            <a:tailEnd type="triangle"/>
          </a:ln>
        </p:spPr>
        <p:style>
          <a:lnRef idx="1">
            <a:schemeClr val="dk1"/>
          </a:lnRef>
          <a:fillRef idx="0">
            <a:schemeClr val="dk1"/>
          </a:fillRef>
          <a:effectRef idx="0">
            <a:schemeClr val="dk1"/>
          </a:effectRef>
          <a:fontRef idx="minor">
            <a:schemeClr val="tx1"/>
          </a:fontRef>
        </p:style>
      </p:cxnSp>
      <p:cxnSp>
        <p:nvCxnSpPr>
          <p:cNvPr id="25" name="Curved Connector 24">
            <a:extLst>
              <a:ext uri="{FF2B5EF4-FFF2-40B4-BE49-F238E27FC236}">
                <a16:creationId xmlns:a16="http://schemas.microsoft.com/office/drawing/2014/main" id="{66D85844-2B62-C912-2639-46D1CCEE8C42}"/>
              </a:ext>
            </a:extLst>
          </p:cNvPr>
          <p:cNvCxnSpPr>
            <a:cxnSpLocks/>
            <a:stCxn id="17" idx="5"/>
            <a:endCxn id="38" idx="1"/>
          </p:cNvCxnSpPr>
          <p:nvPr/>
        </p:nvCxnSpPr>
        <p:spPr>
          <a:xfrm flipV="1">
            <a:off x="5635942" y="5196064"/>
            <a:ext cx="849997" cy="361126"/>
          </a:xfrm>
          <a:prstGeom prst="curvedConnector3">
            <a:avLst>
              <a:gd name="adj1" fmla="val 50000"/>
            </a:avLst>
          </a:prstGeom>
          <a:ln w="28575">
            <a:solidFill>
              <a:srgbClr val="FF623C"/>
            </a:solidFill>
            <a:tailEnd type="triangle"/>
          </a:ln>
        </p:spPr>
        <p:style>
          <a:lnRef idx="1">
            <a:schemeClr val="dk1"/>
          </a:lnRef>
          <a:fillRef idx="0">
            <a:schemeClr val="dk1"/>
          </a:fillRef>
          <a:effectRef idx="0">
            <a:schemeClr val="dk1"/>
          </a:effectRef>
          <a:fontRef idx="minor">
            <a:schemeClr val="tx1"/>
          </a:fontRef>
        </p:style>
      </p:cxnSp>
      <p:graphicFrame>
        <p:nvGraphicFramePr>
          <p:cNvPr id="31" name="Table 30">
            <a:extLst>
              <a:ext uri="{FF2B5EF4-FFF2-40B4-BE49-F238E27FC236}">
                <a16:creationId xmlns:a16="http://schemas.microsoft.com/office/drawing/2014/main" id="{8B72AF57-7903-F5BB-1867-CEC2B224EFD9}"/>
              </a:ext>
            </a:extLst>
          </p:cNvPr>
          <p:cNvGraphicFramePr>
            <a:graphicFrameLocks noGrp="1"/>
          </p:cNvGraphicFramePr>
          <p:nvPr>
            <p:extLst>
              <p:ext uri="{D42A27DB-BD31-4B8C-83A1-F6EECF244321}">
                <p14:modId xmlns:p14="http://schemas.microsoft.com/office/powerpoint/2010/main" val="674548059"/>
              </p:ext>
            </p:extLst>
          </p:nvPr>
        </p:nvGraphicFramePr>
        <p:xfrm>
          <a:off x="6301713" y="2279209"/>
          <a:ext cx="2592000" cy="432000"/>
        </p:xfrm>
        <a:graphic>
          <a:graphicData uri="http://schemas.openxmlformats.org/drawingml/2006/table">
            <a:tbl>
              <a:tblPr firstRow="1" bandRow="1">
                <a:tableStyleId>{5C22544A-7EE6-4342-B048-85BDC9FD1C3A}</a:tableStyleId>
              </a:tblPr>
              <a:tblGrid>
                <a:gridCol w="432000">
                  <a:extLst>
                    <a:ext uri="{9D8B030D-6E8A-4147-A177-3AD203B41FA5}">
                      <a16:colId xmlns:a16="http://schemas.microsoft.com/office/drawing/2014/main" val="2617717164"/>
                    </a:ext>
                  </a:extLst>
                </a:gridCol>
                <a:gridCol w="432000">
                  <a:extLst>
                    <a:ext uri="{9D8B030D-6E8A-4147-A177-3AD203B41FA5}">
                      <a16:colId xmlns:a16="http://schemas.microsoft.com/office/drawing/2014/main" val="2547365783"/>
                    </a:ext>
                  </a:extLst>
                </a:gridCol>
                <a:gridCol w="432000">
                  <a:extLst>
                    <a:ext uri="{9D8B030D-6E8A-4147-A177-3AD203B41FA5}">
                      <a16:colId xmlns:a16="http://schemas.microsoft.com/office/drawing/2014/main" val="1051921133"/>
                    </a:ext>
                  </a:extLst>
                </a:gridCol>
                <a:gridCol w="432000">
                  <a:extLst>
                    <a:ext uri="{9D8B030D-6E8A-4147-A177-3AD203B41FA5}">
                      <a16:colId xmlns:a16="http://schemas.microsoft.com/office/drawing/2014/main" val="2022022091"/>
                    </a:ext>
                  </a:extLst>
                </a:gridCol>
                <a:gridCol w="432000">
                  <a:extLst>
                    <a:ext uri="{9D8B030D-6E8A-4147-A177-3AD203B41FA5}">
                      <a16:colId xmlns:a16="http://schemas.microsoft.com/office/drawing/2014/main" val="1975163932"/>
                    </a:ext>
                  </a:extLst>
                </a:gridCol>
                <a:gridCol w="432000">
                  <a:extLst>
                    <a:ext uri="{9D8B030D-6E8A-4147-A177-3AD203B41FA5}">
                      <a16:colId xmlns:a16="http://schemas.microsoft.com/office/drawing/2014/main" val="3510376812"/>
                    </a:ext>
                  </a:extLst>
                </a:gridCol>
              </a:tblGrid>
              <a:tr h="432000">
                <a:tc>
                  <a:txBody>
                    <a:bodyPr/>
                    <a:lstStyle/>
                    <a:p>
                      <a:pPr algn="ctr"/>
                      <a:r>
                        <a:rPr lang="en-VN" sz="1600" b="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VN" sz="1600" b="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VN" sz="1600" b="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VN" sz="1600" b="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VN" sz="1600" b="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VN" sz="1600" b="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829383862"/>
                  </a:ext>
                </a:extLst>
              </a:tr>
            </a:tbl>
          </a:graphicData>
        </a:graphic>
      </p:graphicFrame>
      <p:graphicFrame>
        <p:nvGraphicFramePr>
          <p:cNvPr id="34" name="Table 33">
            <a:extLst>
              <a:ext uri="{FF2B5EF4-FFF2-40B4-BE49-F238E27FC236}">
                <a16:creationId xmlns:a16="http://schemas.microsoft.com/office/drawing/2014/main" id="{2DFEFC77-09CB-4FCB-0324-55B8398730AA}"/>
              </a:ext>
            </a:extLst>
          </p:cNvPr>
          <p:cNvGraphicFramePr>
            <a:graphicFrameLocks noGrp="1"/>
          </p:cNvGraphicFramePr>
          <p:nvPr>
            <p:extLst>
              <p:ext uri="{D42A27DB-BD31-4B8C-83A1-F6EECF244321}">
                <p14:modId xmlns:p14="http://schemas.microsoft.com/office/powerpoint/2010/main" val="1434523422"/>
              </p:ext>
            </p:extLst>
          </p:nvPr>
        </p:nvGraphicFramePr>
        <p:xfrm>
          <a:off x="6787350" y="3601720"/>
          <a:ext cx="1728000" cy="432000"/>
        </p:xfrm>
        <a:graphic>
          <a:graphicData uri="http://schemas.openxmlformats.org/drawingml/2006/table">
            <a:tbl>
              <a:tblPr firstRow="1" bandRow="1">
                <a:tableStyleId>{5C22544A-7EE6-4342-B048-85BDC9FD1C3A}</a:tableStyleId>
              </a:tblPr>
              <a:tblGrid>
                <a:gridCol w="432000">
                  <a:extLst>
                    <a:ext uri="{9D8B030D-6E8A-4147-A177-3AD203B41FA5}">
                      <a16:colId xmlns:a16="http://schemas.microsoft.com/office/drawing/2014/main" val="2617717164"/>
                    </a:ext>
                  </a:extLst>
                </a:gridCol>
                <a:gridCol w="432000">
                  <a:extLst>
                    <a:ext uri="{9D8B030D-6E8A-4147-A177-3AD203B41FA5}">
                      <a16:colId xmlns:a16="http://schemas.microsoft.com/office/drawing/2014/main" val="2547365783"/>
                    </a:ext>
                  </a:extLst>
                </a:gridCol>
                <a:gridCol w="432000">
                  <a:extLst>
                    <a:ext uri="{9D8B030D-6E8A-4147-A177-3AD203B41FA5}">
                      <a16:colId xmlns:a16="http://schemas.microsoft.com/office/drawing/2014/main" val="1051921133"/>
                    </a:ext>
                  </a:extLst>
                </a:gridCol>
                <a:gridCol w="432000">
                  <a:extLst>
                    <a:ext uri="{9D8B030D-6E8A-4147-A177-3AD203B41FA5}">
                      <a16:colId xmlns:a16="http://schemas.microsoft.com/office/drawing/2014/main" val="2022022091"/>
                    </a:ext>
                  </a:extLst>
                </a:gridCol>
              </a:tblGrid>
              <a:tr h="432000">
                <a:tc>
                  <a:txBody>
                    <a:bodyPr/>
                    <a:lstStyle/>
                    <a:p>
                      <a:pPr algn="ctr"/>
                      <a:r>
                        <a:rPr lang="en-VN" sz="1200" b="0">
                          <a:solidFill>
                            <a:schemeClr val="tx1"/>
                          </a:solidFill>
                        </a:rPr>
                        <a:t>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VN" sz="1200" b="0">
                          <a:solidFill>
                            <a:schemeClr val="tx1"/>
                          </a:solidFill>
                        </a:rPr>
                        <a:t>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VN" sz="1200" b="0">
                          <a:solidFill>
                            <a:schemeClr val="tx1"/>
                          </a:solidFill>
                        </a:rPr>
                        <a:t>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VN" sz="1200" b="0">
                          <a:solidFill>
                            <a:schemeClr val="tx1"/>
                          </a:solidFill>
                        </a:rPr>
                        <a:t>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829383862"/>
                  </a:ext>
                </a:extLst>
              </a:tr>
            </a:tbl>
          </a:graphicData>
        </a:graphic>
      </p:graphicFrame>
      <p:graphicFrame>
        <p:nvGraphicFramePr>
          <p:cNvPr id="38" name="Table 37">
            <a:extLst>
              <a:ext uri="{FF2B5EF4-FFF2-40B4-BE49-F238E27FC236}">
                <a16:creationId xmlns:a16="http://schemas.microsoft.com/office/drawing/2014/main" id="{94A25F02-A240-5699-78AD-2F54A2D64B84}"/>
              </a:ext>
            </a:extLst>
          </p:cNvPr>
          <p:cNvGraphicFramePr>
            <a:graphicFrameLocks noGrp="1"/>
          </p:cNvGraphicFramePr>
          <p:nvPr>
            <p:extLst>
              <p:ext uri="{D42A27DB-BD31-4B8C-83A1-F6EECF244321}">
                <p14:modId xmlns:p14="http://schemas.microsoft.com/office/powerpoint/2010/main" val="2852499570"/>
              </p:ext>
            </p:extLst>
          </p:nvPr>
        </p:nvGraphicFramePr>
        <p:xfrm>
          <a:off x="6485939" y="4962064"/>
          <a:ext cx="2340000" cy="468000"/>
        </p:xfrm>
        <a:graphic>
          <a:graphicData uri="http://schemas.openxmlformats.org/drawingml/2006/table">
            <a:tbl>
              <a:tblPr firstRow="1" bandRow="1">
                <a:tableStyleId>{5C22544A-7EE6-4342-B048-85BDC9FD1C3A}</a:tableStyleId>
              </a:tblPr>
              <a:tblGrid>
                <a:gridCol w="468000">
                  <a:extLst>
                    <a:ext uri="{9D8B030D-6E8A-4147-A177-3AD203B41FA5}">
                      <a16:colId xmlns:a16="http://schemas.microsoft.com/office/drawing/2014/main" val="2617717164"/>
                    </a:ext>
                  </a:extLst>
                </a:gridCol>
                <a:gridCol w="468000">
                  <a:extLst>
                    <a:ext uri="{9D8B030D-6E8A-4147-A177-3AD203B41FA5}">
                      <a16:colId xmlns:a16="http://schemas.microsoft.com/office/drawing/2014/main" val="2547365783"/>
                    </a:ext>
                  </a:extLst>
                </a:gridCol>
                <a:gridCol w="468000">
                  <a:extLst>
                    <a:ext uri="{9D8B030D-6E8A-4147-A177-3AD203B41FA5}">
                      <a16:colId xmlns:a16="http://schemas.microsoft.com/office/drawing/2014/main" val="1051921133"/>
                    </a:ext>
                  </a:extLst>
                </a:gridCol>
                <a:gridCol w="468000">
                  <a:extLst>
                    <a:ext uri="{9D8B030D-6E8A-4147-A177-3AD203B41FA5}">
                      <a16:colId xmlns:a16="http://schemas.microsoft.com/office/drawing/2014/main" val="2022022091"/>
                    </a:ext>
                  </a:extLst>
                </a:gridCol>
                <a:gridCol w="468000">
                  <a:extLst>
                    <a:ext uri="{9D8B030D-6E8A-4147-A177-3AD203B41FA5}">
                      <a16:colId xmlns:a16="http://schemas.microsoft.com/office/drawing/2014/main" val="1719755532"/>
                    </a:ext>
                  </a:extLst>
                </a:gridCol>
              </a:tblGrid>
              <a:tr h="468000">
                <a:tc>
                  <a:txBody>
                    <a:bodyPr/>
                    <a:lstStyle/>
                    <a:p>
                      <a:pPr algn="ctr"/>
                      <a:r>
                        <a:rPr lang="en-VN" sz="1100" b="0">
                          <a:solidFill>
                            <a:schemeClr val="tx1"/>
                          </a:solidFill>
                        </a:rPr>
                        <a:t>false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VN" sz="1100" b="0">
                          <a:solidFill>
                            <a:schemeClr val="tx1"/>
                          </a:solidFill>
                        </a:rPr>
                        <a:t>false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VN" sz="1100" b="0">
                          <a:solidFill>
                            <a:schemeClr val="tx1"/>
                          </a:solidFill>
                        </a:rPr>
                        <a:t>false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VN" sz="1100" b="0">
                          <a:solidFill>
                            <a:schemeClr val="tx1"/>
                          </a:solidFill>
                        </a:rPr>
                        <a:t>false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VN" sz="1100" b="0">
                          <a:solidFill>
                            <a:schemeClr val="tx1"/>
                          </a:solidFill>
                        </a:rPr>
                        <a:t>false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829383862"/>
                  </a:ext>
                </a:extLst>
              </a:tr>
            </a:tbl>
          </a:graphicData>
        </a:graphic>
      </p:graphicFrame>
      <p:sp>
        <p:nvSpPr>
          <p:cNvPr id="40" name="Rectangle 39">
            <a:extLst>
              <a:ext uri="{FF2B5EF4-FFF2-40B4-BE49-F238E27FC236}">
                <a16:creationId xmlns:a16="http://schemas.microsoft.com/office/drawing/2014/main" id="{30581760-8EC2-D37D-8DB5-DD7DFFCC0CA4}"/>
              </a:ext>
            </a:extLst>
          </p:cNvPr>
          <p:cNvSpPr/>
          <p:nvPr/>
        </p:nvSpPr>
        <p:spPr>
          <a:xfrm>
            <a:off x="654227" y="3817719"/>
            <a:ext cx="3017228" cy="1378345"/>
          </a:xfrm>
          <a:prstGeom prst="rect">
            <a:avLst/>
          </a:prstGeom>
          <a:solidFill>
            <a:srgbClr val="FFFF00">
              <a:alpha val="26391"/>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Tree>
    <p:extLst>
      <p:ext uri="{BB962C8B-B14F-4D97-AF65-F5344CB8AC3E}">
        <p14:creationId xmlns:p14="http://schemas.microsoft.com/office/powerpoint/2010/main" val="21674847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E5B212-AD2D-944A-A67E-766ADB8CB93E}"/>
              </a:ext>
            </a:extLst>
          </p:cNvPr>
          <p:cNvSpPr>
            <a:spLocks noGrp="1"/>
          </p:cNvSpPr>
          <p:nvPr>
            <p:ph type="title"/>
          </p:nvPr>
        </p:nvSpPr>
        <p:spPr/>
        <p:txBody>
          <a:bodyPr>
            <a:normAutofit fontScale="90000"/>
          </a:bodyPr>
          <a:lstStyle/>
          <a:p>
            <a:r>
              <a:rPr lang="vi-VN"/>
              <a:t>KHỞI TẠO MẢNG MỘT CHIỀU</a:t>
            </a:r>
            <a:endParaRPr lang="en-VN"/>
          </a:p>
        </p:txBody>
      </p:sp>
      <p:sp>
        <p:nvSpPr>
          <p:cNvPr id="3" name="Content Placeholder 2">
            <a:extLst>
              <a:ext uri="{FF2B5EF4-FFF2-40B4-BE49-F238E27FC236}">
                <a16:creationId xmlns:a16="http://schemas.microsoft.com/office/drawing/2014/main" id="{2F79A472-2FBD-3246-8E1B-63302D150924}"/>
              </a:ext>
            </a:extLst>
          </p:cNvPr>
          <p:cNvSpPr>
            <a:spLocks noGrp="1"/>
          </p:cNvSpPr>
          <p:nvPr>
            <p:ph idx="1"/>
          </p:nvPr>
        </p:nvSpPr>
        <p:spPr/>
        <p:txBody>
          <a:bodyPr/>
          <a:lstStyle/>
          <a:p>
            <a:pPr algn="just"/>
            <a:r>
              <a:rPr lang="en-VN"/>
              <a:t>Khởi tạo giá trị ban đầu cho các phần tử của mảng:</a:t>
            </a:r>
            <a:endParaRPr lang="en-VN">
              <a:highlight>
                <a:srgbClr val="FFFF00"/>
              </a:highlight>
            </a:endParaRPr>
          </a:p>
        </p:txBody>
      </p:sp>
      <p:sp>
        <p:nvSpPr>
          <p:cNvPr id="4" name="Footer Placeholder 3">
            <a:extLst>
              <a:ext uri="{FF2B5EF4-FFF2-40B4-BE49-F238E27FC236}">
                <a16:creationId xmlns:a16="http://schemas.microsoft.com/office/drawing/2014/main" id="{FF824937-E194-774C-908B-A4198DB8D551}"/>
              </a:ext>
            </a:extLst>
          </p:cNvPr>
          <p:cNvSpPr>
            <a:spLocks noGrp="1"/>
          </p:cNvSpPr>
          <p:nvPr>
            <p:ph type="ftr" sz="quarter" idx="11"/>
          </p:nvPr>
        </p:nvSpPr>
        <p:spPr/>
        <p:txBody>
          <a:bodyPr/>
          <a:lstStyle/>
          <a:p>
            <a:r>
              <a:rPr lang="vi-VN" dirty="0"/>
              <a:t>Bài 6: Mảng một chiều</a:t>
            </a:r>
            <a:endParaRPr lang="en-US" dirty="0"/>
          </a:p>
        </p:txBody>
      </p:sp>
      <p:sp>
        <p:nvSpPr>
          <p:cNvPr id="5" name="Content Placeholder 5">
            <a:extLst>
              <a:ext uri="{FF2B5EF4-FFF2-40B4-BE49-F238E27FC236}">
                <a16:creationId xmlns:a16="http://schemas.microsoft.com/office/drawing/2014/main" id="{A9223618-785F-954A-A58D-438CDAB0F964}"/>
              </a:ext>
            </a:extLst>
          </p:cNvPr>
          <p:cNvSpPr txBox="1">
            <a:spLocks/>
          </p:cNvSpPr>
          <p:nvPr/>
        </p:nvSpPr>
        <p:spPr>
          <a:xfrm>
            <a:off x="318060" y="1875800"/>
            <a:ext cx="4253940" cy="4387281"/>
          </a:xfrm>
          <a:prstGeom prst="rect">
            <a:avLst/>
          </a:prstGeom>
        </p:spPr>
        <p:style>
          <a:lnRef idx="2">
            <a:schemeClr val="accent2"/>
          </a:lnRef>
          <a:fillRef idx="1">
            <a:schemeClr val="lt1"/>
          </a:fillRef>
          <a:effectRef idx="0">
            <a:schemeClr val="accent2"/>
          </a:effectRef>
          <a:fontRef idx="minor">
            <a:schemeClr val="dk1"/>
          </a:fontRef>
        </p:style>
        <p:txBody>
          <a:bodyPr>
            <a:noAutofit/>
          </a:bodyPr>
          <a:lstStyle>
            <a:lvl1pPr marL="308610" indent="-257175" algn="l" rtl="0" eaLnBrk="1" latinLnBrk="0" hangingPunct="1">
              <a:spcBef>
                <a:spcPts val="525"/>
              </a:spcBef>
              <a:buSzPct val="95000"/>
              <a:buFont typeface="Wingdings"/>
              <a:buChar char=""/>
              <a:defRPr sz="1500" kern="1200" spc="0">
                <a:solidFill>
                  <a:schemeClr val="tx1"/>
                </a:solidFill>
                <a:latin typeface="+mn-lt"/>
                <a:ea typeface="+mn-ea"/>
                <a:cs typeface="Arial" pitchFamily="34" charset="0"/>
              </a:defRPr>
            </a:lvl1pPr>
            <a:lvl2pPr marL="555498" indent="-214313" algn="l" rtl="0" eaLnBrk="1" latinLnBrk="0" hangingPunct="1">
              <a:spcBef>
                <a:spcPct val="20000"/>
              </a:spcBef>
              <a:buClr>
                <a:schemeClr val="accent2"/>
              </a:buClr>
              <a:buSzPct val="90000"/>
              <a:buFont typeface="Wingdings"/>
              <a:buChar char=""/>
              <a:defRPr sz="1350" kern="1200" spc="0">
                <a:solidFill>
                  <a:schemeClr val="tx1"/>
                </a:solidFill>
                <a:latin typeface="+mn-lt"/>
                <a:ea typeface="+mn-ea"/>
                <a:cs typeface="Arial" pitchFamily="34" charset="0"/>
              </a:defRPr>
            </a:lvl2pPr>
            <a:lvl3pPr marL="747522" indent="-171450" algn="l" rtl="0" eaLnBrk="1" latinLnBrk="0" hangingPunct="1">
              <a:spcBef>
                <a:spcPct val="20000"/>
              </a:spcBef>
              <a:buClr>
                <a:schemeClr val="accent2"/>
              </a:buClr>
              <a:buFont typeface="Wingdings 2"/>
              <a:buChar char=""/>
              <a:defRPr sz="1200" kern="1200" spc="0">
                <a:solidFill>
                  <a:schemeClr val="tx1"/>
                </a:solidFill>
                <a:latin typeface="+mn-lt"/>
                <a:ea typeface="+mn-ea"/>
                <a:cs typeface="Arial" pitchFamily="34" charset="0"/>
              </a:defRPr>
            </a:lvl3pPr>
            <a:lvl4pPr marL="946404" indent="-171450" algn="l" rtl="0" eaLnBrk="1" latinLnBrk="0" hangingPunct="1">
              <a:spcBef>
                <a:spcPct val="20000"/>
              </a:spcBef>
              <a:buClr>
                <a:schemeClr val="accent3"/>
              </a:buClr>
              <a:buFont typeface="Wingdings 3"/>
              <a:buChar char=""/>
              <a:defRPr sz="1200" kern="1200" spc="0">
                <a:solidFill>
                  <a:schemeClr val="tx1"/>
                </a:solidFill>
                <a:latin typeface="+mn-lt"/>
                <a:ea typeface="+mn-ea"/>
                <a:cs typeface="Arial" pitchFamily="34" charset="0"/>
              </a:defRPr>
            </a:lvl4pPr>
            <a:lvl5pPr marL="1110996" indent="-157734" algn="l" rtl="0" eaLnBrk="1" latinLnBrk="0" hangingPunct="1">
              <a:spcBef>
                <a:spcPct val="20000"/>
              </a:spcBef>
              <a:buClr>
                <a:schemeClr val="accent3"/>
              </a:buClr>
              <a:buFont typeface="Wingdings 2"/>
              <a:buChar char=""/>
              <a:defRPr sz="1050" kern="1200" spc="0">
                <a:solidFill>
                  <a:schemeClr val="tx1"/>
                </a:solidFill>
                <a:latin typeface="+mn-lt"/>
                <a:ea typeface="+mn-ea"/>
                <a:cs typeface="Arial" pitchFamily="34" charset="0"/>
              </a:defRPr>
            </a:lvl5pPr>
            <a:lvl6pPr marL="1282446" indent="-157734" algn="l" rtl="0" eaLnBrk="1" latinLnBrk="0" hangingPunct="1">
              <a:spcBef>
                <a:spcPct val="20000"/>
              </a:spcBef>
              <a:buClr>
                <a:schemeClr val="accent3"/>
              </a:buClr>
              <a:buFont typeface="Wingdings 2"/>
              <a:buChar char=""/>
              <a:defRPr sz="1350" kern="1200">
                <a:solidFill>
                  <a:schemeClr val="tx1"/>
                </a:solidFill>
                <a:latin typeface="+mn-lt"/>
                <a:ea typeface="+mn-ea"/>
                <a:cs typeface="+mn-cs"/>
              </a:defRPr>
            </a:lvl6pPr>
            <a:lvl7pPr marL="1426464"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7pPr>
            <a:lvl8pPr marL="1570482"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8pPr>
            <a:lvl9pPr marL="1714500"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9pPr>
            <a:extLst/>
          </a:lstStyle>
          <a:p>
            <a:pPr marL="51435" indent="0" algn="just">
              <a:spcBef>
                <a:spcPts val="0"/>
              </a:spcBef>
              <a:buNone/>
            </a:pPr>
            <a:r>
              <a:rPr lang="en-US" sz="1600">
                <a:solidFill>
                  <a:srgbClr val="0000FF"/>
                </a:solidFill>
                <a:latin typeface="Consolas" panose="020B0609020204030204" pitchFamily="49" charset="0"/>
              </a:rPr>
              <a:t>static</a:t>
            </a:r>
            <a:r>
              <a:rPr lang="en-US" sz="1600">
                <a:latin typeface="Consolas" panose="020B0609020204030204" pitchFamily="49" charset="0"/>
              </a:rPr>
              <a:t> </a:t>
            </a:r>
            <a:r>
              <a:rPr lang="en-US" sz="1600">
                <a:solidFill>
                  <a:srgbClr val="0000FF"/>
                </a:solidFill>
                <a:latin typeface="Consolas" panose="020B0609020204030204" pitchFamily="49" charset="0"/>
              </a:rPr>
              <a:t>void</a:t>
            </a:r>
            <a:r>
              <a:rPr lang="en-US" sz="1600">
                <a:latin typeface="Consolas" panose="020B0609020204030204" pitchFamily="49" charset="0"/>
              </a:rPr>
              <a:t> </a:t>
            </a:r>
            <a:r>
              <a:rPr lang="en-US" sz="1600">
                <a:solidFill>
                  <a:srgbClr val="FEA400"/>
                </a:solidFill>
                <a:latin typeface="Consolas" panose="020B0609020204030204" pitchFamily="49" charset="0"/>
              </a:rPr>
              <a:t>Main</a:t>
            </a:r>
            <a:r>
              <a:rPr lang="en-US" sz="1600">
                <a:latin typeface="Consolas" panose="020B0609020204030204" pitchFamily="49" charset="0"/>
              </a:rPr>
              <a:t>(</a:t>
            </a:r>
            <a:r>
              <a:rPr lang="en-US" sz="1600">
                <a:solidFill>
                  <a:srgbClr val="0000FF"/>
                </a:solidFill>
                <a:latin typeface="Consolas" panose="020B0609020204030204" pitchFamily="49" charset="0"/>
              </a:rPr>
              <a:t>string</a:t>
            </a:r>
            <a:r>
              <a:rPr lang="en-US" sz="1600">
                <a:latin typeface="Consolas" panose="020B0609020204030204" pitchFamily="49" charset="0"/>
              </a:rPr>
              <a:t>[] args)</a:t>
            </a:r>
          </a:p>
          <a:p>
            <a:pPr marL="51435" indent="0" algn="just">
              <a:spcBef>
                <a:spcPts val="0"/>
              </a:spcBef>
              <a:buNone/>
            </a:pPr>
            <a:r>
              <a:rPr lang="en-US" sz="1600">
                <a:latin typeface="Consolas" panose="020B0609020204030204" pitchFamily="49" charset="0"/>
              </a:rPr>
              <a:t>{</a:t>
            </a:r>
          </a:p>
          <a:p>
            <a:pPr marL="51435" indent="0">
              <a:spcBef>
                <a:spcPts val="0"/>
              </a:spcBef>
              <a:buNone/>
            </a:pPr>
            <a:r>
              <a:rPr lang="en-US" sz="1600">
                <a:solidFill>
                  <a:srgbClr val="0432FF"/>
                </a:solidFill>
                <a:latin typeface="Consolas" panose="020B0609020204030204" pitchFamily="49" charset="0"/>
              </a:rPr>
              <a:t>   	int[]</a:t>
            </a:r>
            <a:r>
              <a:rPr lang="en-US" sz="1600">
                <a:solidFill>
                  <a:schemeClr val="bg1"/>
                </a:solidFill>
                <a:latin typeface="Consolas" panose="020B0609020204030204" pitchFamily="49" charset="0"/>
              </a:rPr>
              <a:t> </a:t>
            </a:r>
            <a:r>
              <a:rPr lang="en-US" sz="1600">
                <a:solidFill>
                  <a:schemeClr val="accent6">
                    <a:lumMod val="75000"/>
                  </a:schemeClr>
                </a:solidFill>
                <a:latin typeface="Consolas" panose="020B0609020204030204" pitchFamily="49" charset="0"/>
              </a:rPr>
              <a:t>arr1</a:t>
            </a:r>
            <a:r>
              <a:rPr lang="en-US" sz="1600">
                <a:latin typeface="Consolas" panose="020B0609020204030204" pitchFamily="49" charset="0"/>
              </a:rPr>
              <a:t>;</a:t>
            </a:r>
          </a:p>
          <a:p>
            <a:pPr marL="51435" indent="0">
              <a:spcBef>
                <a:spcPts val="0"/>
              </a:spcBef>
              <a:buNone/>
            </a:pPr>
            <a:r>
              <a:rPr lang="en-US" sz="1600">
                <a:solidFill>
                  <a:schemeClr val="accent6">
                    <a:lumMod val="75000"/>
                  </a:schemeClr>
                </a:solidFill>
                <a:latin typeface="Consolas" panose="020B0609020204030204" pitchFamily="49" charset="0"/>
              </a:rPr>
              <a:t>	arr1 </a:t>
            </a:r>
            <a:r>
              <a:rPr lang="en-US" sz="1600">
                <a:latin typeface="Consolas" panose="020B0609020204030204" pitchFamily="49" charset="0"/>
              </a:rPr>
              <a:t>= </a:t>
            </a:r>
            <a:r>
              <a:rPr lang="en-US" sz="1600">
                <a:solidFill>
                  <a:srgbClr val="0432FF"/>
                </a:solidFill>
                <a:latin typeface="Consolas" panose="020B0609020204030204" pitchFamily="49" charset="0"/>
              </a:rPr>
              <a:t>new int</a:t>
            </a:r>
            <a:r>
              <a:rPr lang="en-US" sz="1600">
                <a:latin typeface="Consolas" panose="020B0609020204030204" pitchFamily="49" charset="0"/>
              </a:rPr>
              <a:t>[</a:t>
            </a:r>
            <a:r>
              <a:rPr lang="en-US" sz="1600">
                <a:solidFill>
                  <a:srgbClr val="0432FF"/>
                </a:solidFill>
                <a:latin typeface="Consolas" panose="020B0609020204030204" pitchFamily="49" charset="0"/>
              </a:rPr>
              <a:t>4</a:t>
            </a:r>
            <a:r>
              <a:rPr lang="en-US" sz="1600">
                <a:latin typeface="Consolas" panose="020B0609020204030204" pitchFamily="49" charset="0"/>
              </a:rPr>
              <a:t>]{5, 8, 2, 7}</a:t>
            </a:r>
            <a:r>
              <a:rPr lang="en-US" sz="1600">
                <a:latin typeface="Consolas" panose="020B0609020204030204" pitchFamily="49" charset="0"/>
                <a:cs typeface="Consolas" panose="020B0609020204030204" pitchFamily="49" charset="0"/>
              </a:rPr>
              <a:t>;</a:t>
            </a:r>
          </a:p>
          <a:p>
            <a:pPr marL="51435" indent="0">
              <a:spcBef>
                <a:spcPts val="0"/>
              </a:spcBef>
              <a:buNone/>
            </a:pPr>
            <a:endParaRPr lang="en-US" sz="1600">
              <a:latin typeface="Consolas" panose="020B0609020204030204" pitchFamily="49" charset="0"/>
              <a:cs typeface="Consolas" panose="020B0609020204030204" pitchFamily="49" charset="0"/>
            </a:endParaRPr>
          </a:p>
          <a:p>
            <a:pPr marL="51435" indent="0">
              <a:spcBef>
                <a:spcPts val="0"/>
              </a:spcBef>
              <a:buNone/>
            </a:pPr>
            <a:endParaRPr lang="en-US" sz="1600">
              <a:latin typeface="Consolas" panose="020B0609020204030204" pitchFamily="49" charset="0"/>
              <a:cs typeface="Consolas" panose="020B0609020204030204" pitchFamily="49" charset="0"/>
            </a:endParaRPr>
          </a:p>
          <a:p>
            <a:pPr marL="51435" indent="0">
              <a:spcBef>
                <a:spcPts val="0"/>
              </a:spcBef>
              <a:buNone/>
            </a:pPr>
            <a:endParaRPr lang="en-US" sz="1600">
              <a:latin typeface="Consolas" panose="020B0609020204030204" pitchFamily="49" charset="0"/>
              <a:cs typeface="Consolas" panose="020B0609020204030204" pitchFamily="49" charset="0"/>
            </a:endParaRPr>
          </a:p>
          <a:p>
            <a:pPr marL="51435" indent="0">
              <a:spcBef>
                <a:spcPts val="0"/>
              </a:spcBef>
              <a:buNone/>
            </a:pPr>
            <a:r>
              <a:rPr lang="en-US" sz="1600">
                <a:solidFill>
                  <a:srgbClr val="0432FF"/>
                </a:solidFill>
                <a:latin typeface="Consolas" panose="020B0609020204030204" pitchFamily="49" charset="0"/>
              </a:rPr>
              <a:t>	int[]</a:t>
            </a:r>
            <a:r>
              <a:rPr lang="en-US" sz="1600">
                <a:solidFill>
                  <a:schemeClr val="bg1"/>
                </a:solidFill>
                <a:latin typeface="Consolas" panose="020B0609020204030204" pitchFamily="49" charset="0"/>
              </a:rPr>
              <a:t> </a:t>
            </a:r>
            <a:r>
              <a:rPr lang="en-US" sz="1600">
                <a:solidFill>
                  <a:schemeClr val="accent6">
                    <a:lumMod val="75000"/>
                  </a:schemeClr>
                </a:solidFill>
                <a:latin typeface="Consolas" panose="020B0609020204030204" pitchFamily="49" charset="0"/>
              </a:rPr>
              <a:t>arr2</a:t>
            </a:r>
            <a:r>
              <a:rPr lang="en-US" sz="1600">
                <a:latin typeface="Consolas" panose="020B0609020204030204" pitchFamily="49" charset="0"/>
              </a:rPr>
              <a:t>;</a:t>
            </a:r>
          </a:p>
          <a:p>
            <a:pPr marL="51435" indent="0">
              <a:spcBef>
                <a:spcPts val="0"/>
              </a:spcBef>
              <a:buNone/>
            </a:pPr>
            <a:r>
              <a:rPr lang="en-US" sz="1600">
                <a:solidFill>
                  <a:schemeClr val="accent6">
                    <a:lumMod val="75000"/>
                  </a:schemeClr>
                </a:solidFill>
                <a:latin typeface="Consolas" panose="020B0609020204030204" pitchFamily="49" charset="0"/>
              </a:rPr>
              <a:t>	arr2 </a:t>
            </a:r>
            <a:r>
              <a:rPr lang="en-US" sz="1600">
                <a:latin typeface="Consolas" panose="020B0609020204030204" pitchFamily="49" charset="0"/>
              </a:rPr>
              <a:t>= </a:t>
            </a:r>
            <a:r>
              <a:rPr lang="en-US" sz="1600">
                <a:solidFill>
                  <a:srgbClr val="0432FF"/>
                </a:solidFill>
                <a:latin typeface="Consolas" panose="020B0609020204030204" pitchFamily="49" charset="0"/>
              </a:rPr>
              <a:t>new int</a:t>
            </a:r>
            <a:r>
              <a:rPr lang="en-US" sz="1600">
                <a:latin typeface="Consolas" panose="020B0609020204030204" pitchFamily="49" charset="0"/>
              </a:rPr>
              <a:t>[]{5, 8, 2, 7}</a:t>
            </a:r>
            <a:r>
              <a:rPr lang="en-US" sz="1600">
                <a:latin typeface="Consolas" panose="020B0609020204030204" pitchFamily="49" charset="0"/>
                <a:cs typeface="Consolas" panose="020B0609020204030204" pitchFamily="49" charset="0"/>
              </a:rPr>
              <a:t>;</a:t>
            </a:r>
          </a:p>
          <a:p>
            <a:pPr marL="51435" indent="0">
              <a:spcBef>
                <a:spcPts val="0"/>
              </a:spcBef>
              <a:buNone/>
            </a:pPr>
            <a:endParaRPr lang="en-US" sz="1600">
              <a:latin typeface="Consolas" panose="020B0609020204030204" pitchFamily="49" charset="0"/>
              <a:cs typeface="Consolas" panose="020B0609020204030204" pitchFamily="49" charset="0"/>
            </a:endParaRPr>
          </a:p>
          <a:p>
            <a:pPr marL="51435" indent="0">
              <a:spcBef>
                <a:spcPts val="0"/>
              </a:spcBef>
              <a:buNone/>
            </a:pPr>
            <a:endParaRPr lang="en-US" sz="1600">
              <a:latin typeface="Consolas" panose="020B0609020204030204" pitchFamily="49" charset="0"/>
              <a:cs typeface="Consolas" panose="020B0609020204030204" pitchFamily="49" charset="0"/>
            </a:endParaRPr>
          </a:p>
          <a:p>
            <a:pPr marL="51435" indent="0">
              <a:spcBef>
                <a:spcPts val="0"/>
              </a:spcBef>
              <a:buNone/>
            </a:pPr>
            <a:endParaRPr lang="en-US" sz="1600">
              <a:latin typeface="Consolas" panose="020B0609020204030204" pitchFamily="49" charset="0"/>
              <a:cs typeface="Consolas" panose="020B0609020204030204" pitchFamily="49" charset="0"/>
            </a:endParaRPr>
          </a:p>
          <a:p>
            <a:pPr marL="51435" indent="0">
              <a:spcBef>
                <a:spcPts val="0"/>
              </a:spcBef>
              <a:buNone/>
            </a:pPr>
            <a:r>
              <a:rPr lang="en-US" sz="1600">
                <a:solidFill>
                  <a:srgbClr val="0432FF"/>
                </a:solidFill>
                <a:latin typeface="Consolas" panose="020B0609020204030204" pitchFamily="49" charset="0"/>
              </a:rPr>
              <a:t>	int[]</a:t>
            </a:r>
            <a:r>
              <a:rPr lang="en-US" sz="1600">
                <a:solidFill>
                  <a:schemeClr val="bg1"/>
                </a:solidFill>
                <a:latin typeface="Consolas" panose="020B0609020204030204" pitchFamily="49" charset="0"/>
              </a:rPr>
              <a:t> </a:t>
            </a:r>
            <a:r>
              <a:rPr lang="en-US" sz="1600">
                <a:solidFill>
                  <a:schemeClr val="accent6">
                    <a:lumMod val="75000"/>
                  </a:schemeClr>
                </a:solidFill>
                <a:latin typeface="Consolas" panose="020B0609020204030204" pitchFamily="49" charset="0"/>
              </a:rPr>
              <a:t>arr3</a:t>
            </a:r>
            <a:r>
              <a:rPr lang="en-US" sz="1600">
                <a:latin typeface="Consolas" panose="020B0609020204030204" pitchFamily="49" charset="0"/>
              </a:rPr>
              <a:t>;</a:t>
            </a:r>
          </a:p>
          <a:p>
            <a:pPr marL="51435" indent="0">
              <a:spcBef>
                <a:spcPts val="0"/>
              </a:spcBef>
              <a:buNone/>
            </a:pPr>
            <a:r>
              <a:rPr lang="en-US" sz="1600">
                <a:solidFill>
                  <a:schemeClr val="accent6">
                    <a:lumMod val="75000"/>
                  </a:schemeClr>
                </a:solidFill>
                <a:latin typeface="Consolas" panose="020B0609020204030204" pitchFamily="49" charset="0"/>
              </a:rPr>
              <a:t>	arr3 </a:t>
            </a:r>
            <a:r>
              <a:rPr lang="en-US" sz="1600">
                <a:latin typeface="Consolas" panose="020B0609020204030204" pitchFamily="49" charset="0"/>
              </a:rPr>
              <a:t>= {5, 8, 2, 7}</a:t>
            </a:r>
            <a:r>
              <a:rPr lang="en-US" sz="1600">
                <a:latin typeface="Consolas" panose="020B0609020204030204" pitchFamily="49" charset="0"/>
                <a:cs typeface="Consolas" panose="020B0609020204030204" pitchFamily="49" charset="0"/>
              </a:rPr>
              <a:t>;</a:t>
            </a:r>
          </a:p>
          <a:p>
            <a:pPr marL="51435" indent="0">
              <a:spcBef>
                <a:spcPts val="0"/>
              </a:spcBef>
              <a:buNone/>
            </a:pPr>
            <a:endParaRPr lang="en-US" sz="1600">
              <a:latin typeface="Consolas" panose="020B0609020204030204" pitchFamily="49" charset="0"/>
              <a:cs typeface="Consolas" panose="020B0609020204030204" pitchFamily="49" charset="0"/>
            </a:endParaRPr>
          </a:p>
          <a:p>
            <a:pPr marL="51435" indent="0">
              <a:spcBef>
                <a:spcPts val="0"/>
              </a:spcBef>
              <a:buNone/>
            </a:pPr>
            <a:r>
              <a:rPr lang="en-US" sz="1600">
                <a:solidFill>
                  <a:schemeClr val="accent6">
                    <a:lumMod val="75000"/>
                  </a:schemeClr>
                </a:solidFill>
                <a:latin typeface="Consolas" panose="020B0609020204030204" pitchFamily="49" charset="0"/>
              </a:rPr>
              <a:t>	</a:t>
            </a:r>
            <a:endParaRPr lang="en-US" sz="1600">
              <a:latin typeface="Consolas" panose="020B0609020204030204" pitchFamily="49" charset="0"/>
            </a:endParaRPr>
          </a:p>
          <a:p>
            <a:pPr marL="51435" indent="0">
              <a:spcBef>
                <a:spcPts val="0"/>
              </a:spcBef>
              <a:buNone/>
            </a:pPr>
            <a:r>
              <a:rPr lang="en-US" sz="1600">
                <a:latin typeface="Consolas" panose="020B0609020204030204" pitchFamily="49" charset="0"/>
              </a:rPr>
              <a:t>}</a:t>
            </a:r>
          </a:p>
        </p:txBody>
      </p:sp>
      <p:sp>
        <p:nvSpPr>
          <p:cNvPr id="19" name="Slide Number Placeholder 18">
            <a:extLst>
              <a:ext uri="{FF2B5EF4-FFF2-40B4-BE49-F238E27FC236}">
                <a16:creationId xmlns:a16="http://schemas.microsoft.com/office/drawing/2014/main" id="{2E41449F-637E-AD41-9D3C-6248366B6581}"/>
              </a:ext>
            </a:extLst>
          </p:cNvPr>
          <p:cNvSpPr>
            <a:spLocks noGrp="1"/>
          </p:cNvSpPr>
          <p:nvPr>
            <p:ph type="sldNum" sz="quarter" idx="12"/>
          </p:nvPr>
        </p:nvSpPr>
        <p:spPr/>
        <p:txBody>
          <a:bodyPr/>
          <a:lstStyle/>
          <a:p>
            <a:fld id="{1AD93096-5B34-4342-9326-69289CEAE4C2}" type="slidenum">
              <a:rPr lang="en-US" smtClean="0"/>
              <a:pPr/>
              <a:t>8</a:t>
            </a:fld>
            <a:endParaRPr lang="en-US" dirty="0"/>
          </a:p>
        </p:txBody>
      </p:sp>
      <p:sp>
        <p:nvSpPr>
          <p:cNvPr id="15" name="Cube 14">
            <a:extLst>
              <a:ext uri="{FF2B5EF4-FFF2-40B4-BE49-F238E27FC236}">
                <a16:creationId xmlns:a16="http://schemas.microsoft.com/office/drawing/2014/main" id="{BF6EF824-F5F1-53C7-6F95-03861BD16923}"/>
              </a:ext>
            </a:extLst>
          </p:cNvPr>
          <p:cNvSpPr/>
          <p:nvPr/>
        </p:nvSpPr>
        <p:spPr>
          <a:xfrm>
            <a:off x="4765967" y="2045797"/>
            <a:ext cx="1063942" cy="963000"/>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t>arr1</a:t>
            </a:r>
            <a:endParaRPr lang="en-VN" b="1"/>
          </a:p>
        </p:txBody>
      </p:sp>
      <p:cxnSp>
        <p:nvCxnSpPr>
          <p:cNvPr id="18" name="Curved Connector 17">
            <a:extLst>
              <a:ext uri="{FF2B5EF4-FFF2-40B4-BE49-F238E27FC236}">
                <a16:creationId xmlns:a16="http://schemas.microsoft.com/office/drawing/2014/main" id="{0A5ED100-AD95-62DD-66E5-8FE4BF777147}"/>
              </a:ext>
            </a:extLst>
          </p:cNvPr>
          <p:cNvCxnSpPr>
            <a:cxnSpLocks/>
            <a:stCxn id="15" idx="5"/>
            <a:endCxn id="31" idx="1"/>
          </p:cNvCxnSpPr>
          <p:nvPr/>
        </p:nvCxnSpPr>
        <p:spPr>
          <a:xfrm>
            <a:off x="5829909" y="2406922"/>
            <a:ext cx="703201" cy="81961"/>
          </a:xfrm>
          <a:prstGeom prst="curvedConnector3">
            <a:avLst>
              <a:gd name="adj1" fmla="val 50000"/>
            </a:avLst>
          </a:prstGeom>
          <a:ln w="28575">
            <a:solidFill>
              <a:srgbClr val="FF623C"/>
            </a:solidFill>
            <a:tailEnd type="triangle"/>
          </a:ln>
        </p:spPr>
        <p:style>
          <a:lnRef idx="1">
            <a:schemeClr val="dk1"/>
          </a:lnRef>
          <a:fillRef idx="0">
            <a:schemeClr val="dk1"/>
          </a:fillRef>
          <a:effectRef idx="0">
            <a:schemeClr val="dk1"/>
          </a:effectRef>
          <a:fontRef idx="minor">
            <a:schemeClr val="tx1"/>
          </a:fontRef>
        </p:style>
      </p:cxnSp>
      <p:graphicFrame>
        <p:nvGraphicFramePr>
          <p:cNvPr id="31" name="Table 30">
            <a:extLst>
              <a:ext uri="{FF2B5EF4-FFF2-40B4-BE49-F238E27FC236}">
                <a16:creationId xmlns:a16="http://schemas.microsoft.com/office/drawing/2014/main" id="{8B72AF57-7903-F5BB-1867-CEC2B224EFD9}"/>
              </a:ext>
            </a:extLst>
          </p:cNvPr>
          <p:cNvGraphicFramePr>
            <a:graphicFrameLocks noGrp="1"/>
          </p:cNvGraphicFramePr>
          <p:nvPr>
            <p:extLst>
              <p:ext uri="{D42A27DB-BD31-4B8C-83A1-F6EECF244321}">
                <p14:modId xmlns:p14="http://schemas.microsoft.com/office/powerpoint/2010/main" val="722815849"/>
              </p:ext>
            </p:extLst>
          </p:nvPr>
        </p:nvGraphicFramePr>
        <p:xfrm>
          <a:off x="6533110" y="2272883"/>
          <a:ext cx="1728000" cy="432000"/>
        </p:xfrm>
        <a:graphic>
          <a:graphicData uri="http://schemas.openxmlformats.org/drawingml/2006/table">
            <a:tbl>
              <a:tblPr firstRow="1" bandRow="1">
                <a:tableStyleId>{5C22544A-7EE6-4342-B048-85BDC9FD1C3A}</a:tableStyleId>
              </a:tblPr>
              <a:tblGrid>
                <a:gridCol w="432000">
                  <a:extLst>
                    <a:ext uri="{9D8B030D-6E8A-4147-A177-3AD203B41FA5}">
                      <a16:colId xmlns:a16="http://schemas.microsoft.com/office/drawing/2014/main" val="2617717164"/>
                    </a:ext>
                  </a:extLst>
                </a:gridCol>
                <a:gridCol w="432000">
                  <a:extLst>
                    <a:ext uri="{9D8B030D-6E8A-4147-A177-3AD203B41FA5}">
                      <a16:colId xmlns:a16="http://schemas.microsoft.com/office/drawing/2014/main" val="2547365783"/>
                    </a:ext>
                  </a:extLst>
                </a:gridCol>
                <a:gridCol w="432000">
                  <a:extLst>
                    <a:ext uri="{9D8B030D-6E8A-4147-A177-3AD203B41FA5}">
                      <a16:colId xmlns:a16="http://schemas.microsoft.com/office/drawing/2014/main" val="1051921133"/>
                    </a:ext>
                  </a:extLst>
                </a:gridCol>
                <a:gridCol w="432000">
                  <a:extLst>
                    <a:ext uri="{9D8B030D-6E8A-4147-A177-3AD203B41FA5}">
                      <a16:colId xmlns:a16="http://schemas.microsoft.com/office/drawing/2014/main" val="2022022091"/>
                    </a:ext>
                  </a:extLst>
                </a:gridCol>
              </a:tblGrid>
              <a:tr h="432000">
                <a:tc>
                  <a:txBody>
                    <a:bodyPr/>
                    <a:lstStyle/>
                    <a:p>
                      <a:pPr algn="ctr"/>
                      <a:r>
                        <a:rPr lang="en-VN" sz="1600" b="0">
                          <a:solidFill>
                            <a:schemeClr val="tx1"/>
                          </a:solidFill>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VN" sz="1600" b="0">
                          <a:solidFill>
                            <a:schemeClr val="tx1"/>
                          </a:solidFill>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VN" sz="1600" b="0">
                          <a:solidFill>
                            <a:schemeClr val="tx1"/>
                          </a:solidFill>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VN" sz="1600" b="0">
                          <a:solidFill>
                            <a:schemeClr val="tx1"/>
                          </a:solidFill>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829383862"/>
                  </a:ext>
                </a:extLst>
              </a:tr>
            </a:tbl>
          </a:graphicData>
        </a:graphic>
      </p:graphicFrame>
      <p:sp>
        <p:nvSpPr>
          <p:cNvPr id="6" name="Cube 5">
            <a:extLst>
              <a:ext uri="{FF2B5EF4-FFF2-40B4-BE49-F238E27FC236}">
                <a16:creationId xmlns:a16="http://schemas.microsoft.com/office/drawing/2014/main" id="{B6067ED6-96A3-2F98-037C-6B9354DAF81F}"/>
              </a:ext>
            </a:extLst>
          </p:cNvPr>
          <p:cNvSpPr/>
          <p:nvPr/>
        </p:nvSpPr>
        <p:spPr>
          <a:xfrm>
            <a:off x="4765967" y="3471851"/>
            <a:ext cx="1063942" cy="963000"/>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t>arr2</a:t>
            </a:r>
            <a:endParaRPr lang="en-VN" b="1"/>
          </a:p>
        </p:txBody>
      </p:sp>
      <p:cxnSp>
        <p:nvCxnSpPr>
          <p:cNvPr id="8" name="Curved Connector 7">
            <a:extLst>
              <a:ext uri="{FF2B5EF4-FFF2-40B4-BE49-F238E27FC236}">
                <a16:creationId xmlns:a16="http://schemas.microsoft.com/office/drawing/2014/main" id="{FAFB09C0-93DC-C349-D5DB-792E68E1BEFB}"/>
              </a:ext>
            </a:extLst>
          </p:cNvPr>
          <p:cNvCxnSpPr>
            <a:cxnSpLocks/>
            <a:stCxn id="6" idx="5"/>
            <a:endCxn id="9" idx="1"/>
          </p:cNvCxnSpPr>
          <p:nvPr/>
        </p:nvCxnSpPr>
        <p:spPr>
          <a:xfrm>
            <a:off x="5829909" y="3832976"/>
            <a:ext cx="703201" cy="81961"/>
          </a:xfrm>
          <a:prstGeom prst="curvedConnector3">
            <a:avLst>
              <a:gd name="adj1" fmla="val 50000"/>
            </a:avLst>
          </a:prstGeom>
          <a:ln w="28575">
            <a:solidFill>
              <a:srgbClr val="FF623C"/>
            </a:solidFill>
            <a:tailEnd type="triangle"/>
          </a:ln>
        </p:spPr>
        <p:style>
          <a:lnRef idx="1">
            <a:schemeClr val="dk1"/>
          </a:lnRef>
          <a:fillRef idx="0">
            <a:schemeClr val="dk1"/>
          </a:fillRef>
          <a:effectRef idx="0">
            <a:schemeClr val="dk1"/>
          </a:effectRef>
          <a:fontRef idx="minor">
            <a:schemeClr val="tx1"/>
          </a:fontRef>
        </p:style>
      </p:cxnSp>
      <p:graphicFrame>
        <p:nvGraphicFramePr>
          <p:cNvPr id="9" name="Table 8">
            <a:extLst>
              <a:ext uri="{FF2B5EF4-FFF2-40B4-BE49-F238E27FC236}">
                <a16:creationId xmlns:a16="http://schemas.microsoft.com/office/drawing/2014/main" id="{292198E5-A094-5F4C-F29A-BA5B620C64AC}"/>
              </a:ext>
            </a:extLst>
          </p:cNvPr>
          <p:cNvGraphicFramePr>
            <a:graphicFrameLocks noGrp="1"/>
          </p:cNvGraphicFramePr>
          <p:nvPr>
            <p:extLst>
              <p:ext uri="{D42A27DB-BD31-4B8C-83A1-F6EECF244321}">
                <p14:modId xmlns:p14="http://schemas.microsoft.com/office/powerpoint/2010/main" val="41394079"/>
              </p:ext>
            </p:extLst>
          </p:nvPr>
        </p:nvGraphicFramePr>
        <p:xfrm>
          <a:off x="6533110" y="3698937"/>
          <a:ext cx="1728000" cy="432000"/>
        </p:xfrm>
        <a:graphic>
          <a:graphicData uri="http://schemas.openxmlformats.org/drawingml/2006/table">
            <a:tbl>
              <a:tblPr firstRow="1" bandRow="1">
                <a:tableStyleId>{5C22544A-7EE6-4342-B048-85BDC9FD1C3A}</a:tableStyleId>
              </a:tblPr>
              <a:tblGrid>
                <a:gridCol w="432000">
                  <a:extLst>
                    <a:ext uri="{9D8B030D-6E8A-4147-A177-3AD203B41FA5}">
                      <a16:colId xmlns:a16="http://schemas.microsoft.com/office/drawing/2014/main" val="2617717164"/>
                    </a:ext>
                  </a:extLst>
                </a:gridCol>
                <a:gridCol w="432000">
                  <a:extLst>
                    <a:ext uri="{9D8B030D-6E8A-4147-A177-3AD203B41FA5}">
                      <a16:colId xmlns:a16="http://schemas.microsoft.com/office/drawing/2014/main" val="2547365783"/>
                    </a:ext>
                  </a:extLst>
                </a:gridCol>
                <a:gridCol w="432000">
                  <a:extLst>
                    <a:ext uri="{9D8B030D-6E8A-4147-A177-3AD203B41FA5}">
                      <a16:colId xmlns:a16="http://schemas.microsoft.com/office/drawing/2014/main" val="1051921133"/>
                    </a:ext>
                  </a:extLst>
                </a:gridCol>
                <a:gridCol w="432000">
                  <a:extLst>
                    <a:ext uri="{9D8B030D-6E8A-4147-A177-3AD203B41FA5}">
                      <a16:colId xmlns:a16="http://schemas.microsoft.com/office/drawing/2014/main" val="2022022091"/>
                    </a:ext>
                  </a:extLst>
                </a:gridCol>
              </a:tblGrid>
              <a:tr h="432000">
                <a:tc>
                  <a:txBody>
                    <a:bodyPr/>
                    <a:lstStyle/>
                    <a:p>
                      <a:pPr algn="ctr"/>
                      <a:r>
                        <a:rPr lang="en-VN" sz="1600" b="0">
                          <a:solidFill>
                            <a:schemeClr val="tx1"/>
                          </a:solidFill>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VN" sz="1600" b="0">
                          <a:solidFill>
                            <a:schemeClr val="tx1"/>
                          </a:solidFill>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VN" sz="1600" b="0">
                          <a:solidFill>
                            <a:schemeClr val="tx1"/>
                          </a:solidFill>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VN" sz="1600" b="0">
                          <a:solidFill>
                            <a:schemeClr val="tx1"/>
                          </a:solidFill>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829383862"/>
                  </a:ext>
                </a:extLst>
              </a:tr>
            </a:tbl>
          </a:graphicData>
        </a:graphic>
      </p:graphicFrame>
      <p:sp>
        <p:nvSpPr>
          <p:cNvPr id="10" name="Cube 9">
            <a:extLst>
              <a:ext uri="{FF2B5EF4-FFF2-40B4-BE49-F238E27FC236}">
                <a16:creationId xmlns:a16="http://schemas.microsoft.com/office/drawing/2014/main" id="{EE587D65-C091-2E8A-8A8A-5EFCEBD004F4}"/>
              </a:ext>
            </a:extLst>
          </p:cNvPr>
          <p:cNvSpPr/>
          <p:nvPr/>
        </p:nvSpPr>
        <p:spPr>
          <a:xfrm>
            <a:off x="4765967" y="4897905"/>
            <a:ext cx="1063942" cy="963000"/>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t>arr3</a:t>
            </a:r>
            <a:endParaRPr lang="en-VN" b="1"/>
          </a:p>
        </p:txBody>
      </p:sp>
      <p:cxnSp>
        <p:nvCxnSpPr>
          <p:cNvPr id="11" name="Curved Connector 10">
            <a:extLst>
              <a:ext uri="{FF2B5EF4-FFF2-40B4-BE49-F238E27FC236}">
                <a16:creationId xmlns:a16="http://schemas.microsoft.com/office/drawing/2014/main" id="{E8311711-0393-31C7-182D-DF6D6306E5D2}"/>
              </a:ext>
            </a:extLst>
          </p:cNvPr>
          <p:cNvCxnSpPr>
            <a:cxnSpLocks/>
            <a:stCxn id="10" idx="5"/>
            <a:endCxn id="12" idx="1"/>
          </p:cNvCxnSpPr>
          <p:nvPr/>
        </p:nvCxnSpPr>
        <p:spPr>
          <a:xfrm>
            <a:off x="5829909" y="5259030"/>
            <a:ext cx="703201" cy="81961"/>
          </a:xfrm>
          <a:prstGeom prst="curvedConnector3">
            <a:avLst>
              <a:gd name="adj1" fmla="val 50000"/>
            </a:avLst>
          </a:prstGeom>
          <a:ln w="28575">
            <a:solidFill>
              <a:srgbClr val="FF623C"/>
            </a:solidFill>
            <a:tailEnd type="triangle"/>
          </a:ln>
        </p:spPr>
        <p:style>
          <a:lnRef idx="1">
            <a:schemeClr val="dk1"/>
          </a:lnRef>
          <a:fillRef idx="0">
            <a:schemeClr val="dk1"/>
          </a:fillRef>
          <a:effectRef idx="0">
            <a:schemeClr val="dk1"/>
          </a:effectRef>
          <a:fontRef idx="minor">
            <a:schemeClr val="tx1"/>
          </a:fontRef>
        </p:style>
      </p:cxnSp>
      <p:graphicFrame>
        <p:nvGraphicFramePr>
          <p:cNvPr id="12" name="Table 11">
            <a:extLst>
              <a:ext uri="{FF2B5EF4-FFF2-40B4-BE49-F238E27FC236}">
                <a16:creationId xmlns:a16="http://schemas.microsoft.com/office/drawing/2014/main" id="{8BE4DAF7-4418-EEA7-2F4D-DAC1AD9E670D}"/>
              </a:ext>
            </a:extLst>
          </p:cNvPr>
          <p:cNvGraphicFramePr>
            <a:graphicFrameLocks noGrp="1"/>
          </p:cNvGraphicFramePr>
          <p:nvPr>
            <p:extLst>
              <p:ext uri="{D42A27DB-BD31-4B8C-83A1-F6EECF244321}">
                <p14:modId xmlns:p14="http://schemas.microsoft.com/office/powerpoint/2010/main" val="4200231236"/>
              </p:ext>
            </p:extLst>
          </p:nvPr>
        </p:nvGraphicFramePr>
        <p:xfrm>
          <a:off x="6533110" y="5124991"/>
          <a:ext cx="1728000" cy="432000"/>
        </p:xfrm>
        <a:graphic>
          <a:graphicData uri="http://schemas.openxmlformats.org/drawingml/2006/table">
            <a:tbl>
              <a:tblPr firstRow="1" bandRow="1">
                <a:tableStyleId>{5C22544A-7EE6-4342-B048-85BDC9FD1C3A}</a:tableStyleId>
              </a:tblPr>
              <a:tblGrid>
                <a:gridCol w="432000">
                  <a:extLst>
                    <a:ext uri="{9D8B030D-6E8A-4147-A177-3AD203B41FA5}">
                      <a16:colId xmlns:a16="http://schemas.microsoft.com/office/drawing/2014/main" val="2617717164"/>
                    </a:ext>
                  </a:extLst>
                </a:gridCol>
                <a:gridCol w="432000">
                  <a:extLst>
                    <a:ext uri="{9D8B030D-6E8A-4147-A177-3AD203B41FA5}">
                      <a16:colId xmlns:a16="http://schemas.microsoft.com/office/drawing/2014/main" val="2547365783"/>
                    </a:ext>
                  </a:extLst>
                </a:gridCol>
                <a:gridCol w="432000">
                  <a:extLst>
                    <a:ext uri="{9D8B030D-6E8A-4147-A177-3AD203B41FA5}">
                      <a16:colId xmlns:a16="http://schemas.microsoft.com/office/drawing/2014/main" val="1051921133"/>
                    </a:ext>
                  </a:extLst>
                </a:gridCol>
                <a:gridCol w="432000">
                  <a:extLst>
                    <a:ext uri="{9D8B030D-6E8A-4147-A177-3AD203B41FA5}">
                      <a16:colId xmlns:a16="http://schemas.microsoft.com/office/drawing/2014/main" val="2022022091"/>
                    </a:ext>
                  </a:extLst>
                </a:gridCol>
              </a:tblGrid>
              <a:tr h="432000">
                <a:tc>
                  <a:txBody>
                    <a:bodyPr/>
                    <a:lstStyle/>
                    <a:p>
                      <a:pPr algn="ctr"/>
                      <a:r>
                        <a:rPr lang="en-VN" sz="1600" b="0">
                          <a:solidFill>
                            <a:schemeClr val="tx1"/>
                          </a:solidFill>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VN" sz="1600" b="0">
                          <a:solidFill>
                            <a:schemeClr val="tx1"/>
                          </a:solidFill>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VN" sz="1600" b="0">
                          <a:solidFill>
                            <a:schemeClr val="tx1"/>
                          </a:solidFill>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VN" sz="1600" b="0">
                          <a:solidFill>
                            <a:schemeClr val="tx1"/>
                          </a:solidFill>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829383862"/>
                  </a:ext>
                </a:extLst>
              </a:tr>
            </a:tbl>
          </a:graphicData>
        </a:graphic>
      </p:graphicFrame>
    </p:spTree>
    <p:extLst>
      <p:ext uri="{BB962C8B-B14F-4D97-AF65-F5344CB8AC3E}">
        <p14:creationId xmlns:p14="http://schemas.microsoft.com/office/powerpoint/2010/main" val="38755399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5">
            <a:extLst>
              <a:ext uri="{FF2B5EF4-FFF2-40B4-BE49-F238E27FC236}">
                <a16:creationId xmlns:a16="http://schemas.microsoft.com/office/drawing/2014/main" id="{FACBED22-08F7-D3A4-B79C-A1023DFC4971}"/>
              </a:ext>
            </a:extLst>
          </p:cNvPr>
          <p:cNvSpPr txBox="1">
            <a:spLocks/>
          </p:cNvSpPr>
          <p:nvPr/>
        </p:nvSpPr>
        <p:spPr>
          <a:xfrm>
            <a:off x="343011" y="3466827"/>
            <a:ext cx="4253940" cy="1906491"/>
          </a:xfrm>
          <a:prstGeom prst="rect">
            <a:avLst/>
          </a:prstGeom>
        </p:spPr>
        <p:style>
          <a:lnRef idx="2">
            <a:schemeClr val="accent2"/>
          </a:lnRef>
          <a:fillRef idx="1">
            <a:schemeClr val="lt1"/>
          </a:fillRef>
          <a:effectRef idx="0">
            <a:schemeClr val="accent2"/>
          </a:effectRef>
          <a:fontRef idx="minor">
            <a:schemeClr val="dk1"/>
          </a:fontRef>
        </p:style>
        <p:txBody>
          <a:bodyPr>
            <a:noAutofit/>
          </a:bodyPr>
          <a:lstStyle>
            <a:lvl1pPr marL="308610" indent="-257175" algn="l" rtl="0" eaLnBrk="1" latinLnBrk="0" hangingPunct="1">
              <a:spcBef>
                <a:spcPts val="525"/>
              </a:spcBef>
              <a:buSzPct val="95000"/>
              <a:buFont typeface="Wingdings"/>
              <a:buChar char=""/>
              <a:defRPr sz="1500" kern="1200" spc="0">
                <a:solidFill>
                  <a:schemeClr val="tx1"/>
                </a:solidFill>
                <a:latin typeface="+mn-lt"/>
                <a:ea typeface="+mn-ea"/>
                <a:cs typeface="Arial" pitchFamily="34" charset="0"/>
              </a:defRPr>
            </a:lvl1pPr>
            <a:lvl2pPr marL="555498" indent="-214313" algn="l" rtl="0" eaLnBrk="1" latinLnBrk="0" hangingPunct="1">
              <a:spcBef>
                <a:spcPct val="20000"/>
              </a:spcBef>
              <a:buClr>
                <a:schemeClr val="accent2"/>
              </a:buClr>
              <a:buSzPct val="90000"/>
              <a:buFont typeface="Wingdings"/>
              <a:buChar char=""/>
              <a:defRPr sz="1350" kern="1200" spc="0">
                <a:solidFill>
                  <a:schemeClr val="tx1"/>
                </a:solidFill>
                <a:latin typeface="+mn-lt"/>
                <a:ea typeface="+mn-ea"/>
                <a:cs typeface="Arial" pitchFamily="34" charset="0"/>
              </a:defRPr>
            </a:lvl2pPr>
            <a:lvl3pPr marL="747522" indent="-171450" algn="l" rtl="0" eaLnBrk="1" latinLnBrk="0" hangingPunct="1">
              <a:spcBef>
                <a:spcPct val="20000"/>
              </a:spcBef>
              <a:buClr>
                <a:schemeClr val="accent2"/>
              </a:buClr>
              <a:buFont typeface="Wingdings 2"/>
              <a:buChar char=""/>
              <a:defRPr sz="1200" kern="1200" spc="0">
                <a:solidFill>
                  <a:schemeClr val="tx1"/>
                </a:solidFill>
                <a:latin typeface="+mn-lt"/>
                <a:ea typeface="+mn-ea"/>
                <a:cs typeface="Arial" pitchFamily="34" charset="0"/>
              </a:defRPr>
            </a:lvl3pPr>
            <a:lvl4pPr marL="946404" indent="-171450" algn="l" rtl="0" eaLnBrk="1" latinLnBrk="0" hangingPunct="1">
              <a:spcBef>
                <a:spcPct val="20000"/>
              </a:spcBef>
              <a:buClr>
                <a:schemeClr val="accent3"/>
              </a:buClr>
              <a:buFont typeface="Wingdings 3"/>
              <a:buChar char=""/>
              <a:defRPr sz="1200" kern="1200" spc="0">
                <a:solidFill>
                  <a:schemeClr val="tx1"/>
                </a:solidFill>
                <a:latin typeface="+mn-lt"/>
                <a:ea typeface="+mn-ea"/>
                <a:cs typeface="Arial" pitchFamily="34" charset="0"/>
              </a:defRPr>
            </a:lvl4pPr>
            <a:lvl5pPr marL="1110996" indent="-157734" algn="l" rtl="0" eaLnBrk="1" latinLnBrk="0" hangingPunct="1">
              <a:spcBef>
                <a:spcPct val="20000"/>
              </a:spcBef>
              <a:buClr>
                <a:schemeClr val="accent3"/>
              </a:buClr>
              <a:buFont typeface="Wingdings 2"/>
              <a:buChar char=""/>
              <a:defRPr sz="1050" kern="1200" spc="0">
                <a:solidFill>
                  <a:schemeClr val="tx1"/>
                </a:solidFill>
                <a:latin typeface="+mn-lt"/>
                <a:ea typeface="+mn-ea"/>
                <a:cs typeface="Arial" pitchFamily="34" charset="0"/>
              </a:defRPr>
            </a:lvl5pPr>
            <a:lvl6pPr marL="1282446" indent="-157734" algn="l" rtl="0" eaLnBrk="1" latinLnBrk="0" hangingPunct="1">
              <a:spcBef>
                <a:spcPct val="20000"/>
              </a:spcBef>
              <a:buClr>
                <a:schemeClr val="accent3"/>
              </a:buClr>
              <a:buFont typeface="Wingdings 2"/>
              <a:buChar char=""/>
              <a:defRPr sz="1350" kern="1200">
                <a:solidFill>
                  <a:schemeClr val="tx1"/>
                </a:solidFill>
                <a:latin typeface="+mn-lt"/>
                <a:ea typeface="+mn-ea"/>
                <a:cs typeface="+mn-cs"/>
              </a:defRPr>
            </a:lvl6pPr>
            <a:lvl7pPr marL="1426464"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7pPr>
            <a:lvl8pPr marL="1570482"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8pPr>
            <a:lvl9pPr marL="1714500"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9pPr>
            <a:extLst/>
          </a:lstStyle>
          <a:p>
            <a:pPr marL="51435" indent="0" algn="just">
              <a:spcBef>
                <a:spcPts val="0"/>
              </a:spcBef>
              <a:buNone/>
            </a:pPr>
            <a:r>
              <a:rPr lang="en-US" sz="1600">
                <a:solidFill>
                  <a:srgbClr val="0000FF"/>
                </a:solidFill>
                <a:latin typeface="Consolas" panose="020B0609020204030204" pitchFamily="49" charset="0"/>
              </a:rPr>
              <a:t>static</a:t>
            </a:r>
            <a:r>
              <a:rPr lang="en-US" sz="1600">
                <a:latin typeface="Consolas" panose="020B0609020204030204" pitchFamily="49" charset="0"/>
              </a:rPr>
              <a:t> </a:t>
            </a:r>
            <a:r>
              <a:rPr lang="en-US" sz="1600">
                <a:solidFill>
                  <a:srgbClr val="0000FF"/>
                </a:solidFill>
                <a:latin typeface="Consolas" panose="020B0609020204030204" pitchFamily="49" charset="0"/>
              </a:rPr>
              <a:t>void</a:t>
            </a:r>
            <a:r>
              <a:rPr lang="en-US" sz="1600">
                <a:latin typeface="Consolas" panose="020B0609020204030204" pitchFamily="49" charset="0"/>
              </a:rPr>
              <a:t> </a:t>
            </a:r>
            <a:r>
              <a:rPr lang="en-US" sz="1600">
                <a:solidFill>
                  <a:srgbClr val="FEA400"/>
                </a:solidFill>
                <a:latin typeface="Consolas" panose="020B0609020204030204" pitchFamily="49" charset="0"/>
              </a:rPr>
              <a:t>Main</a:t>
            </a:r>
            <a:r>
              <a:rPr lang="en-US" sz="1600">
                <a:latin typeface="Consolas" panose="020B0609020204030204" pitchFamily="49" charset="0"/>
              </a:rPr>
              <a:t>(</a:t>
            </a:r>
            <a:r>
              <a:rPr lang="en-US" sz="1600">
                <a:solidFill>
                  <a:srgbClr val="0000FF"/>
                </a:solidFill>
                <a:latin typeface="Consolas" panose="020B0609020204030204" pitchFamily="49" charset="0"/>
              </a:rPr>
              <a:t>string</a:t>
            </a:r>
            <a:r>
              <a:rPr lang="en-US" sz="1600">
                <a:latin typeface="Consolas" panose="020B0609020204030204" pitchFamily="49" charset="0"/>
              </a:rPr>
              <a:t>[] args)</a:t>
            </a:r>
          </a:p>
          <a:p>
            <a:pPr marL="51435" indent="0" algn="just">
              <a:spcBef>
                <a:spcPts val="0"/>
              </a:spcBef>
              <a:buNone/>
            </a:pPr>
            <a:r>
              <a:rPr lang="en-US" sz="1600">
                <a:latin typeface="Consolas" panose="020B0609020204030204" pitchFamily="49" charset="0"/>
              </a:rPr>
              <a:t>{</a:t>
            </a:r>
          </a:p>
          <a:p>
            <a:pPr marL="51435" indent="0">
              <a:spcBef>
                <a:spcPts val="0"/>
              </a:spcBef>
              <a:buNone/>
            </a:pPr>
            <a:r>
              <a:rPr lang="en-US" sz="1600">
                <a:solidFill>
                  <a:srgbClr val="0432FF"/>
                </a:solidFill>
                <a:latin typeface="Consolas" panose="020B0609020204030204" pitchFamily="49" charset="0"/>
              </a:rPr>
              <a:t>   	int[]</a:t>
            </a:r>
            <a:r>
              <a:rPr lang="en-US" sz="1600">
                <a:solidFill>
                  <a:schemeClr val="bg1"/>
                </a:solidFill>
                <a:latin typeface="Consolas" panose="020B0609020204030204" pitchFamily="49" charset="0"/>
              </a:rPr>
              <a:t> </a:t>
            </a:r>
            <a:r>
              <a:rPr lang="en-US" sz="1600">
                <a:solidFill>
                  <a:schemeClr val="accent6">
                    <a:lumMod val="75000"/>
                  </a:schemeClr>
                </a:solidFill>
                <a:latin typeface="Consolas" panose="020B0609020204030204" pitchFamily="49" charset="0"/>
              </a:rPr>
              <a:t>arr1</a:t>
            </a:r>
            <a:r>
              <a:rPr lang="en-US" sz="1600">
                <a:latin typeface="Consolas" panose="020B0609020204030204" pitchFamily="49" charset="0"/>
              </a:rPr>
              <a:t>;</a:t>
            </a:r>
          </a:p>
          <a:p>
            <a:pPr marL="51435" indent="0">
              <a:spcBef>
                <a:spcPts val="0"/>
              </a:spcBef>
              <a:buNone/>
            </a:pPr>
            <a:r>
              <a:rPr lang="en-US" sz="1600">
                <a:solidFill>
                  <a:schemeClr val="accent6">
                    <a:lumMod val="75000"/>
                  </a:schemeClr>
                </a:solidFill>
                <a:latin typeface="Consolas" panose="020B0609020204030204" pitchFamily="49" charset="0"/>
              </a:rPr>
              <a:t>	arr1 </a:t>
            </a:r>
            <a:r>
              <a:rPr lang="en-US" sz="1600">
                <a:latin typeface="Consolas" panose="020B0609020204030204" pitchFamily="49" charset="0"/>
              </a:rPr>
              <a:t>= </a:t>
            </a:r>
            <a:r>
              <a:rPr lang="en-US" sz="1600">
                <a:solidFill>
                  <a:srgbClr val="0432FF"/>
                </a:solidFill>
                <a:latin typeface="Consolas" panose="020B0609020204030204" pitchFamily="49" charset="0"/>
              </a:rPr>
              <a:t>new int</a:t>
            </a:r>
            <a:r>
              <a:rPr lang="en-US" sz="1600">
                <a:latin typeface="Consolas" panose="020B0609020204030204" pitchFamily="49" charset="0"/>
              </a:rPr>
              <a:t>[</a:t>
            </a:r>
            <a:r>
              <a:rPr lang="en-US" sz="1600">
                <a:solidFill>
                  <a:srgbClr val="0432FF"/>
                </a:solidFill>
                <a:latin typeface="Consolas" panose="020B0609020204030204" pitchFamily="49" charset="0"/>
              </a:rPr>
              <a:t>4</a:t>
            </a:r>
            <a:r>
              <a:rPr lang="en-US" sz="1600">
                <a:latin typeface="Consolas" panose="020B0609020204030204" pitchFamily="49" charset="0"/>
              </a:rPr>
              <a:t>]{5, 8, 2, 7}</a:t>
            </a:r>
            <a:r>
              <a:rPr lang="en-US" sz="1600">
                <a:latin typeface="Consolas" panose="020B0609020204030204" pitchFamily="49" charset="0"/>
                <a:cs typeface="Consolas" panose="020B0609020204030204" pitchFamily="49" charset="0"/>
              </a:rPr>
              <a:t>;</a:t>
            </a:r>
          </a:p>
          <a:p>
            <a:pPr marL="51435" indent="0">
              <a:spcBef>
                <a:spcPts val="0"/>
              </a:spcBef>
              <a:buNone/>
            </a:pPr>
            <a:endParaRPr lang="en-US" sz="1600">
              <a:latin typeface="Consolas" panose="020B0609020204030204" pitchFamily="49" charset="0"/>
              <a:cs typeface="Consolas" panose="020B0609020204030204" pitchFamily="49" charset="0"/>
            </a:endParaRPr>
          </a:p>
          <a:p>
            <a:pPr marL="51435" indent="0">
              <a:spcBef>
                <a:spcPts val="0"/>
              </a:spcBef>
              <a:buNone/>
            </a:pPr>
            <a:r>
              <a:rPr lang="en-US" sz="1600">
                <a:solidFill>
                  <a:schemeClr val="accent6">
                    <a:lumMod val="75000"/>
                  </a:schemeClr>
                </a:solidFill>
                <a:latin typeface="Consolas" panose="020B0609020204030204" pitchFamily="49" charset="0"/>
              </a:rPr>
              <a:t>	arr1 </a:t>
            </a:r>
            <a:r>
              <a:rPr lang="en-US" sz="1600">
                <a:latin typeface="Consolas" panose="020B0609020204030204" pitchFamily="49" charset="0"/>
              </a:rPr>
              <a:t>= </a:t>
            </a:r>
            <a:r>
              <a:rPr lang="en-US" sz="1600">
                <a:solidFill>
                  <a:srgbClr val="0432FF"/>
                </a:solidFill>
                <a:latin typeface="Consolas" panose="020B0609020204030204" pitchFamily="49" charset="0"/>
              </a:rPr>
              <a:t>new int</a:t>
            </a:r>
            <a:r>
              <a:rPr lang="en-US" sz="1600">
                <a:latin typeface="Consolas" panose="020B0609020204030204" pitchFamily="49" charset="0"/>
              </a:rPr>
              <a:t>[</a:t>
            </a:r>
            <a:r>
              <a:rPr lang="en-US" sz="1600">
                <a:solidFill>
                  <a:srgbClr val="0432FF"/>
                </a:solidFill>
                <a:latin typeface="Consolas" panose="020B0609020204030204" pitchFamily="49" charset="0"/>
              </a:rPr>
              <a:t>6</a:t>
            </a:r>
            <a:r>
              <a:rPr lang="en-US" sz="1600">
                <a:latin typeface="Consolas" panose="020B0609020204030204" pitchFamily="49" charset="0"/>
              </a:rPr>
              <a:t>]</a:t>
            </a:r>
            <a:r>
              <a:rPr lang="en-US" sz="1600">
                <a:latin typeface="Consolas" panose="020B0609020204030204" pitchFamily="49" charset="0"/>
                <a:cs typeface="Consolas" panose="020B0609020204030204" pitchFamily="49" charset="0"/>
              </a:rPr>
              <a:t>;</a:t>
            </a:r>
          </a:p>
          <a:p>
            <a:pPr marL="51435" indent="0">
              <a:spcBef>
                <a:spcPts val="0"/>
              </a:spcBef>
              <a:buNone/>
            </a:pPr>
            <a:r>
              <a:rPr lang="en-US" sz="1600">
                <a:latin typeface="Consolas" panose="020B0609020204030204" pitchFamily="49" charset="0"/>
                <a:cs typeface="Consolas" panose="020B0609020204030204" pitchFamily="49" charset="0"/>
              </a:rPr>
              <a:t>}</a:t>
            </a:r>
          </a:p>
          <a:p>
            <a:pPr marL="51435" indent="0">
              <a:spcBef>
                <a:spcPts val="0"/>
              </a:spcBef>
              <a:buNone/>
            </a:pPr>
            <a:endParaRPr lang="en-US" sz="1600">
              <a:latin typeface="Consolas" panose="020B0609020204030204" pitchFamily="49" charset="0"/>
              <a:cs typeface="Consolas" panose="020B0609020204030204" pitchFamily="49" charset="0"/>
            </a:endParaRPr>
          </a:p>
          <a:p>
            <a:pPr marL="51435" indent="0">
              <a:spcBef>
                <a:spcPts val="0"/>
              </a:spcBef>
              <a:buNone/>
            </a:pPr>
            <a:endParaRPr lang="en-US" sz="1600">
              <a:latin typeface="Consolas" panose="020B0609020204030204" pitchFamily="49" charset="0"/>
              <a:cs typeface="Consolas" panose="020B0609020204030204" pitchFamily="49" charset="0"/>
            </a:endParaRPr>
          </a:p>
          <a:p>
            <a:pPr marL="51435" indent="0">
              <a:spcBef>
                <a:spcPts val="0"/>
              </a:spcBef>
              <a:buNone/>
            </a:pPr>
            <a:endParaRPr lang="en-US" sz="1600">
              <a:latin typeface="Consolas" panose="020B0609020204030204" pitchFamily="49" charset="0"/>
              <a:cs typeface="Consolas" panose="020B0609020204030204" pitchFamily="49" charset="0"/>
            </a:endParaRPr>
          </a:p>
          <a:p>
            <a:pPr marL="51435" indent="0">
              <a:spcBef>
                <a:spcPts val="0"/>
              </a:spcBef>
              <a:buNone/>
            </a:pPr>
            <a:endParaRPr lang="en-US" sz="1600">
              <a:latin typeface="Consolas" panose="020B0609020204030204" pitchFamily="49" charset="0"/>
              <a:cs typeface="Consolas" panose="020B0609020204030204" pitchFamily="49" charset="0"/>
            </a:endParaRPr>
          </a:p>
          <a:p>
            <a:pPr marL="51435" indent="0">
              <a:spcBef>
                <a:spcPts val="0"/>
              </a:spcBef>
              <a:buNone/>
            </a:pPr>
            <a:r>
              <a:rPr lang="en-US" sz="1600">
                <a:solidFill>
                  <a:srgbClr val="0432FF"/>
                </a:solidFill>
                <a:latin typeface="Consolas" panose="020B0609020204030204" pitchFamily="49" charset="0"/>
              </a:rPr>
              <a:t>	</a:t>
            </a:r>
            <a:endParaRPr lang="en-US" sz="1600">
              <a:latin typeface="Consolas" panose="020B0609020204030204" pitchFamily="49" charset="0"/>
            </a:endParaRPr>
          </a:p>
        </p:txBody>
      </p:sp>
      <p:sp>
        <p:nvSpPr>
          <p:cNvPr id="2" name="Title 1">
            <a:extLst>
              <a:ext uri="{FF2B5EF4-FFF2-40B4-BE49-F238E27FC236}">
                <a16:creationId xmlns:a16="http://schemas.microsoft.com/office/drawing/2014/main" id="{87FD18AB-57E8-744D-ABE5-991F276940BF}"/>
              </a:ext>
            </a:extLst>
          </p:cNvPr>
          <p:cNvSpPr>
            <a:spLocks noGrp="1"/>
          </p:cNvSpPr>
          <p:nvPr>
            <p:ph type="title"/>
          </p:nvPr>
        </p:nvSpPr>
        <p:spPr/>
        <p:txBody>
          <a:bodyPr>
            <a:normAutofit fontScale="90000"/>
          </a:bodyPr>
          <a:lstStyle/>
          <a:p>
            <a:r>
              <a:rPr lang="vi-VN"/>
              <a:t>KHỞI TẠO MẢNG MỘT CHIỀU</a:t>
            </a:r>
            <a:endParaRPr lang="en-VN"/>
          </a:p>
        </p:txBody>
      </p:sp>
      <p:sp>
        <p:nvSpPr>
          <p:cNvPr id="3" name="Content Placeholder 2">
            <a:extLst>
              <a:ext uri="{FF2B5EF4-FFF2-40B4-BE49-F238E27FC236}">
                <a16:creationId xmlns:a16="http://schemas.microsoft.com/office/drawing/2014/main" id="{E342EE70-466D-8E46-90BF-D76B8F702441}"/>
              </a:ext>
            </a:extLst>
          </p:cNvPr>
          <p:cNvSpPr>
            <a:spLocks noGrp="1"/>
          </p:cNvSpPr>
          <p:nvPr>
            <p:ph idx="1"/>
          </p:nvPr>
        </p:nvSpPr>
        <p:spPr/>
        <p:txBody>
          <a:bodyPr/>
          <a:lstStyle/>
          <a:p>
            <a:pPr algn="just"/>
            <a:r>
              <a:rPr lang="en-VN">
                <a:solidFill>
                  <a:srgbClr val="EF6822"/>
                </a:solidFill>
              </a:rPr>
              <a:t>Nhận xét</a:t>
            </a:r>
            <a:r>
              <a:rPr lang="en-VN"/>
              <a:t>: </a:t>
            </a:r>
          </a:p>
          <a:p>
            <a:pPr lvl="1" algn="just"/>
            <a:r>
              <a:rPr lang="en-VN"/>
              <a:t>Không thể thay đổi kích thước mảng sau khi khởi tạo;</a:t>
            </a:r>
          </a:p>
          <a:p>
            <a:pPr lvl="1" algn="just"/>
            <a:r>
              <a:rPr lang="en-VN"/>
              <a:t>Muốn </a:t>
            </a:r>
            <a:r>
              <a:rPr lang="en-VN">
                <a:solidFill>
                  <a:srgbClr val="17459E"/>
                </a:solidFill>
              </a:rPr>
              <a:t>thay đổi kích thước mảng </a:t>
            </a:r>
            <a:r>
              <a:rPr lang="en-VN">
                <a:sym typeface="Wingdings" pitchFamily="2" charset="2"/>
              </a:rPr>
              <a:t>phải </a:t>
            </a:r>
            <a:r>
              <a:rPr lang="en-VN">
                <a:solidFill>
                  <a:srgbClr val="17459E"/>
                </a:solidFill>
              </a:rPr>
              <a:t>khởi tạo lại mảng </a:t>
            </a:r>
            <a:r>
              <a:rPr lang="en-VN" i="1"/>
              <a:t>(tạo ra một vùng giá trị mới và thay đổi tham chiếu tới vùng này)</a:t>
            </a:r>
          </a:p>
        </p:txBody>
      </p:sp>
      <p:sp>
        <p:nvSpPr>
          <p:cNvPr id="4" name="Footer Placeholder 3">
            <a:extLst>
              <a:ext uri="{FF2B5EF4-FFF2-40B4-BE49-F238E27FC236}">
                <a16:creationId xmlns:a16="http://schemas.microsoft.com/office/drawing/2014/main" id="{E603E703-5A5E-C94D-BCAD-FD6F0216F12B}"/>
              </a:ext>
            </a:extLst>
          </p:cNvPr>
          <p:cNvSpPr>
            <a:spLocks noGrp="1"/>
          </p:cNvSpPr>
          <p:nvPr>
            <p:ph type="ftr" sz="quarter" idx="11"/>
          </p:nvPr>
        </p:nvSpPr>
        <p:spPr/>
        <p:txBody>
          <a:bodyPr/>
          <a:lstStyle/>
          <a:p>
            <a:r>
              <a:rPr lang="vi-VN" dirty="0"/>
              <a:t>Bài 6: Mảng một chiều</a:t>
            </a:r>
            <a:endParaRPr lang="en-US" dirty="0"/>
          </a:p>
        </p:txBody>
      </p:sp>
      <p:sp>
        <p:nvSpPr>
          <p:cNvPr id="5" name="Slide Number Placeholder 4">
            <a:extLst>
              <a:ext uri="{FF2B5EF4-FFF2-40B4-BE49-F238E27FC236}">
                <a16:creationId xmlns:a16="http://schemas.microsoft.com/office/drawing/2014/main" id="{10BC895E-78E1-344B-86BE-55CC3AD72DAE}"/>
              </a:ext>
            </a:extLst>
          </p:cNvPr>
          <p:cNvSpPr>
            <a:spLocks noGrp="1"/>
          </p:cNvSpPr>
          <p:nvPr>
            <p:ph type="sldNum" sz="quarter" idx="12"/>
          </p:nvPr>
        </p:nvSpPr>
        <p:spPr/>
        <p:txBody>
          <a:bodyPr/>
          <a:lstStyle/>
          <a:p>
            <a:fld id="{1AD93096-5B34-4342-9326-69289CEAE4C2}" type="slidenum">
              <a:rPr lang="en-US" smtClean="0"/>
              <a:pPr/>
              <a:t>9</a:t>
            </a:fld>
            <a:endParaRPr lang="en-US" dirty="0"/>
          </a:p>
        </p:txBody>
      </p:sp>
      <p:sp>
        <p:nvSpPr>
          <p:cNvPr id="24" name="Rectangle 23">
            <a:extLst>
              <a:ext uri="{FF2B5EF4-FFF2-40B4-BE49-F238E27FC236}">
                <a16:creationId xmlns:a16="http://schemas.microsoft.com/office/drawing/2014/main" id="{7A910EEA-1181-7744-8035-C4191DA14F27}"/>
              </a:ext>
            </a:extLst>
          </p:cNvPr>
          <p:cNvSpPr/>
          <p:nvPr/>
        </p:nvSpPr>
        <p:spPr>
          <a:xfrm>
            <a:off x="772464" y="3944358"/>
            <a:ext cx="3453172" cy="599932"/>
          </a:xfrm>
          <a:prstGeom prst="rect">
            <a:avLst/>
          </a:prstGeom>
          <a:solidFill>
            <a:srgbClr val="FFFF00">
              <a:alpha val="26391"/>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8" name="Cube 7">
            <a:extLst>
              <a:ext uri="{FF2B5EF4-FFF2-40B4-BE49-F238E27FC236}">
                <a16:creationId xmlns:a16="http://schemas.microsoft.com/office/drawing/2014/main" id="{EBFA24A7-F7D6-7163-40A1-F3DF5E22BCF7}"/>
              </a:ext>
            </a:extLst>
          </p:cNvPr>
          <p:cNvSpPr/>
          <p:nvPr/>
        </p:nvSpPr>
        <p:spPr>
          <a:xfrm>
            <a:off x="5020207" y="3383249"/>
            <a:ext cx="1063942" cy="963000"/>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t>arr1</a:t>
            </a:r>
            <a:endParaRPr lang="en-VN" b="1"/>
          </a:p>
        </p:txBody>
      </p:sp>
      <p:cxnSp>
        <p:nvCxnSpPr>
          <p:cNvPr id="16" name="Curved Connector 15">
            <a:extLst>
              <a:ext uri="{FF2B5EF4-FFF2-40B4-BE49-F238E27FC236}">
                <a16:creationId xmlns:a16="http://schemas.microsoft.com/office/drawing/2014/main" id="{8B375681-0973-ECB4-2431-A9606E7DACEA}"/>
              </a:ext>
            </a:extLst>
          </p:cNvPr>
          <p:cNvCxnSpPr>
            <a:cxnSpLocks/>
            <a:stCxn id="8" idx="5"/>
            <a:endCxn id="17" idx="1"/>
          </p:cNvCxnSpPr>
          <p:nvPr/>
        </p:nvCxnSpPr>
        <p:spPr>
          <a:xfrm>
            <a:off x="6084149" y="3744374"/>
            <a:ext cx="703201" cy="81961"/>
          </a:xfrm>
          <a:prstGeom prst="curvedConnector3">
            <a:avLst>
              <a:gd name="adj1" fmla="val 50000"/>
            </a:avLst>
          </a:prstGeom>
          <a:ln w="28575">
            <a:solidFill>
              <a:srgbClr val="FF623C"/>
            </a:solidFill>
            <a:tailEnd type="triangle"/>
          </a:ln>
        </p:spPr>
        <p:style>
          <a:lnRef idx="1">
            <a:schemeClr val="dk1"/>
          </a:lnRef>
          <a:fillRef idx="0">
            <a:schemeClr val="dk1"/>
          </a:fillRef>
          <a:effectRef idx="0">
            <a:schemeClr val="dk1"/>
          </a:effectRef>
          <a:fontRef idx="minor">
            <a:schemeClr val="tx1"/>
          </a:fontRef>
        </p:style>
      </p:cxnSp>
      <p:graphicFrame>
        <p:nvGraphicFramePr>
          <p:cNvPr id="17" name="Table 16">
            <a:extLst>
              <a:ext uri="{FF2B5EF4-FFF2-40B4-BE49-F238E27FC236}">
                <a16:creationId xmlns:a16="http://schemas.microsoft.com/office/drawing/2014/main" id="{724C2690-5379-F1CB-1BD7-E3C7EE953CD3}"/>
              </a:ext>
            </a:extLst>
          </p:cNvPr>
          <p:cNvGraphicFramePr>
            <a:graphicFrameLocks noGrp="1"/>
          </p:cNvGraphicFramePr>
          <p:nvPr>
            <p:extLst>
              <p:ext uri="{D42A27DB-BD31-4B8C-83A1-F6EECF244321}">
                <p14:modId xmlns:p14="http://schemas.microsoft.com/office/powerpoint/2010/main" val="1418946855"/>
              </p:ext>
            </p:extLst>
          </p:nvPr>
        </p:nvGraphicFramePr>
        <p:xfrm>
          <a:off x="6787350" y="3610335"/>
          <a:ext cx="1728000" cy="432000"/>
        </p:xfrm>
        <a:graphic>
          <a:graphicData uri="http://schemas.openxmlformats.org/drawingml/2006/table">
            <a:tbl>
              <a:tblPr firstRow="1" bandRow="1">
                <a:tableStyleId>{5C22544A-7EE6-4342-B048-85BDC9FD1C3A}</a:tableStyleId>
              </a:tblPr>
              <a:tblGrid>
                <a:gridCol w="432000">
                  <a:extLst>
                    <a:ext uri="{9D8B030D-6E8A-4147-A177-3AD203B41FA5}">
                      <a16:colId xmlns:a16="http://schemas.microsoft.com/office/drawing/2014/main" val="2617717164"/>
                    </a:ext>
                  </a:extLst>
                </a:gridCol>
                <a:gridCol w="432000">
                  <a:extLst>
                    <a:ext uri="{9D8B030D-6E8A-4147-A177-3AD203B41FA5}">
                      <a16:colId xmlns:a16="http://schemas.microsoft.com/office/drawing/2014/main" val="2547365783"/>
                    </a:ext>
                  </a:extLst>
                </a:gridCol>
                <a:gridCol w="432000">
                  <a:extLst>
                    <a:ext uri="{9D8B030D-6E8A-4147-A177-3AD203B41FA5}">
                      <a16:colId xmlns:a16="http://schemas.microsoft.com/office/drawing/2014/main" val="1051921133"/>
                    </a:ext>
                  </a:extLst>
                </a:gridCol>
                <a:gridCol w="432000">
                  <a:extLst>
                    <a:ext uri="{9D8B030D-6E8A-4147-A177-3AD203B41FA5}">
                      <a16:colId xmlns:a16="http://schemas.microsoft.com/office/drawing/2014/main" val="2022022091"/>
                    </a:ext>
                  </a:extLst>
                </a:gridCol>
              </a:tblGrid>
              <a:tr h="432000">
                <a:tc>
                  <a:txBody>
                    <a:bodyPr/>
                    <a:lstStyle/>
                    <a:p>
                      <a:pPr algn="ctr"/>
                      <a:r>
                        <a:rPr lang="en-VN" sz="1600" b="0">
                          <a:solidFill>
                            <a:schemeClr val="tx1"/>
                          </a:solidFill>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VN" sz="1600" b="0">
                          <a:solidFill>
                            <a:schemeClr val="tx1"/>
                          </a:solidFill>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VN" sz="1600" b="0">
                          <a:solidFill>
                            <a:schemeClr val="tx1"/>
                          </a:solidFill>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VN" sz="1600" b="0">
                          <a:solidFill>
                            <a:schemeClr val="tx1"/>
                          </a:solidFill>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829383862"/>
                  </a:ext>
                </a:extLst>
              </a:tr>
            </a:tbl>
          </a:graphicData>
        </a:graphic>
      </p:graphicFrame>
    </p:spTree>
    <p:extLst>
      <p:ext uri="{BB962C8B-B14F-4D97-AF65-F5344CB8AC3E}">
        <p14:creationId xmlns:p14="http://schemas.microsoft.com/office/powerpoint/2010/main" val="28062055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5">
            <a:extLst>
              <a:ext uri="{FF2B5EF4-FFF2-40B4-BE49-F238E27FC236}">
                <a16:creationId xmlns:a16="http://schemas.microsoft.com/office/drawing/2014/main" id="{FACBED22-08F7-D3A4-B79C-A1023DFC4971}"/>
              </a:ext>
            </a:extLst>
          </p:cNvPr>
          <p:cNvSpPr txBox="1">
            <a:spLocks/>
          </p:cNvSpPr>
          <p:nvPr/>
        </p:nvSpPr>
        <p:spPr>
          <a:xfrm>
            <a:off x="343011" y="3466827"/>
            <a:ext cx="4253940" cy="1906491"/>
          </a:xfrm>
          <a:prstGeom prst="rect">
            <a:avLst/>
          </a:prstGeom>
        </p:spPr>
        <p:style>
          <a:lnRef idx="2">
            <a:schemeClr val="accent2"/>
          </a:lnRef>
          <a:fillRef idx="1">
            <a:schemeClr val="lt1"/>
          </a:fillRef>
          <a:effectRef idx="0">
            <a:schemeClr val="accent2"/>
          </a:effectRef>
          <a:fontRef idx="minor">
            <a:schemeClr val="dk1"/>
          </a:fontRef>
        </p:style>
        <p:txBody>
          <a:bodyPr>
            <a:noAutofit/>
          </a:bodyPr>
          <a:lstStyle>
            <a:lvl1pPr marL="308610" indent="-257175" algn="l" rtl="0" eaLnBrk="1" latinLnBrk="0" hangingPunct="1">
              <a:spcBef>
                <a:spcPts val="525"/>
              </a:spcBef>
              <a:buSzPct val="95000"/>
              <a:buFont typeface="Wingdings"/>
              <a:buChar char=""/>
              <a:defRPr sz="1500" kern="1200" spc="0">
                <a:solidFill>
                  <a:schemeClr val="tx1"/>
                </a:solidFill>
                <a:latin typeface="+mn-lt"/>
                <a:ea typeface="+mn-ea"/>
                <a:cs typeface="Arial" pitchFamily="34" charset="0"/>
              </a:defRPr>
            </a:lvl1pPr>
            <a:lvl2pPr marL="555498" indent="-214313" algn="l" rtl="0" eaLnBrk="1" latinLnBrk="0" hangingPunct="1">
              <a:spcBef>
                <a:spcPct val="20000"/>
              </a:spcBef>
              <a:buClr>
                <a:schemeClr val="accent2"/>
              </a:buClr>
              <a:buSzPct val="90000"/>
              <a:buFont typeface="Wingdings"/>
              <a:buChar char=""/>
              <a:defRPr sz="1350" kern="1200" spc="0">
                <a:solidFill>
                  <a:schemeClr val="tx1"/>
                </a:solidFill>
                <a:latin typeface="+mn-lt"/>
                <a:ea typeface="+mn-ea"/>
                <a:cs typeface="Arial" pitchFamily="34" charset="0"/>
              </a:defRPr>
            </a:lvl2pPr>
            <a:lvl3pPr marL="747522" indent="-171450" algn="l" rtl="0" eaLnBrk="1" latinLnBrk="0" hangingPunct="1">
              <a:spcBef>
                <a:spcPct val="20000"/>
              </a:spcBef>
              <a:buClr>
                <a:schemeClr val="accent2"/>
              </a:buClr>
              <a:buFont typeface="Wingdings 2"/>
              <a:buChar char=""/>
              <a:defRPr sz="1200" kern="1200" spc="0">
                <a:solidFill>
                  <a:schemeClr val="tx1"/>
                </a:solidFill>
                <a:latin typeface="+mn-lt"/>
                <a:ea typeface="+mn-ea"/>
                <a:cs typeface="Arial" pitchFamily="34" charset="0"/>
              </a:defRPr>
            </a:lvl3pPr>
            <a:lvl4pPr marL="946404" indent="-171450" algn="l" rtl="0" eaLnBrk="1" latinLnBrk="0" hangingPunct="1">
              <a:spcBef>
                <a:spcPct val="20000"/>
              </a:spcBef>
              <a:buClr>
                <a:schemeClr val="accent3"/>
              </a:buClr>
              <a:buFont typeface="Wingdings 3"/>
              <a:buChar char=""/>
              <a:defRPr sz="1200" kern="1200" spc="0">
                <a:solidFill>
                  <a:schemeClr val="tx1"/>
                </a:solidFill>
                <a:latin typeface="+mn-lt"/>
                <a:ea typeface="+mn-ea"/>
                <a:cs typeface="Arial" pitchFamily="34" charset="0"/>
              </a:defRPr>
            </a:lvl4pPr>
            <a:lvl5pPr marL="1110996" indent="-157734" algn="l" rtl="0" eaLnBrk="1" latinLnBrk="0" hangingPunct="1">
              <a:spcBef>
                <a:spcPct val="20000"/>
              </a:spcBef>
              <a:buClr>
                <a:schemeClr val="accent3"/>
              </a:buClr>
              <a:buFont typeface="Wingdings 2"/>
              <a:buChar char=""/>
              <a:defRPr sz="1050" kern="1200" spc="0">
                <a:solidFill>
                  <a:schemeClr val="tx1"/>
                </a:solidFill>
                <a:latin typeface="+mn-lt"/>
                <a:ea typeface="+mn-ea"/>
                <a:cs typeface="Arial" pitchFamily="34" charset="0"/>
              </a:defRPr>
            </a:lvl5pPr>
            <a:lvl6pPr marL="1282446" indent="-157734" algn="l" rtl="0" eaLnBrk="1" latinLnBrk="0" hangingPunct="1">
              <a:spcBef>
                <a:spcPct val="20000"/>
              </a:spcBef>
              <a:buClr>
                <a:schemeClr val="accent3"/>
              </a:buClr>
              <a:buFont typeface="Wingdings 2"/>
              <a:buChar char=""/>
              <a:defRPr sz="1350" kern="1200">
                <a:solidFill>
                  <a:schemeClr val="tx1"/>
                </a:solidFill>
                <a:latin typeface="+mn-lt"/>
                <a:ea typeface="+mn-ea"/>
                <a:cs typeface="+mn-cs"/>
              </a:defRPr>
            </a:lvl6pPr>
            <a:lvl7pPr marL="1426464"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7pPr>
            <a:lvl8pPr marL="1570482"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8pPr>
            <a:lvl9pPr marL="1714500"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9pPr>
            <a:extLst/>
          </a:lstStyle>
          <a:p>
            <a:pPr marL="51435" indent="0" algn="just">
              <a:spcBef>
                <a:spcPts val="0"/>
              </a:spcBef>
              <a:buNone/>
            </a:pPr>
            <a:r>
              <a:rPr lang="en-US" sz="1600">
                <a:solidFill>
                  <a:srgbClr val="0000FF"/>
                </a:solidFill>
                <a:latin typeface="Consolas" panose="020B0609020204030204" pitchFamily="49" charset="0"/>
              </a:rPr>
              <a:t>static</a:t>
            </a:r>
            <a:r>
              <a:rPr lang="en-US" sz="1600">
                <a:latin typeface="Consolas" panose="020B0609020204030204" pitchFamily="49" charset="0"/>
              </a:rPr>
              <a:t> </a:t>
            </a:r>
            <a:r>
              <a:rPr lang="en-US" sz="1600">
                <a:solidFill>
                  <a:srgbClr val="0000FF"/>
                </a:solidFill>
                <a:latin typeface="Consolas" panose="020B0609020204030204" pitchFamily="49" charset="0"/>
              </a:rPr>
              <a:t>void</a:t>
            </a:r>
            <a:r>
              <a:rPr lang="en-US" sz="1600">
                <a:latin typeface="Consolas" panose="020B0609020204030204" pitchFamily="49" charset="0"/>
              </a:rPr>
              <a:t> </a:t>
            </a:r>
            <a:r>
              <a:rPr lang="en-US" sz="1600">
                <a:solidFill>
                  <a:srgbClr val="FEA400"/>
                </a:solidFill>
                <a:latin typeface="Consolas" panose="020B0609020204030204" pitchFamily="49" charset="0"/>
              </a:rPr>
              <a:t>Main</a:t>
            </a:r>
            <a:r>
              <a:rPr lang="en-US" sz="1600">
                <a:latin typeface="Consolas" panose="020B0609020204030204" pitchFamily="49" charset="0"/>
              </a:rPr>
              <a:t>(</a:t>
            </a:r>
            <a:r>
              <a:rPr lang="en-US" sz="1600">
                <a:solidFill>
                  <a:srgbClr val="0000FF"/>
                </a:solidFill>
                <a:latin typeface="Consolas" panose="020B0609020204030204" pitchFamily="49" charset="0"/>
              </a:rPr>
              <a:t>string</a:t>
            </a:r>
            <a:r>
              <a:rPr lang="en-US" sz="1600">
                <a:latin typeface="Consolas" panose="020B0609020204030204" pitchFamily="49" charset="0"/>
              </a:rPr>
              <a:t>[] args)</a:t>
            </a:r>
          </a:p>
          <a:p>
            <a:pPr marL="51435" indent="0" algn="just">
              <a:spcBef>
                <a:spcPts val="0"/>
              </a:spcBef>
              <a:buNone/>
            </a:pPr>
            <a:r>
              <a:rPr lang="en-US" sz="1600">
                <a:latin typeface="Consolas" panose="020B0609020204030204" pitchFamily="49" charset="0"/>
              </a:rPr>
              <a:t>{</a:t>
            </a:r>
          </a:p>
          <a:p>
            <a:pPr marL="51435" indent="0">
              <a:spcBef>
                <a:spcPts val="0"/>
              </a:spcBef>
              <a:buNone/>
            </a:pPr>
            <a:r>
              <a:rPr lang="en-US" sz="1600">
                <a:solidFill>
                  <a:srgbClr val="0432FF"/>
                </a:solidFill>
                <a:latin typeface="Consolas" panose="020B0609020204030204" pitchFamily="49" charset="0"/>
              </a:rPr>
              <a:t>   	int[]</a:t>
            </a:r>
            <a:r>
              <a:rPr lang="en-US" sz="1600">
                <a:solidFill>
                  <a:schemeClr val="bg1"/>
                </a:solidFill>
                <a:latin typeface="Consolas" panose="020B0609020204030204" pitchFamily="49" charset="0"/>
              </a:rPr>
              <a:t> </a:t>
            </a:r>
            <a:r>
              <a:rPr lang="en-US" sz="1600">
                <a:solidFill>
                  <a:schemeClr val="accent6">
                    <a:lumMod val="75000"/>
                  </a:schemeClr>
                </a:solidFill>
                <a:latin typeface="Consolas" panose="020B0609020204030204" pitchFamily="49" charset="0"/>
              </a:rPr>
              <a:t>arr1</a:t>
            </a:r>
            <a:r>
              <a:rPr lang="en-US" sz="1600">
                <a:latin typeface="Consolas" panose="020B0609020204030204" pitchFamily="49" charset="0"/>
              </a:rPr>
              <a:t>;</a:t>
            </a:r>
          </a:p>
          <a:p>
            <a:pPr marL="51435" indent="0">
              <a:spcBef>
                <a:spcPts val="0"/>
              </a:spcBef>
              <a:buNone/>
            </a:pPr>
            <a:r>
              <a:rPr lang="en-US" sz="1600">
                <a:solidFill>
                  <a:schemeClr val="accent6">
                    <a:lumMod val="75000"/>
                  </a:schemeClr>
                </a:solidFill>
                <a:latin typeface="Consolas" panose="020B0609020204030204" pitchFamily="49" charset="0"/>
              </a:rPr>
              <a:t>	arr1 </a:t>
            </a:r>
            <a:r>
              <a:rPr lang="en-US" sz="1600">
                <a:latin typeface="Consolas" panose="020B0609020204030204" pitchFamily="49" charset="0"/>
              </a:rPr>
              <a:t>= </a:t>
            </a:r>
            <a:r>
              <a:rPr lang="en-US" sz="1600">
                <a:solidFill>
                  <a:srgbClr val="0432FF"/>
                </a:solidFill>
                <a:latin typeface="Consolas" panose="020B0609020204030204" pitchFamily="49" charset="0"/>
              </a:rPr>
              <a:t>new int</a:t>
            </a:r>
            <a:r>
              <a:rPr lang="en-US" sz="1600">
                <a:latin typeface="Consolas" panose="020B0609020204030204" pitchFamily="49" charset="0"/>
              </a:rPr>
              <a:t>[</a:t>
            </a:r>
            <a:r>
              <a:rPr lang="en-US" sz="1600">
                <a:solidFill>
                  <a:srgbClr val="0432FF"/>
                </a:solidFill>
                <a:latin typeface="Consolas" panose="020B0609020204030204" pitchFamily="49" charset="0"/>
              </a:rPr>
              <a:t>4</a:t>
            </a:r>
            <a:r>
              <a:rPr lang="en-US" sz="1600">
                <a:latin typeface="Consolas" panose="020B0609020204030204" pitchFamily="49" charset="0"/>
              </a:rPr>
              <a:t>]{5, 8, 2, 7}</a:t>
            </a:r>
            <a:r>
              <a:rPr lang="en-US" sz="1600">
                <a:latin typeface="Consolas" panose="020B0609020204030204" pitchFamily="49" charset="0"/>
                <a:cs typeface="Consolas" panose="020B0609020204030204" pitchFamily="49" charset="0"/>
              </a:rPr>
              <a:t>;</a:t>
            </a:r>
          </a:p>
          <a:p>
            <a:pPr marL="51435" indent="0">
              <a:spcBef>
                <a:spcPts val="0"/>
              </a:spcBef>
              <a:buNone/>
            </a:pPr>
            <a:endParaRPr lang="en-US" sz="1600">
              <a:latin typeface="Consolas" panose="020B0609020204030204" pitchFamily="49" charset="0"/>
              <a:cs typeface="Consolas" panose="020B0609020204030204" pitchFamily="49" charset="0"/>
            </a:endParaRPr>
          </a:p>
          <a:p>
            <a:pPr marL="51435" indent="0">
              <a:spcBef>
                <a:spcPts val="0"/>
              </a:spcBef>
              <a:buNone/>
            </a:pPr>
            <a:r>
              <a:rPr lang="en-US" sz="1600">
                <a:solidFill>
                  <a:schemeClr val="accent6">
                    <a:lumMod val="75000"/>
                  </a:schemeClr>
                </a:solidFill>
                <a:latin typeface="Consolas" panose="020B0609020204030204" pitchFamily="49" charset="0"/>
              </a:rPr>
              <a:t>	arr1 </a:t>
            </a:r>
            <a:r>
              <a:rPr lang="en-US" sz="1600">
                <a:latin typeface="Consolas" panose="020B0609020204030204" pitchFamily="49" charset="0"/>
              </a:rPr>
              <a:t>= </a:t>
            </a:r>
            <a:r>
              <a:rPr lang="en-US" sz="1600">
                <a:solidFill>
                  <a:srgbClr val="0432FF"/>
                </a:solidFill>
                <a:latin typeface="Consolas" panose="020B0609020204030204" pitchFamily="49" charset="0"/>
              </a:rPr>
              <a:t>new int</a:t>
            </a:r>
            <a:r>
              <a:rPr lang="en-US" sz="1600">
                <a:latin typeface="Consolas" panose="020B0609020204030204" pitchFamily="49" charset="0"/>
              </a:rPr>
              <a:t>[</a:t>
            </a:r>
            <a:r>
              <a:rPr lang="en-US" sz="1600">
                <a:solidFill>
                  <a:srgbClr val="0432FF"/>
                </a:solidFill>
                <a:latin typeface="Consolas" panose="020B0609020204030204" pitchFamily="49" charset="0"/>
              </a:rPr>
              <a:t>6</a:t>
            </a:r>
            <a:r>
              <a:rPr lang="en-US" sz="1600">
                <a:latin typeface="Consolas" panose="020B0609020204030204" pitchFamily="49" charset="0"/>
              </a:rPr>
              <a:t>]</a:t>
            </a:r>
            <a:r>
              <a:rPr lang="en-US" sz="1600">
                <a:latin typeface="Consolas" panose="020B0609020204030204" pitchFamily="49" charset="0"/>
                <a:cs typeface="Consolas" panose="020B0609020204030204" pitchFamily="49" charset="0"/>
              </a:rPr>
              <a:t>;</a:t>
            </a:r>
          </a:p>
          <a:p>
            <a:pPr marL="51435" indent="0">
              <a:spcBef>
                <a:spcPts val="0"/>
              </a:spcBef>
              <a:buNone/>
            </a:pPr>
            <a:r>
              <a:rPr lang="en-US" sz="1600">
                <a:latin typeface="Consolas" panose="020B0609020204030204" pitchFamily="49" charset="0"/>
                <a:cs typeface="Consolas" panose="020B0609020204030204" pitchFamily="49" charset="0"/>
              </a:rPr>
              <a:t>}</a:t>
            </a:r>
          </a:p>
          <a:p>
            <a:pPr marL="51435" indent="0">
              <a:spcBef>
                <a:spcPts val="0"/>
              </a:spcBef>
              <a:buNone/>
            </a:pPr>
            <a:endParaRPr lang="en-US" sz="1600">
              <a:latin typeface="Consolas" panose="020B0609020204030204" pitchFamily="49" charset="0"/>
              <a:cs typeface="Consolas" panose="020B0609020204030204" pitchFamily="49" charset="0"/>
            </a:endParaRPr>
          </a:p>
          <a:p>
            <a:pPr marL="51435" indent="0">
              <a:spcBef>
                <a:spcPts val="0"/>
              </a:spcBef>
              <a:buNone/>
            </a:pPr>
            <a:endParaRPr lang="en-US" sz="1600">
              <a:latin typeface="Consolas" panose="020B0609020204030204" pitchFamily="49" charset="0"/>
              <a:cs typeface="Consolas" panose="020B0609020204030204" pitchFamily="49" charset="0"/>
            </a:endParaRPr>
          </a:p>
          <a:p>
            <a:pPr marL="51435" indent="0">
              <a:spcBef>
                <a:spcPts val="0"/>
              </a:spcBef>
              <a:buNone/>
            </a:pPr>
            <a:endParaRPr lang="en-US" sz="1600">
              <a:latin typeface="Consolas" panose="020B0609020204030204" pitchFamily="49" charset="0"/>
              <a:cs typeface="Consolas" panose="020B0609020204030204" pitchFamily="49" charset="0"/>
            </a:endParaRPr>
          </a:p>
          <a:p>
            <a:pPr marL="51435" indent="0">
              <a:spcBef>
                <a:spcPts val="0"/>
              </a:spcBef>
              <a:buNone/>
            </a:pPr>
            <a:endParaRPr lang="en-US" sz="1600">
              <a:latin typeface="Consolas" panose="020B0609020204030204" pitchFamily="49" charset="0"/>
              <a:cs typeface="Consolas" panose="020B0609020204030204" pitchFamily="49" charset="0"/>
            </a:endParaRPr>
          </a:p>
          <a:p>
            <a:pPr marL="51435" indent="0">
              <a:spcBef>
                <a:spcPts val="0"/>
              </a:spcBef>
              <a:buNone/>
            </a:pPr>
            <a:r>
              <a:rPr lang="en-US" sz="1600">
                <a:solidFill>
                  <a:srgbClr val="0432FF"/>
                </a:solidFill>
                <a:latin typeface="Consolas" panose="020B0609020204030204" pitchFamily="49" charset="0"/>
              </a:rPr>
              <a:t>	</a:t>
            </a:r>
            <a:endParaRPr lang="en-US" sz="1600">
              <a:latin typeface="Consolas" panose="020B0609020204030204" pitchFamily="49" charset="0"/>
            </a:endParaRPr>
          </a:p>
        </p:txBody>
      </p:sp>
      <p:sp>
        <p:nvSpPr>
          <p:cNvPr id="2" name="Title 1">
            <a:extLst>
              <a:ext uri="{FF2B5EF4-FFF2-40B4-BE49-F238E27FC236}">
                <a16:creationId xmlns:a16="http://schemas.microsoft.com/office/drawing/2014/main" id="{87FD18AB-57E8-744D-ABE5-991F276940BF}"/>
              </a:ext>
            </a:extLst>
          </p:cNvPr>
          <p:cNvSpPr>
            <a:spLocks noGrp="1"/>
          </p:cNvSpPr>
          <p:nvPr>
            <p:ph type="title"/>
          </p:nvPr>
        </p:nvSpPr>
        <p:spPr/>
        <p:txBody>
          <a:bodyPr>
            <a:normAutofit fontScale="90000"/>
          </a:bodyPr>
          <a:lstStyle/>
          <a:p>
            <a:r>
              <a:rPr lang="vi-VN"/>
              <a:t>KHỞI TẠO MẢNG MỘT CHIỀU</a:t>
            </a:r>
            <a:endParaRPr lang="en-VN"/>
          </a:p>
        </p:txBody>
      </p:sp>
      <p:sp>
        <p:nvSpPr>
          <p:cNvPr id="3" name="Content Placeholder 2">
            <a:extLst>
              <a:ext uri="{FF2B5EF4-FFF2-40B4-BE49-F238E27FC236}">
                <a16:creationId xmlns:a16="http://schemas.microsoft.com/office/drawing/2014/main" id="{E342EE70-466D-8E46-90BF-D76B8F702441}"/>
              </a:ext>
            </a:extLst>
          </p:cNvPr>
          <p:cNvSpPr>
            <a:spLocks noGrp="1"/>
          </p:cNvSpPr>
          <p:nvPr>
            <p:ph idx="1"/>
          </p:nvPr>
        </p:nvSpPr>
        <p:spPr/>
        <p:txBody>
          <a:bodyPr/>
          <a:lstStyle/>
          <a:p>
            <a:pPr algn="just"/>
            <a:r>
              <a:rPr lang="en-VN">
                <a:solidFill>
                  <a:srgbClr val="EF6822"/>
                </a:solidFill>
              </a:rPr>
              <a:t>Nhận xét</a:t>
            </a:r>
            <a:r>
              <a:rPr lang="en-VN"/>
              <a:t>: </a:t>
            </a:r>
          </a:p>
          <a:p>
            <a:pPr lvl="1" algn="just"/>
            <a:r>
              <a:rPr lang="en-VN"/>
              <a:t>Không thể thay đổi kích thước mảng sau khi khởi tạo;</a:t>
            </a:r>
          </a:p>
          <a:p>
            <a:pPr lvl="1" algn="just"/>
            <a:r>
              <a:rPr lang="en-VN"/>
              <a:t>Muốn </a:t>
            </a:r>
            <a:r>
              <a:rPr lang="en-VN">
                <a:solidFill>
                  <a:srgbClr val="17459E"/>
                </a:solidFill>
              </a:rPr>
              <a:t>thay đổi kích thước mảng </a:t>
            </a:r>
            <a:r>
              <a:rPr lang="en-VN">
                <a:sym typeface="Wingdings" pitchFamily="2" charset="2"/>
              </a:rPr>
              <a:t>phải </a:t>
            </a:r>
            <a:r>
              <a:rPr lang="en-VN">
                <a:solidFill>
                  <a:srgbClr val="17459E"/>
                </a:solidFill>
              </a:rPr>
              <a:t>khởi tạo lại mảng </a:t>
            </a:r>
            <a:r>
              <a:rPr lang="en-VN" i="1"/>
              <a:t>(tạo ra một vùng giá trị mới và thay đổi tham chiếu tới vùng này);</a:t>
            </a:r>
          </a:p>
          <a:p>
            <a:pPr lvl="1" algn="just"/>
            <a:r>
              <a:rPr lang="en-VN" i="1">
                <a:solidFill>
                  <a:srgbClr val="FF0000"/>
                </a:solidFill>
              </a:rPr>
              <a:t>Các phần tử cũ trong mảng không còn nữa!!!</a:t>
            </a:r>
          </a:p>
        </p:txBody>
      </p:sp>
      <p:sp>
        <p:nvSpPr>
          <p:cNvPr id="4" name="Footer Placeholder 3">
            <a:extLst>
              <a:ext uri="{FF2B5EF4-FFF2-40B4-BE49-F238E27FC236}">
                <a16:creationId xmlns:a16="http://schemas.microsoft.com/office/drawing/2014/main" id="{E603E703-5A5E-C94D-BCAD-FD6F0216F12B}"/>
              </a:ext>
            </a:extLst>
          </p:cNvPr>
          <p:cNvSpPr>
            <a:spLocks noGrp="1"/>
          </p:cNvSpPr>
          <p:nvPr>
            <p:ph type="ftr" sz="quarter" idx="11"/>
          </p:nvPr>
        </p:nvSpPr>
        <p:spPr/>
        <p:txBody>
          <a:bodyPr/>
          <a:lstStyle/>
          <a:p>
            <a:r>
              <a:rPr lang="vi-VN" dirty="0"/>
              <a:t>Bài 6: Mảng một chiều</a:t>
            </a:r>
            <a:endParaRPr lang="en-US" dirty="0"/>
          </a:p>
        </p:txBody>
      </p:sp>
      <p:sp>
        <p:nvSpPr>
          <p:cNvPr id="5" name="Slide Number Placeholder 4">
            <a:extLst>
              <a:ext uri="{FF2B5EF4-FFF2-40B4-BE49-F238E27FC236}">
                <a16:creationId xmlns:a16="http://schemas.microsoft.com/office/drawing/2014/main" id="{10BC895E-78E1-344B-86BE-55CC3AD72DAE}"/>
              </a:ext>
            </a:extLst>
          </p:cNvPr>
          <p:cNvSpPr>
            <a:spLocks noGrp="1"/>
          </p:cNvSpPr>
          <p:nvPr>
            <p:ph type="sldNum" sz="quarter" idx="12"/>
          </p:nvPr>
        </p:nvSpPr>
        <p:spPr/>
        <p:txBody>
          <a:bodyPr/>
          <a:lstStyle/>
          <a:p>
            <a:fld id="{1AD93096-5B34-4342-9326-69289CEAE4C2}" type="slidenum">
              <a:rPr lang="en-US" smtClean="0"/>
              <a:pPr/>
              <a:t>10</a:t>
            </a:fld>
            <a:endParaRPr lang="en-US" dirty="0"/>
          </a:p>
        </p:txBody>
      </p:sp>
      <p:sp>
        <p:nvSpPr>
          <p:cNvPr id="24" name="Rectangle 23">
            <a:extLst>
              <a:ext uri="{FF2B5EF4-FFF2-40B4-BE49-F238E27FC236}">
                <a16:creationId xmlns:a16="http://schemas.microsoft.com/office/drawing/2014/main" id="{7A910EEA-1181-7744-8035-C4191DA14F27}"/>
              </a:ext>
            </a:extLst>
          </p:cNvPr>
          <p:cNvSpPr/>
          <p:nvPr/>
        </p:nvSpPr>
        <p:spPr>
          <a:xfrm>
            <a:off x="772464" y="4553969"/>
            <a:ext cx="3453172" cy="599932"/>
          </a:xfrm>
          <a:prstGeom prst="rect">
            <a:avLst/>
          </a:prstGeom>
          <a:solidFill>
            <a:srgbClr val="FFFF00">
              <a:alpha val="26391"/>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8" name="Cube 7">
            <a:extLst>
              <a:ext uri="{FF2B5EF4-FFF2-40B4-BE49-F238E27FC236}">
                <a16:creationId xmlns:a16="http://schemas.microsoft.com/office/drawing/2014/main" id="{EBFA24A7-F7D6-7163-40A1-F3DF5E22BCF7}"/>
              </a:ext>
            </a:extLst>
          </p:cNvPr>
          <p:cNvSpPr/>
          <p:nvPr/>
        </p:nvSpPr>
        <p:spPr>
          <a:xfrm>
            <a:off x="5020207" y="3383249"/>
            <a:ext cx="1063942" cy="963000"/>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t>arr1</a:t>
            </a:r>
            <a:endParaRPr lang="en-VN" b="1"/>
          </a:p>
        </p:txBody>
      </p:sp>
      <p:cxnSp>
        <p:nvCxnSpPr>
          <p:cNvPr id="16" name="Curved Connector 15">
            <a:extLst>
              <a:ext uri="{FF2B5EF4-FFF2-40B4-BE49-F238E27FC236}">
                <a16:creationId xmlns:a16="http://schemas.microsoft.com/office/drawing/2014/main" id="{8B375681-0973-ECB4-2431-A9606E7DACEA}"/>
              </a:ext>
            </a:extLst>
          </p:cNvPr>
          <p:cNvCxnSpPr>
            <a:cxnSpLocks/>
            <a:stCxn id="8" idx="5"/>
            <a:endCxn id="6" idx="1"/>
          </p:cNvCxnSpPr>
          <p:nvPr/>
        </p:nvCxnSpPr>
        <p:spPr>
          <a:xfrm>
            <a:off x="6084149" y="3744374"/>
            <a:ext cx="351600" cy="1321385"/>
          </a:xfrm>
          <a:prstGeom prst="curvedConnector3">
            <a:avLst>
              <a:gd name="adj1" fmla="val 50000"/>
            </a:avLst>
          </a:prstGeom>
          <a:ln w="28575">
            <a:solidFill>
              <a:srgbClr val="FF623C"/>
            </a:solidFill>
            <a:tailEnd type="triangle"/>
          </a:ln>
        </p:spPr>
        <p:style>
          <a:lnRef idx="1">
            <a:schemeClr val="dk1"/>
          </a:lnRef>
          <a:fillRef idx="0">
            <a:schemeClr val="dk1"/>
          </a:fillRef>
          <a:effectRef idx="0">
            <a:schemeClr val="dk1"/>
          </a:effectRef>
          <a:fontRef idx="minor">
            <a:schemeClr val="tx1"/>
          </a:fontRef>
        </p:style>
      </p:cxnSp>
      <p:graphicFrame>
        <p:nvGraphicFramePr>
          <p:cNvPr id="17" name="Table 16">
            <a:extLst>
              <a:ext uri="{FF2B5EF4-FFF2-40B4-BE49-F238E27FC236}">
                <a16:creationId xmlns:a16="http://schemas.microsoft.com/office/drawing/2014/main" id="{724C2690-5379-F1CB-1BD7-E3C7EE953CD3}"/>
              </a:ext>
            </a:extLst>
          </p:cNvPr>
          <p:cNvGraphicFramePr>
            <a:graphicFrameLocks noGrp="1"/>
          </p:cNvGraphicFramePr>
          <p:nvPr/>
        </p:nvGraphicFramePr>
        <p:xfrm>
          <a:off x="6787350" y="3610335"/>
          <a:ext cx="1728000" cy="432000"/>
        </p:xfrm>
        <a:graphic>
          <a:graphicData uri="http://schemas.openxmlformats.org/drawingml/2006/table">
            <a:tbl>
              <a:tblPr firstRow="1" bandRow="1">
                <a:tableStyleId>{5C22544A-7EE6-4342-B048-85BDC9FD1C3A}</a:tableStyleId>
              </a:tblPr>
              <a:tblGrid>
                <a:gridCol w="432000">
                  <a:extLst>
                    <a:ext uri="{9D8B030D-6E8A-4147-A177-3AD203B41FA5}">
                      <a16:colId xmlns:a16="http://schemas.microsoft.com/office/drawing/2014/main" val="2617717164"/>
                    </a:ext>
                  </a:extLst>
                </a:gridCol>
                <a:gridCol w="432000">
                  <a:extLst>
                    <a:ext uri="{9D8B030D-6E8A-4147-A177-3AD203B41FA5}">
                      <a16:colId xmlns:a16="http://schemas.microsoft.com/office/drawing/2014/main" val="2547365783"/>
                    </a:ext>
                  </a:extLst>
                </a:gridCol>
                <a:gridCol w="432000">
                  <a:extLst>
                    <a:ext uri="{9D8B030D-6E8A-4147-A177-3AD203B41FA5}">
                      <a16:colId xmlns:a16="http://schemas.microsoft.com/office/drawing/2014/main" val="1051921133"/>
                    </a:ext>
                  </a:extLst>
                </a:gridCol>
                <a:gridCol w="432000">
                  <a:extLst>
                    <a:ext uri="{9D8B030D-6E8A-4147-A177-3AD203B41FA5}">
                      <a16:colId xmlns:a16="http://schemas.microsoft.com/office/drawing/2014/main" val="2022022091"/>
                    </a:ext>
                  </a:extLst>
                </a:gridCol>
              </a:tblGrid>
              <a:tr h="432000">
                <a:tc>
                  <a:txBody>
                    <a:bodyPr/>
                    <a:lstStyle/>
                    <a:p>
                      <a:pPr algn="ctr"/>
                      <a:r>
                        <a:rPr lang="en-VN" sz="1600" b="0">
                          <a:solidFill>
                            <a:schemeClr val="tx1"/>
                          </a:solidFill>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VN" sz="1600" b="0">
                          <a:solidFill>
                            <a:schemeClr val="tx1"/>
                          </a:solidFill>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VN" sz="1600" b="0">
                          <a:solidFill>
                            <a:schemeClr val="tx1"/>
                          </a:solidFill>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VN" sz="1600" b="0">
                          <a:solidFill>
                            <a:schemeClr val="tx1"/>
                          </a:solidFill>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829383862"/>
                  </a:ext>
                </a:extLst>
              </a:tr>
            </a:tbl>
          </a:graphicData>
        </a:graphic>
      </p:graphicFrame>
      <p:graphicFrame>
        <p:nvGraphicFramePr>
          <p:cNvPr id="6" name="Table 5">
            <a:extLst>
              <a:ext uri="{FF2B5EF4-FFF2-40B4-BE49-F238E27FC236}">
                <a16:creationId xmlns:a16="http://schemas.microsoft.com/office/drawing/2014/main" id="{48E2169B-32F0-6F38-8992-EBF48392C451}"/>
              </a:ext>
            </a:extLst>
          </p:cNvPr>
          <p:cNvGraphicFramePr>
            <a:graphicFrameLocks noGrp="1"/>
          </p:cNvGraphicFramePr>
          <p:nvPr>
            <p:extLst>
              <p:ext uri="{D42A27DB-BD31-4B8C-83A1-F6EECF244321}">
                <p14:modId xmlns:p14="http://schemas.microsoft.com/office/powerpoint/2010/main" val="2846487750"/>
              </p:ext>
            </p:extLst>
          </p:nvPr>
        </p:nvGraphicFramePr>
        <p:xfrm>
          <a:off x="6435749" y="4849759"/>
          <a:ext cx="2592000" cy="432000"/>
        </p:xfrm>
        <a:graphic>
          <a:graphicData uri="http://schemas.openxmlformats.org/drawingml/2006/table">
            <a:tbl>
              <a:tblPr firstRow="1" bandRow="1">
                <a:tableStyleId>{5C22544A-7EE6-4342-B048-85BDC9FD1C3A}</a:tableStyleId>
              </a:tblPr>
              <a:tblGrid>
                <a:gridCol w="432000">
                  <a:extLst>
                    <a:ext uri="{9D8B030D-6E8A-4147-A177-3AD203B41FA5}">
                      <a16:colId xmlns:a16="http://schemas.microsoft.com/office/drawing/2014/main" val="2617717164"/>
                    </a:ext>
                  </a:extLst>
                </a:gridCol>
                <a:gridCol w="432000">
                  <a:extLst>
                    <a:ext uri="{9D8B030D-6E8A-4147-A177-3AD203B41FA5}">
                      <a16:colId xmlns:a16="http://schemas.microsoft.com/office/drawing/2014/main" val="2547365783"/>
                    </a:ext>
                  </a:extLst>
                </a:gridCol>
                <a:gridCol w="432000">
                  <a:extLst>
                    <a:ext uri="{9D8B030D-6E8A-4147-A177-3AD203B41FA5}">
                      <a16:colId xmlns:a16="http://schemas.microsoft.com/office/drawing/2014/main" val="1051921133"/>
                    </a:ext>
                  </a:extLst>
                </a:gridCol>
                <a:gridCol w="432000">
                  <a:extLst>
                    <a:ext uri="{9D8B030D-6E8A-4147-A177-3AD203B41FA5}">
                      <a16:colId xmlns:a16="http://schemas.microsoft.com/office/drawing/2014/main" val="2022022091"/>
                    </a:ext>
                  </a:extLst>
                </a:gridCol>
                <a:gridCol w="432000">
                  <a:extLst>
                    <a:ext uri="{9D8B030D-6E8A-4147-A177-3AD203B41FA5}">
                      <a16:colId xmlns:a16="http://schemas.microsoft.com/office/drawing/2014/main" val="1191986723"/>
                    </a:ext>
                  </a:extLst>
                </a:gridCol>
                <a:gridCol w="432000">
                  <a:extLst>
                    <a:ext uri="{9D8B030D-6E8A-4147-A177-3AD203B41FA5}">
                      <a16:colId xmlns:a16="http://schemas.microsoft.com/office/drawing/2014/main" val="588476214"/>
                    </a:ext>
                  </a:extLst>
                </a:gridCol>
              </a:tblGrid>
              <a:tr h="432000">
                <a:tc>
                  <a:txBody>
                    <a:bodyPr/>
                    <a:lstStyle/>
                    <a:p>
                      <a:pPr algn="ctr"/>
                      <a:r>
                        <a:rPr lang="en-VN" sz="1600" b="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VN" sz="1600" b="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VN" sz="1600" b="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VN" sz="1600" b="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VN" sz="1600" b="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VN" sz="1600" b="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829383862"/>
                  </a:ext>
                </a:extLst>
              </a:tr>
            </a:tbl>
          </a:graphicData>
        </a:graphic>
      </p:graphicFrame>
    </p:spTree>
    <p:extLst>
      <p:ext uri="{BB962C8B-B14F-4D97-AF65-F5344CB8AC3E}">
        <p14:creationId xmlns:p14="http://schemas.microsoft.com/office/powerpoint/2010/main" val="2191794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0F4F19-CDDB-1C4F-A9F1-22038DE3F96F}"/>
              </a:ext>
            </a:extLst>
          </p:cNvPr>
          <p:cNvSpPr>
            <a:spLocks noGrp="1"/>
          </p:cNvSpPr>
          <p:nvPr>
            <p:ph type="title"/>
          </p:nvPr>
        </p:nvSpPr>
        <p:spPr/>
        <p:txBody>
          <a:bodyPr>
            <a:noAutofit/>
          </a:bodyPr>
          <a:lstStyle/>
          <a:p>
            <a:r>
              <a:rPr lang="en-VN" sz="2700"/>
              <a:t>LẤY KÍCH THƯỚC CỦA MẢNG MỘT CHIỀU</a:t>
            </a:r>
          </a:p>
        </p:txBody>
      </p:sp>
      <p:sp>
        <p:nvSpPr>
          <p:cNvPr id="3" name="Content Placeholder 2">
            <a:extLst>
              <a:ext uri="{FF2B5EF4-FFF2-40B4-BE49-F238E27FC236}">
                <a16:creationId xmlns:a16="http://schemas.microsoft.com/office/drawing/2014/main" id="{DEFFE193-C4BB-2849-89BA-0B1B39510D26}"/>
              </a:ext>
            </a:extLst>
          </p:cNvPr>
          <p:cNvSpPr>
            <a:spLocks noGrp="1"/>
          </p:cNvSpPr>
          <p:nvPr>
            <p:ph idx="1"/>
          </p:nvPr>
        </p:nvSpPr>
        <p:spPr/>
        <p:txBody>
          <a:bodyPr>
            <a:normAutofit/>
          </a:bodyPr>
          <a:lstStyle/>
          <a:p>
            <a:r>
              <a:rPr lang="en-US"/>
              <a:t>Cú pháp:</a:t>
            </a:r>
          </a:p>
        </p:txBody>
      </p:sp>
      <p:sp>
        <p:nvSpPr>
          <p:cNvPr id="4" name="Footer Placeholder 3">
            <a:extLst>
              <a:ext uri="{FF2B5EF4-FFF2-40B4-BE49-F238E27FC236}">
                <a16:creationId xmlns:a16="http://schemas.microsoft.com/office/drawing/2014/main" id="{534F35F3-071C-EE42-BB61-41C4E2F2B2B3}"/>
              </a:ext>
            </a:extLst>
          </p:cNvPr>
          <p:cNvSpPr>
            <a:spLocks noGrp="1"/>
          </p:cNvSpPr>
          <p:nvPr>
            <p:ph type="ftr" sz="quarter" idx="11"/>
          </p:nvPr>
        </p:nvSpPr>
        <p:spPr/>
        <p:txBody>
          <a:bodyPr/>
          <a:lstStyle/>
          <a:p>
            <a:r>
              <a:rPr lang="vi-VN" dirty="0"/>
              <a:t>Bài 6: Mảng một chiều</a:t>
            </a:r>
            <a:endParaRPr lang="en-US" dirty="0"/>
          </a:p>
        </p:txBody>
      </p:sp>
      <p:sp>
        <p:nvSpPr>
          <p:cNvPr id="5" name="Slide Number Placeholder 4">
            <a:extLst>
              <a:ext uri="{FF2B5EF4-FFF2-40B4-BE49-F238E27FC236}">
                <a16:creationId xmlns:a16="http://schemas.microsoft.com/office/drawing/2014/main" id="{145A04A2-69FE-8042-8ED0-0C21AA3910D2}"/>
              </a:ext>
            </a:extLst>
          </p:cNvPr>
          <p:cNvSpPr>
            <a:spLocks noGrp="1"/>
          </p:cNvSpPr>
          <p:nvPr>
            <p:ph type="sldNum" sz="quarter" idx="12"/>
          </p:nvPr>
        </p:nvSpPr>
        <p:spPr/>
        <p:txBody>
          <a:bodyPr/>
          <a:lstStyle/>
          <a:p>
            <a:fld id="{1AD93096-5B34-4342-9326-69289CEAE4C2}" type="slidenum">
              <a:rPr lang="en-US" smtClean="0"/>
              <a:pPr/>
              <a:t>11</a:t>
            </a:fld>
            <a:endParaRPr lang="en-US" dirty="0"/>
          </a:p>
        </p:txBody>
      </p:sp>
      <p:sp>
        <p:nvSpPr>
          <p:cNvPr id="16" name="Content Placeholder 5">
            <a:extLst>
              <a:ext uri="{FF2B5EF4-FFF2-40B4-BE49-F238E27FC236}">
                <a16:creationId xmlns:a16="http://schemas.microsoft.com/office/drawing/2014/main" id="{130AB468-C11C-06E9-421A-61EE37998E76}"/>
              </a:ext>
            </a:extLst>
          </p:cNvPr>
          <p:cNvSpPr txBox="1">
            <a:spLocks/>
          </p:cNvSpPr>
          <p:nvPr/>
        </p:nvSpPr>
        <p:spPr>
          <a:xfrm>
            <a:off x="2693746" y="1038622"/>
            <a:ext cx="4068452" cy="576064"/>
          </a:xfrm>
          <a:prstGeom prst="rect">
            <a:avLst/>
          </a:prstGeom>
        </p:spPr>
        <p:style>
          <a:lnRef idx="2">
            <a:schemeClr val="accent2"/>
          </a:lnRef>
          <a:fillRef idx="1">
            <a:schemeClr val="lt1"/>
          </a:fillRef>
          <a:effectRef idx="0">
            <a:schemeClr val="accent2"/>
          </a:effectRef>
          <a:fontRef idx="minor">
            <a:schemeClr val="dk1"/>
          </a:fontRef>
        </p:style>
        <p:txBody>
          <a:bodyPr>
            <a:noAutofit/>
          </a:bodyPr>
          <a:lstStyle>
            <a:lvl1pPr marL="308610" indent="-257175" algn="l" rtl="0" eaLnBrk="1" latinLnBrk="0" hangingPunct="1">
              <a:spcBef>
                <a:spcPts val="525"/>
              </a:spcBef>
              <a:buSzPct val="95000"/>
              <a:buFont typeface="Wingdings"/>
              <a:buChar char=""/>
              <a:defRPr sz="1500" kern="1200" spc="0">
                <a:solidFill>
                  <a:schemeClr val="tx1"/>
                </a:solidFill>
                <a:latin typeface="+mn-lt"/>
                <a:ea typeface="+mn-ea"/>
                <a:cs typeface="Arial" pitchFamily="34" charset="0"/>
              </a:defRPr>
            </a:lvl1pPr>
            <a:lvl2pPr marL="555498" indent="-214313" algn="l" rtl="0" eaLnBrk="1" latinLnBrk="0" hangingPunct="1">
              <a:spcBef>
                <a:spcPct val="20000"/>
              </a:spcBef>
              <a:buClr>
                <a:schemeClr val="accent2"/>
              </a:buClr>
              <a:buSzPct val="90000"/>
              <a:buFont typeface="Wingdings"/>
              <a:buChar char=""/>
              <a:defRPr sz="1350" kern="1200" spc="0">
                <a:solidFill>
                  <a:schemeClr val="tx1"/>
                </a:solidFill>
                <a:latin typeface="+mn-lt"/>
                <a:ea typeface="+mn-ea"/>
                <a:cs typeface="Arial" pitchFamily="34" charset="0"/>
              </a:defRPr>
            </a:lvl2pPr>
            <a:lvl3pPr marL="747522" indent="-171450" algn="l" rtl="0" eaLnBrk="1" latinLnBrk="0" hangingPunct="1">
              <a:spcBef>
                <a:spcPct val="20000"/>
              </a:spcBef>
              <a:buClr>
                <a:schemeClr val="accent2"/>
              </a:buClr>
              <a:buFont typeface="Wingdings 2"/>
              <a:buChar char=""/>
              <a:defRPr sz="1200" kern="1200" spc="0">
                <a:solidFill>
                  <a:schemeClr val="tx1"/>
                </a:solidFill>
                <a:latin typeface="+mn-lt"/>
                <a:ea typeface="+mn-ea"/>
                <a:cs typeface="Arial" pitchFamily="34" charset="0"/>
              </a:defRPr>
            </a:lvl3pPr>
            <a:lvl4pPr marL="946404" indent="-171450" algn="l" rtl="0" eaLnBrk="1" latinLnBrk="0" hangingPunct="1">
              <a:spcBef>
                <a:spcPct val="20000"/>
              </a:spcBef>
              <a:buClr>
                <a:schemeClr val="accent3"/>
              </a:buClr>
              <a:buFont typeface="Wingdings 3"/>
              <a:buChar char=""/>
              <a:defRPr sz="1200" kern="1200" spc="0">
                <a:solidFill>
                  <a:schemeClr val="tx1"/>
                </a:solidFill>
                <a:latin typeface="+mn-lt"/>
                <a:ea typeface="+mn-ea"/>
                <a:cs typeface="Arial" pitchFamily="34" charset="0"/>
              </a:defRPr>
            </a:lvl4pPr>
            <a:lvl5pPr marL="1110996" indent="-157734" algn="l" rtl="0" eaLnBrk="1" latinLnBrk="0" hangingPunct="1">
              <a:spcBef>
                <a:spcPct val="20000"/>
              </a:spcBef>
              <a:buClr>
                <a:schemeClr val="accent3"/>
              </a:buClr>
              <a:buFont typeface="Wingdings 2"/>
              <a:buChar char=""/>
              <a:defRPr sz="1050" kern="1200" spc="0">
                <a:solidFill>
                  <a:schemeClr val="tx1"/>
                </a:solidFill>
                <a:latin typeface="+mn-lt"/>
                <a:ea typeface="+mn-ea"/>
                <a:cs typeface="Arial" pitchFamily="34" charset="0"/>
              </a:defRPr>
            </a:lvl5pPr>
            <a:lvl6pPr marL="1282446" indent="-157734" algn="l" rtl="0" eaLnBrk="1" latinLnBrk="0" hangingPunct="1">
              <a:spcBef>
                <a:spcPct val="20000"/>
              </a:spcBef>
              <a:buClr>
                <a:schemeClr val="accent3"/>
              </a:buClr>
              <a:buFont typeface="Wingdings 2"/>
              <a:buChar char=""/>
              <a:defRPr sz="1350" kern="1200">
                <a:solidFill>
                  <a:schemeClr val="tx1"/>
                </a:solidFill>
                <a:latin typeface="+mn-lt"/>
                <a:ea typeface="+mn-ea"/>
                <a:cs typeface="+mn-cs"/>
              </a:defRPr>
            </a:lvl6pPr>
            <a:lvl7pPr marL="1426464"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7pPr>
            <a:lvl8pPr marL="1570482"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8pPr>
            <a:lvl9pPr marL="1714500"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9pPr>
            <a:extLst/>
          </a:lstStyle>
          <a:p>
            <a:pPr marL="51435" indent="0" algn="ctr">
              <a:spcBef>
                <a:spcPts val="0"/>
              </a:spcBef>
              <a:buNone/>
            </a:pPr>
            <a:r>
              <a:rPr lang="en-US" sz="3000">
                <a:solidFill>
                  <a:schemeClr val="accent6">
                    <a:lumMod val="75000"/>
                  </a:schemeClr>
                </a:solidFill>
                <a:latin typeface="Consolas" panose="020B0609020204030204" pitchFamily="49" charset="0"/>
              </a:rPr>
              <a:t>arrayName</a:t>
            </a:r>
            <a:r>
              <a:rPr lang="en-US" sz="3000">
                <a:latin typeface="Consolas" panose="020B0609020204030204" pitchFamily="49" charset="0"/>
                <a:cs typeface="Consolas" panose="020B0609020204030204" pitchFamily="49" charset="0"/>
              </a:rPr>
              <a:t>.</a:t>
            </a:r>
            <a:r>
              <a:rPr lang="en-US" sz="3000">
                <a:solidFill>
                  <a:srgbClr val="0432FF"/>
                </a:solidFill>
                <a:latin typeface="Consolas" panose="020B0609020204030204" pitchFamily="49" charset="0"/>
              </a:rPr>
              <a:t>Length</a:t>
            </a:r>
            <a:r>
              <a:rPr lang="en-US" sz="3000">
                <a:latin typeface="Consolas" panose="020B0609020204030204" pitchFamily="49" charset="0"/>
                <a:cs typeface="Consolas" panose="020B0609020204030204" pitchFamily="49" charset="0"/>
              </a:rPr>
              <a:t>;</a:t>
            </a:r>
            <a:endParaRPr lang="en-US" sz="3000">
              <a:latin typeface="Consolas" panose="020B0609020204030204" pitchFamily="49" charset="0"/>
            </a:endParaRPr>
          </a:p>
        </p:txBody>
      </p:sp>
      <p:sp>
        <p:nvSpPr>
          <p:cNvPr id="22" name="Content Placeholder 5">
            <a:extLst>
              <a:ext uri="{FF2B5EF4-FFF2-40B4-BE49-F238E27FC236}">
                <a16:creationId xmlns:a16="http://schemas.microsoft.com/office/drawing/2014/main" id="{F32DDF1C-6173-7FC7-D9FF-6CABF852CBED}"/>
              </a:ext>
            </a:extLst>
          </p:cNvPr>
          <p:cNvSpPr txBox="1">
            <a:spLocks/>
          </p:cNvSpPr>
          <p:nvPr/>
        </p:nvSpPr>
        <p:spPr>
          <a:xfrm>
            <a:off x="1759603" y="2542346"/>
            <a:ext cx="5624793" cy="2118748"/>
          </a:xfrm>
          <a:prstGeom prst="rect">
            <a:avLst/>
          </a:prstGeom>
        </p:spPr>
        <p:style>
          <a:lnRef idx="2">
            <a:schemeClr val="accent2"/>
          </a:lnRef>
          <a:fillRef idx="1">
            <a:schemeClr val="lt1"/>
          </a:fillRef>
          <a:effectRef idx="0">
            <a:schemeClr val="accent2"/>
          </a:effectRef>
          <a:fontRef idx="minor">
            <a:schemeClr val="dk1"/>
          </a:fontRef>
        </p:style>
        <p:txBody>
          <a:bodyPr>
            <a:noAutofit/>
          </a:bodyPr>
          <a:lstStyle>
            <a:lvl1pPr marL="308610" indent="-257175" algn="l" rtl="0" eaLnBrk="1" latinLnBrk="0" hangingPunct="1">
              <a:spcBef>
                <a:spcPts val="525"/>
              </a:spcBef>
              <a:buSzPct val="95000"/>
              <a:buFont typeface="Wingdings"/>
              <a:buChar char=""/>
              <a:defRPr sz="1500" kern="1200" spc="0">
                <a:solidFill>
                  <a:schemeClr val="tx1"/>
                </a:solidFill>
                <a:latin typeface="+mn-lt"/>
                <a:ea typeface="+mn-ea"/>
                <a:cs typeface="Arial" pitchFamily="34" charset="0"/>
              </a:defRPr>
            </a:lvl1pPr>
            <a:lvl2pPr marL="555498" indent="-214313" algn="l" rtl="0" eaLnBrk="1" latinLnBrk="0" hangingPunct="1">
              <a:spcBef>
                <a:spcPct val="20000"/>
              </a:spcBef>
              <a:buClr>
                <a:schemeClr val="accent2"/>
              </a:buClr>
              <a:buSzPct val="90000"/>
              <a:buFont typeface="Wingdings"/>
              <a:buChar char=""/>
              <a:defRPr sz="1350" kern="1200" spc="0">
                <a:solidFill>
                  <a:schemeClr val="tx1"/>
                </a:solidFill>
                <a:latin typeface="+mn-lt"/>
                <a:ea typeface="+mn-ea"/>
                <a:cs typeface="Arial" pitchFamily="34" charset="0"/>
              </a:defRPr>
            </a:lvl2pPr>
            <a:lvl3pPr marL="747522" indent="-171450" algn="l" rtl="0" eaLnBrk="1" latinLnBrk="0" hangingPunct="1">
              <a:spcBef>
                <a:spcPct val="20000"/>
              </a:spcBef>
              <a:buClr>
                <a:schemeClr val="accent2"/>
              </a:buClr>
              <a:buFont typeface="Wingdings 2"/>
              <a:buChar char=""/>
              <a:defRPr sz="1200" kern="1200" spc="0">
                <a:solidFill>
                  <a:schemeClr val="tx1"/>
                </a:solidFill>
                <a:latin typeface="+mn-lt"/>
                <a:ea typeface="+mn-ea"/>
                <a:cs typeface="Arial" pitchFamily="34" charset="0"/>
              </a:defRPr>
            </a:lvl3pPr>
            <a:lvl4pPr marL="946404" indent="-171450" algn="l" rtl="0" eaLnBrk="1" latinLnBrk="0" hangingPunct="1">
              <a:spcBef>
                <a:spcPct val="20000"/>
              </a:spcBef>
              <a:buClr>
                <a:schemeClr val="accent3"/>
              </a:buClr>
              <a:buFont typeface="Wingdings 3"/>
              <a:buChar char=""/>
              <a:defRPr sz="1200" kern="1200" spc="0">
                <a:solidFill>
                  <a:schemeClr val="tx1"/>
                </a:solidFill>
                <a:latin typeface="+mn-lt"/>
                <a:ea typeface="+mn-ea"/>
                <a:cs typeface="Arial" pitchFamily="34" charset="0"/>
              </a:defRPr>
            </a:lvl4pPr>
            <a:lvl5pPr marL="1110996" indent="-157734" algn="l" rtl="0" eaLnBrk="1" latinLnBrk="0" hangingPunct="1">
              <a:spcBef>
                <a:spcPct val="20000"/>
              </a:spcBef>
              <a:buClr>
                <a:schemeClr val="accent3"/>
              </a:buClr>
              <a:buFont typeface="Wingdings 2"/>
              <a:buChar char=""/>
              <a:defRPr sz="1050" kern="1200" spc="0">
                <a:solidFill>
                  <a:schemeClr val="tx1"/>
                </a:solidFill>
                <a:latin typeface="+mn-lt"/>
                <a:ea typeface="+mn-ea"/>
                <a:cs typeface="Arial" pitchFamily="34" charset="0"/>
              </a:defRPr>
            </a:lvl5pPr>
            <a:lvl6pPr marL="1282446" indent="-157734" algn="l" rtl="0" eaLnBrk="1" latinLnBrk="0" hangingPunct="1">
              <a:spcBef>
                <a:spcPct val="20000"/>
              </a:spcBef>
              <a:buClr>
                <a:schemeClr val="accent3"/>
              </a:buClr>
              <a:buFont typeface="Wingdings 2"/>
              <a:buChar char=""/>
              <a:defRPr sz="1350" kern="1200">
                <a:solidFill>
                  <a:schemeClr val="tx1"/>
                </a:solidFill>
                <a:latin typeface="+mn-lt"/>
                <a:ea typeface="+mn-ea"/>
                <a:cs typeface="+mn-cs"/>
              </a:defRPr>
            </a:lvl6pPr>
            <a:lvl7pPr marL="1426464"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7pPr>
            <a:lvl8pPr marL="1570482"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8pPr>
            <a:lvl9pPr marL="1714500"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9pPr>
            <a:extLst/>
          </a:lstStyle>
          <a:p>
            <a:pPr marL="51435" indent="0" algn="just">
              <a:spcBef>
                <a:spcPts val="0"/>
              </a:spcBef>
              <a:buNone/>
            </a:pPr>
            <a:r>
              <a:rPr lang="en-US" sz="1600">
                <a:solidFill>
                  <a:srgbClr val="0000FF"/>
                </a:solidFill>
                <a:latin typeface="Consolas" panose="020B0609020204030204" pitchFamily="49" charset="0"/>
              </a:rPr>
              <a:t>static</a:t>
            </a:r>
            <a:r>
              <a:rPr lang="en-US" sz="1600">
                <a:latin typeface="Consolas" panose="020B0609020204030204" pitchFamily="49" charset="0"/>
              </a:rPr>
              <a:t> </a:t>
            </a:r>
            <a:r>
              <a:rPr lang="en-US" sz="1600">
                <a:solidFill>
                  <a:srgbClr val="0000FF"/>
                </a:solidFill>
                <a:latin typeface="Consolas" panose="020B0609020204030204" pitchFamily="49" charset="0"/>
              </a:rPr>
              <a:t>void</a:t>
            </a:r>
            <a:r>
              <a:rPr lang="en-US" sz="1600">
                <a:latin typeface="Consolas" panose="020B0609020204030204" pitchFamily="49" charset="0"/>
              </a:rPr>
              <a:t> </a:t>
            </a:r>
            <a:r>
              <a:rPr lang="en-US" sz="1600">
                <a:solidFill>
                  <a:srgbClr val="FEA400"/>
                </a:solidFill>
                <a:latin typeface="Consolas" panose="020B0609020204030204" pitchFamily="49" charset="0"/>
              </a:rPr>
              <a:t>Main</a:t>
            </a:r>
            <a:r>
              <a:rPr lang="en-US" sz="1600">
                <a:latin typeface="Consolas" panose="020B0609020204030204" pitchFamily="49" charset="0"/>
              </a:rPr>
              <a:t>(</a:t>
            </a:r>
            <a:r>
              <a:rPr lang="en-US" sz="1600">
                <a:solidFill>
                  <a:srgbClr val="0000FF"/>
                </a:solidFill>
                <a:latin typeface="Consolas" panose="020B0609020204030204" pitchFamily="49" charset="0"/>
              </a:rPr>
              <a:t>string</a:t>
            </a:r>
            <a:r>
              <a:rPr lang="en-US" sz="1600">
                <a:latin typeface="Consolas" panose="020B0609020204030204" pitchFamily="49" charset="0"/>
              </a:rPr>
              <a:t>[] args)</a:t>
            </a:r>
          </a:p>
          <a:p>
            <a:pPr marL="51435" indent="0" algn="just">
              <a:spcBef>
                <a:spcPts val="0"/>
              </a:spcBef>
              <a:buNone/>
            </a:pPr>
            <a:r>
              <a:rPr lang="en-US" sz="1600">
                <a:latin typeface="Consolas" panose="020B0609020204030204" pitchFamily="49" charset="0"/>
              </a:rPr>
              <a:t>{</a:t>
            </a:r>
          </a:p>
          <a:p>
            <a:pPr marL="51435" indent="0">
              <a:spcBef>
                <a:spcPts val="0"/>
              </a:spcBef>
              <a:buNone/>
            </a:pPr>
            <a:r>
              <a:rPr lang="en-US" sz="1600">
                <a:solidFill>
                  <a:srgbClr val="0432FF"/>
                </a:solidFill>
                <a:latin typeface="Consolas" panose="020B0609020204030204" pitchFamily="49" charset="0"/>
              </a:rPr>
              <a:t>   	int[]</a:t>
            </a:r>
            <a:r>
              <a:rPr lang="en-US" sz="1600">
                <a:solidFill>
                  <a:schemeClr val="bg1"/>
                </a:solidFill>
                <a:latin typeface="Consolas" panose="020B0609020204030204" pitchFamily="49" charset="0"/>
              </a:rPr>
              <a:t> </a:t>
            </a:r>
            <a:r>
              <a:rPr lang="en-US" sz="1600">
                <a:solidFill>
                  <a:schemeClr val="accent6">
                    <a:lumMod val="75000"/>
                  </a:schemeClr>
                </a:solidFill>
                <a:latin typeface="Consolas" panose="020B0609020204030204" pitchFamily="49" charset="0"/>
              </a:rPr>
              <a:t>arr1</a:t>
            </a:r>
            <a:r>
              <a:rPr lang="en-US" sz="1600">
                <a:latin typeface="Consolas" panose="020B0609020204030204" pitchFamily="49" charset="0"/>
              </a:rPr>
              <a:t>;</a:t>
            </a:r>
          </a:p>
          <a:p>
            <a:pPr marL="51435" indent="0">
              <a:spcBef>
                <a:spcPts val="0"/>
              </a:spcBef>
              <a:buNone/>
            </a:pPr>
            <a:r>
              <a:rPr lang="en-US" sz="1600">
                <a:solidFill>
                  <a:schemeClr val="accent6">
                    <a:lumMod val="75000"/>
                  </a:schemeClr>
                </a:solidFill>
                <a:latin typeface="Consolas" panose="020B0609020204030204" pitchFamily="49" charset="0"/>
              </a:rPr>
              <a:t>	arr1 </a:t>
            </a:r>
            <a:r>
              <a:rPr lang="en-US" sz="1600">
                <a:latin typeface="Consolas" panose="020B0609020204030204" pitchFamily="49" charset="0"/>
              </a:rPr>
              <a:t>= </a:t>
            </a:r>
            <a:r>
              <a:rPr lang="en-US" sz="1600">
                <a:solidFill>
                  <a:srgbClr val="0432FF"/>
                </a:solidFill>
                <a:latin typeface="Consolas" panose="020B0609020204030204" pitchFamily="49" charset="0"/>
              </a:rPr>
              <a:t>new int</a:t>
            </a:r>
            <a:r>
              <a:rPr lang="en-US" sz="1600">
                <a:latin typeface="Consolas" panose="020B0609020204030204" pitchFamily="49" charset="0"/>
              </a:rPr>
              <a:t>[</a:t>
            </a:r>
            <a:r>
              <a:rPr lang="en-US" sz="1600">
                <a:solidFill>
                  <a:srgbClr val="0432FF"/>
                </a:solidFill>
                <a:latin typeface="Consolas" panose="020B0609020204030204" pitchFamily="49" charset="0"/>
              </a:rPr>
              <a:t>4</a:t>
            </a:r>
            <a:r>
              <a:rPr lang="en-US" sz="1600">
                <a:latin typeface="Consolas" panose="020B0609020204030204" pitchFamily="49" charset="0"/>
              </a:rPr>
              <a:t>]</a:t>
            </a:r>
            <a:r>
              <a:rPr lang="en-US" sz="1600">
                <a:latin typeface="Consolas" panose="020B0609020204030204" pitchFamily="49" charset="0"/>
                <a:cs typeface="Consolas" panose="020B0609020204030204" pitchFamily="49" charset="0"/>
              </a:rPr>
              <a:t>;</a:t>
            </a:r>
          </a:p>
          <a:p>
            <a:pPr marL="51435" indent="0">
              <a:spcBef>
                <a:spcPts val="0"/>
              </a:spcBef>
              <a:buNone/>
            </a:pPr>
            <a:endParaRPr lang="en-US" sz="1600">
              <a:latin typeface="Consolas" panose="020B0609020204030204" pitchFamily="49" charset="0"/>
              <a:cs typeface="Consolas" panose="020B0609020204030204" pitchFamily="49" charset="0"/>
            </a:endParaRPr>
          </a:p>
          <a:p>
            <a:pPr marL="51435" indent="0">
              <a:spcBef>
                <a:spcPts val="0"/>
              </a:spcBef>
              <a:buNone/>
            </a:pPr>
            <a:r>
              <a:rPr lang="en-US" sz="1600">
                <a:solidFill>
                  <a:srgbClr val="2B91AF"/>
                </a:solidFill>
                <a:latin typeface="Consolas" panose="020B0609020204030204" pitchFamily="49" charset="0"/>
              </a:rPr>
              <a:t>	Console</a:t>
            </a:r>
            <a:r>
              <a:rPr lang="en-US" sz="1600">
                <a:latin typeface="Consolas" panose="020B0609020204030204" pitchFamily="49" charset="0"/>
              </a:rPr>
              <a:t>.</a:t>
            </a:r>
            <a:r>
              <a:rPr lang="en-US" sz="1600">
                <a:solidFill>
                  <a:srgbClr val="FEA400"/>
                </a:solidFill>
                <a:latin typeface="Consolas" panose="020B0609020204030204" pitchFamily="49" charset="0"/>
              </a:rPr>
              <a:t>WriteLine</a:t>
            </a:r>
            <a:r>
              <a:rPr lang="en-US" sz="1600">
                <a:latin typeface="Consolas" panose="020B0609020204030204" pitchFamily="49" charset="0"/>
                <a:cs typeface="Consolas" panose="020B0609020204030204" pitchFamily="49" charset="0"/>
              </a:rPr>
              <a:t>(</a:t>
            </a:r>
            <a:r>
              <a:rPr lang="en-US" sz="1600">
                <a:solidFill>
                  <a:schemeClr val="accent6">
                    <a:lumMod val="75000"/>
                  </a:schemeClr>
                </a:solidFill>
                <a:latin typeface="Consolas" panose="020B0609020204030204" pitchFamily="49" charset="0"/>
              </a:rPr>
              <a:t>arr1</a:t>
            </a:r>
            <a:r>
              <a:rPr lang="en-US" sz="1600">
                <a:latin typeface="Consolas" panose="020B0609020204030204" pitchFamily="49" charset="0"/>
              </a:rPr>
              <a:t>.</a:t>
            </a:r>
            <a:r>
              <a:rPr lang="en-US" sz="1600">
                <a:solidFill>
                  <a:srgbClr val="0432FF"/>
                </a:solidFill>
                <a:latin typeface="Consolas" panose="020B0609020204030204" pitchFamily="49" charset="0"/>
              </a:rPr>
              <a:t>Length</a:t>
            </a:r>
            <a:r>
              <a:rPr lang="en-US" sz="1600">
                <a:latin typeface="Consolas" panose="020B0609020204030204" pitchFamily="49" charset="0"/>
                <a:cs typeface="Consolas" panose="020B0609020204030204" pitchFamily="49" charset="0"/>
              </a:rPr>
              <a:t>); </a:t>
            </a:r>
            <a:r>
              <a:rPr lang="en-US" sz="1600" i="1">
                <a:solidFill>
                  <a:srgbClr val="C00000"/>
                </a:solidFill>
                <a:latin typeface="Consolas" panose="020B0609020204030204" pitchFamily="49" charset="0"/>
                <a:cs typeface="Consolas" panose="020B0609020204030204" pitchFamily="49" charset="0"/>
              </a:rPr>
              <a:t>//output 4</a:t>
            </a:r>
          </a:p>
          <a:p>
            <a:pPr marL="51435" indent="0">
              <a:spcBef>
                <a:spcPts val="0"/>
              </a:spcBef>
              <a:buNone/>
            </a:pPr>
            <a:r>
              <a:rPr lang="en-US" sz="1600">
                <a:latin typeface="Consolas" panose="020B0609020204030204" pitchFamily="49" charset="0"/>
                <a:cs typeface="Consolas" panose="020B0609020204030204" pitchFamily="49" charset="0"/>
              </a:rPr>
              <a:t>}</a:t>
            </a:r>
          </a:p>
          <a:p>
            <a:pPr marL="51435" indent="0">
              <a:spcBef>
                <a:spcPts val="0"/>
              </a:spcBef>
              <a:buNone/>
            </a:pPr>
            <a:endParaRPr lang="en-US" sz="1600">
              <a:latin typeface="Consolas" panose="020B0609020204030204" pitchFamily="49" charset="0"/>
              <a:cs typeface="Consolas" panose="020B0609020204030204" pitchFamily="49" charset="0"/>
            </a:endParaRPr>
          </a:p>
          <a:p>
            <a:pPr marL="51435" indent="0">
              <a:spcBef>
                <a:spcPts val="0"/>
              </a:spcBef>
              <a:buNone/>
            </a:pPr>
            <a:endParaRPr lang="en-US" sz="1600">
              <a:latin typeface="Consolas" panose="020B0609020204030204" pitchFamily="49" charset="0"/>
              <a:cs typeface="Consolas" panose="020B0609020204030204" pitchFamily="49" charset="0"/>
            </a:endParaRPr>
          </a:p>
          <a:p>
            <a:pPr marL="51435" indent="0">
              <a:spcBef>
                <a:spcPts val="0"/>
              </a:spcBef>
              <a:buNone/>
            </a:pPr>
            <a:r>
              <a:rPr lang="en-US" sz="1600">
                <a:solidFill>
                  <a:srgbClr val="0432FF"/>
                </a:solidFill>
                <a:latin typeface="Consolas" panose="020B0609020204030204" pitchFamily="49" charset="0"/>
              </a:rPr>
              <a:t>	</a:t>
            </a:r>
            <a:endParaRPr lang="en-US" sz="1600">
              <a:latin typeface="Consolas" panose="020B0609020204030204" pitchFamily="49" charset="0"/>
            </a:endParaRPr>
          </a:p>
        </p:txBody>
      </p:sp>
    </p:spTree>
    <p:extLst>
      <p:ext uri="{BB962C8B-B14F-4D97-AF65-F5344CB8AC3E}">
        <p14:creationId xmlns:p14="http://schemas.microsoft.com/office/powerpoint/2010/main" val="12488940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0F4F19-CDDB-1C4F-A9F1-22038DE3F96F}"/>
              </a:ext>
            </a:extLst>
          </p:cNvPr>
          <p:cNvSpPr>
            <a:spLocks noGrp="1"/>
          </p:cNvSpPr>
          <p:nvPr>
            <p:ph type="title"/>
          </p:nvPr>
        </p:nvSpPr>
        <p:spPr/>
        <p:txBody>
          <a:bodyPr>
            <a:noAutofit/>
          </a:bodyPr>
          <a:lstStyle/>
          <a:p>
            <a:r>
              <a:rPr lang="en-VN" sz="2700"/>
              <a:t>TRUY CẬP PHẦN TỬ CỦA MẢNG MỘT CHIỀU</a:t>
            </a:r>
          </a:p>
        </p:txBody>
      </p:sp>
      <p:sp>
        <p:nvSpPr>
          <p:cNvPr id="3" name="Content Placeholder 2">
            <a:extLst>
              <a:ext uri="{FF2B5EF4-FFF2-40B4-BE49-F238E27FC236}">
                <a16:creationId xmlns:a16="http://schemas.microsoft.com/office/drawing/2014/main" id="{DEFFE193-C4BB-2849-89BA-0B1B39510D26}"/>
              </a:ext>
            </a:extLst>
          </p:cNvPr>
          <p:cNvSpPr>
            <a:spLocks noGrp="1"/>
          </p:cNvSpPr>
          <p:nvPr>
            <p:ph idx="1"/>
          </p:nvPr>
        </p:nvSpPr>
        <p:spPr/>
        <p:txBody>
          <a:bodyPr>
            <a:normAutofit/>
          </a:bodyPr>
          <a:lstStyle/>
          <a:p>
            <a:r>
              <a:rPr lang="en-US"/>
              <a:t>Cú pháp:</a:t>
            </a:r>
          </a:p>
          <a:p>
            <a:endParaRPr lang="en-VN">
              <a:sym typeface="Wingdings" pitchFamily="2" charset="2"/>
            </a:endParaRPr>
          </a:p>
          <a:p>
            <a:r>
              <a:rPr lang="en-VN">
                <a:sym typeface="Wingdings" pitchFamily="2" charset="2"/>
              </a:rPr>
              <a:t>Lưu ý quan trọng: Chỉ số </a:t>
            </a:r>
            <a:r>
              <a:rPr lang="en-VN" u="sng">
                <a:solidFill>
                  <a:srgbClr val="FF0000"/>
                </a:solidFill>
                <a:highlight>
                  <a:srgbClr val="FFFF00"/>
                </a:highlight>
              </a:rPr>
              <a:t>bắt đầu từ 0</a:t>
            </a:r>
            <a:r>
              <a:rPr lang="en-VN">
                <a:solidFill>
                  <a:srgbClr val="FF0000"/>
                </a:solidFill>
              </a:rPr>
              <a:t> </a:t>
            </a:r>
            <a:r>
              <a:rPr lang="en-VN" i="1"/>
              <a:t>(phần tử đầu tiên)</a:t>
            </a:r>
            <a:r>
              <a:rPr lang="en-VN"/>
              <a:t>, </a:t>
            </a:r>
            <a:r>
              <a:rPr lang="en-VN" u="sng">
                <a:solidFill>
                  <a:srgbClr val="FF0000"/>
                </a:solidFill>
                <a:highlight>
                  <a:srgbClr val="FFFF00"/>
                </a:highlight>
              </a:rPr>
              <a:t>kết thúc tại Length – 1</a:t>
            </a:r>
            <a:r>
              <a:rPr lang="en-VN">
                <a:solidFill>
                  <a:srgbClr val="FF0000"/>
                </a:solidFill>
              </a:rPr>
              <a:t> </a:t>
            </a:r>
            <a:r>
              <a:rPr lang="en-VN" i="1"/>
              <a:t>(phần tử cuối cùng)</a:t>
            </a:r>
          </a:p>
        </p:txBody>
      </p:sp>
      <p:sp>
        <p:nvSpPr>
          <p:cNvPr id="4" name="Footer Placeholder 3">
            <a:extLst>
              <a:ext uri="{FF2B5EF4-FFF2-40B4-BE49-F238E27FC236}">
                <a16:creationId xmlns:a16="http://schemas.microsoft.com/office/drawing/2014/main" id="{534F35F3-071C-EE42-BB61-41C4E2F2B2B3}"/>
              </a:ext>
            </a:extLst>
          </p:cNvPr>
          <p:cNvSpPr>
            <a:spLocks noGrp="1"/>
          </p:cNvSpPr>
          <p:nvPr>
            <p:ph type="ftr" sz="quarter" idx="11"/>
          </p:nvPr>
        </p:nvSpPr>
        <p:spPr/>
        <p:txBody>
          <a:bodyPr/>
          <a:lstStyle/>
          <a:p>
            <a:r>
              <a:rPr lang="vi-VN" dirty="0"/>
              <a:t>Bài 6: Mảng một chiều</a:t>
            </a:r>
            <a:endParaRPr lang="en-US" dirty="0"/>
          </a:p>
        </p:txBody>
      </p:sp>
      <p:sp>
        <p:nvSpPr>
          <p:cNvPr id="5" name="Slide Number Placeholder 4">
            <a:extLst>
              <a:ext uri="{FF2B5EF4-FFF2-40B4-BE49-F238E27FC236}">
                <a16:creationId xmlns:a16="http://schemas.microsoft.com/office/drawing/2014/main" id="{145A04A2-69FE-8042-8ED0-0C21AA3910D2}"/>
              </a:ext>
            </a:extLst>
          </p:cNvPr>
          <p:cNvSpPr>
            <a:spLocks noGrp="1"/>
          </p:cNvSpPr>
          <p:nvPr>
            <p:ph type="sldNum" sz="quarter" idx="12"/>
          </p:nvPr>
        </p:nvSpPr>
        <p:spPr/>
        <p:txBody>
          <a:bodyPr/>
          <a:lstStyle/>
          <a:p>
            <a:fld id="{1AD93096-5B34-4342-9326-69289CEAE4C2}" type="slidenum">
              <a:rPr lang="en-US" smtClean="0"/>
              <a:pPr/>
              <a:t>12</a:t>
            </a:fld>
            <a:endParaRPr lang="en-US" dirty="0"/>
          </a:p>
        </p:txBody>
      </p:sp>
      <p:sp>
        <p:nvSpPr>
          <p:cNvPr id="16" name="Content Placeholder 5">
            <a:extLst>
              <a:ext uri="{FF2B5EF4-FFF2-40B4-BE49-F238E27FC236}">
                <a16:creationId xmlns:a16="http://schemas.microsoft.com/office/drawing/2014/main" id="{130AB468-C11C-06E9-421A-61EE37998E76}"/>
              </a:ext>
            </a:extLst>
          </p:cNvPr>
          <p:cNvSpPr txBox="1">
            <a:spLocks/>
          </p:cNvSpPr>
          <p:nvPr/>
        </p:nvSpPr>
        <p:spPr>
          <a:xfrm>
            <a:off x="2693746" y="1038622"/>
            <a:ext cx="4068452" cy="576064"/>
          </a:xfrm>
          <a:prstGeom prst="rect">
            <a:avLst/>
          </a:prstGeom>
        </p:spPr>
        <p:style>
          <a:lnRef idx="2">
            <a:schemeClr val="accent2"/>
          </a:lnRef>
          <a:fillRef idx="1">
            <a:schemeClr val="lt1"/>
          </a:fillRef>
          <a:effectRef idx="0">
            <a:schemeClr val="accent2"/>
          </a:effectRef>
          <a:fontRef idx="minor">
            <a:schemeClr val="dk1"/>
          </a:fontRef>
        </p:style>
        <p:txBody>
          <a:bodyPr>
            <a:noAutofit/>
          </a:bodyPr>
          <a:lstStyle>
            <a:lvl1pPr marL="308610" indent="-257175" algn="l" rtl="0" eaLnBrk="1" latinLnBrk="0" hangingPunct="1">
              <a:spcBef>
                <a:spcPts val="525"/>
              </a:spcBef>
              <a:buSzPct val="95000"/>
              <a:buFont typeface="Wingdings"/>
              <a:buChar char=""/>
              <a:defRPr sz="1500" kern="1200" spc="0">
                <a:solidFill>
                  <a:schemeClr val="tx1"/>
                </a:solidFill>
                <a:latin typeface="+mn-lt"/>
                <a:ea typeface="+mn-ea"/>
                <a:cs typeface="Arial" pitchFamily="34" charset="0"/>
              </a:defRPr>
            </a:lvl1pPr>
            <a:lvl2pPr marL="555498" indent="-214313" algn="l" rtl="0" eaLnBrk="1" latinLnBrk="0" hangingPunct="1">
              <a:spcBef>
                <a:spcPct val="20000"/>
              </a:spcBef>
              <a:buClr>
                <a:schemeClr val="accent2"/>
              </a:buClr>
              <a:buSzPct val="90000"/>
              <a:buFont typeface="Wingdings"/>
              <a:buChar char=""/>
              <a:defRPr sz="1350" kern="1200" spc="0">
                <a:solidFill>
                  <a:schemeClr val="tx1"/>
                </a:solidFill>
                <a:latin typeface="+mn-lt"/>
                <a:ea typeface="+mn-ea"/>
                <a:cs typeface="Arial" pitchFamily="34" charset="0"/>
              </a:defRPr>
            </a:lvl2pPr>
            <a:lvl3pPr marL="747522" indent="-171450" algn="l" rtl="0" eaLnBrk="1" latinLnBrk="0" hangingPunct="1">
              <a:spcBef>
                <a:spcPct val="20000"/>
              </a:spcBef>
              <a:buClr>
                <a:schemeClr val="accent2"/>
              </a:buClr>
              <a:buFont typeface="Wingdings 2"/>
              <a:buChar char=""/>
              <a:defRPr sz="1200" kern="1200" spc="0">
                <a:solidFill>
                  <a:schemeClr val="tx1"/>
                </a:solidFill>
                <a:latin typeface="+mn-lt"/>
                <a:ea typeface="+mn-ea"/>
                <a:cs typeface="Arial" pitchFamily="34" charset="0"/>
              </a:defRPr>
            </a:lvl3pPr>
            <a:lvl4pPr marL="946404" indent="-171450" algn="l" rtl="0" eaLnBrk="1" latinLnBrk="0" hangingPunct="1">
              <a:spcBef>
                <a:spcPct val="20000"/>
              </a:spcBef>
              <a:buClr>
                <a:schemeClr val="accent3"/>
              </a:buClr>
              <a:buFont typeface="Wingdings 3"/>
              <a:buChar char=""/>
              <a:defRPr sz="1200" kern="1200" spc="0">
                <a:solidFill>
                  <a:schemeClr val="tx1"/>
                </a:solidFill>
                <a:latin typeface="+mn-lt"/>
                <a:ea typeface="+mn-ea"/>
                <a:cs typeface="Arial" pitchFamily="34" charset="0"/>
              </a:defRPr>
            </a:lvl4pPr>
            <a:lvl5pPr marL="1110996" indent="-157734" algn="l" rtl="0" eaLnBrk="1" latinLnBrk="0" hangingPunct="1">
              <a:spcBef>
                <a:spcPct val="20000"/>
              </a:spcBef>
              <a:buClr>
                <a:schemeClr val="accent3"/>
              </a:buClr>
              <a:buFont typeface="Wingdings 2"/>
              <a:buChar char=""/>
              <a:defRPr sz="1050" kern="1200" spc="0">
                <a:solidFill>
                  <a:schemeClr val="tx1"/>
                </a:solidFill>
                <a:latin typeface="+mn-lt"/>
                <a:ea typeface="+mn-ea"/>
                <a:cs typeface="Arial" pitchFamily="34" charset="0"/>
              </a:defRPr>
            </a:lvl5pPr>
            <a:lvl6pPr marL="1282446" indent="-157734" algn="l" rtl="0" eaLnBrk="1" latinLnBrk="0" hangingPunct="1">
              <a:spcBef>
                <a:spcPct val="20000"/>
              </a:spcBef>
              <a:buClr>
                <a:schemeClr val="accent3"/>
              </a:buClr>
              <a:buFont typeface="Wingdings 2"/>
              <a:buChar char=""/>
              <a:defRPr sz="1350" kern="1200">
                <a:solidFill>
                  <a:schemeClr val="tx1"/>
                </a:solidFill>
                <a:latin typeface="+mn-lt"/>
                <a:ea typeface="+mn-ea"/>
                <a:cs typeface="+mn-cs"/>
              </a:defRPr>
            </a:lvl6pPr>
            <a:lvl7pPr marL="1426464"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7pPr>
            <a:lvl8pPr marL="1570482"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8pPr>
            <a:lvl9pPr marL="1714500"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9pPr>
            <a:extLst/>
          </a:lstStyle>
          <a:p>
            <a:pPr marL="51435" indent="0" algn="ctr">
              <a:spcBef>
                <a:spcPts val="0"/>
              </a:spcBef>
              <a:buNone/>
            </a:pPr>
            <a:r>
              <a:rPr lang="en-US" sz="3000">
                <a:solidFill>
                  <a:schemeClr val="accent6">
                    <a:lumMod val="75000"/>
                  </a:schemeClr>
                </a:solidFill>
                <a:latin typeface="Consolas" panose="020B0609020204030204" pitchFamily="49" charset="0"/>
              </a:rPr>
              <a:t>arrayName</a:t>
            </a:r>
            <a:r>
              <a:rPr lang="en-US" sz="3000">
                <a:latin typeface="Consolas" panose="020B0609020204030204" pitchFamily="49" charset="0"/>
                <a:cs typeface="Consolas" panose="020B0609020204030204" pitchFamily="49" charset="0"/>
              </a:rPr>
              <a:t>[</a:t>
            </a:r>
            <a:r>
              <a:rPr lang="en-US" sz="3000">
                <a:solidFill>
                  <a:srgbClr val="0432FF"/>
                </a:solidFill>
                <a:latin typeface="Consolas" panose="020B0609020204030204" pitchFamily="49" charset="0"/>
              </a:rPr>
              <a:t>index</a:t>
            </a:r>
            <a:r>
              <a:rPr lang="en-US" sz="3000">
                <a:latin typeface="Consolas" panose="020B0609020204030204" pitchFamily="49" charset="0"/>
                <a:cs typeface="Consolas" panose="020B0609020204030204" pitchFamily="49" charset="0"/>
              </a:rPr>
              <a:t>];</a:t>
            </a:r>
            <a:endParaRPr lang="en-US" sz="3000">
              <a:latin typeface="Consolas" panose="020B0609020204030204" pitchFamily="49" charset="0"/>
            </a:endParaRPr>
          </a:p>
        </p:txBody>
      </p:sp>
      <p:graphicFrame>
        <p:nvGraphicFramePr>
          <p:cNvPr id="17" name="Table 10">
            <a:extLst>
              <a:ext uri="{FF2B5EF4-FFF2-40B4-BE49-F238E27FC236}">
                <a16:creationId xmlns:a16="http://schemas.microsoft.com/office/drawing/2014/main" id="{72819840-B73A-ECA6-E665-02420476A10C}"/>
              </a:ext>
            </a:extLst>
          </p:cNvPr>
          <p:cNvGraphicFramePr>
            <a:graphicFrameLocks noGrp="1"/>
          </p:cNvGraphicFramePr>
          <p:nvPr/>
        </p:nvGraphicFramePr>
        <p:xfrm>
          <a:off x="5424980" y="3539666"/>
          <a:ext cx="2160000" cy="1080000"/>
        </p:xfrm>
        <a:graphic>
          <a:graphicData uri="http://schemas.openxmlformats.org/drawingml/2006/table">
            <a:tbl>
              <a:tblPr firstRow="1" bandRow="1">
                <a:tableStyleId>{5C22544A-7EE6-4342-B048-85BDC9FD1C3A}</a:tableStyleId>
              </a:tblPr>
              <a:tblGrid>
                <a:gridCol w="540000">
                  <a:extLst>
                    <a:ext uri="{9D8B030D-6E8A-4147-A177-3AD203B41FA5}">
                      <a16:colId xmlns:a16="http://schemas.microsoft.com/office/drawing/2014/main" val="1730187217"/>
                    </a:ext>
                  </a:extLst>
                </a:gridCol>
                <a:gridCol w="540000">
                  <a:extLst>
                    <a:ext uri="{9D8B030D-6E8A-4147-A177-3AD203B41FA5}">
                      <a16:colId xmlns:a16="http://schemas.microsoft.com/office/drawing/2014/main" val="2327673667"/>
                    </a:ext>
                  </a:extLst>
                </a:gridCol>
                <a:gridCol w="540000">
                  <a:extLst>
                    <a:ext uri="{9D8B030D-6E8A-4147-A177-3AD203B41FA5}">
                      <a16:colId xmlns:a16="http://schemas.microsoft.com/office/drawing/2014/main" val="341290609"/>
                    </a:ext>
                  </a:extLst>
                </a:gridCol>
                <a:gridCol w="540000">
                  <a:extLst>
                    <a:ext uri="{9D8B030D-6E8A-4147-A177-3AD203B41FA5}">
                      <a16:colId xmlns:a16="http://schemas.microsoft.com/office/drawing/2014/main" val="2222277944"/>
                    </a:ext>
                  </a:extLst>
                </a:gridCol>
              </a:tblGrid>
              <a:tr h="540000">
                <a:tc>
                  <a:txBody>
                    <a:bodyPr/>
                    <a:lstStyle/>
                    <a:p>
                      <a:pPr algn="ctr"/>
                      <a:r>
                        <a:rPr lang="en-VN" sz="250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a:r>
                        <a:rPr lang="en-VN" sz="250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a:r>
                        <a:rPr lang="en-VN" sz="250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a:r>
                        <a:rPr lang="en-VN" sz="2500"/>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extLst>
                  <a:ext uri="{0D108BD9-81ED-4DB2-BD59-A6C34878D82A}">
                    <a16:rowId xmlns:a16="http://schemas.microsoft.com/office/drawing/2014/main" val="4065234812"/>
                  </a:ext>
                </a:extLst>
              </a:tr>
              <a:tr h="540000">
                <a:tc>
                  <a:txBody>
                    <a:bodyPr/>
                    <a:lstStyle/>
                    <a:p>
                      <a:pPr algn="ctr"/>
                      <a:r>
                        <a:rPr lang="en-VN" sz="2500" b="1"/>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VN" sz="2500" b="1"/>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VN" sz="2500" b="1"/>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VN" sz="2500" b="1"/>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319961516"/>
                  </a:ext>
                </a:extLst>
              </a:tr>
            </a:tbl>
          </a:graphicData>
        </a:graphic>
      </p:graphicFrame>
      <p:sp>
        <p:nvSpPr>
          <p:cNvPr id="18" name="Cube 17">
            <a:extLst>
              <a:ext uri="{FF2B5EF4-FFF2-40B4-BE49-F238E27FC236}">
                <a16:creationId xmlns:a16="http://schemas.microsoft.com/office/drawing/2014/main" id="{8CD84EEA-FAC0-41DE-ADB6-A1FBB9C39BA5}"/>
              </a:ext>
            </a:extLst>
          </p:cNvPr>
          <p:cNvSpPr/>
          <p:nvPr/>
        </p:nvSpPr>
        <p:spPr>
          <a:xfrm>
            <a:off x="4040029" y="4630435"/>
            <a:ext cx="1063942" cy="963000"/>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VN" sz="2500" b="1"/>
              <a:t>arr1</a:t>
            </a:r>
          </a:p>
        </p:txBody>
      </p:sp>
      <p:cxnSp>
        <p:nvCxnSpPr>
          <p:cNvPr id="19" name="Curved Connector 18">
            <a:extLst>
              <a:ext uri="{FF2B5EF4-FFF2-40B4-BE49-F238E27FC236}">
                <a16:creationId xmlns:a16="http://schemas.microsoft.com/office/drawing/2014/main" id="{6A308D72-3ACA-5E2C-35FF-BE3DAC0E0A3F}"/>
              </a:ext>
            </a:extLst>
          </p:cNvPr>
          <p:cNvCxnSpPr>
            <a:cxnSpLocks/>
            <a:stCxn id="18" idx="5"/>
            <a:endCxn id="17" idx="1"/>
          </p:cNvCxnSpPr>
          <p:nvPr/>
        </p:nvCxnSpPr>
        <p:spPr>
          <a:xfrm flipV="1">
            <a:off x="5103971" y="4079666"/>
            <a:ext cx="321009" cy="911894"/>
          </a:xfrm>
          <a:prstGeom prst="curvedConnector3">
            <a:avLst>
              <a:gd name="adj1" fmla="val 50000"/>
            </a:avLst>
          </a:prstGeom>
          <a:ln w="28575">
            <a:solidFill>
              <a:srgbClr val="FF623C"/>
            </a:solidFill>
            <a:tailEnd type="triangle"/>
          </a:ln>
        </p:spPr>
        <p:style>
          <a:lnRef idx="1">
            <a:schemeClr val="dk1"/>
          </a:lnRef>
          <a:fillRef idx="0">
            <a:schemeClr val="dk1"/>
          </a:fillRef>
          <a:effectRef idx="0">
            <a:schemeClr val="dk1"/>
          </a:effectRef>
          <a:fontRef idx="minor">
            <a:schemeClr val="tx1"/>
          </a:fontRef>
        </p:style>
      </p:cxnSp>
      <p:sp>
        <p:nvSpPr>
          <p:cNvPr id="20" name="Line Callout 1 19">
            <a:extLst>
              <a:ext uri="{FF2B5EF4-FFF2-40B4-BE49-F238E27FC236}">
                <a16:creationId xmlns:a16="http://schemas.microsoft.com/office/drawing/2014/main" id="{81F4244E-95ED-EFF4-DCEA-7D89200BF64F}"/>
              </a:ext>
            </a:extLst>
          </p:cNvPr>
          <p:cNvSpPr/>
          <p:nvPr/>
        </p:nvSpPr>
        <p:spPr>
          <a:xfrm>
            <a:off x="7969957" y="3546593"/>
            <a:ext cx="1063942" cy="370840"/>
          </a:xfrm>
          <a:prstGeom prst="borderCallout1">
            <a:avLst>
              <a:gd name="adj1" fmla="val 54148"/>
              <a:gd name="adj2" fmla="val 680"/>
              <a:gd name="adj3" fmla="val 73278"/>
              <a:gd name="adj4" fmla="val -35264"/>
            </a:avLst>
          </a:prstGeom>
          <a:ln/>
        </p:spPr>
        <p:style>
          <a:lnRef idx="1">
            <a:schemeClr val="accent2"/>
          </a:lnRef>
          <a:fillRef idx="2">
            <a:schemeClr val="accent2"/>
          </a:fillRef>
          <a:effectRef idx="1">
            <a:schemeClr val="accent2"/>
          </a:effectRef>
          <a:fontRef idx="minor">
            <a:schemeClr val="dk1"/>
          </a:fontRef>
        </p:style>
        <p:txBody>
          <a:bodyPr rtlCol="0" anchor="ctr"/>
          <a:lstStyle/>
          <a:p>
            <a:pPr algn="ctr"/>
            <a:r>
              <a:rPr lang="vi-VN" sz="2000" dirty="0">
                <a:solidFill>
                  <a:schemeClr val="tx1"/>
                </a:solidFill>
                <a:latin typeface="Consolas" pitchFamily="49" charset="0"/>
                <a:cs typeface="Consolas" pitchFamily="49" charset="0"/>
              </a:rPr>
              <a:t>index</a:t>
            </a:r>
            <a:endParaRPr lang="en-GB" sz="2000" dirty="0">
              <a:solidFill>
                <a:schemeClr val="tx1"/>
              </a:solidFill>
              <a:latin typeface="Consolas" pitchFamily="49" charset="0"/>
              <a:cs typeface="Consolas" pitchFamily="49" charset="0"/>
            </a:endParaRPr>
          </a:p>
        </p:txBody>
      </p:sp>
      <p:sp>
        <p:nvSpPr>
          <p:cNvPr id="21" name="Line Callout 1 20">
            <a:extLst>
              <a:ext uri="{FF2B5EF4-FFF2-40B4-BE49-F238E27FC236}">
                <a16:creationId xmlns:a16="http://schemas.microsoft.com/office/drawing/2014/main" id="{927A91ED-7998-C29B-2175-C1CB5DE7A54E}"/>
              </a:ext>
            </a:extLst>
          </p:cNvPr>
          <p:cNvSpPr/>
          <p:nvPr/>
        </p:nvSpPr>
        <p:spPr>
          <a:xfrm>
            <a:off x="7983379" y="4248826"/>
            <a:ext cx="1063942" cy="370840"/>
          </a:xfrm>
          <a:prstGeom prst="borderCallout1">
            <a:avLst>
              <a:gd name="adj1" fmla="val 54148"/>
              <a:gd name="adj2" fmla="val 680"/>
              <a:gd name="adj3" fmla="val 15095"/>
              <a:gd name="adj4" fmla="val -35668"/>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r>
              <a:rPr lang="vi-VN" sz="2000" dirty="0">
                <a:solidFill>
                  <a:schemeClr val="tx1"/>
                </a:solidFill>
                <a:latin typeface="Consolas" pitchFamily="49" charset="0"/>
                <a:cs typeface="Consolas" pitchFamily="49" charset="0"/>
              </a:rPr>
              <a:t>value</a:t>
            </a:r>
            <a:endParaRPr lang="en-GB" sz="2000" dirty="0">
              <a:solidFill>
                <a:schemeClr val="tx1"/>
              </a:solidFill>
              <a:latin typeface="Consolas" pitchFamily="49" charset="0"/>
              <a:cs typeface="Consolas" pitchFamily="49" charset="0"/>
            </a:endParaRPr>
          </a:p>
        </p:txBody>
      </p:sp>
      <p:sp>
        <p:nvSpPr>
          <p:cNvPr id="22" name="Content Placeholder 5">
            <a:extLst>
              <a:ext uri="{FF2B5EF4-FFF2-40B4-BE49-F238E27FC236}">
                <a16:creationId xmlns:a16="http://schemas.microsoft.com/office/drawing/2014/main" id="{F32DDF1C-6173-7FC7-D9FF-6CABF852CBED}"/>
              </a:ext>
            </a:extLst>
          </p:cNvPr>
          <p:cNvSpPr txBox="1">
            <a:spLocks/>
          </p:cNvSpPr>
          <p:nvPr/>
        </p:nvSpPr>
        <p:spPr>
          <a:xfrm>
            <a:off x="155065" y="3546593"/>
            <a:ext cx="3717071" cy="2118748"/>
          </a:xfrm>
          <a:prstGeom prst="rect">
            <a:avLst/>
          </a:prstGeom>
        </p:spPr>
        <p:style>
          <a:lnRef idx="2">
            <a:schemeClr val="accent2"/>
          </a:lnRef>
          <a:fillRef idx="1">
            <a:schemeClr val="lt1"/>
          </a:fillRef>
          <a:effectRef idx="0">
            <a:schemeClr val="accent2"/>
          </a:effectRef>
          <a:fontRef idx="minor">
            <a:schemeClr val="dk1"/>
          </a:fontRef>
        </p:style>
        <p:txBody>
          <a:bodyPr>
            <a:noAutofit/>
          </a:bodyPr>
          <a:lstStyle>
            <a:lvl1pPr marL="308610" indent="-257175" algn="l" rtl="0" eaLnBrk="1" latinLnBrk="0" hangingPunct="1">
              <a:spcBef>
                <a:spcPts val="525"/>
              </a:spcBef>
              <a:buSzPct val="95000"/>
              <a:buFont typeface="Wingdings"/>
              <a:buChar char=""/>
              <a:defRPr sz="1500" kern="1200" spc="0">
                <a:solidFill>
                  <a:schemeClr val="tx1"/>
                </a:solidFill>
                <a:latin typeface="+mn-lt"/>
                <a:ea typeface="+mn-ea"/>
                <a:cs typeface="Arial" pitchFamily="34" charset="0"/>
              </a:defRPr>
            </a:lvl1pPr>
            <a:lvl2pPr marL="555498" indent="-214313" algn="l" rtl="0" eaLnBrk="1" latinLnBrk="0" hangingPunct="1">
              <a:spcBef>
                <a:spcPct val="20000"/>
              </a:spcBef>
              <a:buClr>
                <a:schemeClr val="accent2"/>
              </a:buClr>
              <a:buSzPct val="90000"/>
              <a:buFont typeface="Wingdings"/>
              <a:buChar char=""/>
              <a:defRPr sz="1350" kern="1200" spc="0">
                <a:solidFill>
                  <a:schemeClr val="tx1"/>
                </a:solidFill>
                <a:latin typeface="+mn-lt"/>
                <a:ea typeface="+mn-ea"/>
                <a:cs typeface="Arial" pitchFamily="34" charset="0"/>
              </a:defRPr>
            </a:lvl2pPr>
            <a:lvl3pPr marL="747522" indent="-171450" algn="l" rtl="0" eaLnBrk="1" latinLnBrk="0" hangingPunct="1">
              <a:spcBef>
                <a:spcPct val="20000"/>
              </a:spcBef>
              <a:buClr>
                <a:schemeClr val="accent2"/>
              </a:buClr>
              <a:buFont typeface="Wingdings 2"/>
              <a:buChar char=""/>
              <a:defRPr sz="1200" kern="1200" spc="0">
                <a:solidFill>
                  <a:schemeClr val="tx1"/>
                </a:solidFill>
                <a:latin typeface="+mn-lt"/>
                <a:ea typeface="+mn-ea"/>
                <a:cs typeface="Arial" pitchFamily="34" charset="0"/>
              </a:defRPr>
            </a:lvl3pPr>
            <a:lvl4pPr marL="946404" indent="-171450" algn="l" rtl="0" eaLnBrk="1" latinLnBrk="0" hangingPunct="1">
              <a:spcBef>
                <a:spcPct val="20000"/>
              </a:spcBef>
              <a:buClr>
                <a:schemeClr val="accent3"/>
              </a:buClr>
              <a:buFont typeface="Wingdings 3"/>
              <a:buChar char=""/>
              <a:defRPr sz="1200" kern="1200" spc="0">
                <a:solidFill>
                  <a:schemeClr val="tx1"/>
                </a:solidFill>
                <a:latin typeface="+mn-lt"/>
                <a:ea typeface="+mn-ea"/>
                <a:cs typeface="Arial" pitchFamily="34" charset="0"/>
              </a:defRPr>
            </a:lvl4pPr>
            <a:lvl5pPr marL="1110996" indent="-157734" algn="l" rtl="0" eaLnBrk="1" latinLnBrk="0" hangingPunct="1">
              <a:spcBef>
                <a:spcPct val="20000"/>
              </a:spcBef>
              <a:buClr>
                <a:schemeClr val="accent3"/>
              </a:buClr>
              <a:buFont typeface="Wingdings 2"/>
              <a:buChar char=""/>
              <a:defRPr sz="1050" kern="1200" spc="0">
                <a:solidFill>
                  <a:schemeClr val="tx1"/>
                </a:solidFill>
                <a:latin typeface="+mn-lt"/>
                <a:ea typeface="+mn-ea"/>
                <a:cs typeface="Arial" pitchFamily="34" charset="0"/>
              </a:defRPr>
            </a:lvl5pPr>
            <a:lvl6pPr marL="1282446" indent="-157734" algn="l" rtl="0" eaLnBrk="1" latinLnBrk="0" hangingPunct="1">
              <a:spcBef>
                <a:spcPct val="20000"/>
              </a:spcBef>
              <a:buClr>
                <a:schemeClr val="accent3"/>
              </a:buClr>
              <a:buFont typeface="Wingdings 2"/>
              <a:buChar char=""/>
              <a:defRPr sz="1350" kern="1200">
                <a:solidFill>
                  <a:schemeClr val="tx1"/>
                </a:solidFill>
                <a:latin typeface="+mn-lt"/>
                <a:ea typeface="+mn-ea"/>
                <a:cs typeface="+mn-cs"/>
              </a:defRPr>
            </a:lvl6pPr>
            <a:lvl7pPr marL="1426464"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7pPr>
            <a:lvl8pPr marL="1570482"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8pPr>
            <a:lvl9pPr marL="1714500"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9pPr>
            <a:extLst/>
          </a:lstStyle>
          <a:p>
            <a:pPr marL="51435" indent="0" algn="just">
              <a:spcBef>
                <a:spcPts val="0"/>
              </a:spcBef>
              <a:buNone/>
            </a:pPr>
            <a:r>
              <a:rPr lang="en-US" sz="1600">
                <a:solidFill>
                  <a:srgbClr val="0000FF"/>
                </a:solidFill>
                <a:latin typeface="Consolas" panose="020B0609020204030204" pitchFamily="49" charset="0"/>
              </a:rPr>
              <a:t>static</a:t>
            </a:r>
            <a:r>
              <a:rPr lang="en-US" sz="1600">
                <a:latin typeface="Consolas" panose="020B0609020204030204" pitchFamily="49" charset="0"/>
              </a:rPr>
              <a:t> </a:t>
            </a:r>
            <a:r>
              <a:rPr lang="en-US" sz="1600">
                <a:solidFill>
                  <a:srgbClr val="0000FF"/>
                </a:solidFill>
                <a:latin typeface="Consolas" panose="020B0609020204030204" pitchFamily="49" charset="0"/>
              </a:rPr>
              <a:t>void</a:t>
            </a:r>
            <a:r>
              <a:rPr lang="en-US" sz="1600">
                <a:latin typeface="Consolas" panose="020B0609020204030204" pitchFamily="49" charset="0"/>
              </a:rPr>
              <a:t> </a:t>
            </a:r>
            <a:r>
              <a:rPr lang="en-US" sz="1600">
                <a:solidFill>
                  <a:srgbClr val="FEA400"/>
                </a:solidFill>
                <a:latin typeface="Consolas" panose="020B0609020204030204" pitchFamily="49" charset="0"/>
              </a:rPr>
              <a:t>Main</a:t>
            </a:r>
            <a:r>
              <a:rPr lang="en-US" sz="1600">
                <a:latin typeface="Consolas" panose="020B0609020204030204" pitchFamily="49" charset="0"/>
              </a:rPr>
              <a:t>(</a:t>
            </a:r>
            <a:r>
              <a:rPr lang="en-US" sz="1600">
                <a:solidFill>
                  <a:srgbClr val="0000FF"/>
                </a:solidFill>
                <a:latin typeface="Consolas" panose="020B0609020204030204" pitchFamily="49" charset="0"/>
              </a:rPr>
              <a:t>string</a:t>
            </a:r>
            <a:r>
              <a:rPr lang="en-US" sz="1600">
                <a:latin typeface="Consolas" panose="020B0609020204030204" pitchFamily="49" charset="0"/>
              </a:rPr>
              <a:t>[] args)</a:t>
            </a:r>
          </a:p>
          <a:p>
            <a:pPr marL="51435" indent="0" algn="just">
              <a:spcBef>
                <a:spcPts val="0"/>
              </a:spcBef>
              <a:buNone/>
            </a:pPr>
            <a:r>
              <a:rPr lang="en-US" sz="1600">
                <a:latin typeface="Consolas" panose="020B0609020204030204" pitchFamily="49" charset="0"/>
              </a:rPr>
              <a:t>{</a:t>
            </a:r>
          </a:p>
          <a:p>
            <a:pPr marL="51435" indent="0">
              <a:spcBef>
                <a:spcPts val="0"/>
              </a:spcBef>
              <a:buNone/>
            </a:pPr>
            <a:r>
              <a:rPr lang="en-US" sz="1600">
                <a:solidFill>
                  <a:srgbClr val="0432FF"/>
                </a:solidFill>
                <a:latin typeface="Consolas" panose="020B0609020204030204" pitchFamily="49" charset="0"/>
              </a:rPr>
              <a:t>   	int[]</a:t>
            </a:r>
            <a:r>
              <a:rPr lang="en-US" sz="1600">
                <a:solidFill>
                  <a:schemeClr val="bg1"/>
                </a:solidFill>
                <a:latin typeface="Consolas" panose="020B0609020204030204" pitchFamily="49" charset="0"/>
              </a:rPr>
              <a:t> </a:t>
            </a:r>
            <a:r>
              <a:rPr lang="en-US" sz="1600">
                <a:solidFill>
                  <a:schemeClr val="accent6">
                    <a:lumMod val="75000"/>
                  </a:schemeClr>
                </a:solidFill>
                <a:latin typeface="Consolas" panose="020B0609020204030204" pitchFamily="49" charset="0"/>
              </a:rPr>
              <a:t>arr1</a:t>
            </a:r>
            <a:r>
              <a:rPr lang="en-US" sz="1600">
                <a:latin typeface="Consolas" panose="020B0609020204030204" pitchFamily="49" charset="0"/>
              </a:rPr>
              <a:t>;</a:t>
            </a:r>
          </a:p>
          <a:p>
            <a:pPr marL="51435" indent="0">
              <a:spcBef>
                <a:spcPts val="0"/>
              </a:spcBef>
              <a:buNone/>
            </a:pPr>
            <a:r>
              <a:rPr lang="en-US" sz="1600">
                <a:solidFill>
                  <a:schemeClr val="accent6">
                    <a:lumMod val="75000"/>
                  </a:schemeClr>
                </a:solidFill>
                <a:latin typeface="Consolas" panose="020B0609020204030204" pitchFamily="49" charset="0"/>
              </a:rPr>
              <a:t>	arr1 </a:t>
            </a:r>
            <a:r>
              <a:rPr lang="en-US" sz="1600">
                <a:latin typeface="Consolas" panose="020B0609020204030204" pitchFamily="49" charset="0"/>
              </a:rPr>
              <a:t>= </a:t>
            </a:r>
            <a:r>
              <a:rPr lang="en-US" sz="1600">
                <a:solidFill>
                  <a:srgbClr val="0432FF"/>
                </a:solidFill>
                <a:latin typeface="Consolas" panose="020B0609020204030204" pitchFamily="49" charset="0"/>
              </a:rPr>
              <a:t>new int</a:t>
            </a:r>
            <a:r>
              <a:rPr lang="en-US" sz="1600">
                <a:latin typeface="Consolas" panose="020B0609020204030204" pitchFamily="49" charset="0"/>
              </a:rPr>
              <a:t>[</a:t>
            </a:r>
            <a:r>
              <a:rPr lang="en-US" sz="1600">
                <a:solidFill>
                  <a:srgbClr val="0432FF"/>
                </a:solidFill>
                <a:latin typeface="Consolas" panose="020B0609020204030204" pitchFamily="49" charset="0"/>
              </a:rPr>
              <a:t>4</a:t>
            </a:r>
            <a:r>
              <a:rPr lang="en-US" sz="1600">
                <a:latin typeface="Consolas" panose="020B0609020204030204" pitchFamily="49" charset="0"/>
              </a:rPr>
              <a:t>]</a:t>
            </a:r>
            <a:r>
              <a:rPr lang="en-US" sz="1600">
                <a:latin typeface="Consolas" panose="020B0609020204030204" pitchFamily="49" charset="0"/>
                <a:cs typeface="Consolas" panose="020B0609020204030204" pitchFamily="49" charset="0"/>
              </a:rPr>
              <a:t>;</a:t>
            </a:r>
          </a:p>
          <a:p>
            <a:pPr marL="51435" indent="0">
              <a:spcBef>
                <a:spcPts val="0"/>
              </a:spcBef>
              <a:buNone/>
            </a:pPr>
            <a:endParaRPr lang="en-US" sz="1600">
              <a:latin typeface="Consolas" panose="020B0609020204030204" pitchFamily="49" charset="0"/>
              <a:cs typeface="Consolas" panose="020B0609020204030204" pitchFamily="49" charset="0"/>
            </a:endParaRPr>
          </a:p>
          <a:p>
            <a:pPr marL="51435" indent="0">
              <a:spcBef>
                <a:spcPts val="0"/>
              </a:spcBef>
              <a:buNone/>
            </a:pPr>
            <a:r>
              <a:rPr lang="en-US" sz="1600">
                <a:solidFill>
                  <a:schemeClr val="accent6">
                    <a:lumMod val="75000"/>
                  </a:schemeClr>
                </a:solidFill>
                <a:latin typeface="Consolas" panose="020B0609020204030204" pitchFamily="49" charset="0"/>
              </a:rPr>
              <a:t>	arr1</a:t>
            </a:r>
            <a:r>
              <a:rPr lang="en-US" sz="1600">
                <a:latin typeface="Consolas" panose="020B0609020204030204" pitchFamily="49" charset="0"/>
              </a:rPr>
              <a:t>[</a:t>
            </a:r>
            <a:r>
              <a:rPr lang="en-US" sz="1600">
                <a:solidFill>
                  <a:schemeClr val="accent6">
                    <a:lumMod val="75000"/>
                  </a:schemeClr>
                </a:solidFill>
                <a:latin typeface="Consolas" panose="020B0609020204030204" pitchFamily="49" charset="0"/>
              </a:rPr>
              <a:t>2</a:t>
            </a:r>
            <a:r>
              <a:rPr lang="en-US" sz="1600">
                <a:latin typeface="Consolas" panose="020B0609020204030204" pitchFamily="49" charset="0"/>
              </a:rPr>
              <a:t>] = 8</a:t>
            </a:r>
            <a:r>
              <a:rPr lang="en-US" sz="1600">
                <a:latin typeface="Consolas" panose="020B0609020204030204" pitchFamily="49" charset="0"/>
                <a:cs typeface="Consolas" panose="020B0609020204030204" pitchFamily="49" charset="0"/>
              </a:rPr>
              <a:t>;</a:t>
            </a:r>
          </a:p>
          <a:p>
            <a:pPr marL="51435" indent="0">
              <a:spcBef>
                <a:spcPts val="0"/>
              </a:spcBef>
              <a:buNone/>
            </a:pPr>
            <a:r>
              <a:rPr lang="en-US" sz="1600">
                <a:solidFill>
                  <a:srgbClr val="2B91AF"/>
                </a:solidFill>
                <a:latin typeface="Consolas" panose="020B0609020204030204" pitchFamily="49" charset="0"/>
              </a:rPr>
              <a:t>	Console</a:t>
            </a:r>
            <a:r>
              <a:rPr lang="en-US" sz="1600">
                <a:latin typeface="Consolas" panose="020B0609020204030204" pitchFamily="49" charset="0"/>
              </a:rPr>
              <a:t>.</a:t>
            </a:r>
            <a:r>
              <a:rPr lang="en-US" sz="1600">
                <a:solidFill>
                  <a:srgbClr val="FEA400"/>
                </a:solidFill>
                <a:latin typeface="Consolas" panose="020B0609020204030204" pitchFamily="49" charset="0"/>
              </a:rPr>
              <a:t>WriteLine</a:t>
            </a:r>
            <a:r>
              <a:rPr lang="en-US" sz="1600">
                <a:latin typeface="Consolas" panose="020B0609020204030204" pitchFamily="49" charset="0"/>
                <a:cs typeface="Consolas" panose="020B0609020204030204" pitchFamily="49" charset="0"/>
              </a:rPr>
              <a:t>(</a:t>
            </a:r>
            <a:r>
              <a:rPr lang="en-US" sz="1600">
                <a:solidFill>
                  <a:schemeClr val="accent6">
                    <a:lumMod val="75000"/>
                  </a:schemeClr>
                </a:solidFill>
                <a:latin typeface="Consolas" panose="020B0609020204030204" pitchFamily="49" charset="0"/>
              </a:rPr>
              <a:t>arr1</a:t>
            </a:r>
            <a:r>
              <a:rPr lang="en-US" sz="1600">
                <a:latin typeface="Consolas" panose="020B0609020204030204" pitchFamily="49" charset="0"/>
              </a:rPr>
              <a:t>[</a:t>
            </a:r>
            <a:r>
              <a:rPr lang="en-US" sz="1600">
                <a:solidFill>
                  <a:schemeClr val="accent6">
                    <a:lumMod val="75000"/>
                  </a:schemeClr>
                </a:solidFill>
                <a:latin typeface="Consolas" panose="020B0609020204030204" pitchFamily="49" charset="0"/>
              </a:rPr>
              <a:t>2</a:t>
            </a:r>
            <a:r>
              <a:rPr lang="en-US" sz="1600">
                <a:latin typeface="Consolas" panose="020B0609020204030204" pitchFamily="49" charset="0"/>
              </a:rPr>
              <a:t>]</a:t>
            </a:r>
            <a:r>
              <a:rPr lang="en-US" sz="1600">
                <a:latin typeface="Consolas" panose="020B0609020204030204" pitchFamily="49" charset="0"/>
                <a:cs typeface="Consolas" panose="020B0609020204030204" pitchFamily="49" charset="0"/>
              </a:rPr>
              <a:t>);</a:t>
            </a:r>
          </a:p>
          <a:p>
            <a:pPr marL="51435" indent="0">
              <a:spcBef>
                <a:spcPts val="0"/>
              </a:spcBef>
              <a:buNone/>
            </a:pPr>
            <a:r>
              <a:rPr lang="en-US" sz="1600">
                <a:latin typeface="Consolas" panose="020B0609020204030204" pitchFamily="49" charset="0"/>
                <a:cs typeface="Consolas" panose="020B0609020204030204" pitchFamily="49" charset="0"/>
              </a:rPr>
              <a:t>}</a:t>
            </a:r>
          </a:p>
          <a:p>
            <a:pPr marL="51435" indent="0">
              <a:spcBef>
                <a:spcPts val="0"/>
              </a:spcBef>
              <a:buNone/>
            </a:pPr>
            <a:endParaRPr lang="en-US" sz="1600">
              <a:latin typeface="Consolas" panose="020B0609020204030204" pitchFamily="49" charset="0"/>
              <a:cs typeface="Consolas" panose="020B0609020204030204" pitchFamily="49" charset="0"/>
            </a:endParaRPr>
          </a:p>
          <a:p>
            <a:pPr marL="51435" indent="0">
              <a:spcBef>
                <a:spcPts val="0"/>
              </a:spcBef>
              <a:buNone/>
            </a:pPr>
            <a:endParaRPr lang="en-US" sz="1600">
              <a:latin typeface="Consolas" panose="020B0609020204030204" pitchFamily="49" charset="0"/>
              <a:cs typeface="Consolas" panose="020B0609020204030204" pitchFamily="49" charset="0"/>
            </a:endParaRPr>
          </a:p>
          <a:p>
            <a:pPr marL="51435" indent="0">
              <a:spcBef>
                <a:spcPts val="0"/>
              </a:spcBef>
              <a:buNone/>
            </a:pPr>
            <a:r>
              <a:rPr lang="en-US" sz="1600">
                <a:solidFill>
                  <a:srgbClr val="0432FF"/>
                </a:solidFill>
                <a:latin typeface="Consolas" panose="020B0609020204030204" pitchFamily="49" charset="0"/>
              </a:rPr>
              <a:t>	</a:t>
            </a:r>
            <a:endParaRPr lang="en-US" sz="1600">
              <a:latin typeface="Consolas" panose="020B0609020204030204" pitchFamily="49" charset="0"/>
            </a:endParaRPr>
          </a:p>
        </p:txBody>
      </p:sp>
    </p:spTree>
    <p:extLst>
      <p:ext uri="{BB962C8B-B14F-4D97-AF65-F5344CB8AC3E}">
        <p14:creationId xmlns:p14="http://schemas.microsoft.com/office/powerpoint/2010/main" val="25502021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5E3867-79B3-3646-BB2D-B4D4792043B7}"/>
              </a:ext>
            </a:extLst>
          </p:cNvPr>
          <p:cNvSpPr>
            <a:spLocks noGrp="1"/>
          </p:cNvSpPr>
          <p:nvPr>
            <p:ph type="title"/>
          </p:nvPr>
        </p:nvSpPr>
        <p:spPr/>
        <p:txBody>
          <a:bodyPr>
            <a:normAutofit fontScale="90000"/>
          </a:bodyPr>
          <a:lstStyle/>
          <a:p>
            <a:r>
              <a:rPr lang="en-VN"/>
              <a:t>NHẬP/XUẤT MẢNG MỘT CHIỀU</a:t>
            </a:r>
          </a:p>
        </p:txBody>
      </p:sp>
      <p:sp>
        <p:nvSpPr>
          <p:cNvPr id="3" name="Content Placeholder 2">
            <a:extLst>
              <a:ext uri="{FF2B5EF4-FFF2-40B4-BE49-F238E27FC236}">
                <a16:creationId xmlns:a16="http://schemas.microsoft.com/office/drawing/2014/main" id="{0B21395E-C097-F340-93B8-885D3E14BBBC}"/>
              </a:ext>
            </a:extLst>
          </p:cNvPr>
          <p:cNvSpPr>
            <a:spLocks noGrp="1"/>
          </p:cNvSpPr>
          <p:nvPr>
            <p:ph idx="1"/>
          </p:nvPr>
        </p:nvSpPr>
        <p:spPr/>
        <p:txBody>
          <a:bodyPr/>
          <a:lstStyle/>
          <a:p>
            <a:r>
              <a:rPr lang="en-VN">
                <a:solidFill>
                  <a:srgbClr val="EF6822"/>
                </a:solidFill>
              </a:rPr>
              <a:t>Nhập mảng</a:t>
            </a:r>
            <a:r>
              <a:rPr lang="en-VN"/>
              <a:t>: sử dụng </a:t>
            </a:r>
            <a:r>
              <a:rPr lang="en-VN">
                <a:solidFill>
                  <a:srgbClr val="17459E"/>
                </a:solidFill>
              </a:rPr>
              <a:t>vòng lặp để nhập lần lượt từng phần tử </a:t>
            </a:r>
            <a:r>
              <a:rPr lang="en-VN"/>
              <a:t>của mảng </a:t>
            </a:r>
            <a:r>
              <a:rPr lang="en-VN" i="1"/>
              <a:t>(array[0] </a:t>
            </a:r>
            <a:r>
              <a:rPr lang="en-VN" i="1">
                <a:sym typeface="Wingdings" pitchFamily="2" charset="2"/>
              </a:rPr>
              <a:t> array[Length-1])</a:t>
            </a:r>
            <a:endParaRPr lang="en-VN" i="1">
              <a:solidFill>
                <a:srgbClr val="00FDFF"/>
              </a:solidFill>
            </a:endParaRPr>
          </a:p>
        </p:txBody>
      </p:sp>
      <p:sp>
        <p:nvSpPr>
          <p:cNvPr id="4" name="Footer Placeholder 3">
            <a:extLst>
              <a:ext uri="{FF2B5EF4-FFF2-40B4-BE49-F238E27FC236}">
                <a16:creationId xmlns:a16="http://schemas.microsoft.com/office/drawing/2014/main" id="{53FE940E-5A76-664C-AC8A-FF25EE165814}"/>
              </a:ext>
            </a:extLst>
          </p:cNvPr>
          <p:cNvSpPr>
            <a:spLocks noGrp="1"/>
          </p:cNvSpPr>
          <p:nvPr>
            <p:ph type="ftr" sz="quarter" idx="11"/>
          </p:nvPr>
        </p:nvSpPr>
        <p:spPr/>
        <p:txBody>
          <a:bodyPr/>
          <a:lstStyle/>
          <a:p>
            <a:r>
              <a:rPr lang="vi-VN" dirty="0"/>
              <a:t>Bài 6: Mảng một chiều</a:t>
            </a:r>
            <a:endParaRPr lang="en-US" dirty="0"/>
          </a:p>
        </p:txBody>
      </p:sp>
      <p:sp>
        <p:nvSpPr>
          <p:cNvPr id="5" name="Slide Number Placeholder 4">
            <a:extLst>
              <a:ext uri="{FF2B5EF4-FFF2-40B4-BE49-F238E27FC236}">
                <a16:creationId xmlns:a16="http://schemas.microsoft.com/office/drawing/2014/main" id="{237E41EB-88FD-ED41-8CF2-DDB7436BB0BA}"/>
              </a:ext>
            </a:extLst>
          </p:cNvPr>
          <p:cNvSpPr>
            <a:spLocks noGrp="1"/>
          </p:cNvSpPr>
          <p:nvPr>
            <p:ph type="sldNum" sz="quarter" idx="12"/>
          </p:nvPr>
        </p:nvSpPr>
        <p:spPr/>
        <p:txBody>
          <a:bodyPr/>
          <a:lstStyle/>
          <a:p>
            <a:fld id="{1AD93096-5B34-4342-9326-69289CEAE4C2}" type="slidenum">
              <a:rPr lang="en-US" smtClean="0"/>
              <a:pPr/>
              <a:t>13</a:t>
            </a:fld>
            <a:endParaRPr lang="en-US" dirty="0"/>
          </a:p>
        </p:txBody>
      </p:sp>
      <p:sp>
        <p:nvSpPr>
          <p:cNvPr id="6" name="Content Placeholder 5">
            <a:extLst>
              <a:ext uri="{FF2B5EF4-FFF2-40B4-BE49-F238E27FC236}">
                <a16:creationId xmlns:a16="http://schemas.microsoft.com/office/drawing/2014/main" id="{9134F843-C597-674D-B341-10D0B3B1E19B}"/>
              </a:ext>
            </a:extLst>
          </p:cNvPr>
          <p:cNvSpPr txBox="1">
            <a:spLocks/>
          </p:cNvSpPr>
          <p:nvPr/>
        </p:nvSpPr>
        <p:spPr>
          <a:xfrm>
            <a:off x="1704752" y="2214877"/>
            <a:ext cx="6046440" cy="3110993"/>
          </a:xfrm>
          <a:prstGeom prst="rect">
            <a:avLst/>
          </a:prstGeom>
        </p:spPr>
        <p:style>
          <a:lnRef idx="2">
            <a:schemeClr val="accent2"/>
          </a:lnRef>
          <a:fillRef idx="1">
            <a:schemeClr val="lt1"/>
          </a:fillRef>
          <a:effectRef idx="0">
            <a:schemeClr val="accent2"/>
          </a:effectRef>
          <a:fontRef idx="minor">
            <a:schemeClr val="dk1"/>
          </a:fontRef>
        </p:style>
        <p:txBody>
          <a:bodyPr>
            <a:noAutofit/>
          </a:bodyPr>
          <a:lstStyle>
            <a:lvl1pPr marL="308610" indent="-257175" algn="l" rtl="0" eaLnBrk="1" latinLnBrk="0" hangingPunct="1">
              <a:spcBef>
                <a:spcPts val="525"/>
              </a:spcBef>
              <a:buSzPct val="95000"/>
              <a:buFont typeface="Wingdings"/>
              <a:buChar char=""/>
              <a:defRPr sz="1500" kern="1200" spc="0">
                <a:solidFill>
                  <a:schemeClr val="tx1"/>
                </a:solidFill>
                <a:latin typeface="+mn-lt"/>
                <a:ea typeface="+mn-ea"/>
                <a:cs typeface="Arial" pitchFamily="34" charset="0"/>
              </a:defRPr>
            </a:lvl1pPr>
            <a:lvl2pPr marL="555498" indent="-214313" algn="l" rtl="0" eaLnBrk="1" latinLnBrk="0" hangingPunct="1">
              <a:spcBef>
                <a:spcPct val="20000"/>
              </a:spcBef>
              <a:buClr>
                <a:schemeClr val="accent2"/>
              </a:buClr>
              <a:buSzPct val="90000"/>
              <a:buFont typeface="Wingdings"/>
              <a:buChar char=""/>
              <a:defRPr sz="1350" kern="1200" spc="0">
                <a:solidFill>
                  <a:schemeClr val="tx1"/>
                </a:solidFill>
                <a:latin typeface="+mn-lt"/>
                <a:ea typeface="+mn-ea"/>
                <a:cs typeface="Arial" pitchFamily="34" charset="0"/>
              </a:defRPr>
            </a:lvl2pPr>
            <a:lvl3pPr marL="747522" indent="-171450" algn="l" rtl="0" eaLnBrk="1" latinLnBrk="0" hangingPunct="1">
              <a:spcBef>
                <a:spcPct val="20000"/>
              </a:spcBef>
              <a:buClr>
                <a:schemeClr val="accent2"/>
              </a:buClr>
              <a:buFont typeface="Wingdings 2"/>
              <a:buChar char=""/>
              <a:defRPr sz="1200" kern="1200" spc="0">
                <a:solidFill>
                  <a:schemeClr val="tx1"/>
                </a:solidFill>
                <a:latin typeface="+mn-lt"/>
                <a:ea typeface="+mn-ea"/>
                <a:cs typeface="Arial" pitchFamily="34" charset="0"/>
              </a:defRPr>
            </a:lvl3pPr>
            <a:lvl4pPr marL="946404" indent="-171450" algn="l" rtl="0" eaLnBrk="1" latinLnBrk="0" hangingPunct="1">
              <a:spcBef>
                <a:spcPct val="20000"/>
              </a:spcBef>
              <a:buClr>
                <a:schemeClr val="accent3"/>
              </a:buClr>
              <a:buFont typeface="Wingdings 3"/>
              <a:buChar char=""/>
              <a:defRPr sz="1200" kern="1200" spc="0">
                <a:solidFill>
                  <a:schemeClr val="tx1"/>
                </a:solidFill>
                <a:latin typeface="+mn-lt"/>
                <a:ea typeface="+mn-ea"/>
                <a:cs typeface="Arial" pitchFamily="34" charset="0"/>
              </a:defRPr>
            </a:lvl4pPr>
            <a:lvl5pPr marL="1110996" indent="-157734" algn="l" rtl="0" eaLnBrk="1" latinLnBrk="0" hangingPunct="1">
              <a:spcBef>
                <a:spcPct val="20000"/>
              </a:spcBef>
              <a:buClr>
                <a:schemeClr val="accent3"/>
              </a:buClr>
              <a:buFont typeface="Wingdings 2"/>
              <a:buChar char=""/>
              <a:defRPr sz="1050" kern="1200" spc="0">
                <a:solidFill>
                  <a:schemeClr val="tx1"/>
                </a:solidFill>
                <a:latin typeface="+mn-lt"/>
                <a:ea typeface="+mn-ea"/>
                <a:cs typeface="Arial" pitchFamily="34" charset="0"/>
              </a:defRPr>
            </a:lvl5pPr>
            <a:lvl6pPr marL="1282446" indent="-157734" algn="l" rtl="0" eaLnBrk="1" latinLnBrk="0" hangingPunct="1">
              <a:spcBef>
                <a:spcPct val="20000"/>
              </a:spcBef>
              <a:buClr>
                <a:schemeClr val="accent3"/>
              </a:buClr>
              <a:buFont typeface="Wingdings 2"/>
              <a:buChar char=""/>
              <a:defRPr sz="1350" kern="1200">
                <a:solidFill>
                  <a:schemeClr val="tx1"/>
                </a:solidFill>
                <a:latin typeface="+mn-lt"/>
                <a:ea typeface="+mn-ea"/>
                <a:cs typeface="+mn-cs"/>
              </a:defRPr>
            </a:lvl6pPr>
            <a:lvl7pPr marL="1426464"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7pPr>
            <a:lvl8pPr marL="1570482"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8pPr>
            <a:lvl9pPr marL="1714500"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9pPr>
            <a:extLst/>
          </a:lstStyle>
          <a:p>
            <a:pPr marL="51435" indent="0" algn="just">
              <a:spcBef>
                <a:spcPts val="0"/>
              </a:spcBef>
              <a:buNone/>
            </a:pPr>
            <a:r>
              <a:rPr lang="en-US" sz="1600">
                <a:solidFill>
                  <a:srgbClr val="0000FF"/>
                </a:solidFill>
                <a:latin typeface="Consolas" panose="020B0609020204030204" pitchFamily="49" charset="0"/>
              </a:rPr>
              <a:t>static</a:t>
            </a:r>
            <a:r>
              <a:rPr lang="en-US" sz="1600">
                <a:latin typeface="Consolas" panose="020B0609020204030204" pitchFamily="49" charset="0"/>
              </a:rPr>
              <a:t> </a:t>
            </a:r>
            <a:r>
              <a:rPr lang="en-US" sz="1600">
                <a:solidFill>
                  <a:srgbClr val="0000FF"/>
                </a:solidFill>
                <a:latin typeface="Consolas" panose="020B0609020204030204" pitchFamily="49" charset="0"/>
              </a:rPr>
              <a:t>void</a:t>
            </a:r>
            <a:r>
              <a:rPr lang="en-US" sz="1600">
                <a:latin typeface="Consolas" panose="020B0609020204030204" pitchFamily="49" charset="0"/>
              </a:rPr>
              <a:t> </a:t>
            </a:r>
            <a:r>
              <a:rPr lang="en-US" sz="1600">
                <a:solidFill>
                  <a:srgbClr val="FEA400"/>
                </a:solidFill>
                <a:latin typeface="Consolas" panose="020B0609020204030204" pitchFamily="49" charset="0"/>
              </a:rPr>
              <a:t>Main</a:t>
            </a:r>
            <a:r>
              <a:rPr lang="en-US" sz="1600">
                <a:latin typeface="Consolas" panose="020B0609020204030204" pitchFamily="49" charset="0"/>
              </a:rPr>
              <a:t>(</a:t>
            </a:r>
            <a:r>
              <a:rPr lang="en-US" sz="1600">
                <a:solidFill>
                  <a:srgbClr val="0000FF"/>
                </a:solidFill>
                <a:latin typeface="Consolas" panose="020B0609020204030204" pitchFamily="49" charset="0"/>
              </a:rPr>
              <a:t>string</a:t>
            </a:r>
            <a:r>
              <a:rPr lang="en-US" sz="1600">
                <a:latin typeface="Consolas" panose="020B0609020204030204" pitchFamily="49" charset="0"/>
              </a:rPr>
              <a:t>[] args)</a:t>
            </a:r>
          </a:p>
          <a:p>
            <a:pPr marL="51435" indent="0" algn="just">
              <a:spcBef>
                <a:spcPts val="0"/>
              </a:spcBef>
              <a:buNone/>
            </a:pPr>
            <a:r>
              <a:rPr lang="en-US" sz="1600">
                <a:latin typeface="Consolas" panose="020B0609020204030204" pitchFamily="49" charset="0"/>
              </a:rPr>
              <a:t>{</a:t>
            </a:r>
          </a:p>
          <a:p>
            <a:pPr marL="51435" indent="0" algn="just">
              <a:spcBef>
                <a:spcPts val="0"/>
              </a:spcBef>
              <a:buNone/>
            </a:pPr>
            <a:r>
              <a:rPr lang="en-US" sz="1600">
                <a:solidFill>
                  <a:srgbClr val="2B91AF"/>
                </a:solidFill>
                <a:latin typeface="Consolas" panose="020B0609020204030204" pitchFamily="49" charset="0"/>
              </a:rPr>
              <a:t>    Console</a:t>
            </a:r>
            <a:r>
              <a:rPr lang="en-US" sz="1600">
                <a:latin typeface="Consolas" panose="020B0609020204030204" pitchFamily="49" charset="0"/>
              </a:rPr>
              <a:t>.</a:t>
            </a:r>
            <a:r>
              <a:rPr lang="en-US" sz="1600">
                <a:solidFill>
                  <a:srgbClr val="FEA400"/>
                </a:solidFill>
                <a:latin typeface="Consolas" panose="020B0609020204030204" pitchFamily="49" charset="0"/>
              </a:rPr>
              <a:t>Write</a:t>
            </a:r>
            <a:r>
              <a:rPr lang="en-US" sz="1600">
                <a:latin typeface="Consolas" panose="020B0609020204030204" pitchFamily="49" charset="0"/>
                <a:cs typeface="Consolas" panose="020B0609020204030204" pitchFamily="49" charset="0"/>
              </a:rPr>
              <a:t>(</a:t>
            </a:r>
            <a:r>
              <a:rPr lang="en-US" sz="1600">
                <a:solidFill>
                  <a:srgbClr val="A31515"/>
                </a:solidFill>
                <a:latin typeface="Consolas" panose="020B0609020204030204" pitchFamily="49" charset="0"/>
              </a:rPr>
              <a:t>"n = "</a:t>
            </a:r>
            <a:r>
              <a:rPr lang="en-US" sz="1600">
                <a:latin typeface="Consolas" panose="020B0609020204030204" pitchFamily="49" charset="0"/>
                <a:cs typeface="Consolas" panose="020B0609020204030204" pitchFamily="49" charset="0"/>
              </a:rPr>
              <a:t>);</a:t>
            </a:r>
            <a:endParaRPr lang="en-US" sz="1600">
              <a:latin typeface="Consolas" panose="020B0609020204030204" pitchFamily="49" charset="0"/>
            </a:endParaRPr>
          </a:p>
          <a:p>
            <a:pPr marL="51435" indent="0" algn="just">
              <a:spcBef>
                <a:spcPts val="0"/>
              </a:spcBef>
              <a:buNone/>
            </a:pPr>
            <a:r>
              <a:rPr lang="en-US" sz="1600">
                <a:solidFill>
                  <a:schemeClr val="bg1"/>
                </a:solidFill>
                <a:latin typeface="Consolas" panose="020B0609020204030204" pitchFamily="49" charset="0"/>
              </a:rPr>
              <a:t>    </a:t>
            </a:r>
            <a:r>
              <a:rPr lang="en-US" sz="1600">
                <a:solidFill>
                  <a:srgbClr val="0432FF"/>
                </a:solidFill>
                <a:latin typeface="Consolas" panose="020B0609020204030204" pitchFamily="49" charset="0"/>
              </a:rPr>
              <a:t>int</a:t>
            </a:r>
            <a:r>
              <a:rPr lang="en-US" sz="1600">
                <a:solidFill>
                  <a:schemeClr val="bg1"/>
                </a:solidFill>
                <a:latin typeface="Consolas" panose="020B0609020204030204" pitchFamily="49" charset="0"/>
              </a:rPr>
              <a:t> </a:t>
            </a:r>
            <a:r>
              <a:rPr lang="en-US" sz="1600">
                <a:solidFill>
                  <a:schemeClr val="accent6">
                    <a:lumMod val="75000"/>
                  </a:schemeClr>
                </a:solidFill>
                <a:latin typeface="Consolas" panose="020B0609020204030204" pitchFamily="49" charset="0"/>
              </a:rPr>
              <a:t>n </a:t>
            </a:r>
            <a:r>
              <a:rPr lang="en-US" sz="1600">
                <a:latin typeface="Consolas" panose="020B0609020204030204" pitchFamily="49" charset="0"/>
              </a:rPr>
              <a:t>= </a:t>
            </a:r>
            <a:r>
              <a:rPr lang="en-US" sz="1600">
                <a:solidFill>
                  <a:srgbClr val="0432FF"/>
                </a:solidFill>
                <a:latin typeface="Consolas" panose="020B0609020204030204" pitchFamily="49" charset="0"/>
              </a:rPr>
              <a:t>int</a:t>
            </a:r>
            <a:r>
              <a:rPr lang="en-US" sz="1600">
                <a:latin typeface="Consolas" panose="020B0609020204030204" pitchFamily="49" charset="0"/>
              </a:rPr>
              <a:t>.</a:t>
            </a:r>
            <a:r>
              <a:rPr lang="en-US" sz="1600">
                <a:solidFill>
                  <a:srgbClr val="FEA400"/>
                </a:solidFill>
                <a:latin typeface="Consolas" panose="020B0609020204030204" pitchFamily="49" charset="0"/>
              </a:rPr>
              <a:t>Parse</a:t>
            </a:r>
            <a:r>
              <a:rPr lang="en-US" sz="1600">
                <a:latin typeface="Consolas" panose="020B0609020204030204" pitchFamily="49" charset="0"/>
                <a:cs typeface="Consolas" panose="020B0609020204030204" pitchFamily="49" charset="0"/>
              </a:rPr>
              <a:t>(</a:t>
            </a:r>
            <a:r>
              <a:rPr lang="en-US" sz="1600">
                <a:solidFill>
                  <a:srgbClr val="2B91AF"/>
                </a:solidFill>
                <a:latin typeface="Consolas" panose="020B0609020204030204" pitchFamily="49" charset="0"/>
              </a:rPr>
              <a:t>Console</a:t>
            </a:r>
            <a:r>
              <a:rPr lang="en-US" sz="1600">
                <a:latin typeface="Consolas" panose="020B0609020204030204" pitchFamily="49" charset="0"/>
              </a:rPr>
              <a:t>.</a:t>
            </a:r>
            <a:r>
              <a:rPr lang="en-US" sz="1600">
                <a:solidFill>
                  <a:srgbClr val="FEA400"/>
                </a:solidFill>
                <a:latin typeface="Consolas" panose="020B0609020204030204" pitchFamily="49" charset="0"/>
              </a:rPr>
              <a:t>ReadLine</a:t>
            </a:r>
            <a:r>
              <a:rPr lang="en-US" sz="1600">
                <a:latin typeface="Consolas" panose="020B0609020204030204" pitchFamily="49" charset="0"/>
                <a:cs typeface="Consolas" panose="020B0609020204030204" pitchFamily="49" charset="0"/>
              </a:rPr>
              <a:t>());</a:t>
            </a:r>
            <a:endParaRPr lang="en-US" sz="1600">
              <a:latin typeface="Consolas" panose="020B0609020204030204" pitchFamily="49" charset="0"/>
            </a:endParaRPr>
          </a:p>
          <a:p>
            <a:pPr marL="51435" indent="0" algn="just">
              <a:spcBef>
                <a:spcPts val="0"/>
              </a:spcBef>
              <a:buNone/>
            </a:pPr>
            <a:r>
              <a:rPr lang="en-US" sz="1600">
                <a:solidFill>
                  <a:srgbClr val="0432FF"/>
                </a:solidFill>
                <a:latin typeface="Consolas" panose="020B0609020204030204" pitchFamily="49" charset="0"/>
              </a:rPr>
              <a:t>    int[]</a:t>
            </a:r>
            <a:r>
              <a:rPr lang="en-US" sz="1600">
                <a:solidFill>
                  <a:schemeClr val="bg1"/>
                </a:solidFill>
                <a:latin typeface="Consolas" panose="020B0609020204030204" pitchFamily="49" charset="0"/>
              </a:rPr>
              <a:t> </a:t>
            </a:r>
            <a:r>
              <a:rPr lang="en-US" sz="1600">
                <a:solidFill>
                  <a:schemeClr val="accent6">
                    <a:lumMod val="75000"/>
                  </a:schemeClr>
                </a:solidFill>
                <a:latin typeface="Consolas" panose="020B0609020204030204" pitchFamily="49" charset="0"/>
              </a:rPr>
              <a:t>arr</a:t>
            </a:r>
            <a:r>
              <a:rPr lang="en-US" sz="1600">
                <a:solidFill>
                  <a:schemeClr val="bg1"/>
                </a:solidFill>
                <a:latin typeface="Consolas" panose="020B0609020204030204" pitchFamily="49" charset="0"/>
              </a:rPr>
              <a:t> </a:t>
            </a:r>
            <a:r>
              <a:rPr lang="en-US" sz="1600">
                <a:latin typeface="Consolas" panose="020B0609020204030204" pitchFamily="49" charset="0"/>
              </a:rPr>
              <a:t>=</a:t>
            </a:r>
            <a:r>
              <a:rPr lang="en-US" sz="1600">
                <a:solidFill>
                  <a:schemeClr val="bg1"/>
                </a:solidFill>
                <a:latin typeface="Consolas" panose="020B0609020204030204" pitchFamily="49" charset="0"/>
              </a:rPr>
              <a:t> </a:t>
            </a:r>
            <a:r>
              <a:rPr lang="en-US" sz="1600">
                <a:solidFill>
                  <a:srgbClr val="0432FF"/>
                </a:solidFill>
                <a:latin typeface="Consolas" panose="020B0609020204030204" pitchFamily="49" charset="0"/>
              </a:rPr>
              <a:t>new int[n]</a:t>
            </a:r>
            <a:r>
              <a:rPr lang="en-US" sz="1600">
                <a:latin typeface="Consolas" panose="020B0609020204030204" pitchFamily="49" charset="0"/>
              </a:rPr>
              <a:t>;</a:t>
            </a:r>
          </a:p>
          <a:p>
            <a:pPr marL="51435" indent="0">
              <a:spcBef>
                <a:spcPts val="0"/>
              </a:spcBef>
              <a:buNone/>
            </a:pPr>
            <a:endParaRPr lang="en-US" sz="1600">
              <a:latin typeface="Consolas" panose="020B0609020204030204" pitchFamily="49" charset="0"/>
            </a:endParaRPr>
          </a:p>
          <a:p>
            <a:pPr marL="51435" indent="0" algn="just">
              <a:spcBef>
                <a:spcPts val="0"/>
              </a:spcBef>
              <a:buNone/>
            </a:pPr>
            <a:r>
              <a:rPr lang="en-US" sz="1600">
                <a:solidFill>
                  <a:schemeClr val="bg1"/>
                </a:solidFill>
                <a:latin typeface="Consolas" panose="020B0609020204030204" pitchFamily="49" charset="0"/>
                <a:cs typeface="Consolas" panose="020B0609020204030204" pitchFamily="49" charset="0"/>
              </a:rPr>
              <a:t>    </a:t>
            </a:r>
            <a:r>
              <a:rPr lang="en-US" sz="1600">
                <a:solidFill>
                  <a:srgbClr val="0432FF"/>
                </a:solidFill>
                <a:latin typeface="Consolas" panose="020B0609020204030204" pitchFamily="49" charset="0"/>
                <a:cs typeface="Consolas" panose="020B0609020204030204" pitchFamily="49" charset="0"/>
              </a:rPr>
              <a:t>for</a:t>
            </a:r>
            <a:r>
              <a:rPr lang="en-US" sz="1600">
                <a:solidFill>
                  <a:schemeClr val="bg1"/>
                </a:solidFill>
                <a:latin typeface="Consolas" panose="020B0609020204030204" pitchFamily="49" charset="0"/>
                <a:cs typeface="Consolas" panose="020B0609020204030204" pitchFamily="49" charset="0"/>
              </a:rPr>
              <a:t> </a:t>
            </a:r>
            <a:r>
              <a:rPr lang="en-US" sz="1600">
                <a:latin typeface="Consolas" panose="020B0609020204030204" pitchFamily="49" charset="0"/>
              </a:rPr>
              <a:t>(</a:t>
            </a:r>
            <a:r>
              <a:rPr lang="en-US" sz="1600">
                <a:solidFill>
                  <a:srgbClr val="0432FF"/>
                </a:solidFill>
                <a:latin typeface="Consolas" panose="020B0609020204030204" pitchFamily="49" charset="0"/>
              </a:rPr>
              <a:t>int </a:t>
            </a:r>
            <a:r>
              <a:rPr lang="en-US" sz="1600">
                <a:solidFill>
                  <a:schemeClr val="accent6">
                    <a:lumMod val="75000"/>
                  </a:schemeClr>
                </a:solidFill>
                <a:latin typeface="Consolas" panose="020B0609020204030204" pitchFamily="49" charset="0"/>
              </a:rPr>
              <a:t>i = 0</a:t>
            </a:r>
            <a:r>
              <a:rPr lang="en-US" sz="1600">
                <a:latin typeface="Consolas" panose="020B0609020204030204" pitchFamily="49" charset="0"/>
              </a:rPr>
              <a:t>;</a:t>
            </a:r>
            <a:r>
              <a:rPr lang="en-US" sz="1600">
                <a:solidFill>
                  <a:schemeClr val="accent6">
                    <a:lumMod val="75000"/>
                  </a:schemeClr>
                </a:solidFill>
                <a:latin typeface="Consolas" panose="020B0609020204030204" pitchFamily="49" charset="0"/>
              </a:rPr>
              <a:t> i </a:t>
            </a:r>
            <a:r>
              <a:rPr lang="en-US" sz="1600">
                <a:latin typeface="Consolas" panose="020B0609020204030204" pitchFamily="49" charset="0"/>
              </a:rPr>
              <a:t>&lt;</a:t>
            </a:r>
            <a:r>
              <a:rPr lang="en-US" sz="1600">
                <a:solidFill>
                  <a:schemeClr val="accent6">
                    <a:lumMod val="75000"/>
                  </a:schemeClr>
                </a:solidFill>
                <a:latin typeface="Consolas" panose="020B0609020204030204" pitchFamily="49" charset="0"/>
              </a:rPr>
              <a:t> arr</a:t>
            </a:r>
            <a:r>
              <a:rPr lang="en-US" sz="1600">
                <a:latin typeface="Consolas" panose="020B0609020204030204" pitchFamily="49" charset="0"/>
              </a:rPr>
              <a:t>.</a:t>
            </a:r>
            <a:r>
              <a:rPr lang="en-US" sz="1600">
                <a:solidFill>
                  <a:srgbClr val="0432FF"/>
                </a:solidFill>
                <a:latin typeface="Consolas" panose="020B0609020204030204" pitchFamily="49" charset="0"/>
              </a:rPr>
              <a:t>Length</a:t>
            </a:r>
            <a:r>
              <a:rPr lang="en-US" sz="1600">
                <a:latin typeface="Consolas" panose="020B0609020204030204" pitchFamily="49" charset="0"/>
              </a:rPr>
              <a:t>; </a:t>
            </a:r>
            <a:r>
              <a:rPr lang="en-US" sz="1600">
                <a:solidFill>
                  <a:schemeClr val="accent6">
                    <a:lumMod val="75000"/>
                  </a:schemeClr>
                </a:solidFill>
                <a:latin typeface="Consolas" panose="020B0609020204030204" pitchFamily="49" charset="0"/>
              </a:rPr>
              <a:t>i++</a:t>
            </a:r>
            <a:r>
              <a:rPr lang="en-US" sz="1600">
                <a:latin typeface="Consolas" panose="020B0609020204030204" pitchFamily="49" charset="0"/>
              </a:rPr>
              <a:t>)</a:t>
            </a:r>
          </a:p>
          <a:p>
            <a:pPr marL="51435" indent="0">
              <a:spcBef>
                <a:spcPts val="0"/>
              </a:spcBef>
              <a:buNone/>
            </a:pPr>
            <a:r>
              <a:rPr lang="en-US" sz="1600">
                <a:solidFill>
                  <a:schemeClr val="bg1"/>
                </a:solidFill>
                <a:latin typeface="Consolas" panose="020B0609020204030204" pitchFamily="49" charset="0"/>
                <a:cs typeface="Consolas" panose="020B0609020204030204" pitchFamily="49" charset="0"/>
              </a:rPr>
              <a:t>    </a:t>
            </a:r>
            <a:r>
              <a:rPr lang="en-US" sz="1600">
                <a:latin typeface="Consolas" panose="020B0609020204030204" pitchFamily="49" charset="0"/>
              </a:rPr>
              <a:t>{</a:t>
            </a:r>
          </a:p>
          <a:p>
            <a:pPr marL="51435" indent="0" algn="just">
              <a:spcBef>
                <a:spcPts val="0"/>
              </a:spcBef>
              <a:buNone/>
            </a:pPr>
            <a:r>
              <a:rPr lang="en-US" sz="1600">
                <a:solidFill>
                  <a:srgbClr val="2B91AF"/>
                </a:solidFill>
                <a:latin typeface="Consolas" panose="020B0609020204030204" pitchFamily="49" charset="0"/>
              </a:rPr>
              <a:t>        Console</a:t>
            </a:r>
            <a:r>
              <a:rPr lang="en-US" sz="1600">
                <a:latin typeface="Consolas" panose="020B0609020204030204" pitchFamily="49" charset="0"/>
              </a:rPr>
              <a:t>.</a:t>
            </a:r>
            <a:r>
              <a:rPr lang="en-US" sz="1600">
                <a:solidFill>
                  <a:srgbClr val="FEA400"/>
                </a:solidFill>
                <a:latin typeface="Consolas" panose="020B0609020204030204" pitchFamily="49" charset="0"/>
              </a:rPr>
              <a:t>Write</a:t>
            </a:r>
            <a:r>
              <a:rPr lang="en-US" sz="1600">
                <a:latin typeface="Consolas" panose="020B0609020204030204" pitchFamily="49" charset="0"/>
              </a:rPr>
              <a:t>($</a:t>
            </a:r>
            <a:r>
              <a:rPr lang="en-US" sz="1600">
                <a:solidFill>
                  <a:srgbClr val="A31515"/>
                </a:solidFill>
                <a:latin typeface="Consolas" panose="020B0609020204030204" pitchFamily="49" charset="0"/>
              </a:rPr>
              <a:t>"arr[</a:t>
            </a:r>
            <a:r>
              <a:rPr lang="en-US" sz="1600">
                <a:latin typeface="Consolas" panose="020B0609020204030204" pitchFamily="49" charset="0"/>
              </a:rPr>
              <a:t>{</a:t>
            </a:r>
            <a:r>
              <a:rPr lang="en-US" sz="1600">
                <a:solidFill>
                  <a:schemeClr val="accent6">
                    <a:lumMod val="75000"/>
                  </a:schemeClr>
                </a:solidFill>
                <a:latin typeface="Consolas" panose="020B0609020204030204" pitchFamily="49" charset="0"/>
              </a:rPr>
              <a:t>i</a:t>
            </a:r>
            <a:r>
              <a:rPr lang="en-US" sz="1600">
                <a:latin typeface="Consolas" panose="020B0609020204030204" pitchFamily="49" charset="0"/>
              </a:rPr>
              <a:t>}</a:t>
            </a:r>
            <a:r>
              <a:rPr lang="en-US" sz="1600">
                <a:solidFill>
                  <a:srgbClr val="A31515"/>
                </a:solidFill>
                <a:latin typeface="Consolas" panose="020B0609020204030204" pitchFamily="49" charset="0"/>
              </a:rPr>
              <a:t>] = "</a:t>
            </a:r>
            <a:r>
              <a:rPr lang="en-US" sz="1600">
                <a:latin typeface="Consolas" panose="020B0609020204030204" pitchFamily="49" charset="0"/>
              </a:rPr>
              <a:t>);</a:t>
            </a:r>
          </a:p>
          <a:p>
            <a:pPr marL="51435" indent="0" algn="just">
              <a:spcBef>
                <a:spcPts val="0"/>
              </a:spcBef>
              <a:buNone/>
            </a:pPr>
            <a:r>
              <a:rPr lang="en-US" sz="1600">
                <a:solidFill>
                  <a:srgbClr val="0432FF"/>
                </a:solidFill>
                <a:latin typeface="Consolas" panose="020B0609020204030204" pitchFamily="49" charset="0"/>
              </a:rPr>
              <a:t>        </a:t>
            </a:r>
            <a:r>
              <a:rPr lang="en-US" sz="1600">
                <a:solidFill>
                  <a:schemeClr val="accent6">
                    <a:lumMod val="75000"/>
                  </a:schemeClr>
                </a:solidFill>
                <a:latin typeface="Consolas" panose="020B0609020204030204" pitchFamily="49" charset="0"/>
              </a:rPr>
              <a:t>arr[i] </a:t>
            </a:r>
            <a:r>
              <a:rPr lang="en-US" sz="1600">
                <a:latin typeface="Consolas" panose="020B0609020204030204" pitchFamily="49" charset="0"/>
              </a:rPr>
              <a:t>= </a:t>
            </a:r>
            <a:r>
              <a:rPr lang="en-US" sz="1600">
                <a:solidFill>
                  <a:srgbClr val="0432FF"/>
                </a:solidFill>
                <a:latin typeface="Consolas" panose="020B0609020204030204" pitchFamily="49" charset="0"/>
              </a:rPr>
              <a:t>int</a:t>
            </a:r>
            <a:r>
              <a:rPr lang="en-US" sz="1600">
                <a:latin typeface="Consolas" panose="020B0609020204030204" pitchFamily="49" charset="0"/>
              </a:rPr>
              <a:t>.</a:t>
            </a:r>
            <a:r>
              <a:rPr lang="en-US" sz="1600">
                <a:solidFill>
                  <a:srgbClr val="FEA400"/>
                </a:solidFill>
                <a:latin typeface="Consolas" panose="020B0609020204030204" pitchFamily="49" charset="0"/>
              </a:rPr>
              <a:t>Parse</a:t>
            </a:r>
            <a:r>
              <a:rPr lang="en-US" sz="1600">
                <a:latin typeface="Consolas" panose="020B0609020204030204" pitchFamily="49" charset="0"/>
              </a:rPr>
              <a:t>(</a:t>
            </a:r>
            <a:r>
              <a:rPr lang="en-US" sz="1600">
                <a:solidFill>
                  <a:srgbClr val="2B91AF"/>
                </a:solidFill>
                <a:latin typeface="Consolas" panose="020B0609020204030204" pitchFamily="49" charset="0"/>
              </a:rPr>
              <a:t>Console</a:t>
            </a:r>
            <a:r>
              <a:rPr lang="en-US" sz="1600">
                <a:latin typeface="Consolas" panose="020B0609020204030204" pitchFamily="49" charset="0"/>
              </a:rPr>
              <a:t>.</a:t>
            </a:r>
            <a:r>
              <a:rPr lang="en-US" sz="1600">
                <a:solidFill>
                  <a:srgbClr val="FEA400"/>
                </a:solidFill>
                <a:latin typeface="Consolas" panose="020B0609020204030204" pitchFamily="49" charset="0"/>
              </a:rPr>
              <a:t>ReadLine</a:t>
            </a:r>
            <a:r>
              <a:rPr lang="en-US" sz="1600">
                <a:latin typeface="Consolas" panose="020B0609020204030204" pitchFamily="49" charset="0"/>
              </a:rPr>
              <a:t>());</a:t>
            </a:r>
          </a:p>
          <a:p>
            <a:pPr marL="51435" indent="0" algn="just">
              <a:spcBef>
                <a:spcPts val="0"/>
              </a:spcBef>
              <a:buNone/>
            </a:pPr>
            <a:r>
              <a:rPr lang="en-US" sz="1600">
                <a:solidFill>
                  <a:schemeClr val="bg1"/>
                </a:solidFill>
                <a:latin typeface="Consolas" panose="020B0609020204030204" pitchFamily="49" charset="0"/>
                <a:cs typeface="Consolas" panose="020B0609020204030204" pitchFamily="49" charset="0"/>
              </a:rPr>
              <a:t>    </a:t>
            </a:r>
            <a:r>
              <a:rPr lang="en-US" sz="1600">
                <a:latin typeface="Consolas" panose="020B0609020204030204" pitchFamily="49" charset="0"/>
              </a:rPr>
              <a:t>}</a:t>
            </a:r>
          </a:p>
          <a:p>
            <a:pPr marL="51435" indent="0" algn="just">
              <a:spcBef>
                <a:spcPts val="0"/>
              </a:spcBef>
              <a:buNone/>
            </a:pPr>
            <a:r>
              <a:rPr lang="en-US" sz="1600">
                <a:latin typeface="Consolas" panose="020B0609020204030204" pitchFamily="49" charset="0"/>
              </a:rPr>
              <a:t>}</a:t>
            </a:r>
          </a:p>
        </p:txBody>
      </p:sp>
      <p:sp>
        <p:nvSpPr>
          <p:cNvPr id="7" name="Rectangle 6">
            <a:extLst>
              <a:ext uri="{FF2B5EF4-FFF2-40B4-BE49-F238E27FC236}">
                <a16:creationId xmlns:a16="http://schemas.microsoft.com/office/drawing/2014/main" id="{F3C54AAB-AD34-7F45-9691-E44B7D8DC2BC}"/>
              </a:ext>
            </a:extLst>
          </p:cNvPr>
          <p:cNvSpPr/>
          <p:nvPr/>
        </p:nvSpPr>
        <p:spPr>
          <a:xfrm>
            <a:off x="2137041" y="3601720"/>
            <a:ext cx="5095056" cy="1441205"/>
          </a:xfrm>
          <a:prstGeom prst="rect">
            <a:avLst/>
          </a:prstGeom>
          <a:solidFill>
            <a:srgbClr val="FFFF00">
              <a:alpha val="26391"/>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Tree>
    <p:extLst>
      <p:ext uri="{BB962C8B-B14F-4D97-AF65-F5344CB8AC3E}">
        <p14:creationId xmlns:p14="http://schemas.microsoft.com/office/powerpoint/2010/main" val="17827998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5E3867-79B3-3646-BB2D-B4D4792043B7}"/>
              </a:ext>
            </a:extLst>
          </p:cNvPr>
          <p:cNvSpPr>
            <a:spLocks noGrp="1"/>
          </p:cNvSpPr>
          <p:nvPr>
            <p:ph type="title"/>
          </p:nvPr>
        </p:nvSpPr>
        <p:spPr/>
        <p:txBody>
          <a:bodyPr>
            <a:normAutofit fontScale="90000"/>
          </a:bodyPr>
          <a:lstStyle/>
          <a:p>
            <a:r>
              <a:rPr lang="en-VN"/>
              <a:t>NHẬP/XUẤT MẢNG MỘT CHIỀU</a:t>
            </a:r>
          </a:p>
        </p:txBody>
      </p:sp>
      <p:sp>
        <p:nvSpPr>
          <p:cNvPr id="3" name="Content Placeholder 2">
            <a:extLst>
              <a:ext uri="{FF2B5EF4-FFF2-40B4-BE49-F238E27FC236}">
                <a16:creationId xmlns:a16="http://schemas.microsoft.com/office/drawing/2014/main" id="{0B21395E-C097-F340-93B8-885D3E14BBBC}"/>
              </a:ext>
            </a:extLst>
          </p:cNvPr>
          <p:cNvSpPr>
            <a:spLocks noGrp="1"/>
          </p:cNvSpPr>
          <p:nvPr>
            <p:ph idx="1"/>
          </p:nvPr>
        </p:nvSpPr>
        <p:spPr/>
        <p:txBody>
          <a:bodyPr/>
          <a:lstStyle/>
          <a:p>
            <a:r>
              <a:rPr lang="en-VN">
                <a:solidFill>
                  <a:srgbClr val="EF6822"/>
                </a:solidFill>
              </a:rPr>
              <a:t>Xuất mảng</a:t>
            </a:r>
            <a:r>
              <a:rPr lang="en-VN"/>
              <a:t>: sử dụng </a:t>
            </a:r>
            <a:r>
              <a:rPr lang="en-VN">
                <a:solidFill>
                  <a:srgbClr val="17459E"/>
                </a:solidFill>
              </a:rPr>
              <a:t>vòng lặp để xuất lần lượt từng phần tử </a:t>
            </a:r>
            <a:r>
              <a:rPr lang="en-VN"/>
              <a:t>của mảng </a:t>
            </a:r>
            <a:r>
              <a:rPr lang="en-VN" i="1"/>
              <a:t>(array[0] </a:t>
            </a:r>
            <a:r>
              <a:rPr lang="en-VN" i="1">
                <a:sym typeface="Wingdings" pitchFamily="2" charset="2"/>
              </a:rPr>
              <a:t> array[Length-1])</a:t>
            </a:r>
            <a:endParaRPr lang="en-VN" i="1">
              <a:solidFill>
                <a:srgbClr val="00FDFF"/>
              </a:solidFill>
            </a:endParaRPr>
          </a:p>
        </p:txBody>
      </p:sp>
      <p:sp>
        <p:nvSpPr>
          <p:cNvPr id="4" name="Footer Placeholder 3">
            <a:extLst>
              <a:ext uri="{FF2B5EF4-FFF2-40B4-BE49-F238E27FC236}">
                <a16:creationId xmlns:a16="http://schemas.microsoft.com/office/drawing/2014/main" id="{53FE940E-5A76-664C-AC8A-FF25EE165814}"/>
              </a:ext>
            </a:extLst>
          </p:cNvPr>
          <p:cNvSpPr>
            <a:spLocks noGrp="1"/>
          </p:cNvSpPr>
          <p:nvPr>
            <p:ph type="ftr" sz="quarter" idx="11"/>
          </p:nvPr>
        </p:nvSpPr>
        <p:spPr/>
        <p:txBody>
          <a:bodyPr/>
          <a:lstStyle/>
          <a:p>
            <a:r>
              <a:rPr lang="vi-VN" dirty="0"/>
              <a:t>Bài 6: Mảng một chiều</a:t>
            </a:r>
            <a:endParaRPr lang="en-US" dirty="0"/>
          </a:p>
        </p:txBody>
      </p:sp>
      <p:sp>
        <p:nvSpPr>
          <p:cNvPr id="5" name="Slide Number Placeholder 4">
            <a:extLst>
              <a:ext uri="{FF2B5EF4-FFF2-40B4-BE49-F238E27FC236}">
                <a16:creationId xmlns:a16="http://schemas.microsoft.com/office/drawing/2014/main" id="{237E41EB-88FD-ED41-8CF2-DDB7436BB0BA}"/>
              </a:ext>
            </a:extLst>
          </p:cNvPr>
          <p:cNvSpPr>
            <a:spLocks noGrp="1"/>
          </p:cNvSpPr>
          <p:nvPr>
            <p:ph type="sldNum" sz="quarter" idx="12"/>
          </p:nvPr>
        </p:nvSpPr>
        <p:spPr/>
        <p:txBody>
          <a:bodyPr/>
          <a:lstStyle/>
          <a:p>
            <a:fld id="{1AD93096-5B34-4342-9326-69289CEAE4C2}" type="slidenum">
              <a:rPr lang="en-US" smtClean="0"/>
              <a:pPr/>
              <a:t>14</a:t>
            </a:fld>
            <a:endParaRPr lang="en-US" dirty="0"/>
          </a:p>
        </p:txBody>
      </p:sp>
      <p:sp>
        <p:nvSpPr>
          <p:cNvPr id="6" name="Content Placeholder 5">
            <a:extLst>
              <a:ext uri="{FF2B5EF4-FFF2-40B4-BE49-F238E27FC236}">
                <a16:creationId xmlns:a16="http://schemas.microsoft.com/office/drawing/2014/main" id="{9134F843-C597-674D-B341-10D0B3B1E19B}"/>
              </a:ext>
            </a:extLst>
          </p:cNvPr>
          <p:cNvSpPr txBox="1">
            <a:spLocks/>
          </p:cNvSpPr>
          <p:nvPr/>
        </p:nvSpPr>
        <p:spPr>
          <a:xfrm>
            <a:off x="1704752" y="1919879"/>
            <a:ext cx="6046440" cy="4244940"/>
          </a:xfrm>
          <a:prstGeom prst="rect">
            <a:avLst/>
          </a:prstGeom>
        </p:spPr>
        <p:style>
          <a:lnRef idx="2">
            <a:schemeClr val="accent2"/>
          </a:lnRef>
          <a:fillRef idx="1">
            <a:schemeClr val="lt1"/>
          </a:fillRef>
          <a:effectRef idx="0">
            <a:schemeClr val="accent2"/>
          </a:effectRef>
          <a:fontRef idx="minor">
            <a:schemeClr val="dk1"/>
          </a:fontRef>
        </p:style>
        <p:txBody>
          <a:bodyPr>
            <a:noAutofit/>
          </a:bodyPr>
          <a:lstStyle>
            <a:lvl1pPr marL="308610" indent="-257175" algn="l" rtl="0" eaLnBrk="1" latinLnBrk="0" hangingPunct="1">
              <a:spcBef>
                <a:spcPts val="525"/>
              </a:spcBef>
              <a:buSzPct val="95000"/>
              <a:buFont typeface="Wingdings"/>
              <a:buChar char=""/>
              <a:defRPr sz="1500" kern="1200" spc="0">
                <a:solidFill>
                  <a:schemeClr val="tx1"/>
                </a:solidFill>
                <a:latin typeface="+mn-lt"/>
                <a:ea typeface="+mn-ea"/>
                <a:cs typeface="Arial" pitchFamily="34" charset="0"/>
              </a:defRPr>
            </a:lvl1pPr>
            <a:lvl2pPr marL="555498" indent="-214313" algn="l" rtl="0" eaLnBrk="1" latinLnBrk="0" hangingPunct="1">
              <a:spcBef>
                <a:spcPct val="20000"/>
              </a:spcBef>
              <a:buClr>
                <a:schemeClr val="accent2"/>
              </a:buClr>
              <a:buSzPct val="90000"/>
              <a:buFont typeface="Wingdings"/>
              <a:buChar char=""/>
              <a:defRPr sz="1350" kern="1200" spc="0">
                <a:solidFill>
                  <a:schemeClr val="tx1"/>
                </a:solidFill>
                <a:latin typeface="+mn-lt"/>
                <a:ea typeface="+mn-ea"/>
                <a:cs typeface="Arial" pitchFamily="34" charset="0"/>
              </a:defRPr>
            </a:lvl2pPr>
            <a:lvl3pPr marL="747522" indent="-171450" algn="l" rtl="0" eaLnBrk="1" latinLnBrk="0" hangingPunct="1">
              <a:spcBef>
                <a:spcPct val="20000"/>
              </a:spcBef>
              <a:buClr>
                <a:schemeClr val="accent2"/>
              </a:buClr>
              <a:buFont typeface="Wingdings 2"/>
              <a:buChar char=""/>
              <a:defRPr sz="1200" kern="1200" spc="0">
                <a:solidFill>
                  <a:schemeClr val="tx1"/>
                </a:solidFill>
                <a:latin typeface="+mn-lt"/>
                <a:ea typeface="+mn-ea"/>
                <a:cs typeface="Arial" pitchFamily="34" charset="0"/>
              </a:defRPr>
            </a:lvl3pPr>
            <a:lvl4pPr marL="946404" indent="-171450" algn="l" rtl="0" eaLnBrk="1" latinLnBrk="0" hangingPunct="1">
              <a:spcBef>
                <a:spcPct val="20000"/>
              </a:spcBef>
              <a:buClr>
                <a:schemeClr val="accent3"/>
              </a:buClr>
              <a:buFont typeface="Wingdings 3"/>
              <a:buChar char=""/>
              <a:defRPr sz="1200" kern="1200" spc="0">
                <a:solidFill>
                  <a:schemeClr val="tx1"/>
                </a:solidFill>
                <a:latin typeface="+mn-lt"/>
                <a:ea typeface="+mn-ea"/>
                <a:cs typeface="Arial" pitchFamily="34" charset="0"/>
              </a:defRPr>
            </a:lvl4pPr>
            <a:lvl5pPr marL="1110996" indent="-157734" algn="l" rtl="0" eaLnBrk="1" latinLnBrk="0" hangingPunct="1">
              <a:spcBef>
                <a:spcPct val="20000"/>
              </a:spcBef>
              <a:buClr>
                <a:schemeClr val="accent3"/>
              </a:buClr>
              <a:buFont typeface="Wingdings 2"/>
              <a:buChar char=""/>
              <a:defRPr sz="1050" kern="1200" spc="0">
                <a:solidFill>
                  <a:schemeClr val="tx1"/>
                </a:solidFill>
                <a:latin typeface="+mn-lt"/>
                <a:ea typeface="+mn-ea"/>
                <a:cs typeface="Arial" pitchFamily="34" charset="0"/>
              </a:defRPr>
            </a:lvl5pPr>
            <a:lvl6pPr marL="1282446" indent="-157734" algn="l" rtl="0" eaLnBrk="1" latinLnBrk="0" hangingPunct="1">
              <a:spcBef>
                <a:spcPct val="20000"/>
              </a:spcBef>
              <a:buClr>
                <a:schemeClr val="accent3"/>
              </a:buClr>
              <a:buFont typeface="Wingdings 2"/>
              <a:buChar char=""/>
              <a:defRPr sz="1350" kern="1200">
                <a:solidFill>
                  <a:schemeClr val="tx1"/>
                </a:solidFill>
                <a:latin typeface="+mn-lt"/>
                <a:ea typeface="+mn-ea"/>
                <a:cs typeface="+mn-cs"/>
              </a:defRPr>
            </a:lvl6pPr>
            <a:lvl7pPr marL="1426464"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7pPr>
            <a:lvl8pPr marL="1570482"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8pPr>
            <a:lvl9pPr marL="1714500"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9pPr>
            <a:extLst/>
          </a:lstStyle>
          <a:p>
            <a:pPr marL="51435" indent="0" algn="just">
              <a:spcBef>
                <a:spcPts val="0"/>
              </a:spcBef>
              <a:buNone/>
            </a:pPr>
            <a:r>
              <a:rPr lang="en-US" sz="1600">
                <a:solidFill>
                  <a:srgbClr val="0000FF"/>
                </a:solidFill>
                <a:latin typeface="Consolas" panose="020B0609020204030204" pitchFamily="49" charset="0"/>
              </a:rPr>
              <a:t>static</a:t>
            </a:r>
            <a:r>
              <a:rPr lang="en-US" sz="1600">
                <a:latin typeface="Consolas" panose="020B0609020204030204" pitchFamily="49" charset="0"/>
              </a:rPr>
              <a:t> </a:t>
            </a:r>
            <a:r>
              <a:rPr lang="en-US" sz="1600">
                <a:solidFill>
                  <a:srgbClr val="0000FF"/>
                </a:solidFill>
                <a:latin typeface="Consolas" panose="020B0609020204030204" pitchFamily="49" charset="0"/>
              </a:rPr>
              <a:t>void</a:t>
            </a:r>
            <a:r>
              <a:rPr lang="en-US" sz="1600">
                <a:latin typeface="Consolas" panose="020B0609020204030204" pitchFamily="49" charset="0"/>
              </a:rPr>
              <a:t> </a:t>
            </a:r>
            <a:r>
              <a:rPr lang="en-US" sz="1600">
                <a:solidFill>
                  <a:srgbClr val="FEA400"/>
                </a:solidFill>
                <a:latin typeface="Consolas" panose="020B0609020204030204" pitchFamily="49" charset="0"/>
              </a:rPr>
              <a:t>Main</a:t>
            </a:r>
            <a:r>
              <a:rPr lang="en-US" sz="1600">
                <a:latin typeface="Consolas" panose="020B0609020204030204" pitchFamily="49" charset="0"/>
              </a:rPr>
              <a:t>(</a:t>
            </a:r>
            <a:r>
              <a:rPr lang="en-US" sz="1600">
                <a:solidFill>
                  <a:srgbClr val="0000FF"/>
                </a:solidFill>
                <a:latin typeface="Consolas" panose="020B0609020204030204" pitchFamily="49" charset="0"/>
              </a:rPr>
              <a:t>string</a:t>
            </a:r>
            <a:r>
              <a:rPr lang="en-US" sz="1600">
                <a:latin typeface="Consolas" panose="020B0609020204030204" pitchFamily="49" charset="0"/>
              </a:rPr>
              <a:t>[] args)</a:t>
            </a:r>
          </a:p>
          <a:p>
            <a:pPr marL="51435" indent="0" algn="just">
              <a:spcBef>
                <a:spcPts val="0"/>
              </a:spcBef>
              <a:buNone/>
            </a:pPr>
            <a:r>
              <a:rPr lang="en-US" sz="1600">
                <a:latin typeface="Consolas" panose="020B0609020204030204" pitchFamily="49" charset="0"/>
              </a:rPr>
              <a:t>{</a:t>
            </a:r>
          </a:p>
          <a:p>
            <a:pPr marL="51435" indent="0" algn="just">
              <a:spcBef>
                <a:spcPts val="0"/>
              </a:spcBef>
              <a:buNone/>
            </a:pPr>
            <a:r>
              <a:rPr lang="en-US" sz="1600">
                <a:solidFill>
                  <a:srgbClr val="2B91AF"/>
                </a:solidFill>
                <a:latin typeface="Consolas" panose="020B0609020204030204" pitchFamily="49" charset="0"/>
              </a:rPr>
              <a:t>    Console</a:t>
            </a:r>
            <a:r>
              <a:rPr lang="en-US" sz="1600">
                <a:latin typeface="Consolas" panose="020B0609020204030204" pitchFamily="49" charset="0"/>
              </a:rPr>
              <a:t>.</a:t>
            </a:r>
            <a:r>
              <a:rPr lang="en-US" sz="1600">
                <a:solidFill>
                  <a:srgbClr val="FEA400"/>
                </a:solidFill>
                <a:latin typeface="Consolas" panose="020B0609020204030204" pitchFamily="49" charset="0"/>
              </a:rPr>
              <a:t>Write</a:t>
            </a:r>
            <a:r>
              <a:rPr lang="en-US" sz="1600">
                <a:latin typeface="Consolas" panose="020B0609020204030204" pitchFamily="49" charset="0"/>
                <a:cs typeface="Consolas" panose="020B0609020204030204" pitchFamily="49" charset="0"/>
              </a:rPr>
              <a:t>(</a:t>
            </a:r>
            <a:r>
              <a:rPr lang="en-US" sz="1600">
                <a:solidFill>
                  <a:srgbClr val="A31515"/>
                </a:solidFill>
                <a:latin typeface="Consolas" panose="020B0609020204030204" pitchFamily="49" charset="0"/>
              </a:rPr>
              <a:t>"n = "</a:t>
            </a:r>
            <a:r>
              <a:rPr lang="en-US" sz="1600">
                <a:latin typeface="Consolas" panose="020B0609020204030204" pitchFamily="49" charset="0"/>
                <a:cs typeface="Consolas" panose="020B0609020204030204" pitchFamily="49" charset="0"/>
              </a:rPr>
              <a:t>);</a:t>
            </a:r>
            <a:endParaRPr lang="en-US" sz="1600">
              <a:latin typeface="Consolas" panose="020B0609020204030204" pitchFamily="49" charset="0"/>
            </a:endParaRPr>
          </a:p>
          <a:p>
            <a:pPr marL="51435" indent="0" algn="just">
              <a:spcBef>
                <a:spcPts val="0"/>
              </a:spcBef>
              <a:buNone/>
            </a:pPr>
            <a:r>
              <a:rPr lang="en-US" sz="1600">
                <a:solidFill>
                  <a:schemeClr val="bg1"/>
                </a:solidFill>
                <a:latin typeface="Consolas" panose="020B0609020204030204" pitchFamily="49" charset="0"/>
              </a:rPr>
              <a:t>    </a:t>
            </a:r>
            <a:r>
              <a:rPr lang="en-US" sz="1600">
                <a:solidFill>
                  <a:srgbClr val="0432FF"/>
                </a:solidFill>
                <a:latin typeface="Consolas" panose="020B0609020204030204" pitchFamily="49" charset="0"/>
              </a:rPr>
              <a:t>int</a:t>
            </a:r>
            <a:r>
              <a:rPr lang="en-US" sz="1600">
                <a:solidFill>
                  <a:schemeClr val="bg1"/>
                </a:solidFill>
                <a:latin typeface="Consolas" panose="020B0609020204030204" pitchFamily="49" charset="0"/>
              </a:rPr>
              <a:t> </a:t>
            </a:r>
            <a:r>
              <a:rPr lang="en-US" sz="1600">
                <a:solidFill>
                  <a:schemeClr val="accent6">
                    <a:lumMod val="75000"/>
                  </a:schemeClr>
                </a:solidFill>
                <a:latin typeface="Consolas" panose="020B0609020204030204" pitchFamily="49" charset="0"/>
              </a:rPr>
              <a:t>n </a:t>
            </a:r>
            <a:r>
              <a:rPr lang="en-US" sz="1600">
                <a:latin typeface="Consolas" panose="020B0609020204030204" pitchFamily="49" charset="0"/>
              </a:rPr>
              <a:t>= </a:t>
            </a:r>
            <a:r>
              <a:rPr lang="en-US" sz="1600">
                <a:solidFill>
                  <a:srgbClr val="0432FF"/>
                </a:solidFill>
                <a:latin typeface="Consolas" panose="020B0609020204030204" pitchFamily="49" charset="0"/>
              </a:rPr>
              <a:t>int</a:t>
            </a:r>
            <a:r>
              <a:rPr lang="en-US" sz="1600">
                <a:latin typeface="Consolas" panose="020B0609020204030204" pitchFamily="49" charset="0"/>
              </a:rPr>
              <a:t>.</a:t>
            </a:r>
            <a:r>
              <a:rPr lang="en-US" sz="1600">
                <a:solidFill>
                  <a:srgbClr val="FEA400"/>
                </a:solidFill>
                <a:latin typeface="Consolas" panose="020B0609020204030204" pitchFamily="49" charset="0"/>
              </a:rPr>
              <a:t>Parse</a:t>
            </a:r>
            <a:r>
              <a:rPr lang="en-US" sz="1600">
                <a:latin typeface="Consolas" panose="020B0609020204030204" pitchFamily="49" charset="0"/>
                <a:cs typeface="Consolas" panose="020B0609020204030204" pitchFamily="49" charset="0"/>
              </a:rPr>
              <a:t>(</a:t>
            </a:r>
            <a:r>
              <a:rPr lang="en-US" sz="1600">
                <a:solidFill>
                  <a:srgbClr val="2B91AF"/>
                </a:solidFill>
                <a:latin typeface="Consolas" panose="020B0609020204030204" pitchFamily="49" charset="0"/>
              </a:rPr>
              <a:t>Console</a:t>
            </a:r>
            <a:r>
              <a:rPr lang="en-US" sz="1600">
                <a:latin typeface="Consolas" panose="020B0609020204030204" pitchFamily="49" charset="0"/>
              </a:rPr>
              <a:t>.</a:t>
            </a:r>
            <a:r>
              <a:rPr lang="en-US" sz="1600">
                <a:solidFill>
                  <a:srgbClr val="FEA400"/>
                </a:solidFill>
                <a:latin typeface="Consolas" panose="020B0609020204030204" pitchFamily="49" charset="0"/>
              </a:rPr>
              <a:t>ReadLine</a:t>
            </a:r>
            <a:r>
              <a:rPr lang="en-US" sz="1600">
                <a:latin typeface="Consolas" panose="020B0609020204030204" pitchFamily="49" charset="0"/>
                <a:cs typeface="Consolas" panose="020B0609020204030204" pitchFamily="49" charset="0"/>
              </a:rPr>
              <a:t>());</a:t>
            </a:r>
            <a:endParaRPr lang="en-US" sz="1600">
              <a:latin typeface="Consolas" panose="020B0609020204030204" pitchFamily="49" charset="0"/>
            </a:endParaRPr>
          </a:p>
          <a:p>
            <a:pPr marL="51435" indent="0" algn="just">
              <a:spcBef>
                <a:spcPts val="0"/>
              </a:spcBef>
              <a:buNone/>
            </a:pPr>
            <a:r>
              <a:rPr lang="en-US" sz="1600">
                <a:solidFill>
                  <a:srgbClr val="0432FF"/>
                </a:solidFill>
                <a:latin typeface="Consolas" panose="020B0609020204030204" pitchFamily="49" charset="0"/>
              </a:rPr>
              <a:t>    int[]</a:t>
            </a:r>
            <a:r>
              <a:rPr lang="en-US" sz="1600">
                <a:solidFill>
                  <a:schemeClr val="bg1"/>
                </a:solidFill>
                <a:latin typeface="Consolas" panose="020B0609020204030204" pitchFamily="49" charset="0"/>
              </a:rPr>
              <a:t> </a:t>
            </a:r>
            <a:r>
              <a:rPr lang="en-US" sz="1600">
                <a:solidFill>
                  <a:schemeClr val="accent6">
                    <a:lumMod val="75000"/>
                  </a:schemeClr>
                </a:solidFill>
                <a:latin typeface="Consolas" panose="020B0609020204030204" pitchFamily="49" charset="0"/>
              </a:rPr>
              <a:t>arr</a:t>
            </a:r>
            <a:r>
              <a:rPr lang="en-US" sz="1600">
                <a:solidFill>
                  <a:schemeClr val="bg1"/>
                </a:solidFill>
                <a:latin typeface="Consolas" panose="020B0609020204030204" pitchFamily="49" charset="0"/>
              </a:rPr>
              <a:t> </a:t>
            </a:r>
            <a:r>
              <a:rPr lang="en-US" sz="1600">
                <a:latin typeface="Consolas" panose="020B0609020204030204" pitchFamily="49" charset="0"/>
              </a:rPr>
              <a:t>=</a:t>
            </a:r>
            <a:r>
              <a:rPr lang="en-US" sz="1600">
                <a:solidFill>
                  <a:schemeClr val="bg1"/>
                </a:solidFill>
                <a:latin typeface="Consolas" panose="020B0609020204030204" pitchFamily="49" charset="0"/>
              </a:rPr>
              <a:t> </a:t>
            </a:r>
            <a:r>
              <a:rPr lang="en-US" sz="1600">
                <a:solidFill>
                  <a:srgbClr val="0432FF"/>
                </a:solidFill>
                <a:latin typeface="Consolas" panose="020B0609020204030204" pitchFamily="49" charset="0"/>
              </a:rPr>
              <a:t>new int[n]</a:t>
            </a:r>
            <a:r>
              <a:rPr lang="en-US" sz="1600">
                <a:latin typeface="Consolas" panose="020B0609020204030204" pitchFamily="49" charset="0"/>
              </a:rPr>
              <a:t>;</a:t>
            </a:r>
          </a:p>
          <a:p>
            <a:pPr marL="51435" indent="0" algn="just">
              <a:spcBef>
                <a:spcPts val="0"/>
              </a:spcBef>
              <a:buNone/>
            </a:pPr>
            <a:r>
              <a:rPr lang="en-US" sz="1600">
                <a:solidFill>
                  <a:schemeClr val="bg1"/>
                </a:solidFill>
                <a:latin typeface="Consolas" panose="020B0609020204030204" pitchFamily="49" charset="0"/>
                <a:cs typeface="Consolas" panose="020B0609020204030204" pitchFamily="49" charset="0"/>
              </a:rPr>
              <a:t>    </a:t>
            </a:r>
            <a:r>
              <a:rPr lang="en-US" sz="1600">
                <a:solidFill>
                  <a:srgbClr val="0432FF"/>
                </a:solidFill>
                <a:latin typeface="Consolas" panose="020B0609020204030204" pitchFamily="49" charset="0"/>
                <a:cs typeface="Consolas" panose="020B0609020204030204" pitchFamily="49" charset="0"/>
              </a:rPr>
              <a:t>for</a:t>
            </a:r>
            <a:r>
              <a:rPr lang="en-US" sz="1600">
                <a:solidFill>
                  <a:schemeClr val="bg1"/>
                </a:solidFill>
                <a:latin typeface="Consolas" panose="020B0609020204030204" pitchFamily="49" charset="0"/>
                <a:cs typeface="Consolas" panose="020B0609020204030204" pitchFamily="49" charset="0"/>
              </a:rPr>
              <a:t> </a:t>
            </a:r>
            <a:r>
              <a:rPr lang="en-US" sz="1600">
                <a:latin typeface="Consolas" panose="020B0609020204030204" pitchFamily="49" charset="0"/>
              </a:rPr>
              <a:t>(</a:t>
            </a:r>
            <a:r>
              <a:rPr lang="en-US" sz="1600">
                <a:solidFill>
                  <a:srgbClr val="0432FF"/>
                </a:solidFill>
                <a:latin typeface="Consolas" panose="020B0609020204030204" pitchFamily="49" charset="0"/>
              </a:rPr>
              <a:t>int </a:t>
            </a:r>
            <a:r>
              <a:rPr lang="en-US" sz="1600">
                <a:solidFill>
                  <a:schemeClr val="accent6">
                    <a:lumMod val="75000"/>
                  </a:schemeClr>
                </a:solidFill>
                <a:latin typeface="Consolas" panose="020B0609020204030204" pitchFamily="49" charset="0"/>
              </a:rPr>
              <a:t>i = 0</a:t>
            </a:r>
            <a:r>
              <a:rPr lang="en-US" sz="1600">
                <a:latin typeface="Consolas" panose="020B0609020204030204" pitchFamily="49" charset="0"/>
              </a:rPr>
              <a:t>;</a:t>
            </a:r>
            <a:r>
              <a:rPr lang="en-US" sz="1600">
                <a:solidFill>
                  <a:schemeClr val="accent6">
                    <a:lumMod val="75000"/>
                  </a:schemeClr>
                </a:solidFill>
                <a:latin typeface="Consolas" panose="020B0609020204030204" pitchFamily="49" charset="0"/>
              </a:rPr>
              <a:t> i </a:t>
            </a:r>
            <a:r>
              <a:rPr lang="en-US" sz="1600">
                <a:latin typeface="Consolas" panose="020B0609020204030204" pitchFamily="49" charset="0"/>
              </a:rPr>
              <a:t>&lt;</a:t>
            </a:r>
            <a:r>
              <a:rPr lang="en-US" sz="1600">
                <a:solidFill>
                  <a:schemeClr val="accent6">
                    <a:lumMod val="75000"/>
                  </a:schemeClr>
                </a:solidFill>
                <a:latin typeface="Consolas" panose="020B0609020204030204" pitchFamily="49" charset="0"/>
              </a:rPr>
              <a:t> arr</a:t>
            </a:r>
            <a:r>
              <a:rPr lang="en-US" sz="1600">
                <a:latin typeface="Consolas" panose="020B0609020204030204" pitchFamily="49" charset="0"/>
              </a:rPr>
              <a:t>.</a:t>
            </a:r>
            <a:r>
              <a:rPr lang="en-US" sz="1600">
                <a:solidFill>
                  <a:srgbClr val="0432FF"/>
                </a:solidFill>
                <a:latin typeface="Consolas" panose="020B0609020204030204" pitchFamily="49" charset="0"/>
              </a:rPr>
              <a:t>Length</a:t>
            </a:r>
            <a:r>
              <a:rPr lang="en-US" sz="1600">
                <a:latin typeface="Consolas" panose="020B0609020204030204" pitchFamily="49" charset="0"/>
              </a:rPr>
              <a:t>; </a:t>
            </a:r>
            <a:r>
              <a:rPr lang="en-US" sz="1600">
                <a:solidFill>
                  <a:schemeClr val="accent6">
                    <a:lumMod val="75000"/>
                  </a:schemeClr>
                </a:solidFill>
                <a:latin typeface="Consolas" panose="020B0609020204030204" pitchFamily="49" charset="0"/>
              </a:rPr>
              <a:t>i++</a:t>
            </a:r>
            <a:r>
              <a:rPr lang="en-US" sz="1600">
                <a:latin typeface="Consolas" panose="020B0609020204030204" pitchFamily="49" charset="0"/>
              </a:rPr>
              <a:t>)</a:t>
            </a:r>
          </a:p>
          <a:p>
            <a:pPr marL="51435" indent="0">
              <a:spcBef>
                <a:spcPts val="0"/>
              </a:spcBef>
              <a:buNone/>
            </a:pPr>
            <a:r>
              <a:rPr lang="en-US" sz="1600">
                <a:solidFill>
                  <a:schemeClr val="bg1"/>
                </a:solidFill>
                <a:latin typeface="Consolas" panose="020B0609020204030204" pitchFamily="49" charset="0"/>
                <a:cs typeface="Consolas" panose="020B0609020204030204" pitchFamily="49" charset="0"/>
              </a:rPr>
              <a:t>    </a:t>
            </a:r>
            <a:r>
              <a:rPr lang="en-US" sz="1600">
                <a:latin typeface="Consolas" panose="020B0609020204030204" pitchFamily="49" charset="0"/>
              </a:rPr>
              <a:t>{</a:t>
            </a:r>
          </a:p>
          <a:p>
            <a:pPr marL="51435" indent="0" algn="just">
              <a:spcBef>
                <a:spcPts val="0"/>
              </a:spcBef>
              <a:buNone/>
            </a:pPr>
            <a:r>
              <a:rPr lang="en-US" sz="1600">
                <a:solidFill>
                  <a:srgbClr val="2B91AF"/>
                </a:solidFill>
                <a:latin typeface="Consolas" panose="020B0609020204030204" pitchFamily="49" charset="0"/>
              </a:rPr>
              <a:t>        Console</a:t>
            </a:r>
            <a:r>
              <a:rPr lang="en-US" sz="1600">
                <a:latin typeface="Consolas" panose="020B0609020204030204" pitchFamily="49" charset="0"/>
              </a:rPr>
              <a:t>.</a:t>
            </a:r>
            <a:r>
              <a:rPr lang="en-US" sz="1600">
                <a:solidFill>
                  <a:srgbClr val="FEA400"/>
                </a:solidFill>
                <a:latin typeface="Consolas" panose="020B0609020204030204" pitchFamily="49" charset="0"/>
              </a:rPr>
              <a:t>Write</a:t>
            </a:r>
            <a:r>
              <a:rPr lang="en-US" sz="1600">
                <a:latin typeface="Consolas" panose="020B0609020204030204" pitchFamily="49" charset="0"/>
              </a:rPr>
              <a:t>($</a:t>
            </a:r>
            <a:r>
              <a:rPr lang="en-US" sz="1600">
                <a:solidFill>
                  <a:srgbClr val="A31515"/>
                </a:solidFill>
                <a:latin typeface="Consolas" panose="020B0609020204030204" pitchFamily="49" charset="0"/>
              </a:rPr>
              <a:t>"arr[</a:t>
            </a:r>
            <a:r>
              <a:rPr lang="en-US" sz="1600">
                <a:latin typeface="Consolas" panose="020B0609020204030204" pitchFamily="49" charset="0"/>
              </a:rPr>
              <a:t>{</a:t>
            </a:r>
            <a:r>
              <a:rPr lang="en-US" sz="1600">
                <a:solidFill>
                  <a:schemeClr val="accent6">
                    <a:lumMod val="75000"/>
                  </a:schemeClr>
                </a:solidFill>
                <a:latin typeface="Consolas" panose="020B0609020204030204" pitchFamily="49" charset="0"/>
              </a:rPr>
              <a:t>i</a:t>
            </a:r>
            <a:r>
              <a:rPr lang="en-US" sz="1600">
                <a:latin typeface="Consolas" panose="020B0609020204030204" pitchFamily="49" charset="0"/>
              </a:rPr>
              <a:t>}</a:t>
            </a:r>
            <a:r>
              <a:rPr lang="en-US" sz="1600">
                <a:solidFill>
                  <a:srgbClr val="A31515"/>
                </a:solidFill>
                <a:latin typeface="Consolas" panose="020B0609020204030204" pitchFamily="49" charset="0"/>
              </a:rPr>
              <a:t>] = "</a:t>
            </a:r>
            <a:r>
              <a:rPr lang="en-US" sz="1600">
                <a:latin typeface="Consolas" panose="020B0609020204030204" pitchFamily="49" charset="0"/>
              </a:rPr>
              <a:t>);</a:t>
            </a:r>
          </a:p>
          <a:p>
            <a:pPr marL="51435" indent="0" algn="just">
              <a:spcBef>
                <a:spcPts val="0"/>
              </a:spcBef>
              <a:buNone/>
            </a:pPr>
            <a:r>
              <a:rPr lang="en-US" sz="1600">
                <a:solidFill>
                  <a:srgbClr val="0432FF"/>
                </a:solidFill>
                <a:latin typeface="Consolas" panose="020B0609020204030204" pitchFamily="49" charset="0"/>
              </a:rPr>
              <a:t>        </a:t>
            </a:r>
            <a:r>
              <a:rPr lang="en-US" sz="1600">
                <a:solidFill>
                  <a:schemeClr val="accent6">
                    <a:lumMod val="75000"/>
                  </a:schemeClr>
                </a:solidFill>
                <a:latin typeface="Consolas" panose="020B0609020204030204" pitchFamily="49" charset="0"/>
              </a:rPr>
              <a:t>arr[i] </a:t>
            </a:r>
            <a:r>
              <a:rPr lang="en-US" sz="1600">
                <a:latin typeface="Consolas" panose="020B0609020204030204" pitchFamily="49" charset="0"/>
              </a:rPr>
              <a:t>= </a:t>
            </a:r>
            <a:r>
              <a:rPr lang="en-US" sz="1600">
                <a:solidFill>
                  <a:srgbClr val="0432FF"/>
                </a:solidFill>
                <a:latin typeface="Consolas" panose="020B0609020204030204" pitchFamily="49" charset="0"/>
              </a:rPr>
              <a:t>int</a:t>
            </a:r>
            <a:r>
              <a:rPr lang="en-US" sz="1600">
                <a:latin typeface="Consolas" panose="020B0609020204030204" pitchFamily="49" charset="0"/>
              </a:rPr>
              <a:t>.</a:t>
            </a:r>
            <a:r>
              <a:rPr lang="en-US" sz="1600">
                <a:solidFill>
                  <a:srgbClr val="FEA400"/>
                </a:solidFill>
                <a:latin typeface="Consolas" panose="020B0609020204030204" pitchFamily="49" charset="0"/>
              </a:rPr>
              <a:t>Parse</a:t>
            </a:r>
            <a:r>
              <a:rPr lang="en-US" sz="1600">
                <a:latin typeface="Consolas" panose="020B0609020204030204" pitchFamily="49" charset="0"/>
              </a:rPr>
              <a:t>(</a:t>
            </a:r>
            <a:r>
              <a:rPr lang="en-US" sz="1600">
                <a:solidFill>
                  <a:srgbClr val="2B91AF"/>
                </a:solidFill>
                <a:latin typeface="Consolas" panose="020B0609020204030204" pitchFamily="49" charset="0"/>
              </a:rPr>
              <a:t>Console</a:t>
            </a:r>
            <a:r>
              <a:rPr lang="en-US" sz="1600">
                <a:latin typeface="Consolas" panose="020B0609020204030204" pitchFamily="49" charset="0"/>
              </a:rPr>
              <a:t>.</a:t>
            </a:r>
            <a:r>
              <a:rPr lang="en-US" sz="1600">
                <a:solidFill>
                  <a:srgbClr val="FEA400"/>
                </a:solidFill>
                <a:latin typeface="Consolas" panose="020B0609020204030204" pitchFamily="49" charset="0"/>
              </a:rPr>
              <a:t>ReadLine</a:t>
            </a:r>
            <a:r>
              <a:rPr lang="en-US" sz="1600">
                <a:latin typeface="Consolas" panose="020B0609020204030204" pitchFamily="49" charset="0"/>
              </a:rPr>
              <a:t>());</a:t>
            </a:r>
          </a:p>
          <a:p>
            <a:pPr marL="51435" indent="0" algn="just">
              <a:spcBef>
                <a:spcPts val="0"/>
              </a:spcBef>
              <a:buNone/>
            </a:pPr>
            <a:r>
              <a:rPr lang="en-US" sz="1600">
                <a:solidFill>
                  <a:schemeClr val="bg1"/>
                </a:solidFill>
                <a:latin typeface="Consolas" panose="020B0609020204030204" pitchFamily="49" charset="0"/>
                <a:cs typeface="Consolas" panose="020B0609020204030204" pitchFamily="49" charset="0"/>
              </a:rPr>
              <a:t>    </a:t>
            </a:r>
            <a:r>
              <a:rPr lang="en-US" sz="1600">
                <a:latin typeface="Consolas" panose="020B0609020204030204" pitchFamily="49" charset="0"/>
              </a:rPr>
              <a:t>}</a:t>
            </a:r>
          </a:p>
          <a:p>
            <a:pPr marL="51435" indent="0" algn="just">
              <a:spcBef>
                <a:spcPts val="0"/>
              </a:spcBef>
              <a:buNone/>
            </a:pPr>
            <a:endParaRPr lang="en-US" sz="1600">
              <a:latin typeface="Consolas" panose="020B0609020204030204" pitchFamily="49" charset="0"/>
            </a:endParaRPr>
          </a:p>
          <a:p>
            <a:pPr marL="51435" indent="0" algn="just">
              <a:spcBef>
                <a:spcPts val="0"/>
              </a:spcBef>
              <a:buNone/>
            </a:pPr>
            <a:r>
              <a:rPr lang="en-US" sz="1600">
                <a:solidFill>
                  <a:srgbClr val="0432FF"/>
                </a:solidFill>
                <a:latin typeface="Consolas" panose="020B0609020204030204" pitchFamily="49" charset="0"/>
                <a:cs typeface="Consolas" panose="020B0609020204030204" pitchFamily="49" charset="0"/>
              </a:rPr>
              <a:t>	for</a:t>
            </a:r>
            <a:r>
              <a:rPr lang="en-US" sz="1600">
                <a:solidFill>
                  <a:schemeClr val="bg1"/>
                </a:solidFill>
                <a:latin typeface="Consolas" panose="020B0609020204030204" pitchFamily="49" charset="0"/>
                <a:cs typeface="Consolas" panose="020B0609020204030204" pitchFamily="49" charset="0"/>
              </a:rPr>
              <a:t> </a:t>
            </a:r>
            <a:r>
              <a:rPr lang="en-US" sz="1600">
                <a:latin typeface="Consolas" panose="020B0609020204030204" pitchFamily="49" charset="0"/>
              </a:rPr>
              <a:t>(</a:t>
            </a:r>
            <a:r>
              <a:rPr lang="en-US" sz="1600">
                <a:solidFill>
                  <a:srgbClr val="0432FF"/>
                </a:solidFill>
                <a:latin typeface="Consolas" panose="020B0609020204030204" pitchFamily="49" charset="0"/>
              </a:rPr>
              <a:t>int </a:t>
            </a:r>
            <a:r>
              <a:rPr lang="en-US" sz="1600">
                <a:solidFill>
                  <a:schemeClr val="accent6">
                    <a:lumMod val="75000"/>
                  </a:schemeClr>
                </a:solidFill>
                <a:latin typeface="Consolas" panose="020B0609020204030204" pitchFamily="49" charset="0"/>
              </a:rPr>
              <a:t>i = 0</a:t>
            </a:r>
            <a:r>
              <a:rPr lang="en-US" sz="1600">
                <a:latin typeface="Consolas" panose="020B0609020204030204" pitchFamily="49" charset="0"/>
              </a:rPr>
              <a:t>;</a:t>
            </a:r>
            <a:r>
              <a:rPr lang="en-US" sz="1600">
                <a:solidFill>
                  <a:schemeClr val="accent6">
                    <a:lumMod val="75000"/>
                  </a:schemeClr>
                </a:solidFill>
                <a:latin typeface="Consolas" panose="020B0609020204030204" pitchFamily="49" charset="0"/>
              </a:rPr>
              <a:t> i </a:t>
            </a:r>
            <a:r>
              <a:rPr lang="en-US" sz="1600">
                <a:latin typeface="Consolas" panose="020B0609020204030204" pitchFamily="49" charset="0"/>
              </a:rPr>
              <a:t>&lt;</a:t>
            </a:r>
            <a:r>
              <a:rPr lang="en-US" sz="1600">
                <a:solidFill>
                  <a:schemeClr val="accent6">
                    <a:lumMod val="75000"/>
                  </a:schemeClr>
                </a:solidFill>
                <a:latin typeface="Consolas" panose="020B0609020204030204" pitchFamily="49" charset="0"/>
              </a:rPr>
              <a:t> arr</a:t>
            </a:r>
            <a:r>
              <a:rPr lang="en-US" sz="1600">
                <a:latin typeface="Consolas" panose="020B0609020204030204" pitchFamily="49" charset="0"/>
              </a:rPr>
              <a:t>.</a:t>
            </a:r>
            <a:r>
              <a:rPr lang="en-US" sz="1600">
                <a:solidFill>
                  <a:srgbClr val="0432FF"/>
                </a:solidFill>
                <a:latin typeface="Consolas" panose="020B0609020204030204" pitchFamily="49" charset="0"/>
              </a:rPr>
              <a:t>Length</a:t>
            </a:r>
            <a:r>
              <a:rPr lang="en-US" sz="1600">
                <a:latin typeface="Consolas" panose="020B0609020204030204" pitchFamily="49" charset="0"/>
              </a:rPr>
              <a:t>; </a:t>
            </a:r>
            <a:r>
              <a:rPr lang="en-US" sz="1600">
                <a:solidFill>
                  <a:schemeClr val="accent6">
                    <a:lumMod val="75000"/>
                  </a:schemeClr>
                </a:solidFill>
                <a:latin typeface="Consolas" panose="020B0609020204030204" pitchFamily="49" charset="0"/>
              </a:rPr>
              <a:t>i++</a:t>
            </a:r>
            <a:r>
              <a:rPr lang="en-US" sz="1600">
                <a:latin typeface="Consolas" panose="020B0609020204030204" pitchFamily="49" charset="0"/>
              </a:rPr>
              <a:t>)</a:t>
            </a:r>
          </a:p>
          <a:p>
            <a:pPr marL="51435" indent="0">
              <a:spcBef>
                <a:spcPts val="0"/>
              </a:spcBef>
              <a:buNone/>
            </a:pPr>
            <a:r>
              <a:rPr lang="en-US" sz="1600">
                <a:solidFill>
                  <a:schemeClr val="bg1"/>
                </a:solidFill>
                <a:latin typeface="Consolas" panose="020B0609020204030204" pitchFamily="49" charset="0"/>
                <a:cs typeface="Consolas" panose="020B0609020204030204" pitchFamily="49" charset="0"/>
              </a:rPr>
              <a:t>   	</a:t>
            </a:r>
            <a:r>
              <a:rPr lang="en-US" sz="1600">
                <a:latin typeface="Consolas" panose="020B0609020204030204" pitchFamily="49" charset="0"/>
              </a:rPr>
              <a:t>{</a:t>
            </a:r>
          </a:p>
          <a:p>
            <a:pPr marL="51435" indent="0" algn="just">
              <a:spcBef>
                <a:spcPts val="0"/>
              </a:spcBef>
              <a:buNone/>
            </a:pPr>
            <a:r>
              <a:rPr lang="en-US" sz="1600">
                <a:solidFill>
                  <a:srgbClr val="2B91AF"/>
                </a:solidFill>
                <a:latin typeface="Consolas" panose="020B0609020204030204" pitchFamily="49" charset="0"/>
              </a:rPr>
              <a:t>        Console</a:t>
            </a:r>
            <a:r>
              <a:rPr lang="en-US" sz="1600">
                <a:latin typeface="Consolas" panose="020B0609020204030204" pitchFamily="49" charset="0"/>
              </a:rPr>
              <a:t>.</a:t>
            </a:r>
            <a:r>
              <a:rPr lang="en-US" sz="1600">
                <a:solidFill>
                  <a:srgbClr val="FEA400"/>
                </a:solidFill>
                <a:latin typeface="Consolas" panose="020B0609020204030204" pitchFamily="49" charset="0"/>
              </a:rPr>
              <a:t>Write</a:t>
            </a:r>
            <a:r>
              <a:rPr lang="en-US" sz="1600">
                <a:latin typeface="Consolas" panose="020B0609020204030204" pitchFamily="49" charset="0"/>
              </a:rPr>
              <a:t>(</a:t>
            </a:r>
            <a:r>
              <a:rPr lang="en-US" sz="1600">
                <a:solidFill>
                  <a:schemeClr val="accent6">
                    <a:lumMod val="75000"/>
                  </a:schemeClr>
                </a:solidFill>
                <a:latin typeface="Consolas" panose="020B0609020204030204" pitchFamily="49" charset="0"/>
              </a:rPr>
              <a:t>arr[i]</a:t>
            </a:r>
            <a:r>
              <a:rPr lang="en-US" sz="1600">
                <a:solidFill>
                  <a:srgbClr val="A31515"/>
                </a:solidFill>
                <a:latin typeface="Consolas" panose="020B0609020204030204" pitchFamily="49" charset="0"/>
              </a:rPr>
              <a:t> + " "</a:t>
            </a:r>
            <a:r>
              <a:rPr lang="en-US" sz="1600">
                <a:latin typeface="Consolas" panose="020B0609020204030204" pitchFamily="49" charset="0"/>
              </a:rPr>
              <a:t>);</a:t>
            </a:r>
          </a:p>
          <a:p>
            <a:pPr marL="51435" indent="0" algn="just">
              <a:spcBef>
                <a:spcPts val="0"/>
              </a:spcBef>
              <a:buNone/>
            </a:pPr>
            <a:r>
              <a:rPr lang="en-US" sz="1600">
                <a:latin typeface="Consolas" panose="020B0609020204030204" pitchFamily="49" charset="0"/>
              </a:rPr>
              <a:t>	}</a:t>
            </a:r>
          </a:p>
          <a:p>
            <a:pPr marL="51435" indent="0" algn="just">
              <a:spcBef>
                <a:spcPts val="0"/>
              </a:spcBef>
              <a:buNone/>
            </a:pPr>
            <a:r>
              <a:rPr lang="en-US" sz="1600">
                <a:solidFill>
                  <a:srgbClr val="2B91AF"/>
                </a:solidFill>
                <a:latin typeface="Consolas" panose="020B0609020204030204" pitchFamily="49" charset="0"/>
              </a:rPr>
              <a:t>	Console</a:t>
            </a:r>
            <a:r>
              <a:rPr lang="en-US" sz="1600">
                <a:latin typeface="Consolas" panose="020B0609020204030204" pitchFamily="49" charset="0"/>
              </a:rPr>
              <a:t>.</a:t>
            </a:r>
            <a:r>
              <a:rPr lang="en-US" sz="1600">
                <a:solidFill>
                  <a:srgbClr val="FEA400"/>
                </a:solidFill>
                <a:latin typeface="Consolas" panose="020B0609020204030204" pitchFamily="49" charset="0"/>
              </a:rPr>
              <a:t>WriteLine</a:t>
            </a:r>
            <a:r>
              <a:rPr lang="en-US" sz="1600">
                <a:latin typeface="Consolas" panose="020B0609020204030204" pitchFamily="49" charset="0"/>
              </a:rPr>
              <a:t>());</a:t>
            </a:r>
          </a:p>
          <a:p>
            <a:pPr marL="51435" indent="0" algn="just">
              <a:spcBef>
                <a:spcPts val="0"/>
              </a:spcBef>
              <a:buNone/>
            </a:pPr>
            <a:r>
              <a:rPr lang="en-US" sz="1600">
                <a:latin typeface="Consolas" panose="020B0609020204030204" pitchFamily="49" charset="0"/>
              </a:rPr>
              <a:t>}</a:t>
            </a:r>
          </a:p>
        </p:txBody>
      </p:sp>
      <p:sp>
        <p:nvSpPr>
          <p:cNvPr id="7" name="Rectangle 6">
            <a:extLst>
              <a:ext uri="{FF2B5EF4-FFF2-40B4-BE49-F238E27FC236}">
                <a16:creationId xmlns:a16="http://schemas.microsoft.com/office/drawing/2014/main" id="{F3C54AAB-AD34-7F45-9691-E44B7D8DC2BC}"/>
              </a:ext>
            </a:extLst>
          </p:cNvPr>
          <p:cNvSpPr/>
          <p:nvPr/>
        </p:nvSpPr>
        <p:spPr>
          <a:xfrm>
            <a:off x="2137041" y="4578365"/>
            <a:ext cx="5095056" cy="1441205"/>
          </a:xfrm>
          <a:prstGeom prst="rect">
            <a:avLst/>
          </a:prstGeom>
          <a:solidFill>
            <a:srgbClr val="FFFF00">
              <a:alpha val="26391"/>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Tree>
    <p:extLst>
      <p:ext uri="{BB962C8B-B14F-4D97-AF65-F5344CB8AC3E}">
        <p14:creationId xmlns:p14="http://schemas.microsoft.com/office/powerpoint/2010/main" val="41700227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algn="just"/>
            <a:r>
              <a:rPr lang="en-US" b="1">
                <a:solidFill>
                  <a:srgbClr val="EF6822"/>
                </a:solidFill>
              </a:rPr>
              <a:t>BT1: </a:t>
            </a:r>
            <a:r>
              <a:rPr lang="en-US"/>
              <a:t>Viết chương trình thực hiện yêu cầu sau:</a:t>
            </a:r>
          </a:p>
          <a:p>
            <a:pPr lvl="1" algn="just"/>
            <a:r>
              <a:rPr lang="en-US"/>
              <a:t>Nhập vào một </a:t>
            </a:r>
            <a:r>
              <a:rPr lang="en-US">
                <a:solidFill>
                  <a:srgbClr val="17459E"/>
                </a:solidFill>
              </a:rPr>
              <a:t>số nguyên dương n</a:t>
            </a:r>
            <a:r>
              <a:rPr lang="en-US"/>
              <a:t>;</a:t>
            </a:r>
          </a:p>
          <a:p>
            <a:pPr lvl="1" algn="just"/>
            <a:r>
              <a:rPr lang="en-US"/>
              <a:t>Khởi tạo </a:t>
            </a:r>
            <a:r>
              <a:rPr lang="en-US">
                <a:solidFill>
                  <a:srgbClr val="17459E"/>
                </a:solidFill>
              </a:rPr>
              <a:t>mảng số thực a </a:t>
            </a:r>
            <a:r>
              <a:rPr lang="en-US"/>
              <a:t>kích thước n phần tử;</a:t>
            </a:r>
          </a:p>
          <a:p>
            <a:pPr lvl="1" algn="just"/>
            <a:r>
              <a:rPr lang="en-US"/>
              <a:t>Nhập giá trị cho các phần tử của mảng a;</a:t>
            </a:r>
          </a:p>
          <a:p>
            <a:pPr lvl="1" algn="just"/>
            <a:r>
              <a:rPr lang="en-US"/>
              <a:t>Xuất mảng a ra màn hình. </a:t>
            </a:r>
          </a:p>
          <a:p>
            <a:pPr lvl="1" algn="just"/>
            <a:endParaRPr lang="en-US"/>
          </a:p>
          <a:p>
            <a:pPr algn="just"/>
            <a:r>
              <a:rPr lang="en-US" b="1">
                <a:solidFill>
                  <a:srgbClr val="EF6822"/>
                </a:solidFill>
              </a:rPr>
              <a:t>BT2: </a:t>
            </a:r>
            <a:r>
              <a:rPr lang="en-US"/>
              <a:t>Viết chương trình thực hiện yêu cầu sau:</a:t>
            </a:r>
          </a:p>
          <a:p>
            <a:pPr lvl="1" algn="just"/>
            <a:r>
              <a:rPr lang="en-US"/>
              <a:t>Nhập vào </a:t>
            </a:r>
            <a:r>
              <a:rPr lang="en-US">
                <a:solidFill>
                  <a:srgbClr val="17459E"/>
                </a:solidFill>
              </a:rPr>
              <a:t>một số nguyên dương n</a:t>
            </a:r>
            <a:r>
              <a:rPr lang="en-US"/>
              <a:t>;</a:t>
            </a:r>
          </a:p>
          <a:p>
            <a:pPr lvl="1" algn="just"/>
            <a:r>
              <a:rPr lang="en-US"/>
              <a:t>Khởi tạo </a:t>
            </a:r>
            <a:r>
              <a:rPr lang="en-US">
                <a:solidFill>
                  <a:srgbClr val="17459E"/>
                </a:solidFill>
              </a:rPr>
              <a:t>mảng số nguyên a </a:t>
            </a:r>
            <a:r>
              <a:rPr lang="en-US"/>
              <a:t>kích thước n phần tử;</a:t>
            </a:r>
          </a:p>
          <a:p>
            <a:pPr lvl="1" algn="just"/>
            <a:r>
              <a:rPr lang="en-US"/>
              <a:t>Phát sinh giá trị ngẫu nhiên cho các phần tử của a trong đoạn từ [1 - 100];</a:t>
            </a:r>
          </a:p>
          <a:p>
            <a:pPr lvl="1" algn="just"/>
            <a:r>
              <a:rPr lang="en-US"/>
              <a:t>Xuất mảng a ra màn hình. </a:t>
            </a:r>
          </a:p>
          <a:p>
            <a:pPr lvl="1" algn="just"/>
            <a:r>
              <a:rPr lang="en-US"/>
              <a:t>Yêu cầu nhập vào một số nguyên i, nếu </a:t>
            </a:r>
            <a:r>
              <a:rPr lang="en-US">
                <a:solidFill>
                  <a:srgbClr val="17459E"/>
                </a:solidFill>
              </a:rPr>
              <a:t>i là chỉ số hợp lệ </a:t>
            </a:r>
            <a:r>
              <a:rPr lang="en-US"/>
              <a:t>của một phần tử trong mảng a thì in </a:t>
            </a:r>
            <a:r>
              <a:rPr lang="en-US">
                <a:solidFill>
                  <a:srgbClr val="17459E"/>
                </a:solidFill>
              </a:rPr>
              <a:t>giá trị của phần tử đó ra màn hình</a:t>
            </a:r>
            <a:r>
              <a:rPr lang="en-US"/>
              <a:t>, ngược lại </a:t>
            </a:r>
            <a:r>
              <a:rPr lang="en-US" i="1"/>
              <a:t>thông báo lỗi </a:t>
            </a:r>
            <a:r>
              <a:rPr lang="en-US" i="1">
                <a:solidFill>
                  <a:srgbClr val="C00000"/>
                </a:solidFill>
              </a:rPr>
              <a:t>“Index out of range”</a:t>
            </a:r>
            <a:r>
              <a:rPr lang="en-US" i="1"/>
              <a:t>.</a:t>
            </a:r>
          </a:p>
        </p:txBody>
      </p:sp>
      <p:sp>
        <p:nvSpPr>
          <p:cNvPr id="3" name="Title 2"/>
          <p:cNvSpPr>
            <a:spLocks noGrp="1"/>
          </p:cNvSpPr>
          <p:nvPr>
            <p:ph type="title"/>
          </p:nvPr>
        </p:nvSpPr>
        <p:spPr/>
        <p:txBody>
          <a:bodyPr>
            <a:normAutofit fontScale="90000"/>
          </a:bodyPr>
          <a:lstStyle/>
          <a:p>
            <a:r>
              <a:rPr lang="en-US"/>
              <a:t>VẬN DỤNG</a:t>
            </a:r>
          </a:p>
        </p:txBody>
      </p:sp>
      <p:sp>
        <p:nvSpPr>
          <p:cNvPr id="4" name="Footer Placeholder 3">
            <a:extLst>
              <a:ext uri="{FF2B5EF4-FFF2-40B4-BE49-F238E27FC236}">
                <a16:creationId xmlns:a16="http://schemas.microsoft.com/office/drawing/2014/main" id="{83921A83-1189-FC46-853B-80C71595C2CC}"/>
              </a:ext>
            </a:extLst>
          </p:cNvPr>
          <p:cNvSpPr>
            <a:spLocks noGrp="1"/>
          </p:cNvSpPr>
          <p:nvPr>
            <p:ph type="ftr" sz="quarter" idx="11"/>
          </p:nvPr>
        </p:nvSpPr>
        <p:spPr/>
        <p:txBody>
          <a:bodyPr/>
          <a:lstStyle/>
          <a:p>
            <a:r>
              <a:rPr lang="vi-VN" dirty="0"/>
              <a:t>Bài 6: Mảng một chiều</a:t>
            </a:r>
            <a:endParaRPr lang="en-US" dirty="0"/>
          </a:p>
        </p:txBody>
      </p:sp>
      <p:sp>
        <p:nvSpPr>
          <p:cNvPr id="5" name="Slide Number Placeholder 4">
            <a:extLst>
              <a:ext uri="{FF2B5EF4-FFF2-40B4-BE49-F238E27FC236}">
                <a16:creationId xmlns:a16="http://schemas.microsoft.com/office/drawing/2014/main" id="{90E3119B-CFF4-324D-B892-1E5470A2F92B}"/>
              </a:ext>
            </a:extLst>
          </p:cNvPr>
          <p:cNvSpPr>
            <a:spLocks noGrp="1"/>
          </p:cNvSpPr>
          <p:nvPr>
            <p:ph type="sldNum" sz="quarter" idx="12"/>
          </p:nvPr>
        </p:nvSpPr>
        <p:spPr/>
        <p:txBody>
          <a:bodyPr/>
          <a:lstStyle/>
          <a:p>
            <a:fld id="{1AD93096-5B34-4342-9326-69289CEAE4C2}" type="slidenum">
              <a:rPr lang="en-US" smtClean="0"/>
              <a:pPr/>
              <a:t>15</a:t>
            </a:fld>
            <a:endParaRPr lang="en-US" dirty="0"/>
          </a:p>
        </p:txBody>
      </p:sp>
    </p:spTree>
    <p:extLst>
      <p:ext uri="{BB962C8B-B14F-4D97-AF65-F5344CB8AC3E}">
        <p14:creationId xmlns:p14="http://schemas.microsoft.com/office/powerpoint/2010/main" val="35455515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41AF66-68E7-B54F-A0AE-E8D51FA0DFE6}"/>
              </a:ext>
            </a:extLst>
          </p:cNvPr>
          <p:cNvSpPr>
            <a:spLocks noGrp="1"/>
          </p:cNvSpPr>
          <p:nvPr>
            <p:ph type="title"/>
          </p:nvPr>
        </p:nvSpPr>
        <p:spPr/>
        <p:txBody>
          <a:bodyPr>
            <a:normAutofit fontScale="90000"/>
          </a:bodyPr>
          <a:lstStyle/>
          <a:p>
            <a:r>
              <a:rPr lang="en-VN"/>
              <a:t>HÀM CÓ THAM SỐ KIỂU MẢNG</a:t>
            </a:r>
          </a:p>
        </p:txBody>
      </p:sp>
      <p:sp>
        <p:nvSpPr>
          <p:cNvPr id="3" name="Content Placeholder 2">
            <a:extLst>
              <a:ext uri="{FF2B5EF4-FFF2-40B4-BE49-F238E27FC236}">
                <a16:creationId xmlns:a16="http://schemas.microsoft.com/office/drawing/2014/main" id="{32B2AE70-993F-724C-BED2-B73A399FFD02}"/>
              </a:ext>
            </a:extLst>
          </p:cNvPr>
          <p:cNvSpPr>
            <a:spLocks noGrp="1"/>
          </p:cNvSpPr>
          <p:nvPr>
            <p:ph idx="1"/>
          </p:nvPr>
        </p:nvSpPr>
        <p:spPr/>
        <p:txBody>
          <a:bodyPr>
            <a:normAutofit/>
          </a:bodyPr>
          <a:lstStyle/>
          <a:p>
            <a:pPr algn="just"/>
            <a:r>
              <a:rPr lang="en-VN"/>
              <a:t>Tham số của hàm có 2 dạng:</a:t>
            </a:r>
          </a:p>
          <a:p>
            <a:pPr lvl="1" algn="just"/>
            <a:r>
              <a:rPr lang="en-VN">
                <a:solidFill>
                  <a:srgbClr val="EF6822"/>
                </a:solidFill>
              </a:rPr>
              <a:t>Truyền tham trị </a:t>
            </a:r>
            <a:r>
              <a:rPr lang="en-VN"/>
              <a:t>(</a:t>
            </a:r>
            <a:r>
              <a:rPr lang="en-VN" i="1">
                <a:solidFill>
                  <a:srgbClr val="17459E"/>
                </a:solidFill>
              </a:rPr>
              <a:t>passing by value</a:t>
            </a:r>
            <a:r>
              <a:rPr lang="en-VN"/>
              <a:t>): truyền giá trị của đối số cho tham số của hàm </a:t>
            </a:r>
            <a:r>
              <a:rPr lang="en-VN" i="1"/>
              <a:t>(tham số là một bản sao của đối số)</a:t>
            </a:r>
          </a:p>
          <a:p>
            <a:pPr lvl="1" algn="just"/>
            <a:r>
              <a:rPr lang="en-VN">
                <a:solidFill>
                  <a:srgbClr val="EF6822"/>
                </a:solidFill>
              </a:rPr>
              <a:t>Truyền tham chiếu </a:t>
            </a:r>
            <a:r>
              <a:rPr lang="en-VN"/>
              <a:t>(</a:t>
            </a:r>
            <a:r>
              <a:rPr lang="en-VN" i="1">
                <a:solidFill>
                  <a:srgbClr val="17459E"/>
                </a:solidFill>
              </a:rPr>
              <a:t>passing by reference</a:t>
            </a:r>
            <a:r>
              <a:rPr lang="en-VN"/>
              <a:t>): truyền địa chỉ của đối số cho tham số của hàm </a:t>
            </a:r>
            <a:r>
              <a:rPr lang="en-VN" i="1"/>
              <a:t>(tham số và đối số là một)</a:t>
            </a:r>
          </a:p>
          <a:p>
            <a:pPr algn="just"/>
            <a:r>
              <a:rPr lang="en-VN"/>
              <a:t>Phần tiếp theo trình bày </a:t>
            </a:r>
            <a:r>
              <a:rPr lang="en-VN">
                <a:solidFill>
                  <a:srgbClr val="EF6822"/>
                </a:solidFill>
              </a:rPr>
              <a:t>2 dạng truyền tham số đối với kiểu dữ liệu tham chiếu </a:t>
            </a:r>
            <a:r>
              <a:rPr lang="en-VN"/>
              <a:t>(</a:t>
            </a:r>
            <a:r>
              <a:rPr lang="en-VN" i="1"/>
              <a:t>kiểu Mảng một chiều).</a:t>
            </a:r>
            <a:endParaRPr lang="en-VN"/>
          </a:p>
        </p:txBody>
      </p:sp>
      <p:sp>
        <p:nvSpPr>
          <p:cNvPr id="4" name="Footer Placeholder 3">
            <a:extLst>
              <a:ext uri="{FF2B5EF4-FFF2-40B4-BE49-F238E27FC236}">
                <a16:creationId xmlns:a16="http://schemas.microsoft.com/office/drawing/2014/main" id="{988761CB-12A1-8F44-A29B-5373A7ECDCAA}"/>
              </a:ext>
            </a:extLst>
          </p:cNvPr>
          <p:cNvSpPr>
            <a:spLocks noGrp="1"/>
          </p:cNvSpPr>
          <p:nvPr>
            <p:ph type="ftr" sz="quarter" idx="11"/>
          </p:nvPr>
        </p:nvSpPr>
        <p:spPr/>
        <p:txBody>
          <a:bodyPr/>
          <a:lstStyle/>
          <a:p>
            <a:r>
              <a:rPr lang="vi-VN" dirty="0"/>
              <a:t>Bài 5: Hàm</a:t>
            </a:r>
            <a:endParaRPr lang="en-US" dirty="0"/>
          </a:p>
        </p:txBody>
      </p:sp>
      <p:sp>
        <p:nvSpPr>
          <p:cNvPr id="5" name="Slide Number Placeholder 4">
            <a:extLst>
              <a:ext uri="{FF2B5EF4-FFF2-40B4-BE49-F238E27FC236}">
                <a16:creationId xmlns:a16="http://schemas.microsoft.com/office/drawing/2014/main" id="{E64096CC-DEE0-9549-A3CC-C63E540357CC}"/>
              </a:ext>
            </a:extLst>
          </p:cNvPr>
          <p:cNvSpPr>
            <a:spLocks noGrp="1"/>
          </p:cNvSpPr>
          <p:nvPr>
            <p:ph type="sldNum" sz="quarter" idx="12"/>
          </p:nvPr>
        </p:nvSpPr>
        <p:spPr/>
        <p:txBody>
          <a:bodyPr/>
          <a:lstStyle/>
          <a:p>
            <a:fld id="{1AD93096-5B34-4342-9326-69289CEAE4C2}" type="slidenum">
              <a:rPr lang="en-US" smtClean="0"/>
              <a:pPr/>
              <a:t>16</a:t>
            </a:fld>
            <a:endParaRPr lang="en-US" dirty="0"/>
          </a:p>
        </p:txBody>
      </p:sp>
    </p:spTree>
    <p:extLst>
      <p:ext uri="{BB962C8B-B14F-4D97-AF65-F5344CB8AC3E}">
        <p14:creationId xmlns:p14="http://schemas.microsoft.com/office/powerpoint/2010/main" val="36216445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EB6B4FF6-F321-E749-BC5D-27C502659B21}"/>
              </a:ext>
            </a:extLst>
          </p:cNvPr>
          <p:cNvSpPr txBox="1">
            <a:spLocks/>
          </p:cNvSpPr>
          <p:nvPr/>
        </p:nvSpPr>
        <p:spPr>
          <a:xfrm>
            <a:off x="1125534" y="968790"/>
            <a:ext cx="6892931" cy="2676289"/>
          </a:xfrm>
          <a:prstGeom prst="rect">
            <a:avLst/>
          </a:prstGeom>
        </p:spPr>
        <p:style>
          <a:lnRef idx="2">
            <a:schemeClr val="accent2"/>
          </a:lnRef>
          <a:fillRef idx="1">
            <a:schemeClr val="lt1"/>
          </a:fillRef>
          <a:effectRef idx="0">
            <a:schemeClr val="accent2"/>
          </a:effectRef>
          <a:fontRef idx="minor">
            <a:schemeClr val="dk1"/>
          </a:fontRef>
        </p:style>
        <p:txBody>
          <a:bodyPr>
            <a:noAutofit/>
          </a:bodyPr>
          <a:lstStyle>
            <a:lvl1pPr marL="308610" indent="-257175" algn="l" rtl="0" eaLnBrk="1" latinLnBrk="0" hangingPunct="1">
              <a:spcBef>
                <a:spcPts val="525"/>
              </a:spcBef>
              <a:buSzPct val="95000"/>
              <a:buFont typeface="Wingdings"/>
              <a:buChar char=""/>
              <a:defRPr sz="1500" kern="1200" spc="0">
                <a:solidFill>
                  <a:schemeClr val="tx1"/>
                </a:solidFill>
                <a:latin typeface="+mn-lt"/>
                <a:ea typeface="+mn-ea"/>
                <a:cs typeface="Arial" pitchFamily="34" charset="0"/>
              </a:defRPr>
            </a:lvl1pPr>
            <a:lvl2pPr marL="555498" indent="-214313" algn="l" rtl="0" eaLnBrk="1" latinLnBrk="0" hangingPunct="1">
              <a:spcBef>
                <a:spcPct val="20000"/>
              </a:spcBef>
              <a:buClr>
                <a:schemeClr val="accent2"/>
              </a:buClr>
              <a:buSzPct val="90000"/>
              <a:buFont typeface="Wingdings"/>
              <a:buChar char=""/>
              <a:defRPr sz="1350" kern="1200" spc="0">
                <a:solidFill>
                  <a:schemeClr val="tx1"/>
                </a:solidFill>
                <a:latin typeface="+mn-lt"/>
                <a:ea typeface="+mn-ea"/>
                <a:cs typeface="Arial" pitchFamily="34" charset="0"/>
              </a:defRPr>
            </a:lvl2pPr>
            <a:lvl3pPr marL="747522" indent="-171450" algn="l" rtl="0" eaLnBrk="1" latinLnBrk="0" hangingPunct="1">
              <a:spcBef>
                <a:spcPct val="20000"/>
              </a:spcBef>
              <a:buClr>
                <a:schemeClr val="accent2"/>
              </a:buClr>
              <a:buFont typeface="Wingdings 2"/>
              <a:buChar char=""/>
              <a:defRPr sz="1200" kern="1200" spc="0">
                <a:solidFill>
                  <a:schemeClr val="tx1"/>
                </a:solidFill>
                <a:latin typeface="+mn-lt"/>
                <a:ea typeface="+mn-ea"/>
                <a:cs typeface="Arial" pitchFamily="34" charset="0"/>
              </a:defRPr>
            </a:lvl3pPr>
            <a:lvl4pPr marL="946404" indent="-171450" algn="l" rtl="0" eaLnBrk="1" latinLnBrk="0" hangingPunct="1">
              <a:spcBef>
                <a:spcPct val="20000"/>
              </a:spcBef>
              <a:buClr>
                <a:schemeClr val="accent3"/>
              </a:buClr>
              <a:buFont typeface="Wingdings 3"/>
              <a:buChar char=""/>
              <a:defRPr sz="1200" kern="1200" spc="0">
                <a:solidFill>
                  <a:schemeClr val="tx1"/>
                </a:solidFill>
                <a:latin typeface="+mn-lt"/>
                <a:ea typeface="+mn-ea"/>
                <a:cs typeface="Arial" pitchFamily="34" charset="0"/>
              </a:defRPr>
            </a:lvl4pPr>
            <a:lvl5pPr marL="1110996" indent="-157734" algn="l" rtl="0" eaLnBrk="1" latinLnBrk="0" hangingPunct="1">
              <a:spcBef>
                <a:spcPct val="20000"/>
              </a:spcBef>
              <a:buClr>
                <a:schemeClr val="accent3"/>
              </a:buClr>
              <a:buFont typeface="Wingdings 2"/>
              <a:buChar char=""/>
              <a:defRPr sz="1050" kern="1200" spc="0">
                <a:solidFill>
                  <a:schemeClr val="tx1"/>
                </a:solidFill>
                <a:latin typeface="+mn-lt"/>
                <a:ea typeface="+mn-ea"/>
                <a:cs typeface="Arial" pitchFamily="34" charset="0"/>
              </a:defRPr>
            </a:lvl5pPr>
            <a:lvl6pPr marL="1282446" indent="-157734" algn="l" rtl="0" eaLnBrk="1" latinLnBrk="0" hangingPunct="1">
              <a:spcBef>
                <a:spcPct val="20000"/>
              </a:spcBef>
              <a:buClr>
                <a:schemeClr val="accent3"/>
              </a:buClr>
              <a:buFont typeface="Wingdings 2"/>
              <a:buChar char=""/>
              <a:defRPr sz="1350" kern="1200">
                <a:solidFill>
                  <a:schemeClr val="tx1"/>
                </a:solidFill>
                <a:latin typeface="+mn-lt"/>
                <a:ea typeface="+mn-ea"/>
                <a:cs typeface="+mn-cs"/>
              </a:defRPr>
            </a:lvl6pPr>
            <a:lvl7pPr marL="1426464"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7pPr>
            <a:lvl8pPr marL="1570482"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8pPr>
            <a:lvl9pPr marL="1714500"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9pPr>
            <a:extLst/>
          </a:lstStyle>
          <a:p>
            <a:pPr marL="51435" indent="0" algn="just">
              <a:spcBef>
                <a:spcPts val="0"/>
              </a:spcBef>
              <a:buNone/>
            </a:pPr>
            <a:r>
              <a:rPr lang="en-US" sz="1300">
                <a:solidFill>
                  <a:srgbClr val="0000FF"/>
                </a:solidFill>
                <a:latin typeface="Consolas" panose="020B0609020204030204" pitchFamily="49" charset="0"/>
              </a:rPr>
              <a:t>static</a:t>
            </a:r>
            <a:r>
              <a:rPr lang="en-US" sz="1300">
                <a:latin typeface="Consolas" panose="020B0609020204030204" pitchFamily="49" charset="0"/>
              </a:rPr>
              <a:t> </a:t>
            </a:r>
            <a:r>
              <a:rPr lang="en-US" sz="1300">
                <a:solidFill>
                  <a:srgbClr val="0000FF"/>
                </a:solidFill>
                <a:latin typeface="Consolas" panose="020B0609020204030204" pitchFamily="49" charset="0"/>
              </a:rPr>
              <a:t>void</a:t>
            </a:r>
            <a:r>
              <a:rPr lang="en-US" sz="1300">
                <a:latin typeface="Consolas" panose="020B0609020204030204" pitchFamily="49" charset="0"/>
              </a:rPr>
              <a:t> </a:t>
            </a:r>
            <a:r>
              <a:rPr lang="en-US" sz="1300">
                <a:solidFill>
                  <a:srgbClr val="FEA400"/>
                </a:solidFill>
                <a:latin typeface="Consolas" panose="020B0609020204030204" pitchFamily="49" charset="0"/>
              </a:rPr>
              <a:t>Change</a:t>
            </a:r>
            <a:r>
              <a:rPr lang="en-US" sz="1300">
                <a:latin typeface="Consolas" panose="020B0609020204030204" pitchFamily="49" charset="0"/>
              </a:rPr>
              <a:t>(</a:t>
            </a:r>
            <a:r>
              <a:rPr lang="en-US" sz="1300">
                <a:solidFill>
                  <a:srgbClr val="0000FF"/>
                </a:solidFill>
                <a:latin typeface="Consolas" panose="020B0609020204030204" pitchFamily="49" charset="0"/>
              </a:rPr>
              <a:t>int</a:t>
            </a:r>
            <a:r>
              <a:rPr lang="en-US" sz="1300">
                <a:latin typeface="Consolas" panose="020B0609020204030204" pitchFamily="49" charset="0"/>
              </a:rPr>
              <a:t>[]</a:t>
            </a:r>
            <a:r>
              <a:rPr lang="en-US" sz="1300">
                <a:solidFill>
                  <a:schemeClr val="bg1"/>
                </a:solidFill>
                <a:latin typeface="Consolas" panose="020B0609020204030204" pitchFamily="49" charset="0"/>
              </a:rPr>
              <a:t> </a:t>
            </a:r>
            <a:r>
              <a:rPr lang="en-US" sz="1300">
                <a:solidFill>
                  <a:srgbClr val="2B91AF"/>
                </a:solidFill>
                <a:latin typeface="Consolas" panose="020B0609020204030204" pitchFamily="49" charset="0"/>
              </a:rPr>
              <a:t>a</a:t>
            </a:r>
            <a:r>
              <a:rPr lang="en-US" sz="1300">
                <a:latin typeface="Consolas" panose="020B0609020204030204" pitchFamily="49" charset="0"/>
              </a:rPr>
              <a:t>)</a:t>
            </a:r>
          </a:p>
          <a:p>
            <a:pPr marL="51435" indent="0" algn="just">
              <a:spcBef>
                <a:spcPts val="0"/>
              </a:spcBef>
              <a:buNone/>
            </a:pPr>
            <a:r>
              <a:rPr lang="en-US" sz="1300">
                <a:latin typeface="Consolas" panose="020B0609020204030204" pitchFamily="49" charset="0"/>
              </a:rPr>
              <a:t>{</a:t>
            </a:r>
          </a:p>
          <a:p>
            <a:pPr marL="51435" indent="0" algn="just">
              <a:spcBef>
                <a:spcPts val="0"/>
              </a:spcBef>
              <a:buNone/>
            </a:pPr>
            <a:r>
              <a:rPr lang="en-US" sz="1300">
                <a:solidFill>
                  <a:schemeClr val="bg1"/>
                </a:solidFill>
                <a:latin typeface="Consolas" panose="020B0609020204030204" pitchFamily="49" charset="0"/>
              </a:rPr>
              <a:t>    </a:t>
            </a:r>
            <a:r>
              <a:rPr lang="en-US" sz="1300">
                <a:solidFill>
                  <a:srgbClr val="2B91AF"/>
                </a:solidFill>
                <a:latin typeface="Consolas" panose="020B0609020204030204" pitchFamily="49" charset="0"/>
              </a:rPr>
              <a:t>a[0] </a:t>
            </a:r>
            <a:r>
              <a:rPr lang="en-US" sz="1300">
                <a:latin typeface="Consolas" panose="020B0609020204030204" pitchFamily="49" charset="0"/>
              </a:rPr>
              <a:t>= 9;</a:t>
            </a:r>
          </a:p>
          <a:p>
            <a:pPr marL="51435" indent="0" algn="just">
              <a:spcBef>
                <a:spcPts val="0"/>
              </a:spcBef>
              <a:buNone/>
            </a:pPr>
            <a:r>
              <a:rPr lang="en-US" sz="1300">
                <a:solidFill>
                  <a:schemeClr val="bg1"/>
                </a:solidFill>
                <a:latin typeface="Consolas" panose="020B0609020204030204" pitchFamily="49" charset="0"/>
              </a:rPr>
              <a:t>    </a:t>
            </a:r>
            <a:r>
              <a:rPr lang="en-US" sz="1300">
                <a:solidFill>
                  <a:srgbClr val="2B91AF"/>
                </a:solidFill>
                <a:latin typeface="Consolas" panose="020B0609020204030204" pitchFamily="49" charset="0"/>
              </a:rPr>
              <a:t>Console</a:t>
            </a:r>
            <a:r>
              <a:rPr lang="en-US" sz="1300">
                <a:solidFill>
                  <a:schemeClr val="bg1"/>
                </a:solidFill>
                <a:latin typeface="Consolas" panose="020B0609020204030204" pitchFamily="49" charset="0"/>
              </a:rPr>
              <a:t>.</a:t>
            </a:r>
            <a:r>
              <a:rPr lang="en-US" sz="1300">
                <a:solidFill>
                  <a:srgbClr val="FEA400"/>
                </a:solidFill>
                <a:latin typeface="Consolas" panose="020B0609020204030204" pitchFamily="49" charset="0"/>
              </a:rPr>
              <a:t>WriteLine</a:t>
            </a:r>
            <a:r>
              <a:rPr lang="en-US" sz="1300">
                <a:solidFill>
                  <a:schemeClr val="bg1"/>
                </a:solidFill>
                <a:latin typeface="Consolas" panose="020B0609020204030204" pitchFamily="49" charset="0"/>
                <a:cs typeface="Consolas" panose="020B0609020204030204" pitchFamily="49" charset="0"/>
              </a:rPr>
              <a:t>($</a:t>
            </a:r>
            <a:r>
              <a:rPr lang="en-US" sz="1300">
                <a:solidFill>
                  <a:srgbClr val="A31515"/>
                </a:solidFill>
                <a:latin typeface="Consolas" panose="020B0609020204030204" pitchFamily="49" charset="0"/>
              </a:rPr>
              <a:t>"Inside method: a[0] = </a:t>
            </a:r>
            <a:r>
              <a:rPr lang="en-US" sz="1300">
                <a:solidFill>
                  <a:schemeClr val="bg1"/>
                </a:solidFill>
                <a:latin typeface="Consolas" panose="020B0609020204030204" pitchFamily="49" charset="0"/>
              </a:rPr>
              <a:t>{</a:t>
            </a:r>
            <a:r>
              <a:rPr lang="en-US" sz="1300">
                <a:solidFill>
                  <a:schemeClr val="accent6">
                    <a:lumMod val="75000"/>
                  </a:schemeClr>
                </a:solidFill>
                <a:latin typeface="Consolas" panose="020B0609020204030204" pitchFamily="49" charset="0"/>
              </a:rPr>
              <a:t>a[0]</a:t>
            </a:r>
            <a:r>
              <a:rPr lang="en-US" sz="1300">
                <a:solidFill>
                  <a:schemeClr val="bg1"/>
                </a:solidFill>
                <a:latin typeface="Consolas" panose="020B0609020204030204" pitchFamily="49" charset="0"/>
              </a:rPr>
              <a:t>}</a:t>
            </a:r>
            <a:r>
              <a:rPr lang="en-US" sz="1300">
                <a:solidFill>
                  <a:srgbClr val="A31515"/>
                </a:solidFill>
                <a:latin typeface="Consolas" panose="020B0609020204030204" pitchFamily="49" charset="0"/>
              </a:rPr>
              <a:t>"</a:t>
            </a:r>
            <a:r>
              <a:rPr lang="en-US" sz="1300">
                <a:solidFill>
                  <a:schemeClr val="bg1"/>
                </a:solidFill>
                <a:latin typeface="Consolas" panose="020B0609020204030204" pitchFamily="49" charset="0"/>
                <a:cs typeface="Consolas" panose="020B0609020204030204" pitchFamily="49" charset="0"/>
              </a:rPr>
              <a:t>);</a:t>
            </a:r>
            <a:endParaRPr lang="en-US" sz="1300">
              <a:solidFill>
                <a:schemeClr val="bg1"/>
              </a:solidFill>
              <a:latin typeface="Consolas" panose="020B0609020204030204" pitchFamily="49" charset="0"/>
            </a:endParaRPr>
          </a:p>
          <a:p>
            <a:pPr marL="51435" indent="0" algn="just">
              <a:spcBef>
                <a:spcPts val="0"/>
              </a:spcBef>
              <a:buNone/>
            </a:pPr>
            <a:r>
              <a:rPr lang="en-US" sz="1300">
                <a:latin typeface="Consolas" panose="020B0609020204030204" pitchFamily="49" charset="0"/>
              </a:rPr>
              <a:t>}</a:t>
            </a:r>
          </a:p>
          <a:p>
            <a:pPr marL="51435" indent="0" algn="just">
              <a:spcBef>
                <a:spcPts val="0"/>
              </a:spcBef>
              <a:buNone/>
            </a:pPr>
            <a:endParaRPr lang="en-US" sz="1300">
              <a:solidFill>
                <a:srgbClr val="0000FF"/>
              </a:solidFill>
              <a:latin typeface="Consolas" panose="020B0609020204030204" pitchFamily="49" charset="0"/>
            </a:endParaRPr>
          </a:p>
          <a:p>
            <a:pPr marL="51435" indent="0" algn="just">
              <a:spcBef>
                <a:spcPts val="0"/>
              </a:spcBef>
              <a:buNone/>
            </a:pPr>
            <a:r>
              <a:rPr lang="en-US" sz="1300">
                <a:solidFill>
                  <a:srgbClr val="0000FF"/>
                </a:solidFill>
                <a:latin typeface="Consolas" panose="020B0609020204030204" pitchFamily="49" charset="0"/>
              </a:rPr>
              <a:t>static</a:t>
            </a:r>
            <a:r>
              <a:rPr lang="en-US" sz="1300">
                <a:latin typeface="Consolas" panose="020B0609020204030204" pitchFamily="49" charset="0"/>
              </a:rPr>
              <a:t> </a:t>
            </a:r>
            <a:r>
              <a:rPr lang="en-US" sz="1300">
                <a:solidFill>
                  <a:srgbClr val="0000FF"/>
                </a:solidFill>
                <a:latin typeface="Consolas" panose="020B0609020204030204" pitchFamily="49" charset="0"/>
              </a:rPr>
              <a:t>void</a:t>
            </a:r>
            <a:r>
              <a:rPr lang="en-US" sz="1300">
                <a:latin typeface="Consolas" panose="020B0609020204030204" pitchFamily="49" charset="0"/>
              </a:rPr>
              <a:t> </a:t>
            </a:r>
            <a:r>
              <a:rPr lang="en-US" sz="1300">
                <a:solidFill>
                  <a:srgbClr val="FEA400"/>
                </a:solidFill>
                <a:latin typeface="Consolas" panose="020B0609020204030204" pitchFamily="49" charset="0"/>
              </a:rPr>
              <a:t>Main</a:t>
            </a:r>
            <a:r>
              <a:rPr lang="en-US" sz="1300">
                <a:latin typeface="Consolas" panose="020B0609020204030204" pitchFamily="49" charset="0"/>
              </a:rPr>
              <a:t>(</a:t>
            </a:r>
            <a:r>
              <a:rPr lang="en-US" sz="1300">
                <a:solidFill>
                  <a:srgbClr val="0000FF"/>
                </a:solidFill>
                <a:latin typeface="Consolas" panose="020B0609020204030204" pitchFamily="49" charset="0"/>
              </a:rPr>
              <a:t>string</a:t>
            </a:r>
            <a:r>
              <a:rPr lang="en-US" sz="1300">
                <a:latin typeface="Consolas" panose="020B0609020204030204" pitchFamily="49" charset="0"/>
              </a:rPr>
              <a:t>[] args)</a:t>
            </a:r>
          </a:p>
          <a:p>
            <a:pPr marL="51435" indent="0" algn="just">
              <a:spcBef>
                <a:spcPts val="0"/>
              </a:spcBef>
              <a:buNone/>
            </a:pPr>
            <a:r>
              <a:rPr lang="en-US" sz="1300">
                <a:latin typeface="Consolas" panose="020B0609020204030204" pitchFamily="49" charset="0"/>
              </a:rPr>
              <a:t>{</a:t>
            </a:r>
          </a:p>
          <a:p>
            <a:pPr marL="51435" indent="0">
              <a:spcBef>
                <a:spcPts val="0"/>
              </a:spcBef>
              <a:buNone/>
            </a:pPr>
            <a:r>
              <a:rPr lang="en-US" sz="1300">
                <a:solidFill>
                  <a:srgbClr val="2B91AF"/>
                </a:solidFill>
                <a:latin typeface="Consolas" panose="020B0609020204030204" pitchFamily="49" charset="0"/>
              </a:rPr>
              <a:t>    </a:t>
            </a:r>
            <a:r>
              <a:rPr lang="en-US" sz="1300">
                <a:solidFill>
                  <a:srgbClr val="0432FF"/>
                </a:solidFill>
                <a:latin typeface="Consolas" panose="020B0609020204030204" pitchFamily="49" charset="0"/>
              </a:rPr>
              <a:t>int[]</a:t>
            </a:r>
            <a:r>
              <a:rPr lang="en-US" sz="1300">
                <a:solidFill>
                  <a:schemeClr val="bg1"/>
                </a:solidFill>
                <a:latin typeface="Consolas" panose="020B0609020204030204" pitchFamily="49" charset="0"/>
              </a:rPr>
              <a:t> </a:t>
            </a:r>
            <a:r>
              <a:rPr lang="en-US" sz="1300">
                <a:solidFill>
                  <a:srgbClr val="2B91AF"/>
                </a:solidFill>
                <a:latin typeface="Consolas" panose="020B0609020204030204" pitchFamily="49" charset="0"/>
              </a:rPr>
              <a:t>a</a:t>
            </a:r>
            <a:r>
              <a:rPr lang="en-US" sz="1300">
                <a:solidFill>
                  <a:schemeClr val="bg1"/>
                </a:solidFill>
                <a:latin typeface="Consolas" panose="020B0609020204030204" pitchFamily="49" charset="0"/>
              </a:rPr>
              <a:t> </a:t>
            </a:r>
            <a:r>
              <a:rPr lang="en-US" sz="1300">
                <a:latin typeface="Consolas" panose="020B0609020204030204" pitchFamily="49" charset="0"/>
              </a:rPr>
              <a:t>=</a:t>
            </a:r>
            <a:r>
              <a:rPr lang="en-US" sz="1300">
                <a:solidFill>
                  <a:schemeClr val="bg1"/>
                </a:solidFill>
                <a:latin typeface="Consolas" panose="020B0609020204030204" pitchFamily="49" charset="0"/>
              </a:rPr>
              <a:t> </a:t>
            </a:r>
            <a:r>
              <a:rPr lang="en-US" sz="1300">
                <a:solidFill>
                  <a:srgbClr val="0432FF"/>
                </a:solidFill>
                <a:latin typeface="Consolas" panose="020B0609020204030204" pitchFamily="49" charset="0"/>
              </a:rPr>
              <a:t>new int[4] </a:t>
            </a:r>
            <a:r>
              <a:rPr lang="en-US" sz="1300">
                <a:latin typeface="Consolas" panose="020B0609020204030204" pitchFamily="49" charset="0"/>
              </a:rPr>
              <a:t>{5, 8, 2, 7}</a:t>
            </a:r>
            <a:r>
              <a:rPr lang="en-US" sz="1300">
                <a:latin typeface="Consolas" panose="020B0609020204030204" pitchFamily="49" charset="0"/>
                <a:cs typeface="Consolas" panose="020B0609020204030204" pitchFamily="49" charset="0"/>
              </a:rPr>
              <a:t>;</a:t>
            </a:r>
          </a:p>
          <a:p>
            <a:pPr marL="51435" indent="0">
              <a:spcBef>
                <a:spcPts val="0"/>
              </a:spcBef>
              <a:buNone/>
            </a:pPr>
            <a:r>
              <a:rPr lang="en-US" sz="1300">
                <a:solidFill>
                  <a:schemeClr val="bg1"/>
                </a:solidFill>
                <a:latin typeface="Consolas" panose="020B0609020204030204" pitchFamily="49" charset="0"/>
                <a:cs typeface="Consolas" panose="020B0609020204030204" pitchFamily="49" charset="0"/>
              </a:rPr>
              <a:t>    </a:t>
            </a:r>
            <a:r>
              <a:rPr lang="en-US" sz="1300">
                <a:solidFill>
                  <a:srgbClr val="2B91AF"/>
                </a:solidFill>
                <a:latin typeface="Consolas" panose="020B0609020204030204" pitchFamily="49" charset="0"/>
              </a:rPr>
              <a:t>Console</a:t>
            </a:r>
            <a:r>
              <a:rPr lang="en-US" sz="1300">
                <a:latin typeface="Consolas" panose="020B0609020204030204" pitchFamily="49" charset="0"/>
              </a:rPr>
              <a:t>.</a:t>
            </a:r>
            <a:r>
              <a:rPr lang="en-US" sz="1300">
                <a:solidFill>
                  <a:srgbClr val="FEA400"/>
                </a:solidFill>
                <a:latin typeface="Consolas" panose="020B0609020204030204" pitchFamily="49" charset="0"/>
              </a:rPr>
              <a:t>WriteLine</a:t>
            </a:r>
            <a:r>
              <a:rPr lang="en-US" sz="1300">
                <a:latin typeface="Consolas" panose="020B0609020204030204" pitchFamily="49" charset="0"/>
                <a:cs typeface="Consolas" panose="020B0609020204030204" pitchFamily="49" charset="0"/>
              </a:rPr>
              <a:t>($</a:t>
            </a:r>
            <a:r>
              <a:rPr lang="en-US" sz="1300">
                <a:solidFill>
                  <a:srgbClr val="A31515"/>
                </a:solidFill>
                <a:latin typeface="Consolas" panose="020B0609020204030204" pitchFamily="49" charset="0"/>
              </a:rPr>
              <a:t>"Before calling method: a[0] = </a:t>
            </a:r>
            <a:r>
              <a:rPr lang="en-US" sz="1300">
                <a:latin typeface="Consolas" panose="020B0609020204030204" pitchFamily="49" charset="0"/>
              </a:rPr>
              <a:t>{</a:t>
            </a:r>
            <a:r>
              <a:rPr lang="en-US" sz="1300">
                <a:solidFill>
                  <a:schemeClr val="accent6">
                    <a:lumMod val="75000"/>
                  </a:schemeClr>
                </a:solidFill>
                <a:latin typeface="Consolas" panose="020B0609020204030204" pitchFamily="49" charset="0"/>
              </a:rPr>
              <a:t>a[0]</a:t>
            </a:r>
            <a:r>
              <a:rPr lang="en-US" sz="1300">
                <a:latin typeface="Consolas" panose="020B0609020204030204" pitchFamily="49" charset="0"/>
              </a:rPr>
              <a:t>}</a:t>
            </a:r>
            <a:r>
              <a:rPr lang="en-US" sz="1300">
                <a:solidFill>
                  <a:srgbClr val="A31515"/>
                </a:solidFill>
                <a:latin typeface="Consolas" panose="020B0609020204030204" pitchFamily="49" charset="0"/>
              </a:rPr>
              <a:t>"</a:t>
            </a:r>
            <a:r>
              <a:rPr lang="en-US" sz="1300">
                <a:latin typeface="Consolas" panose="020B0609020204030204" pitchFamily="49" charset="0"/>
                <a:cs typeface="Consolas" panose="020B0609020204030204" pitchFamily="49" charset="0"/>
              </a:rPr>
              <a:t>);</a:t>
            </a:r>
          </a:p>
          <a:p>
            <a:pPr marL="51435" indent="0">
              <a:spcBef>
                <a:spcPts val="0"/>
              </a:spcBef>
              <a:buNone/>
            </a:pPr>
            <a:r>
              <a:rPr lang="en-US" sz="1300">
                <a:solidFill>
                  <a:schemeClr val="bg1"/>
                </a:solidFill>
                <a:latin typeface="Consolas" panose="020B0609020204030204" pitchFamily="49" charset="0"/>
                <a:cs typeface="Consolas" panose="020B0609020204030204" pitchFamily="49" charset="0"/>
              </a:rPr>
              <a:t>    </a:t>
            </a:r>
            <a:r>
              <a:rPr lang="en-US" sz="1300">
                <a:solidFill>
                  <a:srgbClr val="FEA400"/>
                </a:solidFill>
                <a:latin typeface="Consolas" panose="020B0609020204030204" pitchFamily="49" charset="0"/>
              </a:rPr>
              <a:t>Change</a:t>
            </a:r>
            <a:r>
              <a:rPr lang="en-US" sz="1300">
                <a:latin typeface="Consolas" panose="020B0609020204030204" pitchFamily="49" charset="0"/>
              </a:rPr>
              <a:t>(</a:t>
            </a:r>
            <a:r>
              <a:rPr lang="en-US" sz="1300">
                <a:solidFill>
                  <a:srgbClr val="2B91AF"/>
                </a:solidFill>
                <a:latin typeface="Consolas" panose="020B0609020204030204" pitchFamily="49" charset="0"/>
              </a:rPr>
              <a:t>a</a:t>
            </a:r>
            <a:r>
              <a:rPr lang="en-US" sz="1300">
                <a:latin typeface="Consolas" panose="020B0609020204030204" pitchFamily="49" charset="0"/>
              </a:rPr>
              <a:t>);</a:t>
            </a:r>
          </a:p>
          <a:p>
            <a:pPr marL="51435" indent="0">
              <a:spcBef>
                <a:spcPts val="0"/>
              </a:spcBef>
              <a:buNone/>
            </a:pPr>
            <a:r>
              <a:rPr lang="en-US" sz="1300">
                <a:solidFill>
                  <a:srgbClr val="2B91AF"/>
                </a:solidFill>
                <a:latin typeface="Consolas" panose="020B0609020204030204" pitchFamily="49" charset="0"/>
              </a:rPr>
              <a:t>    Console</a:t>
            </a:r>
            <a:r>
              <a:rPr lang="en-US" sz="1300">
                <a:latin typeface="Consolas" panose="020B0609020204030204" pitchFamily="49" charset="0"/>
              </a:rPr>
              <a:t>.</a:t>
            </a:r>
            <a:r>
              <a:rPr lang="en-US" sz="1300">
                <a:solidFill>
                  <a:srgbClr val="FEA400"/>
                </a:solidFill>
                <a:latin typeface="Consolas" panose="020B0609020204030204" pitchFamily="49" charset="0"/>
              </a:rPr>
              <a:t>WriteLine</a:t>
            </a:r>
            <a:r>
              <a:rPr lang="en-US" sz="1300">
                <a:latin typeface="Consolas" panose="020B0609020204030204" pitchFamily="49" charset="0"/>
              </a:rPr>
              <a:t>($</a:t>
            </a:r>
            <a:r>
              <a:rPr lang="en-US" sz="1300">
                <a:solidFill>
                  <a:srgbClr val="A31515"/>
                </a:solidFill>
                <a:latin typeface="Consolas" panose="020B0609020204030204" pitchFamily="49" charset="0"/>
              </a:rPr>
              <a:t>"After calling method: a[0] = </a:t>
            </a:r>
            <a:r>
              <a:rPr lang="en-US" sz="1300">
                <a:latin typeface="Consolas" panose="020B0609020204030204" pitchFamily="49" charset="0"/>
              </a:rPr>
              <a:t>{</a:t>
            </a:r>
            <a:r>
              <a:rPr lang="en-US" sz="1300">
                <a:solidFill>
                  <a:schemeClr val="accent6">
                    <a:lumMod val="75000"/>
                  </a:schemeClr>
                </a:solidFill>
                <a:latin typeface="Consolas" panose="020B0609020204030204" pitchFamily="49" charset="0"/>
              </a:rPr>
              <a:t>a[0]</a:t>
            </a:r>
            <a:r>
              <a:rPr lang="en-US" sz="1300">
                <a:latin typeface="Consolas" panose="020B0609020204030204" pitchFamily="49" charset="0"/>
              </a:rPr>
              <a:t>}</a:t>
            </a:r>
            <a:r>
              <a:rPr lang="en-US" sz="1300">
                <a:solidFill>
                  <a:srgbClr val="A31515"/>
                </a:solidFill>
                <a:latin typeface="Consolas" panose="020B0609020204030204" pitchFamily="49" charset="0"/>
              </a:rPr>
              <a:t>"</a:t>
            </a:r>
            <a:r>
              <a:rPr lang="en-US" sz="1300">
                <a:latin typeface="Consolas" panose="020B0609020204030204" pitchFamily="49" charset="0"/>
              </a:rPr>
              <a:t>);</a:t>
            </a:r>
          </a:p>
          <a:p>
            <a:pPr marL="51435" indent="0">
              <a:spcBef>
                <a:spcPts val="0"/>
              </a:spcBef>
              <a:buNone/>
            </a:pPr>
            <a:r>
              <a:rPr lang="en-US" sz="1300">
                <a:latin typeface="Consolas" panose="020B0609020204030204" pitchFamily="49" charset="0"/>
              </a:rPr>
              <a:t>}</a:t>
            </a:r>
          </a:p>
        </p:txBody>
      </p:sp>
      <p:sp>
        <p:nvSpPr>
          <p:cNvPr id="33" name="Rectangle 32">
            <a:extLst>
              <a:ext uri="{FF2B5EF4-FFF2-40B4-BE49-F238E27FC236}">
                <a16:creationId xmlns:a16="http://schemas.microsoft.com/office/drawing/2014/main" id="{97C650A7-5DBE-2F44-80F8-153C5251A0A6}"/>
              </a:ext>
            </a:extLst>
          </p:cNvPr>
          <p:cNvSpPr/>
          <p:nvPr/>
        </p:nvSpPr>
        <p:spPr>
          <a:xfrm>
            <a:off x="1475656" y="2500905"/>
            <a:ext cx="6400378" cy="535299"/>
          </a:xfrm>
          <a:prstGeom prst="rect">
            <a:avLst/>
          </a:prstGeom>
          <a:solidFill>
            <a:srgbClr val="FFFF00">
              <a:alpha val="26391"/>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2" name="Title 1">
            <a:extLst>
              <a:ext uri="{FF2B5EF4-FFF2-40B4-BE49-F238E27FC236}">
                <a16:creationId xmlns:a16="http://schemas.microsoft.com/office/drawing/2014/main" id="{2E09F558-D333-EE4F-BF8A-DD5A2AF8E8E5}"/>
              </a:ext>
            </a:extLst>
          </p:cNvPr>
          <p:cNvSpPr>
            <a:spLocks noGrp="1"/>
          </p:cNvSpPr>
          <p:nvPr>
            <p:ph type="title"/>
          </p:nvPr>
        </p:nvSpPr>
        <p:spPr/>
        <p:txBody>
          <a:bodyPr>
            <a:normAutofit fontScale="90000"/>
          </a:bodyPr>
          <a:lstStyle/>
          <a:p>
            <a:r>
              <a:rPr lang="en-US"/>
              <a:t>T</a:t>
            </a:r>
            <a:r>
              <a:rPr lang="en-VN"/>
              <a:t>RUYỀN THAM TRỊ KIỂU MẢNG</a:t>
            </a:r>
          </a:p>
        </p:txBody>
      </p:sp>
      <p:sp>
        <p:nvSpPr>
          <p:cNvPr id="4" name="Footer Placeholder 3">
            <a:extLst>
              <a:ext uri="{FF2B5EF4-FFF2-40B4-BE49-F238E27FC236}">
                <a16:creationId xmlns:a16="http://schemas.microsoft.com/office/drawing/2014/main" id="{F03246C0-7681-AD48-868A-D72606C1877E}"/>
              </a:ext>
            </a:extLst>
          </p:cNvPr>
          <p:cNvSpPr>
            <a:spLocks noGrp="1"/>
          </p:cNvSpPr>
          <p:nvPr>
            <p:ph type="ftr" sz="quarter" idx="11"/>
          </p:nvPr>
        </p:nvSpPr>
        <p:spPr/>
        <p:txBody>
          <a:bodyPr/>
          <a:lstStyle/>
          <a:p>
            <a:r>
              <a:rPr lang="vi-VN" dirty="0"/>
              <a:t>Bài 6: Mảng một chiều</a:t>
            </a:r>
            <a:endParaRPr lang="en-US" dirty="0"/>
          </a:p>
        </p:txBody>
      </p:sp>
      <p:sp>
        <p:nvSpPr>
          <p:cNvPr id="5" name="Slide Number Placeholder 4">
            <a:extLst>
              <a:ext uri="{FF2B5EF4-FFF2-40B4-BE49-F238E27FC236}">
                <a16:creationId xmlns:a16="http://schemas.microsoft.com/office/drawing/2014/main" id="{AA02F9E7-4A6D-174E-81AE-32936B7114DF}"/>
              </a:ext>
            </a:extLst>
          </p:cNvPr>
          <p:cNvSpPr>
            <a:spLocks noGrp="1"/>
          </p:cNvSpPr>
          <p:nvPr>
            <p:ph type="sldNum" sz="quarter" idx="12"/>
          </p:nvPr>
        </p:nvSpPr>
        <p:spPr/>
        <p:txBody>
          <a:bodyPr/>
          <a:lstStyle/>
          <a:p>
            <a:fld id="{1AD93096-5B34-4342-9326-69289CEAE4C2}" type="slidenum">
              <a:rPr lang="en-US" smtClean="0"/>
              <a:pPr/>
              <a:t>17</a:t>
            </a:fld>
            <a:endParaRPr lang="en-US" dirty="0"/>
          </a:p>
        </p:txBody>
      </p:sp>
      <p:sp>
        <p:nvSpPr>
          <p:cNvPr id="7" name="Rectangle 6">
            <a:extLst>
              <a:ext uri="{FF2B5EF4-FFF2-40B4-BE49-F238E27FC236}">
                <a16:creationId xmlns:a16="http://schemas.microsoft.com/office/drawing/2014/main" id="{581D02F7-FE17-3A45-9EF8-73518738E6AF}"/>
              </a:ext>
            </a:extLst>
          </p:cNvPr>
          <p:cNvSpPr/>
          <p:nvPr/>
        </p:nvSpPr>
        <p:spPr>
          <a:xfrm>
            <a:off x="2411760" y="3516665"/>
            <a:ext cx="1642611" cy="277328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VN"/>
          </a:p>
        </p:txBody>
      </p:sp>
      <p:grpSp>
        <p:nvGrpSpPr>
          <p:cNvPr id="8" name="Group 7">
            <a:extLst>
              <a:ext uri="{FF2B5EF4-FFF2-40B4-BE49-F238E27FC236}">
                <a16:creationId xmlns:a16="http://schemas.microsoft.com/office/drawing/2014/main" id="{FC784220-65BA-E445-85A3-364C034F9DFF}"/>
              </a:ext>
            </a:extLst>
          </p:cNvPr>
          <p:cNvGrpSpPr/>
          <p:nvPr/>
        </p:nvGrpSpPr>
        <p:grpSpPr>
          <a:xfrm>
            <a:off x="2551168" y="4850821"/>
            <a:ext cx="1363794" cy="1362928"/>
            <a:chOff x="2396996" y="4876740"/>
            <a:chExt cx="1363794" cy="1362928"/>
          </a:xfrm>
        </p:grpSpPr>
        <p:sp>
          <p:nvSpPr>
            <p:cNvPr id="9" name="Rectangle 8">
              <a:extLst>
                <a:ext uri="{FF2B5EF4-FFF2-40B4-BE49-F238E27FC236}">
                  <a16:creationId xmlns:a16="http://schemas.microsoft.com/office/drawing/2014/main" id="{A7624022-A600-0948-8CA0-9AD2FE03127E}"/>
                </a:ext>
              </a:extLst>
            </p:cNvPr>
            <p:cNvSpPr/>
            <p:nvPr/>
          </p:nvSpPr>
          <p:spPr>
            <a:xfrm>
              <a:off x="2396996" y="4954384"/>
              <a:ext cx="1363794" cy="1285284"/>
            </a:xfrm>
            <a:prstGeom prst="rect">
              <a:avLst/>
            </a:prstGeom>
            <a:ln/>
          </p:spPr>
          <p:style>
            <a:lnRef idx="3">
              <a:schemeClr val="lt1"/>
            </a:lnRef>
            <a:fillRef idx="1">
              <a:schemeClr val="accent5"/>
            </a:fillRef>
            <a:effectRef idx="1">
              <a:schemeClr val="accent5"/>
            </a:effectRef>
            <a:fontRef idx="minor">
              <a:schemeClr val="lt1"/>
            </a:fontRef>
          </p:style>
          <p:txBody>
            <a:bodyPr rtlCol="0" anchor="ctr"/>
            <a:lstStyle/>
            <a:p>
              <a:pPr algn="ctr"/>
              <a:endParaRPr lang="en-VN"/>
            </a:p>
          </p:txBody>
        </p:sp>
        <p:grpSp>
          <p:nvGrpSpPr>
            <p:cNvPr id="10" name="Group 9">
              <a:extLst>
                <a:ext uri="{FF2B5EF4-FFF2-40B4-BE49-F238E27FC236}">
                  <a16:creationId xmlns:a16="http://schemas.microsoft.com/office/drawing/2014/main" id="{B468D418-11EC-074F-9F75-7E0074F29199}"/>
                </a:ext>
              </a:extLst>
            </p:cNvPr>
            <p:cNvGrpSpPr/>
            <p:nvPr/>
          </p:nvGrpSpPr>
          <p:grpSpPr>
            <a:xfrm>
              <a:off x="2534490" y="4876740"/>
              <a:ext cx="1183922" cy="1290556"/>
              <a:chOff x="2534490" y="4876740"/>
              <a:chExt cx="1183922" cy="1290556"/>
            </a:xfrm>
          </p:grpSpPr>
          <p:grpSp>
            <p:nvGrpSpPr>
              <p:cNvPr id="11" name="Group 10">
                <a:extLst>
                  <a:ext uri="{FF2B5EF4-FFF2-40B4-BE49-F238E27FC236}">
                    <a16:creationId xmlns:a16="http://schemas.microsoft.com/office/drawing/2014/main" id="{D91B3FA8-0C1F-8543-9A46-469DA8BC249E}"/>
                  </a:ext>
                </a:extLst>
              </p:cNvPr>
              <p:cNvGrpSpPr/>
              <p:nvPr/>
            </p:nvGrpSpPr>
            <p:grpSpPr>
              <a:xfrm>
                <a:off x="2534490" y="5263128"/>
                <a:ext cx="1183922" cy="904168"/>
                <a:chOff x="-1544472" y="5686180"/>
                <a:chExt cx="1183922" cy="904168"/>
              </a:xfrm>
            </p:grpSpPr>
            <p:sp>
              <p:nvSpPr>
                <p:cNvPr id="18" name="Cube 17">
                  <a:extLst>
                    <a:ext uri="{FF2B5EF4-FFF2-40B4-BE49-F238E27FC236}">
                      <a16:creationId xmlns:a16="http://schemas.microsoft.com/office/drawing/2014/main" id="{CE3A5F55-9544-9B42-A42D-DDA6A7291575}"/>
                    </a:ext>
                  </a:extLst>
                </p:cNvPr>
                <p:cNvSpPr/>
                <p:nvPr/>
              </p:nvSpPr>
              <p:spPr>
                <a:xfrm>
                  <a:off x="-1544472" y="5686180"/>
                  <a:ext cx="1031924" cy="904168"/>
                </a:xfrm>
                <a:prstGeom prst="cube">
                  <a:avLst>
                    <a:gd name="adj" fmla="val 3817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9" name="TextBox 18">
                  <a:extLst>
                    <a:ext uri="{FF2B5EF4-FFF2-40B4-BE49-F238E27FC236}">
                      <a16:creationId xmlns:a16="http://schemas.microsoft.com/office/drawing/2014/main" id="{A62914F5-313F-1A4F-9018-3453BAABC9B6}"/>
                    </a:ext>
                  </a:extLst>
                </p:cNvPr>
                <p:cNvSpPr txBox="1"/>
                <p:nvPr/>
              </p:nvSpPr>
              <p:spPr>
                <a:xfrm>
                  <a:off x="-1373561" y="6042968"/>
                  <a:ext cx="357808" cy="477054"/>
                </a:xfrm>
                <a:prstGeom prst="rect">
                  <a:avLst/>
                </a:prstGeom>
                <a:noFill/>
              </p:spPr>
              <p:txBody>
                <a:bodyPr wrap="square" rtlCol="0">
                  <a:spAutoFit/>
                </a:bodyPr>
                <a:lstStyle/>
                <a:p>
                  <a:pPr algn="ctr"/>
                  <a:r>
                    <a:rPr lang="en-VN" sz="2500"/>
                    <a:t>a</a:t>
                  </a:r>
                </a:p>
              </p:txBody>
            </p:sp>
            <p:sp>
              <p:nvSpPr>
                <p:cNvPr id="20" name="TextBox 19">
                  <a:extLst>
                    <a:ext uri="{FF2B5EF4-FFF2-40B4-BE49-F238E27FC236}">
                      <a16:creationId xmlns:a16="http://schemas.microsoft.com/office/drawing/2014/main" id="{293BD32E-91E8-2A41-B869-0289303CF095}"/>
                    </a:ext>
                  </a:extLst>
                </p:cNvPr>
                <p:cNvSpPr txBox="1"/>
                <p:nvPr/>
              </p:nvSpPr>
              <p:spPr>
                <a:xfrm>
                  <a:off x="-990407" y="5863372"/>
                  <a:ext cx="629857" cy="400110"/>
                </a:xfrm>
                <a:prstGeom prst="rect">
                  <a:avLst/>
                </a:prstGeom>
                <a:noFill/>
                <a:scene3d>
                  <a:camera prst="isometricRightUp">
                    <a:rot lat="1800000" lon="18000000" rev="0"/>
                  </a:camera>
                  <a:lightRig rig="threePt" dir="t"/>
                </a:scene3d>
              </p:spPr>
              <p:txBody>
                <a:bodyPr wrap="square" rtlCol="0">
                  <a:spAutoFit/>
                </a:bodyPr>
                <a:lstStyle/>
                <a:p>
                  <a:pPr algn="ctr"/>
                  <a:r>
                    <a:rPr lang="en-US" sz="2000"/>
                    <a:t>i</a:t>
                  </a:r>
                  <a:r>
                    <a:rPr lang="en-VN" sz="2000"/>
                    <a:t>nt[]</a:t>
                  </a:r>
                </a:p>
              </p:txBody>
            </p:sp>
          </p:grpSp>
          <p:sp>
            <p:nvSpPr>
              <p:cNvPr id="13" name="TextBox 12">
                <a:extLst>
                  <a:ext uri="{FF2B5EF4-FFF2-40B4-BE49-F238E27FC236}">
                    <a16:creationId xmlns:a16="http://schemas.microsoft.com/office/drawing/2014/main" id="{127EDBD4-B8F3-9646-9CBF-BE73ED1CBA57}"/>
                  </a:ext>
                </a:extLst>
              </p:cNvPr>
              <p:cNvSpPr txBox="1"/>
              <p:nvPr/>
            </p:nvSpPr>
            <p:spPr>
              <a:xfrm>
                <a:off x="2687962" y="4876740"/>
                <a:ext cx="724979" cy="369332"/>
              </a:xfrm>
              <a:prstGeom prst="rect">
                <a:avLst/>
              </a:prstGeom>
              <a:noFill/>
            </p:spPr>
            <p:txBody>
              <a:bodyPr wrap="square" rtlCol="0">
                <a:spAutoFit/>
              </a:bodyPr>
              <a:lstStyle/>
              <a:p>
                <a:pPr algn="ctr"/>
                <a:r>
                  <a:rPr lang="en-VN" b="1">
                    <a:solidFill>
                      <a:srgbClr val="0432FF"/>
                    </a:solidFill>
                    <a:latin typeface="Calibri" panose="020F0502020204030204" pitchFamily="34" charset="0"/>
                    <a:cs typeface="Calibri" panose="020F0502020204030204" pitchFamily="34" charset="0"/>
                  </a:rPr>
                  <a:t>Main</a:t>
                </a:r>
              </a:p>
            </p:txBody>
          </p:sp>
        </p:grpSp>
      </p:grpSp>
      <p:sp>
        <p:nvSpPr>
          <p:cNvPr id="22" name="Rectangle 21">
            <a:extLst>
              <a:ext uri="{FF2B5EF4-FFF2-40B4-BE49-F238E27FC236}">
                <a16:creationId xmlns:a16="http://schemas.microsoft.com/office/drawing/2014/main" id="{BDFE48D8-F0DE-AE46-BF12-3A5B96CDCD2F}"/>
              </a:ext>
            </a:extLst>
          </p:cNvPr>
          <p:cNvSpPr/>
          <p:nvPr/>
        </p:nvSpPr>
        <p:spPr>
          <a:xfrm>
            <a:off x="4400992" y="3516665"/>
            <a:ext cx="3475042" cy="277328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VN"/>
          </a:p>
        </p:txBody>
      </p:sp>
      <p:grpSp>
        <p:nvGrpSpPr>
          <p:cNvPr id="28" name="Group 27">
            <a:extLst>
              <a:ext uri="{FF2B5EF4-FFF2-40B4-BE49-F238E27FC236}">
                <a16:creationId xmlns:a16="http://schemas.microsoft.com/office/drawing/2014/main" id="{F3216D6D-9D17-BB45-A823-ABAD5A88832A}"/>
              </a:ext>
            </a:extLst>
          </p:cNvPr>
          <p:cNvGrpSpPr/>
          <p:nvPr/>
        </p:nvGrpSpPr>
        <p:grpSpPr>
          <a:xfrm>
            <a:off x="5193662" y="4565238"/>
            <a:ext cx="1889702" cy="601403"/>
            <a:chOff x="6827979" y="5625080"/>
            <a:chExt cx="1889702" cy="601403"/>
          </a:xfrm>
        </p:grpSpPr>
        <p:sp>
          <p:nvSpPr>
            <p:cNvPr id="29" name="Cube 28">
              <a:extLst>
                <a:ext uri="{FF2B5EF4-FFF2-40B4-BE49-F238E27FC236}">
                  <a16:creationId xmlns:a16="http://schemas.microsoft.com/office/drawing/2014/main" id="{E54F7147-0958-D448-95BA-15106EF4C52B}"/>
                </a:ext>
              </a:extLst>
            </p:cNvPr>
            <p:cNvSpPr/>
            <p:nvPr/>
          </p:nvSpPr>
          <p:spPr>
            <a:xfrm>
              <a:off x="6827979" y="5625080"/>
              <a:ext cx="647861" cy="601403"/>
            </a:xfrm>
            <a:prstGeom prst="cube">
              <a:avLst>
                <a:gd name="adj" fmla="val 3817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VN"/>
                <a:t>5</a:t>
              </a:r>
            </a:p>
          </p:txBody>
        </p:sp>
        <p:sp>
          <p:nvSpPr>
            <p:cNvPr id="30" name="Cube 29">
              <a:extLst>
                <a:ext uri="{FF2B5EF4-FFF2-40B4-BE49-F238E27FC236}">
                  <a16:creationId xmlns:a16="http://schemas.microsoft.com/office/drawing/2014/main" id="{C2DB0EB1-77D3-1D4C-B253-FC473E2FB486}"/>
                </a:ext>
              </a:extLst>
            </p:cNvPr>
            <p:cNvSpPr/>
            <p:nvPr/>
          </p:nvSpPr>
          <p:spPr>
            <a:xfrm>
              <a:off x="7242682" y="5625080"/>
              <a:ext cx="647861" cy="601403"/>
            </a:xfrm>
            <a:prstGeom prst="cube">
              <a:avLst>
                <a:gd name="adj" fmla="val 3817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VN"/>
                <a:t>8</a:t>
              </a:r>
            </a:p>
          </p:txBody>
        </p:sp>
        <p:sp>
          <p:nvSpPr>
            <p:cNvPr id="31" name="Cube 30">
              <a:extLst>
                <a:ext uri="{FF2B5EF4-FFF2-40B4-BE49-F238E27FC236}">
                  <a16:creationId xmlns:a16="http://schemas.microsoft.com/office/drawing/2014/main" id="{EA68036C-8352-D641-80EF-5708FEC2EDD8}"/>
                </a:ext>
              </a:extLst>
            </p:cNvPr>
            <p:cNvSpPr/>
            <p:nvPr/>
          </p:nvSpPr>
          <p:spPr>
            <a:xfrm>
              <a:off x="7667044" y="5625080"/>
              <a:ext cx="647861" cy="601403"/>
            </a:xfrm>
            <a:prstGeom prst="cube">
              <a:avLst>
                <a:gd name="adj" fmla="val 3817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VN"/>
                <a:t>2</a:t>
              </a:r>
            </a:p>
          </p:txBody>
        </p:sp>
        <p:sp>
          <p:nvSpPr>
            <p:cNvPr id="32" name="Cube 31">
              <a:extLst>
                <a:ext uri="{FF2B5EF4-FFF2-40B4-BE49-F238E27FC236}">
                  <a16:creationId xmlns:a16="http://schemas.microsoft.com/office/drawing/2014/main" id="{7CF102E2-2BFA-0941-95B5-B772C0829E0F}"/>
                </a:ext>
              </a:extLst>
            </p:cNvPr>
            <p:cNvSpPr/>
            <p:nvPr/>
          </p:nvSpPr>
          <p:spPr>
            <a:xfrm>
              <a:off x="8069820" y="5625080"/>
              <a:ext cx="647861" cy="601403"/>
            </a:xfrm>
            <a:prstGeom prst="cube">
              <a:avLst>
                <a:gd name="adj" fmla="val 3817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VN"/>
                <a:t>7</a:t>
              </a:r>
            </a:p>
          </p:txBody>
        </p:sp>
      </p:grpSp>
      <p:cxnSp>
        <p:nvCxnSpPr>
          <p:cNvPr id="34" name="Curved Connector 33">
            <a:extLst>
              <a:ext uri="{FF2B5EF4-FFF2-40B4-BE49-F238E27FC236}">
                <a16:creationId xmlns:a16="http://schemas.microsoft.com/office/drawing/2014/main" id="{1F97BA49-0B89-EA41-A155-B2D4075614F1}"/>
              </a:ext>
            </a:extLst>
          </p:cNvPr>
          <p:cNvCxnSpPr>
            <a:cxnSpLocks/>
            <a:endCxn id="29" idx="2"/>
          </p:cNvCxnSpPr>
          <p:nvPr/>
        </p:nvCxnSpPr>
        <p:spPr>
          <a:xfrm flipV="1">
            <a:off x="3161180" y="4980732"/>
            <a:ext cx="2032482" cy="442300"/>
          </a:xfrm>
          <a:prstGeom prst="curvedConnector3">
            <a:avLst>
              <a:gd name="adj1" fmla="val 50000"/>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5" name="Line Callout 1 34">
            <a:extLst>
              <a:ext uri="{FF2B5EF4-FFF2-40B4-BE49-F238E27FC236}">
                <a16:creationId xmlns:a16="http://schemas.microsoft.com/office/drawing/2014/main" id="{64F288D1-C964-FA41-B9A6-13082D84A52A}"/>
              </a:ext>
            </a:extLst>
          </p:cNvPr>
          <p:cNvSpPr/>
          <p:nvPr/>
        </p:nvSpPr>
        <p:spPr>
          <a:xfrm>
            <a:off x="4675845" y="1904937"/>
            <a:ext cx="4072620" cy="477055"/>
          </a:xfrm>
          <a:prstGeom prst="borderCallout1">
            <a:avLst>
              <a:gd name="adj1" fmla="val 104357"/>
              <a:gd name="adj2" fmla="val 35801"/>
              <a:gd name="adj3" fmla="val 175750"/>
              <a:gd name="adj4" fmla="val 17558"/>
            </a:avLst>
          </a:prstGeom>
          <a:ln/>
        </p:spPr>
        <p:style>
          <a:lnRef idx="1">
            <a:schemeClr val="accent2"/>
          </a:lnRef>
          <a:fillRef idx="2">
            <a:schemeClr val="accent2"/>
          </a:fillRef>
          <a:effectRef idx="1">
            <a:schemeClr val="accent2"/>
          </a:effectRef>
          <a:fontRef idx="minor">
            <a:schemeClr val="dk1"/>
          </a:fontRef>
        </p:style>
        <p:txBody>
          <a:bodyPr rtlCol="0" anchor="ctr"/>
          <a:lstStyle/>
          <a:p>
            <a:r>
              <a:rPr lang="en-US">
                <a:solidFill>
                  <a:schemeClr val="tx1"/>
                </a:solidFill>
                <a:latin typeface="Consolas" panose="020B0609020204030204" pitchFamily="49" charset="0"/>
              </a:rPr>
              <a:t>Before calling method: </a:t>
            </a:r>
            <a:r>
              <a:rPr lang="en-GB" dirty="0">
                <a:solidFill>
                  <a:schemeClr val="tx1"/>
                </a:solidFill>
                <a:latin typeface="Consolas" pitchFamily="49" charset="0"/>
                <a:cs typeface="Consolas" pitchFamily="49" charset="0"/>
              </a:rPr>
              <a:t>a[0] = 5</a:t>
            </a:r>
          </a:p>
        </p:txBody>
      </p:sp>
    </p:spTree>
    <p:extLst>
      <p:ext uri="{BB962C8B-B14F-4D97-AF65-F5344CB8AC3E}">
        <p14:creationId xmlns:p14="http://schemas.microsoft.com/office/powerpoint/2010/main" val="7063102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blinds(horizontal)">
                                      <p:cBhvr>
                                        <p:cTn id="7" dur="500"/>
                                        <p:tgtEl>
                                          <p:spTgt spid="3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dissolve">
                                      <p:cBhvr>
                                        <p:cTn id="12" dur="500"/>
                                        <p:tgtEl>
                                          <p:spTgt spid="28"/>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dissolve">
                                      <p:cBhvr>
                                        <p:cTn id="15" dur="500"/>
                                        <p:tgtEl>
                                          <p:spTgt spid="22"/>
                                        </p:tgtEl>
                                      </p:cBhvr>
                                    </p:animEffect>
                                  </p:childTnLst>
                                </p:cTn>
                              </p:par>
                              <p:par>
                                <p:cTn id="16" presetID="9" presetClass="entr" presetSubtype="0" fill="hold" nodeType="withEffect">
                                  <p:stCondLst>
                                    <p:cond delay="0"/>
                                  </p:stCondLst>
                                  <p:childTnLst>
                                    <p:set>
                                      <p:cBhvr>
                                        <p:cTn id="17" dur="1" fill="hold">
                                          <p:stCondLst>
                                            <p:cond delay="0"/>
                                          </p:stCondLst>
                                        </p:cTn>
                                        <p:tgtEl>
                                          <p:spTgt spid="34"/>
                                        </p:tgtEl>
                                        <p:attrNameLst>
                                          <p:attrName>style.visibility</p:attrName>
                                        </p:attrNameLst>
                                      </p:cBhvr>
                                      <p:to>
                                        <p:strVal val="visible"/>
                                      </p:to>
                                    </p:set>
                                    <p:animEffect transition="in" filter="dissolve">
                                      <p:cBhvr>
                                        <p:cTn id="18" dur="500"/>
                                        <p:tgtEl>
                                          <p:spTgt spid="34"/>
                                        </p:tgtEl>
                                      </p:cBhvr>
                                    </p:animEffect>
                                  </p:childTnLst>
                                </p:cTn>
                              </p:par>
                              <p:par>
                                <p:cTn id="19" presetID="9" presetClass="entr" presetSubtype="0" fill="hold"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dissolve">
                                      <p:cBhvr>
                                        <p:cTn id="21" dur="500"/>
                                        <p:tgtEl>
                                          <p:spTgt spid="8"/>
                                        </p:tgtEl>
                                      </p:cBhvr>
                                    </p:animEffect>
                                  </p:childTnLst>
                                </p:cTn>
                              </p:par>
                              <p:par>
                                <p:cTn id="22" presetID="9" presetClass="entr" presetSubtype="0" fill="hold" grpId="0" nodeType="with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dissolve">
                                      <p:cBhvr>
                                        <p:cTn id="24" dur="500"/>
                                        <p:tgtEl>
                                          <p:spTgt spid="7"/>
                                        </p:tgtEl>
                                      </p:cBhvr>
                                    </p:animEffec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grpId="0" nodeType="clickEffect">
                                  <p:stCondLst>
                                    <p:cond delay="0"/>
                                  </p:stCondLst>
                                  <p:childTnLst>
                                    <p:set>
                                      <p:cBhvr>
                                        <p:cTn id="28" dur="1" fill="hold">
                                          <p:stCondLst>
                                            <p:cond delay="0"/>
                                          </p:stCondLst>
                                        </p:cTn>
                                        <p:tgtEl>
                                          <p:spTgt spid="35"/>
                                        </p:tgtEl>
                                        <p:attrNameLst>
                                          <p:attrName>style.visibility</p:attrName>
                                        </p:attrNameLst>
                                      </p:cBhvr>
                                      <p:to>
                                        <p:strVal val="visible"/>
                                      </p:to>
                                    </p:set>
                                    <p:animEffect transition="in" filter="dissolve">
                                      <p:cBhvr>
                                        <p:cTn id="29"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7" grpId="0" animBg="1"/>
      <p:bldP spid="22" grpId="0" animBg="1"/>
      <p:bldP spid="35"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09F558-D333-EE4F-BF8A-DD5A2AF8E8E5}"/>
              </a:ext>
            </a:extLst>
          </p:cNvPr>
          <p:cNvSpPr>
            <a:spLocks noGrp="1"/>
          </p:cNvSpPr>
          <p:nvPr>
            <p:ph type="title"/>
          </p:nvPr>
        </p:nvSpPr>
        <p:spPr/>
        <p:txBody>
          <a:bodyPr>
            <a:normAutofit fontScale="90000"/>
          </a:bodyPr>
          <a:lstStyle/>
          <a:p>
            <a:r>
              <a:rPr lang="en-US"/>
              <a:t>T</a:t>
            </a:r>
            <a:r>
              <a:rPr lang="en-VN"/>
              <a:t>RUYỀN THAM TRỊ KIỂU MẢNG</a:t>
            </a:r>
          </a:p>
        </p:txBody>
      </p:sp>
      <p:sp>
        <p:nvSpPr>
          <p:cNvPr id="4" name="Footer Placeholder 3">
            <a:extLst>
              <a:ext uri="{FF2B5EF4-FFF2-40B4-BE49-F238E27FC236}">
                <a16:creationId xmlns:a16="http://schemas.microsoft.com/office/drawing/2014/main" id="{F03246C0-7681-AD48-868A-D72606C1877E}"/>
              </a:ext>
            </a:extLst>
          </p:cNvPr>
          <p:cNvSpPr>
            <a:spLocks noGrp="1"/>
          </p:cNvSpPr>
          <p:nvPr>
            <p:ph type="ftr" sz="quarter" idx="11"/>
          </p:nvPr>
        </p:nvSpPr>
        <p:spPr/>
        <p:txBody>
          <a:bodyPr/>
          <a:lstStyle/>
          <a:p>
            <a:r>
              <a:rPr lang="vi-VN" dirty="0"/>
              <a:t>Bài 6: Mảng một chiều</a:t>
            </a:r>
            <a:endParaRPr lang="en-US" dirty="0"/>
          </a:p>
        </p:txBody>
      </p:sp>
      <p:sp>
        <p:nvSpPr>
          <p:cNvPr id="5" name="Slide Number Placeholder 4">
            <a:extLst>
              <a:ext uri="{FF2B5EF4-FFF2-40B4-BE49-F238E27FC236}">
                <a16:creationId xmlns:a16="http://schemas.microsoft.com/office/drawing/2014/main" id="{AA02F9E7-4A6D-174E-81AE-32936B7114DF}"/>
              </a:ext>
            </a:extLst>
          </p:cNvPr>
          <p:cNvSpPr>
            <a:spLocks noGrp="1"/>
          </p:cNvSpPr>
          <p:nvPr>
            <p:ph type="sldNum" sz="quarter" idx="12"/>
          </p:nvPr>
        </p:nvSpPr>
        <p:spPr/>
        <p:txBody>
          <a:bodyPr/>
          <a:lstStyle/>
          <a:p>
            <a:fld id="{1AD93096-5B34-4342-9326-69289CEAE4C2}" type="slidenum">
              <a:rPr lang="en-US" smtClean="0"/>
              <a:pPr/>
              <a:t>18</a:t>
            </a:fld>
            <a:endParaRPr lang="en-US" dirty="0"/>
          </a:p>
        </p:txBody>
      </p:sp>
      <p:sp>
        <p:nvSpPr>
          <p:cNvPr id="6" name="Content Placeholder 5">
            <a:extLst>
              <a:ext uri="{FF2B5EF4-FFF2-40B4-BE49-F238E27FC236}">
                <a16:creationId xmlns:a16="http://schemas.microsoft.com/office/drawing/2014/main" id="{EB6B4FF6-F321-E749-BC5D-27C502659B21}"/>
              </a:ext>
            </a:extLst>
          </p:cNvPr>
          <p:cNvSpPr txBox="1">
            <a:spLocks/>
          </p:cNvSpPr>
          <p:nvPr/>
        </p:nvSpPr>
        <p:spPr>
          <a:xfrm>
            <a:off x="1125534" y="968790"/>
            <a:ext cx="6892931" cy="2676289"/>
          </a:xfrm>
          <a:prstGeom prst="rect">
            <a:avLst/>
          </a:prstGeom>
        </p:spPr>
        <p:style>
          <a:lnRef idx="2">
            <a:schemeClr val="accent2"/>
          </a:lnRef>
          <a:fillRef idx="1">
            <a:schemeClr val="lt1"/>
          </a:fillRef>
          <a:effectRef idx="0">
            <a:schemeClr val="accent2"/>
          </a:effectRef>
          <a:fontRef idx="minor">
            <a:schemeClr val="dk1"/>
          </a:fontRef>
        </p:style>
        <p:txBody>
          <a:bodyPr>
            <a:noAutofit/>
          </a:bodyPr>
          <a:lstStyle>
            <a:lvl1pPr marL="308610" indent="-257175" algn="l" rtl="0" eaLnBrk="1" latinLnBrk="0" hangingPunct="1">
              <a:spcBef>
                <a:spcPts val="525"/>
              </a:spcBef>
              <a:buSzPct val="95000"/>
              <a:buFont typeface="Wingdings"/>
              <a:buChar char=""/>
              <a:defRPr sz="1500" kern="1200" spc="0">
                <a:solidFill>
                  <a:schemeClr val="tx1"/>
                </a:solidFill>
                <a:latin typeface="+mn-lt"/>
                <a:ea typeface="+mn-ea"/>
                <a:cs typeface="Arial" pitchFamily="34" charset="0"/>
              </a:defRPr>
            </a:lvl1pPr>
            <a:lvl2pPr marL="555498" indent="-214313" algn="l" rtl="0" eaLnBrk="1" latinLnBrk="0" hangingPunct="1">
              <a:spcBef>
                <a:spcPct val="20000"/>
              </a:spcBef>
              <a:buClr>
                <a:schemeClr val="accent2"/>
              </a:buClr>
              <a:buSzPct val="90000"/>
              <a:buFont typeface="Wingdings"/>
              <a:buChar char=""/>
              <a:defRPr sz="1350" kern="1200" spc="0">
                <a:solidFill>
                  <a:schemeClr val="tx1"/>
                </a:solidFill>
                <a:latin typeface="+mn-lt"/>
                <a:ea typeface="+mn-ea"/>
                <a:cs typeface="Arial" pitchFamily="34" charset="0"/>
              </a:defRPr>
            </a:lvl2pPr>
            <a:lvl3pPr marL="747522" indent="-171450" algn="l" rtl="0" eaLnBrk="1" latinLnBrk="0" hangingPunct="1">
              <a:spcBef>
                <a:spcPct val="20000"/>
              </a:spcBef>
              <a:buClr>
                <a:schemeClr val="accent2"/>
              </a:buClr>
              <a:buFont typeface="Wingdings 2"/>
              <a:buChar char=""/>
              <a:defRPr sz="1200" kern="1200" spc="0">
                <a:solidFill>
                  <a:schemeClr val="tx1"/>
                </a:solidFill>
                <a:latin typeface="+mn-lt"/>
                <a:ea typeface="+mn-ea"/>
                <a:cs typeface="Arial" pitchFamily="34" charset="0"/>
              </a:defRPr>
            </a:lvl3pPr>
            <a:lvl4pPr marL="946404" indent="-171450" algn="l" rtl="0" eaLnBrk="1" latinLnBrk="0" hangingPunct="1">
              <a:spcBef>
                <a:spcPct val="20000"/>
              </a:spcBef>
              <a:buClr>
                <a:schemeClr val="accent3"/>
              </a:buClr>
              <a:buFont typeface="Wingdings 3"/>
              <a:buChar char=""/>
              <a:defRPr sz="1200" kern="1200" spc="0">
                <a:solidFill>
                  <a:schemeClr val="tx1"/>
                </a:solidFill>
                <a:latin typeface="+mn-lt"/>
                <a:ea typeface="+mn-ea"/>
                <a:cs typeface="Arial" pitchFamily="34" charset="0"/>
              </a:defRPr>
            </a:lvl4pPr>
            <a:lvl5pPr marL="1110996" indent="-157734" algn="l" rtl="0" eaLnBrk="1" latinLnBrk="0" hangingPunct="1">
              <a:spcBef>
                <a:spcPct val="20000"/>
              </a:spcBef>
              <a:buClr>
                <a:schemeClr val="accent3"/>
              </a:buClr>
              <a:buFont typeface="Wingdings 2"/>
              <a:buChar char=""/>
              <a:defRPr sz="1050" kern="1200" spc="0">
                <a:solidFill>
                  <a:schemeClr val="tx1"/>
                </a:solidFill>
                <a:latin typeface="+mn-lt"/>
                <a:ea typeface="+mn-ea"/>
                <a:cs typeface="Arial" pitchFamily="34" charset="0"/>
              </a:defRPr>
            </a:lvl5pPr>
            <a:lvl6pPr marL="1282446" indent="-157734" algn="l" rtl="0" eaLnBrk="1" latinLnBrk="0" hangingPunct="1">
              <a:spcBef>
                <a:spcPct val="20000"/>
              </a:spcBef>
              <a:buClr>
                <a:schemeClr val="accent3"/>
              </a:buClr>
              <a:buFont typeface="Wingdings 2"/>
              <a:buChar char=""/>
              <a:defRPr sz="1350" kern="1200">
                <a:solidFill>
                  <a:schemeClr val="tx1"/>
                </a:solidFill>
                <a:latin typeface="+mn-lt"/>
                <a:ea typeface="+mn-ea"/>
                <a:cs typeface="+mn-cs"/>
              </a:defRPr>
            </a:lvl6pPr>
            <a:lvl7pPr marL="1426464"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7pPr>
            <a:lvl8pPr marL="1570482"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8pPr>
            <a:lvl9pPr marL="1714500"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9pPr>
            <a:extLst/>
          </a:lstStyle>
          <a:p>
            <a:pPr marL="51435" indent="0" algn="just">
              <a:spcBef>
                <a:spcPts val="0"/>
              </a:spcBef>
              <a:buNone/>
            </a:pPr>
            <a:r>
              <a:rPr lang="en-US" sz="1300">
                <a:solidFill>
                  <a:srgbClr val="0000FF"/>
                </a:solidFill>
                <a:latin typeface="Consolas" panose="020B0609020204030204" pitchFamily="49" charset="0"/>
              </a:rPr>
              <a:t>static</a:t>
            </a:r>
            <a:r>
              <a:rPr lang="en-US" sz="1300">
                <a:latin typeface="Consolas" panose="020B0609020204030204" pitchFamily="49" charset="0"/>
              </a:rPr>
              <a:t> </a:t>
            </a:r>
            <a:r>
              <a:rPr lang="en-US" sz="1300">
                <a:solidFill>
                  <a:srgbClr val="0000FF"/>
                </a:solidFill>
                <a:latin typeface="Consolas" panose="020B0609020204030204" pitchFamily="49" charset="0"/>
              </a:rPr>
              <a:t>void</a:t>
            </a:r>
            <a:r>
              <a:rPr lang="en-US" sz="1300">
                <a:latin typeface="Consolas" panose="020B0609020204030204" pitchFamily="49" charset="0"/>
              </a:rPr>
              <a:t> </a:t>
            </a:r>
            <a:r>
              <a:rPr lang="en-US" sz="1300">
                <a:solidFill>
                  <a:srgbClr val="FEA400"/>
                </a:solidFill>
                <a:latin typeface="Consolas" panose="020B0609020204030204" pitchFamily="49" charset="0"/>
              </a:rPr>
              <a:t>Change</a:t>
            </a:r>
            <a:r>
              <a:rPr lang="en-US" sz="1300">
                <a:latin typeface="Consolas" panose="020B0609020204030204" pitchFamily="49" charset="0"/>
              </a:rPr>
              <a:t>(</a:t>
            </a:r>
            <a:r>
              <a:rPr lang="en-US" sz="1300">
                <a:solidFill>
                  <a:srgbClr val="0000FF"/>
                </a:solidFill>
                <a:latin typeface="Consolas" panose="020B0609020204030204" pitchFamily="49" charset="0"/>
              </a:rPr>
              <a:t>int</a:t>
            </a:r>
            <a:r>
              <a:rPr lang="en-US" sz="1300">
                <a:latin typeface="Consolas" panose="020B0609020204030204" pitchFamily="49" charset="0"/>
              </a:rPr>
              <a:t>[]</a:t>
            </a:r>
            <a:r>
              <a:rPr lang="en-US" sz="1300">
                <a:solidFill>
                  <a:schemeClr val="bg1"/>
                </a:solidFill>
                <a:latin typeface="Consolas" panose="020B0609020204030204" pitchFamily="49" charset="0"/>
              </a:rPr>
              <a:t> </a:t>
            </a:r>
            <a:r>
              <a:rPr lang="en-US" sz="1300">
                <a:solidFill>
                  <a:srgbClr val="2B91AF"/>
                </a:solidFill>
                <a:latin typeface="Consolas" panose="020B0609020204030204" pitchFamily="49" charset="0"/>
              </a:rPr>
              <a:t>a</a:t>
            </a:r>
            <a:r>
              <a:rPr lang="en-US" sz="1300">
                <a:latin typeface="Consolas" panose="020B0609020204030204" pitchFamily="49" charset="0"/>
              </a:rPr>
              <a:t>)</a:t>
            </a:r>
          </a:p>
          <a:p>
            <a:pPr marL="51435" indent="0" algn="just">
              <a:spcBef>
                <a:spcPts val="0"/>
              </a:spcBef>
              <a:buNone/>
            </a:pPr>
            <a:r>
              <a:rPr lang="en-US" sz="1300">
                <a:latin typeface="Consolas" panose="020B0609020204030204" pitchFamily="49" charset="0"/>
              </a:rPr>
              <a:t>{</a:t>
            </a:r>
          </a:p>
          <a:p>
            <a:pPr marL="51435" indent="0" algn="just">
              <a:spcBef>
                <a:spcPts val="0"/>
              </a:spcBef>
              <a:buNone/>
            </a:pPr>
            <a:r>
              <a:rPr lang="en-US" sz="1300">
                <a:solidFill>
                  <a:schemeClr val="bg1"/>
                </a:solidFill>
                <a:latin typeface="Consolas" panose="020B0609020204030204" pitchFamily="49" charset="0"/>
              </a:rPr>
              <a:t>    </a:t>
            </a:r>
            <a:r>
              <a:rPr lang="en-US" sz="1300">
                <a:solidFill>
                  <a:srgbClr val="2B91AF"/>
                </a:solidFill>
                <a:latin typeface="Consolas" panose="020B0609020204030204" pitchFamily="49" charset="0"/>
              </a:rPr>
              <a:t>a[0] </a:t>
            </a:r>
            <a:r>
              <a:rPr lang="en-US" sz="1300">
                <a:latin typeface="Consolas" panose="020B0609020204030204" pitchFamily="49" charset="0"/>
              </a:rPr>
              <a:t>= 9;</a:t>
            </a:r>
          </a:p>
          <a:p>
            <a:pPr marL="51435" indent="0" algn="just">
              <a:spcBef>
                <a:spcPts val="0"/>
              </a:spcBef>
              <a:buNone/>
            </a:pPr>
            <a:r>
              <a:rPr lang="en-US" sz="1300">
                <a:solidFill>
                  <a:schemeClr val="bg1"/>
                </a:solidFill>
                <a:latin typeface="Consolas" panose="020B0609020204030204" pitchFamily="49" charset="0"/>
              </a:rPr>
              <a:t>    </a:t>
            </a:r>
            <a:r>
              <a:rPr lang="en-US" sz="1300">
                <a:solidFill>
                  <a:srgbClr val="2B91AF"/>
                </a:solidFill>
                <a:latin typeface="Consolas" panose="020B0609020204030204" pitchFamily="49" charset="0"/>
              </a:rPr>
              <a:t>Console</a:t>
            </a:r>
            <a:r>
              <a:rPr lang="en-US" sz="1300">
                <a:solidFill>
                  <a:schemeClr val="bg1"/>
                </a:solidFill>
                <a:latin typeface="Consolas" panose="020B0609020204030204" pitchFamily="49" charset="0"/>
              </a:rPr>
              <a:t>.</a:t>
            </a:r>
            <a:r>
              <a:rPr lang="en-US" sz="1300">
                <a:solidFill>
                  <a:srgbClr val="FEA400"/>
                </a:solidFill>
                <a:latin typeface="Consolas" panose="020B0609020204030204" pitchFamily="49" charset="0"/>
              </a:rPr>
              <a:t>WriteLine</a:t>
            </a:r>
            <a:r>
              <a:rPr lang="en-US" sz="1300">
                <a:solidFill>
                  <a:schemeClr val="bg1"/>
                </a:solidFill>
                <a:latin typeface="Consolas" panose="020B0609020204030204" pitchFamily="49" charset="0"/>
                <a:cs typeface="Consolas" panose="020B0609020204030204" pitchFamily="49" charset="0"/>
              </a:rPr>
              <a:t>($</a:t>
            </a:r>
            <a:r>
              <a:rPr lang="en-US" sz="1300">
                <a:solidFill>
                  <a:srgbClr val="A31515"/>
                </a:solidFill>
                <a:latin typeface="Consolas" panose="020B0609020204030204" pitchFamily="49" charset="0"/>
              </a:rPr>
              <a:t>"Inside method: a[0] = </a:t>
            </a:r>
            <a:r>
              <a:rPr lang="en-US" sz="1300">
                <a:solidFill>
                  <a:schemeClr val="bg1"/>
                </a:solidFill>
                <a:latin typeface="Consolas" panose="020B0609020204030204" pitchFamily="49" charset="0"/>
              </a:rPr>
              <a:t>{</a:t>
            </a:r>
            <a:r>
              <a:rPr lang="en-US" sz="1300">
                <a:solidFill>
                  <a:schemeClr val="accent6">
                    <a:lumMod val="75000"/>
                  </a:schemeClr>
                </a:solidFill>
                <a:latin typeface="Consolas" panose="020B0609020204030204" pitchFamily="49" charset="0"/>
              </a:rPr>
              <a:t>a[0]</a:t>
            </a:r>
            <a:r>
              <a:rPr lang="en-US" sz="1300">
                <a:solidFill>
                  <a:schemeClr val="bg1"/>
                </a:solidFill>
                <a:latin typeface="Consolas" panose="020B0609020204030204" pitchFamily="49" charset="0"/>
              </a:rPr>
              <a:t>}</a:t>
            </a:r>
            <a:r>
              <a:rPr lang="en-US" sz="1300">
                <a:solidFill>
                  <a:srgbClr val="A31515"/>
                </a:solidFill>
                <a:latin typeface="Consolas" panose="020B0609020204030204" pitchFamily="49" charset="0"/>
              </a:rPr>
              <a:t>"</a:t>
            </a:r>
            <a:r>
              <a:rPr lang="en-US" sz="1300">
                <a:solidFill>
                  <a:schemeClr val="bg1"/>
                </a:solidFill>
                <a:latin typeface="Consolas" panose="020B0609020204030204" pitchFamily="49" charset="0"/>
                <a:cs typeface="Consolas" panose="020B0609020204030204" pitchFamily="49" charset="0"/>
              </a:rPr>
              <a:t>);</a:t>
            </a:r>
            <a:endParaRPr lang="en-US" sz="1300">
              <a:solidFill>
                <a:schemeClr val="bg1"/>
              </a:solidFill>
              <a:latin typeface="Consolas" panose="020B0609020204030204" pitchFamily="49" charset="0"/>
            </a:endParaRPr>
          </a:p>
          <a:p>
            <a:pPr marL="51435" indent="0" algn="just">
              <a:spcBef>
                <a:spcPts val="0"/>
              </a:spcBef>
              <a:buNone/>
            </a:pPr>
            <a:r>
              <a:rPr lang="en-US" sz="1300">
                <a:latin typeface="Consolas" panose="020B0609020204030204" pitchFamily="49" charset="0"/>
              </a:rPr>
              <a:t>}</a:t>
            </a:r>
          </a:p>
          <a:p>
            <a:pPr marL="51435" indent="0" algn="just">
              <a:spcBef>
                <a:spcPts val="0"/>
              </a:spcBef>
              <a:buNone/>
            </a:pPr>
            <a:endParaRPr lang="en-US" sz="1300">
              <a:solidFill>
                <a:srgbClr val="0000FF"/>
              </a:solidFill>
              <a:latin typeface="Consolas" panose="020B0609020204030204" pitchFamily="49" charset="0"/>
            </a:endParaRPr>
          </a:p>
          <a:p>
            <a:pPr marL="51435" indent="0" algn="just">
              <a:spcBef>
                <a:spcPts val="0"/>
              </a:spcBef>
              <a:buNone/>
            </a:pPr>
            <a:r>
              <a:rPr lang="en-US" sz="1300">
                <a:solidFill>
                  <a:srgbClr val="0000FF"/>
                </a:solidFill>
                <a:latin typeface="Consolas" panose="020B0609020204030204" pitchFamily="49" charset="0"/>
              </a:rPr>
              <a:t>static</a:t>
            </a:r>
            <a:r>
              <a:rPr lang="en-US" sz="1300">
                <a:latin typeface="Consolas" panose="020B0609020204030204" pitchFamily="49" charset="0"/>
              </a:rPr>
              <a:t> </a:t>
            </a:r>
            <a:r>
              <a:rPr lang="en-US" sz="1300">
                <a:solidFill>
                  <a:srgbClr val="0000FF"/>
                </a:solidFill>
                <a:latin typeface="Consolas" panose="020B0609020204030204" pitchFamily="49" charset="0"/>
              </a:rPr>
              <a:t>void</a:t>
            </a:r>
            <a:r>
              <a:rPr lang="en-US" sz="1300">
                <a:latin typeface="Consolas" panose="020B0609020204030204" pitchFamily="49" charset="0"/>
              </a:rPr>
              <a:t> </a:t>
            </a:r>
            <a:r>
              <a:rPr lang="en-US" sz="1300">
                <a:solidFill>
                  <a:srgbClr val="FEA400"/>
                </a:solidFill>
                <a:latin typeface="Consolas" panose="020B0609020204030204" pitchFamily="49" charset="0"/>
              </a:rPr>
              <a:t>Main</a:t>
            </a:r>
            <a:r>
              <a:rPr lang="en-US" sz="1300">
                <a:latin typeface="Consolas" panose="020B0609020204030204" pitchFamily="49" charset="0"/>
              </a:rPr>
              <a:t>(</a:t>
            </a:r>
            <a:r>
              <a:rPr lang="en-US" sz="1300">
                <a:solidFill>
                  <a:srgbClr val="0000FF"/>
                </a:solidFill>
                <a:latin typeface="Consolas" panose="020B0609020204030204" pitchFamily="49" charset="0"/>
              </a:rPr>
              <a:t>string</a:t>
            </a:r>
            <a:r>
              <a:rPr lang="en-US" sz="1300">
                <a:latin typeface="Consolas" panose="020B0609020204030204" pitchFamily="49" charset="0"/>
              </a:rPr>
              <a:t>[] args)</a:t>
            </a:r>
          </a:p>
          <a:p>
            <a:pPr marL="51435" indent="0" algn="just">
              <a:spcBef>
                <a:spcPts val="0"/>
              </a:spcBef>
              <a:buNone/>
            </a:pPr>
            <a:r>
              <a:rPr lang="en-US" sz="1300">
                <a:latin typeface="Consolas" panose="020B0609020204030204" pitchFamily="49" charset="0"/>
              </a:rPr>
              <a:t>{</a:t>
            </a:r>
          </a:p>
          <a:p>
            <a:pPr marL="51435" indent="0">
              <a:spcBef>
                <a:spcPts val="0"/>
              </a:spcBef>
              <a:buNone/>
            </a:pPr>
            <a:r>
              <a:rPr lang="en-US" sz="1300">
                <a:solidFill>
                  <a:srgbClr val="2B91AF"/>
                </a:solidFill>
                <a:latin typeface="Consolas" panose="020B0609020204030204" pitchFamily="49" charset="0"/>
              </a:rPr>
              <a:t>    </a:t>
            </a:r>
            <a:r>
              <a:rPr lang="en-US" sz="1300">
                <a:solidFill>
                  <a:srgbClr val="0432FF"/>
                </a:solidFill>
                <a:latin typeface="Consolas" panose="020B0609020204030204" pitchFamily="49" charset="0"/>
              </a:rPr>
              <a:t>int[]</a:t>
            </a:r>
            <a:r>
              <a:rPr lang="en-US" sz="1300">
                <a:solidFill>
                  <a:schemeClr val="bg1"/>
                </a:solidFill>
                <a:latin typeface="Consolas" panose="020B0609020204030204" pitchFamily="49" charset="0"/>
              </a:rPr>
              <a:t> </a:t>
            </a:r>
            <a:r>
              <a:rPr lang="en-US" sz="1300">
                <a:solidFill>
                  <a:srgbClr val="2B91AF"/>
                </a:solidFill>
                <a:latin typeface="Consolas" panose="020B0609020204030204" pitchFamily="49" charset="0"/>
              </a:rPr>
              <a:t>a</a:t>
            </a:r>
            <a:r>
              <a:rPr lang="en-US" sz="1300">
                <a:solidFill>
                  <a:schemeClr val="bg1"/>
                </a:solidFill>
                <a:latin typeface="Consolas" panose="020B0609020204030204" pitchFamily="49" charset="0"/>
              </a:rPr>
              <a:t> </a:t>
            </a:r>
            <a:r>
              <a:rPr lang="en-US" sz="1300">
                <a:latin typeface="Consolas" panose="020B0609020204030204" pitchFamily="49" charset="0"/>
              </a:rPr>
              <a:t>=</a:t>
            </a:r>
            <a:r>
              <a:rPr lang="en-US" sz="1300">
                <a:solidFill>
                  <a:schemeClr val="bg1"/>
                </a:solidFill>
                <a:latin typeface="Consolas" panose="020B0609020204030204" pitchFamily="49" charset="0"/>
              </a:rPr>
              <a:t> </a:t>
            </a:r>
            <a:r>
              <a:rPr lang="en-US" sz="1300">
                <a:solidFill>
                  <a:srgbClr val="0432FF"/>
                </a:solidFill>
                <a:latin typeface="Consolas" panose="020B0609020204030204" pitchFamily="49" charset="0"/>
              </a:rPr>
              <a:t>new int[4] </a:t>
            </a:r>
            <a:r>
              <a:rPr lang="en-US" sz="1300">
                <a:latin typeface="Consolas" panose="020B0609020204030204" pitchFamily="49" charset="0"/>
              </a:rPr>
              <a:t>{5, 8, 2, 7}</a:t>
            </a:r>
            <a:r>
              <a:rPr lang="en-US" sz="1300">
                <a:latin typeface="Consolas" panose="020B0609020204030204" pitchFamily="49" charset="0"/>
                <a:cs typeface="Consolas" panose="020B0609020204030204" pitchFamily="49" charset="0"/>
              </a:rPr>
              <a:t>;</a:t>
            </a:r>
          </a:p>
          <a:p>
            <a:pPr marL="51435" indent="0">
              <a:spcBef>
                <a:spcPts val="0"/>
              </a:spcBef>
              <a:buNone/>
            </a:pPr>
            <a:r>
              <a:rPr lang="en-US" sz="1300">
                <a:solidFill>
                  <a:schemeClr val="bg1"/>
                </a:solidFill>
                <a:latin typeface="Consolas" panose="020B0609020204030204" pitchFamily="49" charset="0"/>
                <a:cs typeface="Consolas" panose="020B0609020204030204" pitchFamily="49" charset="0"/>
              </a:rPr>
              <a:t>    </a:t>
            </a:r>
            <a:r>
              <a:rPr lang="en-US" sz="1300">
                <a:solidFill>
                  <a:srgbClr val="2B91AF"/>
                </a:solidFill>
                <a:latin typeface="Consolas" panose="020B0609020204030204" pitchFamily="49" charset="0"/>
              </a:rPr>
              <a:t>Console</a:t>
            </a:r>
            <a:r>
              <a:rPr lang="en-US" sz="1300">
                <a:latin typeface="Consolas" panose="020B0609020204030204" pitchFamily="49" charset="0"/>
              </a:rPr>
              <a:t>.</a:t>
            </a:r>
            <a:r>
              <a:rPr lang="en-US" sz="1300">
                <a:solidFill>
                  <a:srgbClr val="FEA400"/>
                </a:solidFill>
                <a:latin typeface="Consolas" panose="020B0609020204030204" pitchFamily="49" charset="0"/>
              </a:rPr>
              <a:t>WriteLine</a:t>
            </a:r>
            <a:r>
              <a:rPr lang="en-US" sz="1300">
                <a:latin typeface="Consolas" panose="020B0609020204030204" pitchFamily="49" charset="0"/>
                <a:cs typeface="Consolas" panose="020B0609020204030204" pitchFamily="49" charset="0"/>
              </a:rPr>
              <a:t>($</a:t>
            </a:r>
            <a:r>
              <a:rPr lang="en-US" sz="1300">
                <a:solidFill>
                  <a:srgbClr val="A31515"/>
                </a:solidFill>
                <a:latin typeface="Consolas" panose="020B0609020204030204" pitchFamily="49" charset="0"/>
              </a:rPr>
              <a:t>"Before calling method: a[0] = </a:t>
            </a:r>
            <a:r>
              <a:rPr lang="en-US" sz="1300">
                <a:latin typeface="Consolas" panose="020B0609020204030204" pitchFamily="49" charset="0"/>
              </a:rPr>
              <a:t>{</a:t>
            </a:r>
            <a:r>
              <a:rPr lang="en-US" sz="1300">
                <a:solidFill>
                  <a:schemeClr val="accent6">
                    <a:lumMod val="75000"/>
                  </a:schemeClr>
                </a:solidFill>
                <a:latin typeface="Consolas" panose="020B0609020204030204" pitchFamily="49" charset="0"/>
              </a:rPr>
              <a:t>a[0]</a:t>
            </a:r>
            <a:r>
              <a:rPr lang="en-US" sz="1300">
                <a:latin typeface="Consolas" panose="020B0609020204030204" pitchFamily="49" charset="0"/>
              </a:rPr>
              <a:t>}</a:t>
            </a:r>
            <a:r>
              <a:rPr lang="en-US" sz="1300">
                <a:solidFill>
                  <a:srgbClr val="A31515"/>
                </a:solidFill>
                <a:latin typeface="Consolas" panose="020B0609020204030204" pitchFamily="49" charset="0"/>
              </a:rPr>
              <a:t>"</a:t>
            </a:r>
            <a:r>
              <a:rPr lang="en-US" sz="1300">
                <a:latin typeface="Consolas" panose="020B0609020204030204" pitchFamily="49" charset="0"/>
                <a:cs typeface="Consolas" panose="020B0609020204030204" pitchFamily="49" charset="0"/>
              </a:rPr>
              <a:t>);</a:t>
            </a:r>
          </a:p>
          <a:p>
            <a:pPr marL="51435" indent="0">
              <a:spcBef>
                <a:spcPts val="0"/>
              </a:spcBef>
              <a:buNone/>
            </a:pPr>
            <a:r>
              <a:rPr lang="en-US" sz="1300">
                <a:solidFill>
                  <a:schemeClr val="bg1"/>
                </a:solidFill>
                <a:latin typeface="Consolas" panose="020B0609020204030204" pitchFamily="49" charset="0"/>
                <a:cs typeface="Consolas" panose="020B0609020204030204" pitchFamily="49" charset="0"/>
              </a:rPr>
              <a:t>    </a:t>
            </a:r>
            <a:r>
              <a:rPr lang="en-US" sz="1300">
                <a:solidFill>
                  <a:srgbClr val="FEA400"/>
                </a:solidFill>
                <a:latin typeface="Consolas" panose="020B0609020204030204" pitchFamily="49" charset="0"/>
              </a:rPr>
              <a:t>Change</a:t>
            </a:r>
            <a:r>
              <a:rPr lang="en-US" sz="1300">
                <a:latin typeface="Consolas" panose="020B0609020204030204" pitchFamily="49" charset="0"/>
              </a:rPr>
              <a:t>(</a:t>
            </a:r>
            <a:r>
              <a:rPr lang="en-US" sz="1300">
                <a:solidFill>
                  <a:srgbClr val="2B91AF"/>
                </a:solidFill>
                <a:latin typeface="Consolas" panose="020B0609020204030204" pitchFamily="49" charset="0"/>
              </a:rPr>
              <a:t>a</a:t>
            </a:r>
            <a:r>
              <a:rPr lang="en-US" sz="1300">
                <a:latin typeface="Consolas" panose="020B0609020204030204" pitchFamily="49" charset="0"/>
              </a:rPr>
              <a:t>);</a:t>
            </a:r>
          </a:p>
          <a:p>
            <a:pPr marL="51435" indent="0">
              <a:spcBef>
                <a:spcPts val="0"/>
              </a:spcBef>
              <a:buNone/>
            </a:pPr>
            <a:r>
              <a:rPr lang="en-US" sz="1300">
                <a:solidFill>
                  <a:srgbClr val="2B91AF"/>
                </a:solidFill>
                <a:latin typeface="Consolas" panose="020B0609020204030204" pitchFamily="49" charset="0"/>
              </a:rPr>
              <a:t>    Console</a:t>
            </a:r>
            <a:r>
              <a:rPr lang="en-US" sz="1300">
                <a:latin typeface="Consolas" panose="020B0609020204030204" pitchFamily="49" charset="0"/>
              </a:rPr>
              <a:t>.</a:t>
            </a:r>
            <a:r>
              <a:rPr lang="en-US" sz="1300">
                <a:solidFill>
                  <a:srgbClr val="FEA400"/>
                </a:solidFill>
                <a:latin typeface="Consolas" panose="020B0609020204030204" pitchFamily="49" charset="0"/>
              </a:rPr>
              <a:t>WriteLine</a:t>
            </a:r>
            <a:r>
              <a:rPr lang="en-US" sz="1300">
                <a:latin typeface="Consolas" panose="020B0609020204030204" pitchFamily="49" charset="0"/>
              </a:rPr>
              <a:t>($</a:t>
            </a:r>
            <a:r>
              <a:rPr lang="en-US" sz="1300">
                <a:solidFill>
                  <a:srgbClr val="A31515"/>
                </a:solidFill>
                <a:latin typeface="Consolas" panose="020B0609020204030204" pitchFamily="49" charset="0"/>
              </a:rPr>
              <a:t>"After calling method: a[0] = </a:t>
            </a:r>
            <a:r>
              <a:rPr lang="en-US" sz="1300">
                <a:latin typeface="Consolas" panose="020B0609020204030204" pitchFamily="49" charset="0"/>
              </a:rPr>
              <a:t>{</a:t>
            </a:r>
            <a:r>
              <a:rPr lang="en-US" sz="1300">
                <a:solidFill>
                  <a:schemeClr val="accent6">
                    <a:lumMod val="75000"/>
                  </a:schemeClr>
                </a:solidFill>
                <a:latin typeface="Consolas" panose="020B0609020204030204" pitchFamily="49" charset="0"/>
              </a:rPr>
              <a:t>a[0]</a:t>
            </a:r>
            <a:r>
              <a:rPr lang="en-US" sz="1300">
                <a:latin typeface="Consolas" panose="020B0609020204030204" pitchFamily="49" charset="0"/>
              </a:rPr>
              <a:t>}</a:t>
            </a:r>
            <a:r>
              <a:rPr lang="en-US" sz="1300">
                <a:solidFill>
                  <a:srgbClr val="A31515"/>
                </a:solidFill>
                <a:latin typeface="Consolas" panose="020B0609020204030204" pitchFamily="49" charset="0"/>
              </a:rPr>
              <a:t>"</a:t>
            </a:r>
            <a:r>
              <a:rPr lang="en-US" sz="1300">
                <a:latin typeface="Consolas" panose="020B0609020204030204" pitchFamily="49" charset="0"/>
              </a:rPr>
              <a:t>);</a:t>
            </a:r>
          </a:p>
          <a:p>
            <a:pPr marL="51435" indent="0">
              <a:spcBef>
                <a:spcPts val="0"/>
              </a:spcBef>
              <a:buNone/>
            </a:pPr>
            <a:r>
              <a:rPr lang="en-US" sz="1300">
                <a:latin typeface="Consolas" panose="020B0609020204030204" pitchFamily="49" charset="0"/>
              </a:rPr>
              <a:t>}</a:t>
            </a:r>
          </a:p>
        </p:txBody>
      </p:sp>
      <p:sp>
        <p:nvSpPr>
          <p:cNvPr id="7" name="Rectangle 6">
            <a:extLst>
              <a:ext uri="{FF2B5EF4-FFF2-40B4-BE49-F238E27FC236}">
                <a16:creationId xmlns:a16="http://schemas.microsoft.com/office/drawing/2014/main" id="{581D02F7-FE17-3A45-9EF8-73518738E6AF}"/>
              </a:ext>
            </a:extLst>
          </p:cNvPr>
          <p:cNvSpPr/>
          <p:nvPr/>
        </p:nvSpPr>
        <p:spPr>
          <a:xfrm>
            <a:off x="2411760" y="3516665"/>
            <a:ext cx="1642611" cy="277328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VN"/>
          </a:p>
        </p:txBody>
      </p:sp>
      <p:grpSp>
        <p:nvGrpSpPr>
          <p:cNvPr id="8" name="Group 7">
            <a:extLst>
              <a:ext uri="{FF2B5EF4-FFF2-40B4-BE49-F238E27FC236}">
                <a16:creationId xmlns:a16="http://schemas.microsoft.com/office/drawing/2014/main" id="{FC784220-65BA-E445-85A3-364C034F9DFF}"/>
              </a:ext>
            </a:extLst>
          </p:cNvPr>
          <p:cNvGrpSpPr/>
          <p:nvPr/>
        </p:nvGrpSpPr>
        <p:grpSpPr>
          <a:xfrm>
            <a:off x="2551168" y="4850821"/>
            <a:ext cx="1363794" cy="1362928"/>
            <a:chOff x="2396996" y="4876740"/>
            <a:chExt cx="1363794" cy="1362928"/>
          </a:xfrm>
        </p:grpSpPr>
        <p:sp>
          <p:nvSpPr>
            <p:cNvPr id="9" name="Rectangle 8">
              <a:extLst>
                <a:ext uri="{FF2B5EF4-FFF2-40B4-BE49-F238E27FC236}">
                  <a16:creationId xmlns:a16="http://schemas.microsoft.com/office/drawing/2014/main" id="{A7624022-A600-0948-8CA0-9AD2FE03127E}"/>
                </a:ext>
              </a:extLst>
            </p:cNvPr>
            <p:cNvSpPr/>
            <p:nvPr/>
          </p:nvSpPr>
          <p:spPr>
            <a:xfrm>
              <a:off x="2396996" y="4954384"/>
              <a:ext cx="1363794" cy="1285284"/>
            </a:xfrm>
            <a:prstGeom prst="rect">
              <a:avLst/>
            </a:prstGeom>
            <a:ln/>
          </p:spPr>
          <p:style>
            <a:lnRef idx="3">
              <a:schemeClr val="lt1"/>
            </a:lnRef>
            <a:fillRef idx="1">
              <a:schemeClr val="accent5"/>
            </a:fillRef>
            <a:effectRef idx="1">
              <a:schemeClr val="accent5"/>
            </a:effectRef>
            <a:fontRef idx="minor">
              <a:schemeClr val="lt1"/>
            </a:fontRef>
          </p:style>
          <p:txBody>
            <a:bodyPr rtlCol="0" anchor="ctr"/>
            <a:lstStyle/>
            <a:p>
              <a:pPr algn="ctr"/>
              <a:endParaRPr lang="en-VN"/>
            </a:p>
          </p:txBody>
        </p:sp>
        <p:grpSp>
          <p:nvGrpSpPr>
            <p:cNvPr id="10" name="Group 9">
              <a:extLst>
                <a:ext uri="{FF2B5EF4-FFF2-40B4-BE49-F238E27FC236}">
                  <a16:creationId xmlns:a16="http://schemas.microsoft.com/office/drawing/2014/main" id="{B468D418-11EC-074F-9F75-7E0074F29199}"/>
                </a:ext>
              </a:extLst>
            </p:cNvPr>
            <p:cNvGrpSpPr/>
            <p:nvPr/>
          </p:nvGrpSpPr>
          <p:grpSpPr>
            <a:xfrm>
              <a:off x="2534490" y="4876740"/>
              <a:ext cx="1183922" cy="1290556"/>
              <a:chOff x="2534490" y="4876740"/>
              <a:chExt cx="1183922" cy="1290556"/>
            </a:xfrm>
          </p:grpSpPr>
          <p:grpSp>
            <p:nvGrpSpPr>
              <p:cNvPr id="11" name="Group 10">
                <a:extLst>
                  <a:ext uri="{FF2B5EF4-FFF2-40B4-BE49-F238E27FC236}">
                    <a16:creationId xmlns:a16="http://schemas.microsoft.com/office/drawing/2014/main" id="{D91B3FA8-0C1F-8543-9A46-469DA8BC249E}"/>
                  </a:ext>
                </a:extLst>
              </p:cNvPr>
              <p:cNvGrpSpPr/>
              <p:nvPr/>
            </p:nvGrpSpPr>
            <p:grpSpPr>
              <a:xfrm>
                <a:off x="2534490" y="5263128"/>
                <a:ext cx="1183922" cy="904168"/>
                <a:chOff x="-1544472" y="5686180"/>
                <a:chExt cx="1183922" cy="904168"/>
              </a:xfrm>
            </p:grpSpPr>
            <p:sp>
              <p:nvSpPr>
                <p:cNvPr id="18" name="Cube 17">
                  <a:extLst>
                    <a:ext uri="{FF2B5EF4-FFF2-40B4-BE49-F238E27FC236}">
                      <a16:creationId xmlns:a16="http://schemas.microsoft.com/office/drawing/2014/main" id="{CE3A5F55-9544-9B42-A42D-DDA6A7291575}"/>
                    </a:ext>
                  </a:extLst>
                </p:cNvPr>
                <p:cNvSpPr/>
                <p:nvPr/>
              </p:nvSpPr>
              <p:spPr>
                <a:xfrm>
                  <a:off x="-1544472" y="5686180"/>
                  <a:ext cx="1031924" cy="904168"/>
                </a:xfrm>
                <a:prstGeom prst="cube">
                  <a:avLst>
                    <a:gd name="adj" fmla="val 3817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9" name="TextBox 18">
                  <a:extLst>
                    <a:ext uri="{FF2B5EF4-FFF2-40B4-BE49-F238E27FC236}">
                      <a16:creationId xmlns:a16="http://schemas.microsoft.com/office/drawing/2014/main" id="{A62914F5-313F-1A4F-9018-3453BAABC9B6}"/>
                    </a:ext>
                  </a:extLst>
                </p:cNvPr>
                <p:cNvSpPr txBox="1"/>
                <p:nvPr/>
              </p:nvSpPr>
              <p:spPr>
                <a:xfrm>
                  <a:off x="-1373561" y="6042968"/>
                  <a:ext cx="357808" cy="477054"/>
                </a:xfrm>
                <a:prstGeom prst="rect">
                  <a:avLst/>
                </a:prstGeom>
                <a:noFill/>
              </p:spPr>
              <p:txBody>
                <a:bodyPr wrap="square" rtlCol="0">
                  <a:spAutoFit/>
                </a:bodyPr>
                <a:lstStyle/>
                <a:p>
                  <a:pPr algn="ctr"/>
                  <a:r>
                    <a:rPr lang="en-VN" sz="2500"/>
                    <a:t>a</a:t>
                  </a:r>
                </a:p>
              </p:txBody>
            </p:sp>
            <p:sp>
              <p:nvSpPr>
                <p:cNvPr id="20" name="TextBox 19">
                  <a:extLst>
                    <a:ext uri="{FF2B5EF4-FFF2-40B4-BE49-F238E27FC236}">
                      <a16:creationId xmlns:a16="http://schemas.microsoft.com/office/drawing/2014/main" id="{293BD32E-91E8-2A41-B869-0289303CF095}"/>
                    </a:ext>
                  </a:extLst>
                </p:cNvPr>
                <p:cNvSpPr txBox="1"/>
                <p:nvPr/>
              </p:nvSpPr>
              <p:spPr>
                <a:xfrm>
                  <a:off x="-990407" y="5863372"/>
                  <a:ext cx="629857" cy="400110"/>
                </a:xfrm>
                <a:prstGeom prst="rect">
                  <a:avLst/>
                </a:prstGeom>
                <a:noFill/>
                <a:scene3d>
                  <a:camera prst="isometricRightUp">
                    <a:rot lat="1800000" lon="18000000" rev="0"/>
                  </a:camera>
                  <a:lightRig rig="threePt" dir="t"/>
                </a:scene3d>
              </p:spPr>
              <p:txBody>
                <a:bodyPr wrap="square" rtlCol="0">
                  <a:spAutoFit/>
                </a:bodyPr>
                <a:lstStyle/>
                <a:p>
                  <a:pPr algn="ctr"/>
                  <a:r>
                    <a:rPr lang="en-US" sz="2000"/>
                    <a:t>i</a:t>
                  </a:r>
                  <a:r>
                    <a:rPr lang="en-VN" sz="2000"/>
                    <a:t>nt[]</a:t>
                  </a:r>
                </a:p>
              </p:txBody>
            </p:sp>
          </p:grpSp>
          <p:sp>
            <p:nvSpPr>
              <p:cNvPr id="13" name="TextBox 12">
                <a:extLst>
                  <a:ext uri="{FF2B5EF4-FFF2-40B4-BE49-F238E27FC236}">
                    <a16:creationId xmlns:a16="http://schemas.microsoft.com/office/drawing/2014/main" id="{127EDBD4-B8F3-9646-9CBF-BE73ED1CBA57}"/>
                  </a:ext>
                </a:extLst>
              </p:cNvPr>
              <p:cNvSpPr txBox="1"/>
              <p:nvPr/>
            </p:nvSpPr>
            <p:spPr>
              <a:xfrm>
                <a:off x="2687962" y="4876740"/>
                <a:ext cx="724979" cy="369332"/>
              </a:xfrm>
              <a:prstGeom prst="rect">
                <a:avLst/>
              </a:prstGeom>
              <a:noFill/>
            </p:spPr>
            <p:txBody>
              <a:bodyPr wrap="square" rtlCol="0">
                <a:spAutoFit/>
              </a:bodyPr>
              <a:lstStyle/>
              <a:p>
                <a:pPr algn="ctr"/>
                <a:r>
                  <a:rPr lang="en-VN" b="1">
                    <a:solidFill>
                      <a:srgbClr val="0432FF"/>
                    </a:solidFill>
                    <a:latin typeface="Calibri" panose="020F0502020204030204" pitchFamily="34" charset="0"/>
                    <a:cs typeface="Calibri" panose="020F0502020204030204" pitchFamily="34" charset="0"/>
                  </a:rPr>
                  <a:t>Main</a:t>
                </a:r>
              </a:p>
            </p:txBody>
          </p:sp>
        </p:grpSp>
      </p:grpSp>
      <p:sp>
        <p:nvSpPr>
          <p:cNvPr id="22" name="Rectangle 21">
            <a:extLst>
              <a:ext uri="{FF2B5EF4-FFF2-40B4-BE49-F238E27FC236}">
                <a16:creationId xmlns:a16="http://schemas.microsoft.com/office/drawing/2014/main" id="{BDFE48D8-F0DE-AE46-BF12-3A5B96CDCD2F}"/>
              </a:ext>
            </a:extLst>
          </p:cNvPr>
          <p:cNvSpPr/>
          <p:nvPr/>
        </p:nvSpPr>
        <p:spPr>
          <a:xfrm>
            <a:off x="4400992" y="3516665"/>
            <a:ext cx="3475042" cy="277328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VN"/>
          </a:p>
        </p:txBody>
      </p:sp>
      <p:grpSp>
        <p:nvGrpSpPr>
          <p:cNvPr id="3" name="Group 2">
            <a:extLst>
              <a:ext uri="{FF2B5EF4-FFF2-40B4-BE49-F238E27FC236}">
                <a16:creationId xmlns:a16="http://schemas.microsoft.com/office/drawing/2014/main" id="{F53C91CD-BD0E-FA46-A444-F2AA93BD592F}"/>
              </a:ext>
            </a:extLst>
          </p:cNvPr>
          <p:cNvGrpSpPr/>
          <p:nvPr/>
        </p:nvGrpSpPr>
        <p:grpSpPr>
          <a:xfrm>
            <a:off x="2551168" y="3519928"/>
            <a:ext cx="1368780" cy="1349627"/>
            <a:chOff x="2551168" y="4087983"/>
            <a:chExt cx="1368780" cy="1349627"/>
          </a:xfrm>
        </p:grpSpPr>
        <p:sp>
          <p:nvSpPr>
            <p:cNvPr id="27" name="Rectangle 26">
              <a:extLst>
                <a:ext uri="{FF2B5EF4-FFF2-40B4-BE49-F238E27FC236}">
                  <a16:creationId xmlns:a16="http://schemas.microsoft.com/office/drawing/2014/main" id="{1470674E-9A3A-CC4E-A2C6-B0C8E96697F5}"/>
                </a:ext>
              </a:extLst>
            </p:cNvPr>
            <p:cNvSpPr/>
            <p:nvPr/>
          </p:nvSpPr>
          <p:spPr>
            <a:xfrm>
              <a:off x="2551168" y="4168217"/>
              <a:ext cx="1363794" cy="1269393"/>
            </a:xfrm>
            <a:prstGeom prst="rect">
              <a:avLst/>
            </a:prstGeom>
            <a:ln/>
          </p:spPr>
          <p:style>
            <a:lnRef idx="3">
              <a:schemeClr val="lt1"/>
            </a:lnRef>
            <a:fillRef idx="1">
              <a:schemeClr val="accent5"/>
            </a:fillRef>
            <a:effectRef idx="1">
              <a:schemeClr val="accent5"/>
            </a:effectRef>
            <a:fontRef idx="minor">
              <a:schemeClr val="lt1"/>
            </a:fontRef>
          </p:style>
          <p:txBody>
            <a:bodyPr rtlCol="0" anchor="ctr"/>
            <a:lstStyle/>
            <a:p>
              <a:pPr algn="ctr"/>
              <a:endParaRPr lang="en-VN"/>
            </a:p>
          </p:txBody>
        </p:sp>
        <p:sp>
          <p:nvSpPr>
            <p:cNvPr id="23" name="Cube 22">
              <a:extLst>
                <a:ext uri="{FF2B5EF4-FFF2-40B4-BE49-F238E27FC236}">
                  <a16:creationId xmlns:a16="http://schemas.microsoft.com/office/drawing/2014/main" id="{B3CA8F32-C799-D547-B819-5BF93F00A077}"/>
                </a:ext>
              </a:extLst>
            </p:cNvPr>
            <p:cNvSpPr/>
            <p:nvPr/>
          </p:nvSpPr>
          <p:spPr>
            <a:xfrm>
              <a:off x="2736026" y="4477580"/>
              <a:ext cx="1031924" cy="904168"/>
            </a:xfrm>
            <a:prstGeom prst="cube">
              <a:avLst>
                <a:gd name="adj" fmla="val 3817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24" name="TextBox 23">
              <a:extLst>
                <a:ext uri="{FF2B5EF4-FFF2-40B4-BE49-F238E27FC236}">
                  <a16:creationId xmlns:a16="http://schemas.microsoft.com/office/drawing/2014/main" id="{9E5057CA-0DB2-4E4F-8F7C-FB6326D0CBF5}"/>
                </a:ext>
              </a:extLst>
            </p:cNvPr>
            <p:cNvSpPr txBox="1"/>
            <p:nvPr/>
          </p:nvSpPr>
          <p:spPr>
            <a:xfrm>
              <a:off x="2906937" y="4834368"/>
              <a:ext cx="357808" cy="477054"/>
            </a:xfrm>
            <a:prstGeom prst="rect">
              <a:avLst/>
            </a:prstGeom>
            <a:noFill/>
          </p:spPr>
          <p:txBody>
            <a:bodyPr wrap="square" rtlCol="0">
              <a:spAutoFit/>
            </a:bodyPr>
            <a:lstStyle/>
            <a:p>
              <a:pPr algn="ctr"/>
              <a:r>
                <a:rPr lang="en-VN" sz="2500"/>
                <a:t>a</a:t>
              </a:r>
            </a:p>
          </p:txBody>
        </p:sp>
        <p:sp>
          <p:nvSpPr>
            <p:cNvPr id="25" name="TextBox 24">
              <a:extLst>
                <a:ext uri="{FF2B5EF4-FFF2-40B4-BE49-F238E27FC236}">
                  <a16:creationId xmlns:a16="http://schemas.microsoft.com/office/drawing/2014/main" id="{C025CA45-1E83-564D-B4A6-ADC37580A707}"/>
                </a:ext>
              </a:extLst>
            </p:cNvPr>
            <p:cNvSpPr txBox="1"/>
            <p:nvPr/>
          </p:nvSpPr>
          <p:spPr>
            <a:xfrm>
              <a:off x="3290091" y="4654772"/>
              <a:ext cx="629857" cy="400110"/>
            </a:xfrm>
            <a:prstGeom prst="rect">
              <a:avLst/>
            </a:prstGeom>
            <a:noFill/>
            <a:scene3d>
              <a:camera prst="isometricRightUp">
                <a:rot lat="1800000" lon="18000000" rev="0"/>
              </a:camera>
              <a:lightRig rig="threePt" dir="t"/>
            </a:scene3d>
          </p:spPr>
          <p:txBody>
            <a:bodyPr wrap="square" rtlCol="0">
              <a:spAutoFit/>
            </a:bodyPr>
            <a:lstStyle/>
            <a:p>
              <a:pPr algn="ctr"/>
              <a:r>
                <a:rPr lang="en-US" sz="2000"/>
                <a:t>i</a:t>
              </a:r>
              <a:r>
                <a:rPr lang="en-VN" sz="2000"/>
                <a:t>nt[]</a:t>
              </a:r>
            </a:p>
          </p:txBody>
        </p:sp>
        <p:sp>
          <p:nvSpPr>
            <p:cNvPr id="26" name="TextBox 25">
              <a:extLst>
                <a:ext uri="{FF2B5EF4-FFF2-40B4-BE49-F238E27FC236}">
                  <a16:creationId xmlns:a16="http://schemas.microsoft.com/office/drawing/2014/main" id="{C65E15CE-ED66-D441-94D2-DD2643C98CC9}"/>
                </a:ext>
              </a:extLst>
            </p:cNvPr>
            <p:cNvSpPr txBox="1"/>
            <p:nvPr/>
          </p:nvSpPr>
          <p:spPr>
            <a:xfrm>
              <a:off x="2795063" y="4087983"/>
              <a:ext cx="903798" cy="369332"/>
            </a:xfrm>
            <a:prstGeom prst="rect">
              <a:avLst/>
            </a:prstGeom>
            <a:noFill/>
          </p:spPr>
          <p:txBody>
            <a:bodyPr wrap="square" rtlCol="0">
              <a:spAutoFit/>
            </a:bodyPr>
            <a:lstStyle/>
            <a:p>
              <a:pPr algn="ctr"/>
              <a:r>
                <a:rPr lang="en-VN" b="1">
                  <a:solidFill>
                    <a:srgbClr val="0432FF"/>
                  </a:solidFill>
                  <a:latin typeface="Calibri" panose="020F0502020204030204" pitchFamily="34" charset="0"/>
                  <a:cs typeface="Calibri" panose="020F0502020204030204" pitchFamily="34" charset="0"/>
                </a:rPr>
                <a:t>Change</a:t>
              </a:r>
            </a:p>
          </p:txBody>
        </p:sp>
      </p:grpSp>
      <p:grpSp>
        <p:nvGrpSpPr>
          <p:cNvPr id="28" name="Group 27">
            <a:extLst>
              <a:ext uri="{FF2B5EF4-FFF2-40B4-BE49-F238E27FC236}">
                <a16:creationId xmlns:a16="http://schemas.microsoft.com/office/drawing/2014/main" id="{F3216D6D-9D17-BB45-A823-ABAD5A88832A}"/>
              </a:ext>
            </a:extLst>
          </p:cNvPr>
          <p:cNvGrpSpPr/>
          <p:nvPr/>
        </p:nvGrpSpPr>
        <p:grpSpPr>
          <a:xfrm>
            <a:off x="5193662" y="4565238"/>
            <a:ext cx="1889702" cy="601403"/>
            <a:chOff x="6827979" y="5625080"/>
            <a:chExt cx="1889702" cy="601403"/>
          </a:xfrm>
        </p:grpSpPr>
        <p:sp>
          <p:nvSpPr>
            <p:cNvPr id="29" name="Cube 28">
              <a:extLst>
                <a:ext uri="{FF2B5EF4-FFF2-40B4-BE49-F238E27FC236}">
                  <a16:creationId xmlns:a16="http://schemas.microsoft.com/office/drawing/2014/main" id="{E54F7147-0958-D448-95BA-15106EF4C52B}"/>
                </a:ext>
              </a:extLst>
            </p:cNvPr>
            <p:cNvSpPr/>
            <p:nvPr/>
          </p:nvSpPr>
          <p:spPr>
            <a:xfrm>
              <a:off x="6827979" y="5625080"/>
              <a:ext cx="647861" cy="601403"/>
            </a:xfrm>
            <a:prstGeom prst="cube">
              <a:avLst>
                <a:gd name="adj" fmla="val 3817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VN"/>
                <a:t>5</a:t>
              </a:r>
            </a:p>
          </p:txBody>
        </p:sp>
        <p:sp>
          <p:nvSpPr>
            <p:cNvPr id="30" name="Cube 29">
              <a:extLst>
                <a:ext uri="{FF2B5EF4-FFF2-40B4-BE49-F238E27FC236}">
                  <a16:creationId xmlns:a16="http://schemas.microsoft.com/office/drawing/2014/main" id="{C2DB0EB1-77D3-1D4C-B253-FC473E2FB486}"/>
                </a:ext>
              </a:extLst>
            </p:cNvPr>
            <p:cNvSpPr/>
            <p:nvPr/>
          </p:nvSpPr>
          <p:spPr>
            <a:xfrm>
              <a:off x="7242682" y="5625080"/>
              <a:ext cx="647861" cy="601403"/>
            </a:xfrm>
            <a:prstGeom prst="cube">
              <a:avLst>
                <a:gd name="adj" fmla="val 3817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VN"/>
                <a:t>8</a:t>
              </a:r>
            </a:p>
          </p:txBody>
        </p:sp>
        <p:sp>
          <p:nvSpPr>
            <p:cNvPr id="31" name="Cube 30">
              <a:extLst>
                <a:ext uri="{FF2B5EF4-FFF2-40B4-BE49-F238E27FC236}">
                  <a16:creationId xmlns:a16="http://schemas.microsoft.com/office/drawing/2014/main" id="{EA68036C-8352-D641-80EF-5708FEC2EDD8}"/>
                </a:ext>
              </a:extLst>
            </p:cNvPr>
            <p:cNvSpPr/>
            <p:nvPr/>
          </p:nvSpPr>
          <p:spPr>
            <a:xfrm>
              <a:off x="7667044" y="5625080"/>
              <a:ext cx="647861" cy="601403"/>
            </a:xfrm>
            <a:prstGeom prst="cube">
              <a:avLst>
                <a:gd name="adj" fmla="val 3817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VN"/>
                <a:t>2</a:t>
              </a:r>
            </a:p>
          </p:txBody>
        </p:sp>
        <p:sp>
          <p:nvSpPr>
            <p:cNvPr id="32" name="Cube 31">
              <a:extLst>
                <a:ext uri="{FF2B5EF4-FFF2-40B4-BE49-F238E27FC236}">
                  <a16:creationId xmlns:a16="http://schemas.microsoft.com/office/drawing/2014/main" id="{7CF102E2-2BFA-0941-95B5-B772C0829E0F}"/>
                </a:ext>
              </a:extLst>
            </p:cNvPr>
            <p:cNvSpPr/>
            <p:nvPr/>
          </p:nvSpPr>
          <p:spPr>
            <a:xfrm>
              <a:off x="8069820" y="5625080"/>
              <a:ext cx="647861" cy="601403"/>
            </a:xfrm>
            <a:prstGeom prst="cube">
              <a:avLst>
                <a:gd name="adj" fmla="val 3817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VN"/>
                <a:t>7</a:t>
              </a:r>
            </a:p>
          </p:txBody>
        </p:sp>
      </p:grpSp>
      <p:sp>
        <p:nvSpPr>
          <p:cNvPr id="33" name="Rectangle 32">
            <a:extLst>
              <a:ext uri="{FF2B5EF4-FFF2-40B4-BE49-F238E27FC236}">
                <a16:creationId xmlns:a16="http://schemas.microsoft.com/office/drawing/2014/main" id="{97C650A7-5DBE-2F44-80F8-153C5251A0A6}"/>
              </a:ext>
            </a:extLst>
          </p:cNvPr>
          <p:cNvSpPr/>
          <p:nvPr/>
        </p:nvSpPr>
        <p:spPr>
          <a:xfrm>
            <a:off x="1475656" y="2963413"/>
            <a:ext cx="6400378" cy="264129"/>
          </a:xfrm>
          <a:prstGeom prst="rect">
            <a:avLst/>
          </a:prstGeom>
          <a:solidFill>
            <a:srgbClr val="FFFF00">
              <a:alpha val="26391"/>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34" name="Curved Right Arrow 33">
            <a:extLst>
              <a:ext uri="{FF2B5EF4-FFF2-40B4-BE49-F238E27FC236}">
                <a16:creationId xmlns:a16="http://schemas.microsoft.com/office/drawing/2014/main" id="{D09D8F14-83F0-5441-B978-9A81F9C4878B}"/>
              </a:ext>
            </a:extLst>
          </p:cNvPr>
          <p:cNvSpPr/>
          <p:nvPr/>
        </p:nvSpPr>
        <p:spPr>
          <a:xfrm rot="10800000">
            <a:off x="3832595" y="913323"/>
            <a:ext cx="865267" cy="2314219"/>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solidFill>
                <a:schemeClr val="tx1"/>
              </a:solidFill>
            </a:endParaRPr>
          </a:p>
        </p:txBody>
      </p:sp>
      <p:cxnSp>
        <p:nvCxnSpPr>
          <p:cNvPr id="35" name="Curved Connector 34">
            <a:extLst>
              <a:ext uri="{FF2B5EF4-FFF2-40B4-BE49-F238E27FC236}">
                <a16:creationId xmlns:a16="http://schemas.microsoft.com/office/drawing/2014/main" id="{C215450C-610B-6D49-8D63-A9E9AE73DC58}"/>
              </a:ext>
            </a:extLst>
          </p:cNvPr>
          <p:cNvCxnSpPr>
            <a:cxnSpLocks/>
          </p:cNvCxnSpPr>
          <p:nvPr/>
        </p:nvCxnSpPr>
        <p:spPr>
          <a:xfrm flipV="1">
            <a:off x="3161180" y="4980732"/>
            <a:ext cx="2032482" cy="442300"/>
          </a:xfrm>
          <a:prstGeom prst="curvedConnector3">
            <a:avLst>
              <a:gd name="adj1" fmla="val 50000"/>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Curved Connector 35">
            <a:extLst>
              <a:ext uri="{FF2B5EF4-FFF2-40B4-BE49-F238E27FC236}">
                <a16:creationId xmlns:a16="http://schemas.microsoft.com/office/drawing/2014/main" id="{CF811888-C45C-274D-83BC-8178E5F708B2}"/>
              </a:ext>
            </a:extLst>
          </p:cNvPr>
          <p:cNvCxnSpPr>
            <a:cxnSpLocks/>
          </p:cNvCxnSpPr>
          <p:nvPr/>
        </p:nvCxnSpPr>
        <p:spPr>
          <a:xfrm>
            <a:off x="3264745" y="4076482"/>
            <a:ext cx="1928917" cy="810129"/>
          </a:xfrm>
          <a:prstGeom prst="curvedConnector3">
            <a:avLst>
              <a:gd name="adj1" fmla="val 50000"/>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25192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wipe(down)">
                                      <p:cBhvr>
                                        <p:cTn id="7" dur="500"/>
                                        <p:tgtEl>
                                          <p:spTgt spid="3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dissolv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nodeType="clickEffect">
                                  <p:stCondLst>
                                    <p:cond delay="0"/>
                                  </p:stCondLst>
                                  <p:childTnLst>
                                    <p:set>
                                      <p:cBhvr>
                                        <p:cTn id="16" dur="1" fill="hold">
                                          <p:stCondLst>
                                            <p:cond delay="0"/>
                                          </p:stCondLst>
                                        </p:cTn>
                                        <p:tgtEl>
                                          <p:spTgt spid="36"/>
                                        </p:tgtEl>
                                        <p:attrNameLst>
                                          <p:attrName>style.visibility</p:attrName>
                                        </p:attrNameLst>
                                      </p:cBhvr>
                                      <p:to>
                                        <p:strVal val="visible"/>
                                      </p:to>
                                    </p:set>
                                    <p:animEffect transition="in" filter="strips(downRight)">
                                      <p:cBhvr>
                                        <p:cTn id="17"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09F558-D333-EE4F-BF8A-DD5A2AF8E8E5}"/>
              </a:ext>
            </a:extLst>
          </p:cNvPr>
          <p:cNvSpPr>
            <a:spLocks noGrp="1"/>
          </p:cNvSpPr>
          <p:nvPr>
            <p:ph type="title"/>
          </p:nvPr>
        </p:nvSpPr>
        <p:spPr/>
        <p:txBody>
          <a:bodyPr>
            <a:normAutofit fontScale="90000"/>
          </a:bodyPr>
          <a:lstStyle/>
          <a:p>
            <a:r>
              <a:rPr lang="en-US"/>
              <a:t>T</a:t>
            </a:r>
            <a:r>
              <a:rPr lang="en-VN"/>
              <a:t>RUYỀN THAM TRỊ KIỂU MẢNG</a:t>
            </a:r>
          </a:p>
        </p:txBody>
      </p:sp>
      <p:sp>
        <p:nvSpPr>
          <p:cNvPr id="4" name="Footer Placeholder 3">
            <a:extLst>
              <a:ext uri="{FF2B5EF4-FFF2-40B4-BE49-F238E27FC236}">
                <a16:creationId xmlns:a16="http://schemas.microsoft.com/office/drawing/2014/main" id="{F03246C0-7681-AD48-868A-D72606C1877E}"/>
              </a:ext>
            </a:extLst>
          </p:cNvPr>
          <p:cNvSpPr>
            <a:spLocks noGrp="1"/>
          </p:cNvSpPr>
          <p:nvPr>
            <p:ph type="ftr" sz="quarter" idx="11"/>
          </p:nvPr>
        </p:nvSpPr>
        <p:spPr/>
        <p:txBody>
          <a:bodyPr/>
          <a:lstStyle/>
          <a:p>
            <a:r>
              <a:rPr lang="vi-VN" dirty="0"/>
              <a:t>Bài 6: Mảng một chiều</a:t>
            </a:r>
            <a:endParaRPr lang="en-US" dirty="0"/>
          </a:p>
        </p:txBody>
      </p:sp>
      <p:sp>
        <p:nvSpPr>
          <p:cNvPr id="5" name="Slide Number Placeholder 4">
            <a:extLst>
              <a:ext uri="{FF2B5EF4-FFF2-40B4-BE49-F238E27FC236}">
                <a16:creationId xmlns:a16="http://schemas.microsoft.com/office/drawing/2014/main" id="{AA02F9E7-4A6D-174E-81AE-32936B7114DF}"/>
              </a:ext>
            </a:extLst>
          </p:cNvPr>
          <p:cNvSpPr>
            <a:spLocks noGrp="1"/>
          </p:cNvSpPr>
          <p:nvPr>
            <p:ph type="sldNum" sz="quarter" idx="12"/>
          </p:nvPr>
        </p:nvSpPr>
        <p:spPr/>
        <p:txBody>
          <a:bodyPr/>
          <a:lstStyle/>
          <a:p>
            <a:fld id="{1AD93096-5B34-4342-9326-69289CEAE4C2}" type="slidenum">
              <a:rPr lang="en-US" smtClean="0"/>
              <a:pPr/>
              <a:t>19</a:t>
            </a:fld>
            <a:endParaRPr lang="en-US" dirty="0"/>
          </a:p>
        </p:txBody>
      </p:sp>
      <p:sp>
        <p:nvSpPr>
          <p:cNvPr id="6" name="Content Placeholder 5">
            <a:extLst>
              <a:ext uri="{FF2B5EF4-FFF2-40B4-BE49-F238E27FC236}">
                <a16:creationId xmlns:a16="http://schemas.microsoft.com/office/drawing/2014/main" id="{EB6B4FF6-F321-E749-BC5D-27C502659B21}"/>
              </a:ext>
            </a:extLst>
          </p:cNvPr>
          <p:cNvSpPr txBox="1">
            <a:spLocks/>
          </p:cNvSpPr>
          <p:nvPr/>
        </p:nvSpPr>
        <p:spPr>
          <a:xfrm>
            <a:off x="1125534" y="982645"/>
            <a:ext cx="6892931" cy="2676289"/>
          </a:xfrm>
          <a:prstGeom prst="rect">
            <a:avLst/>
          </a:prstGeom>
        </p:spPr>
        <p:style>
          <a:lnRef idx="2">
            <a:schemeClr val="accent2"/>
          </a:lnRef>
          <a:fillRef idx="1">
            <a:schemeClr val="lt1"/>
          </a:fillRef>
          <a:effectRef idx="0">
            <a:schemeClr val="accent2"/>
          </a:effectRef>
          <a:fontRef idx="minor">
            <a:schemeClr val="dk1"/>
          </a:fontRef>
        </p:style>
        <p:txBody>
          <a:bodyPr>
            <a:noAutofit/>
          </a:bodyPr>
          <a:lstStyle>
            <a:lvl1pPr marL="308610" indent="-257175" algn="l" rtl="0" eaLnBrk="1" latinLnBrk="0" hangingPunct="1">
              <a:spcBef>
                <a:spcPts val="525"/>
              </a:spcBef>
              <a:buSzPct val="95000"/>
              <a:buFont typeface="Wingdings"/>
              <a:buChar char=""/>
              <a:defRPr sz="1500" kern="1200" spc="0">
                <a:solidFill>
                  <a:schemeClr val="tx1"/>
                </a:solidFill>
                <a:latin typeface="+mn-lt"/>
                <a:ea typeface="+mn-ea"/>
                <a:cs typeface="Arial" pitchFamily="34" charset="0"/>
              </a:defRPr>
            </a:lvl1pPr>
            <a:lvl2pPr marL="555498" indent="-214313" algn="l" rtl="0" eaLnBrk="1" latinLnBrk="0" hangingPunct="1">
              <a:spcBef>
                <a:spcPct val="20000"/>
              </a:spcBef>
              <a:buClr>
                <a:schemeClr val="accent2"/>
              </a:buClr>
              <a:buSzPct val="90000"/>
              <a:buFont typeface="Wingdings"/>
              <a:buChar char=""/>
              <a:defRPr sz="1350" kern="1200" spc="0">
                <a:solidFill>
                  <a:schemeClr val="tx1"/>
                </a:solidFill>
                <a:latin typeface="+mn-lt"/>
                <a:ea typeface="+mn-ea"/>
                <a:cs typeface="Arial" pitchFamily="34" charset="0"/>
              </a:defRPr>
            </a:lvl2pPr>
            <a:lvl3pPr marL="747522" indent="-171450" algn="l" rtl="0" eaLnBrk="1" latinLnBrk="0" hangingPunct="1">
              <a:spcBef>
                <a:spcPct val="20000"/>
              </a:spcBef>
              <a:buClr>
                <a:schemeClr val="accent2"/>
              </a:buClr>
              <a:buFont typeface="Wingdings 2"/>
              <a:buChar char=""/>
              <a:defRPr sz="1200" kern="1200" spc="0">
                <a:solidFill>
                  <a:schemeClr val="tx1"/>
                </a:solidFill>
                <a:latin typeface="+mn-lt"/>
                <a:ea typeface="+mn-ea"/>
                <a:cs typeface="Arial" pitchFamily="34" charset="0"/>
              </a:defRPr>
            </a:lvl3pPr>
            <a:lvl4pPr marL="946404" indent="-171450" algn="l" rtl="0" eaLnBrk="1" latinLnBrk="0" hangingPunct="1">
              <a:spcBef>
                <a:spcPct val="20000"/>
              </a:spcBef>
              <a:buClr>
                <a:schemeClr val="accent3"/>
              </a:buClr>
              <a:buFont typeface="Wingdings 3"/>
              <a:buChar char=""/>
              <a:defRPr sz="1200" kern="1200" spc="0">
                <a:solidFill>
                  <a:schemeClr val="tx1"/>
                </a:solidFill>
                <a:latin typeface="+mn-lt"/>
                <a:ea typeface="+mn-ea"/>
                <a:cs typeface="Arial" pitchFamily="34" charset="0"/>
              </a:defRPr>
            </a:lvl4pPr>
            <a:lvl5pPr marL="1110996" indent="-157734" algn="l" rtl="0" eaLnBrk="1" latinLnBrk="0" hangingPunct="1">
              <a:spcBef>
                <a:spcPct val="20000"/>
              </a:spcBef>
              <a:buClr>
                <a:schemeClr val="accent3"/>
              </a:buClr>
              <a:buFont typeface="Wingdings 2"/>
              <a:buChar char=""/>
              <a:defRPr sz="1050" kern="1200" spc="0">
                <a:solidFill>
                  <a:schemeClr val="tx1"/>
                </a:solidFill>
                <a:latin typeface="+mn-lt"/>
                <a:ea typeface="+mn-ea"/>
                <a:cs typeface="Arial" pitchFamily="34" charset="0"/>
              </a:defRPr>
            </a:lvl5pPr>
            <a:lvl6pPr marL="1282446" indent="-157734" algn="l" rtl="0" eaLnBrk="1" latinLnBrk="0" hangingPunct="1">
              <a:spcBef>
                <a:spcPct val="20000"/>
              </a:spcBef>
              <a:buClr>
                <a:schemeClr val="accent3"/>
              </a:buClr>
              <a:buFont typeface="Wingdings 2"/>
              <a:buChar char=""/>
              <a:defRPr sz="1350" kern="1200">
                <a:solidFill>
                  <a:schemeClr val="tx1"/>
                </a:solidFill>
                <a:latin typeface="+mn-lt"/>
                <a:ea typeface="+mn-ea"/>
                <a:cs typeface="+mn-cs"/>
              </a:defRPr>
            </a:lvl6pPr>
            <a:lvl7pPr marL="1426464"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7pPr>
            <a:lvl8pPr marL="1570482"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8pPr>
            <a:lvl9pPr marL="1714500"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9pPr>
            <a:extLst/>
          </a:lstStyle>
          <a:p>
            <a:pPr marL="51435" indent="0" algn="just">
              <a:spcBef>
                <a:spcPts val="0"/>
              </a:spcBef>
              <a:buNone/>
            </a:pPr>
            <a:r>
              <a:rPr lang="en-US" sz="1300">
                <a:solidFill>
                  <a:srgbClr val="0000FF"/>
                </a:solidFill>
                <a:latin typeface="Consolas" panose="020B0609020204030204" pitchFamily="49" charset="0"/>
              </a:rPr>
              <a:t>static</a:t>
            </a:r>
            <a:r>
              <a:rPr lang="en-US" sz="1300">
                <a:latin typeface="Consolas" panose="020B0609020204030204" pitchFamily="49" charset="0"/>
              </a:rPr>
              <a:t> </a:t>
            </a:r>
            <a:r>
              <a:rPr lang="en-US" sz="1300">
                <a:solidFill>
                  <a:srgbClr val="0000FF"/>
                </a:solidFill>
                <a:latin typeface="Consolas" panose="020B0609020204030204" pitchFamily="49" charset="0"/>
              </a:rPr>
              <a:t>void</a:t>
            </a:r>
            <a:r>
              <a:rPr lang="en-US" sz="1300">
                <a:latin typeface="Consolas" panose="020B0609020204030204" pitchFamily="49" charset="0"/>
              </a:rPr>
              <a:t> </a:t>
            </a:r>
            <a:r>
              <a:rPr lang="en-US" sz="1300">
                <a:solidFill>
                  <a:srgbClr val="FEA400"/>
                </a:solidFill>
                <a:latin typeface="Consolas" panose="020B0609020204030204" pitchFamily="49" charset="0"/>
              </a:rPr>
              <a:t>Change</a:t>
            </a:r>
            <a:r>
              <a:rPr lang="en-US" sz="1300">
                <a:latin typeface="Consolas" panose="020B0609020204030204" pitchFamily="49" charset="0"/>
              </a:rPr>
              <a:t>(</a:t>
            </a:r>
            <a:r>
              <a:rPr lang="en-US" sz="1300">
                <a:solidFill>
                  <a:srgbClr val="0000FF"/>
                </a:solidFill>
                <a:latin typeface="Consolas" panose="020B0609020204030204" pitchFamily="49" charset="0"/>
              </a:rPr>
              <a:t>int</a:t>
            </a:r>
            <a:r>
              <a:rPr lang="en-US" sz="1300">
                <a:latin typeface="Consolas" panose="020B0609020204030204" pitchFamily="49" charset="0"/>
              </a:rPr>
              <a:t>[]</a:t>
            </a:r>
            <a:r>
              <a:rPr lang="en-US" sz="1300">
                <a:solidFill>
                  <a:schemeClr val="bg1"/>
                </a:solidFill>
                <a:latin typeface="Consolas" panose="020B0609020204030204" pitchFamily="49" charset="0"/>
              </a:rPr>
              <a:t> </a:t>
            </a:r>
            <a:r>
              <a:rPr lang="en-US" sz="1300">
                <a:solidFill>
                  <a:srgbClr val="2B91AF"/>
                </a:solidFill>
                <a:latin typeface="Consolas" panose="020B0609020204030204" pitchFamily="49" charset="0"/>
              </a:rPr>
              <a:t>a</a:t>
            </a:r>
            <a:r>
              <a:rPr lang="en-US" sz="1300">
                <a:latin typeface="Consolas" panose="020B0609020204030204" pitchFamily="49" charset="0"/>
              </a:rPr>
              <a:t>)</a:t>
            </a:r>
          </a:p>
          <a:p>
            <a:pPr marL="51435" indent="0" algn="just">
              <a:spcBef>
                <a:spcPts val="0"/>
              </a:spcBef>
              <a:buNone/>
            </a:pPr>
            <a:r>
              <a:rPr lang="en-US" sz="1300">
                <a:latin typeface="Consolas" panose="020B0609020204030204" pitchFamily="49" charset="0"/>
              </a:rPr>
              <a:t>{</a:t>
            </a:r>
          </a:p>
          <a:p>
            <a:pPr marL="51435" indent="0" algn="just">
              <a:spcBef>
                <a:spcPts val="0"/>
              </a:spcBef>
              <a:buNone/>
            </a:pPr>
            <a:r>
              <a:rPr lang="en-US" sz="1300">
                <a:solidFill>
                  <a:schemeClr val="bg1"/>
                </a:solidFill>
                <a:latin typeface="Consolas" panose="020B0609020204030204" pitchFamily="49" charset="0"/>
              </a:rPr>
              <a:t>    </a:t>
            </a:r>
            <a:r>
              <a:rPr lang="en-US" sz="1300">
                <a:solidFill>
                  <a:srgbClr val="2B91AF"/>
                </a:solidFill>
                <a:latin typeface="Consolas" panose="020B0609020204030204" pitchFamily="49" charset="0"/>
              </a:rPr>
              <a:t>a[0] </a:t>
            </a:r>
            <a:r>
              <a:rPr lang="en-US" sz="1300">
                <a:latin typeface="Consolas" panose="020B0609020204030204" pitchFamily="49" charset="0"/>
              </a:rPr>
              <a:t>= 9;</a:t>
            </a:r>
          </a:p>
          <a:p>
            <a:pPr marL="51435" indent="0" algn="just">
              <a:spcBef>
                <a:spcPts val="0"/>
              </a:spcBef>
              <a:buNone/>
            </a:pPr>
            <a:r>
              <a:rPr lang="en-US" sz="1300">
                <a:solidFill>
                  <a:schemeClr val="bg1"/>
                </a:solidFill>
                <a:latin typeface="Consolas" panose="020B0609020204030204" pitchFamily="49" charset="0"/>
              </a:rPr>
              <a:t>    </a:t>
            </a:r>
            <a:r>
              <a:rPr lang="en-US" sz="1300">
                <a:solidFill>
                  <a:srgbClr val="2B91AF"/>
                </a:solidFill>
                <a:latin typeface="Consolas" panose="020B0609020204030204" pitchFamily="49" charset="0"/>
              </a:rPr>
              <a:t>Console</a:t>
            </a:r>
            <a:r>
              <a:rPr lang="en-US" sz="1300">
                <a:solidFill>
                  <a:schemeClr val="bg1"/>
                </a:solidFill>
                <a:latin typeface="Consolas" panose="020B0609020204030204" pitchFamily="49" charset="0"/>
              </a:rPr>
              <a:t>.</a:t>
            </a:r>
            <a:r>
              <a:rPr lang="en-US" sz="1300">
                <a:solidFill>
                  <a:srgbClr val="FEA400"/>
                </a:solidFill>
                <a:latin typeface="Consolas" panose="020B0609020204030204" pitchFamily="49" charset="0"/>
              </a:rPr>
              <a:t>WriteLine</a:t>
            </a:r>
            <a:r>
              <a:rPr lang="en-US" sz="1300">
                <a:solidFill>
                  <a:schemeClr val="bg1"/>
                </a:solidFill>
                <a:latin typeface="Consolas" panose="020B0609020204030204" pitchFamily="49" charset="0"/>
                <a:cs typeface="Consolas" panose="020B0609020204030204" pitchFamily="49" charset="0"/>
              </a:rPr>
              <a:t>($</a:t>
            </a:r>
            <a:r>
              <a:rPr lang="en-US" sz="1300">
                <a:solidFill>
                  <a:srgbClr val="A31515"/>
                </a:solidFill>
                <a:latin typeface="Consolas" panose="020B0609020204030204" pitchFamily="49" charset="0"/>
              </a:rPr>
              <a:t>"Inside method: a[0] = </a:t>
            </a:r>
            <a:r>
              <a:rPr lang="en-US" sz="1300">
                <a:solidFill>
                  <a:schemeClr val="bg1"/>
                </a:solidFill>
                <a:latin typeface="Consolas" panose="020B0609020204030204" pitchFamily="49" charset="0"/>
              </a:rPr>
              <a:t>{</a:t>
            </a:r>
            <a:r>
              <a:rPr lang="en-US" sz="1300">
                <a:solidFill>
                  <a:schemeClr val="accent6">
                    <a:lumMod val="75000"/>
                  </a:schemeClr>
                </a:solidFill>
                <a:latin typeface="Consolas" panose="020B0609020204030204" pitchFamily="49" charset="0"/>
              </a:rPr>
              <a:t>a[0]</a:t>
            </a:r>
            <a:r>
              <a:rPr lang="en-US" sz="1300">
                <a:solidFill>
                  <a:schemeClr val="bg1"/>
                </a:solidFill>
                <a:latin typeface="Consolas" panose="020B0609020204030204" pitchFamily="49" charset="0"/>
              </a:rPr>
              <a:t>}</a:t>
            </a:r>
            <a:r>
              <a:rPr lang="en-US" sz="1300">
                <a:solidFill>
                  <a:srgbClr val="A31515"/>
                </a:solidFill>
                <a:latin typeface="Consolas" panose="020B0609020204030204" pitchFamily="49" charset="0"/>
              </a:rPr>
              <a:t>"</a:t>
            </a:r>
            <a:r>
              <a:rPr lang="en-US" sz="1300">
                <a:solidFill>
                  <a:schemeClr val="bg1"/>
                </a:solidFill>
                <a:latin typeface="Consolas" panose="020B0609020204030204" pitchFamily="49" charset="0"/>
                <a:cs typeface="Consolas" panose="020B0609020204030204" pitchFamily="49" charset="0"/>
              </a:rPr>
              <a:t>);</a:t>
            </a:r>
            <a:endParaRPr lang="en-US" sz="1300">
              <a:solidFill>
                <a:schemeClr val="bg1"/>
              </a:solidFill>
              <a:latin typeface="Consolas" panose="020B0609020204030204" pitchFamily="49" charset="0"/>
            </a:endParaRPr>
          </a:p>
          <a:p>
            <a:pPr marL="51435" indent="0" algn="just">
              <a:spcBef>
                <a:spcPts val="0"/>
              </a:spcBef>
              <a:buNone/>
            </a:pPr>
            <a:r>
              <a:rPr lang="en-US" sz="1300">
                <a:latin typeface="Consolas" panose="020B0609020204030204" pitchFamily="49" charset="0"/>
              </a:rPr>
              <a:t>}</a:t>
            </a:r>
          </a:p>
          <a:p>
            <a:pPr marL="51435" indent="0" algn="just">
              <a:spcBef>
                <a:spcPts val="0"/>
              </a:spcBef>
              <a:buNone/>
            </a:pPr>
            <a:endParaRPr lang="en-US" sz="1300">
              <a:solidFill>
                <a:srgbClr val="0000FF"/>
              </a:solidFill>
              <a:latin typeface="Consolas" panose="020B0609020204030204" pitchFamily="49" charset="0"/>
            </a:endParaRPr>
          </a:p>
          <a:p>
            <a:pPr marL="51435" indent="0" algn="just">
              <a:spcBef>
                <a:spcPts val="0"/>
              </a:spcBef>
              <a:buNone/>
            </a:pPr>
            <a:r>
              <a:rPr lang="en-US" sz="1300">
                <a:solidFill>
                  <a:srgbClr val="0000FF"/>
                </a:solidFill>
                <a:latin typeface="Consolas" panose="020B0609020204030204" pitchFamily="49" charset="0"/>
              </a:rPr>
              <a:t>static</a:t>
            </a:r>
            <a:r>
              <a:rPr lang="en-US" sz="1300">
                <a:latin typeface="Consolas" panose="020B0609020204030204" pitchFamily="49" charset="0"/>
              </a:rPr>
              <a:t> </a:t>
            </a:r>
            <a:r>
              <a:rPr lang="en-US" sz="1300">
                <a:solidFill>
                  <a:srgbClr val="0000FF"/>
                </a:solidFill>
                <a:latin typeface="Consolas" panose="020B0609020204030204" pitchFamily="49" charset="0"/>
              </a:rPr>
              <a:t>void</a:t>
            </a:r>
            <a:r>
              <a:rPr lang="en-US" sz="1300">
                <a:latin typeface="Consolas" panose="020B0609020204030204" pitchFamily="49" charset="0"/>
              </a:rPr>
              <a:t> </a:t>
            </a:r>
            <a:r>
              <a:rPr lang="en-US" sz="1300">
                <a:solidFill>
                  <a:srgbClr val="FEA400"/>
                </a:solidFill>
                <a:latin typeface="Consolas" panose="020B0609020204030204" pitchFamily="49" charset="0"/>
              </a:rPr>
              <a:t>Main</a:t>
            </a:r>
            <a:r>
              <a:rPr lang="en-US" sz="1300">
                <a:latin typeface="Consolas" panose="020B0609020204030204" pitchFamily="49" charset="0"/>
              </a:rPr>
              <a:t>(</a:t>
            </a:r>
            <a:r>
              <a:rPr lang="en-US" sz="1300">
                <a:solidFill>
                  <a:srgbClr val="0000FF"/>
                </a:solidFill>
                <a:latin typeface="Consolas" panose="020B0609020204030204" pitchFamily="49" charset="0"/>
              </a:rPr>
              <a:t>string</a:t>
            </a:r>
            <a:r>
              <a:rPr lang="en-US" sz="1300">
                <a:latin typeface="Consolas" panose="020B0609020204030204" pitchFamily="49" charset="0"/>
              </a:rPr>
              <a:t>[] args)</a:t>
            </a:r>
          </a:p>
          <a:p>
            <a:pPr marL="51435" indent="0" algn="just">
              <a:spcBef>
                <a:spcPts val="0"/>
              </a:spcBef>
              <a:buNone/>
            </a:pPr>
            <a:r>
              <a:rPr lang="en-US" sz="1300">
                <a:latin typeface="Consolas" panose="020B0609020204030204" pitchFamily="49" charset="0"/>
              </a:rPr>
              <a:t>{</a:t>
            </a:r>
          </a:p>
          <a:p>
            <a:pPr marL="51435" indent="0">
              <a:spcBef>
                <a:spcPts val="0"/>
              </a:spcBef>
              <a:buNone/>
            </a:pPr>
            <a:r>
              <a:rPr lang="en-US" sz="1300">
                <a:solidFill>
                  <a:srgbClr val="2B91AF"/>
                </a:solidFill>
                <a:latin typeface="Consolas" panose="020B0609020204030204" pitchFamily="49" charset="0"/>
              </a:rPr>
              <a:t>    </a:t>
            </a:r>
            <a:r>
              <a:rPr lang="en-US" sz="1300">
                <a:solidFill>
                  <a:srgbClr val="0432FF"/>
                </a:solidFill>
                <a:latin typeface="Consolas" panose="020B0609020204030204" pitchFamily="49" charset="0"/>
              </a:rPr>
              <a:t>int[]</a:t>
            </a:r>
            <a:r>
              <a:rPr lang="en-US" sz="1300">
                <a:solidFill>
                  <a:schemeClr val="bg1"/>
                </a:solidFill>
                <a:latin typeface="Consolas" panose="020B0609020204030204" pitchFamily="49" charset="0"/>
              </a:rPr>
              <a:t> </a:t>
            </a:r>
            <a:r>
              <a:rPr lang="en-US" sz="1300">
                <a:solidFill>
                  <a:srgbClr val="2B91AF"/>
                </a:solidFill>
                <a:latin typeface="Consolas" panose="020B0609020204030204" pitchFamily="49" charset="0"/>
              </a:rPr>
              <a:t>a</a:t>
            </a:r>
            <a:r>
              <a:rPr lang="en-US" sz="1300">
                <a:solidFill>
                  <a:schemeClr val="bg1"/>
                </a:solidFill>
                <a:latin typeface="Consolas" panose="020B0609020204030204" pitchFamily="49" charset="0"/>
              </a:rPr>
              <a:t> </a:t>
            </a:r>
            <a:r>
              <a:rPr lang="en-US" sz="1300">
                <a:latin typeface="Consolas" panose="020B0609020204030204" pitchFamily="49" charset="0"/>
              </a:rPr>
              <a:t>=</a:t>
            </a:r>
            <a:r>
              <a:rPr lang="en-US" sz="1300">
                <a:solidFill>
                  <a:schemeClr val="bg1"/>
                </a:solidFill>
                <a:latin typeface="Consolas" panose="020B0609020204030204" pitchFamily="49" charset="0"/>
              </a:rPr>
              <a:t> </a:t>
            </a:r>
            <a:r>
              <a:rPr lang="en-US" sz="1300">
                <a:solidFill>
                  <a:srgbClr val="0432FF"/>
                </a:solidFill>
                <a:latin typeface="Consolas" panose="020B0609020204030204" pitchFamily="49" charset="0"/>
              </a:rPr>
              <a:t>new int[4] </a:t>
            </a:r>
            <a:r>
              <a:rPr lang="en-US" sz="1300">
                <a:latin typeface="Consolas" panose="020B0609020204030204" pitchFamily="49" charset="0"/>
              </a:rPr>
              <a:t>{5, 8, 2, 7}</a:t>
            </a:r>
            <a:r>
              <a:rPr lang="en-US" sz="1300">
                <a:latin typeface="Consolas" panose="020B0609020204030204" pitchFamily="49" charset="0"/>
                <a:cs typeface="Consolas" panose="020B0609020204030204" pitchFamily="49" charset="0"/>
              </a:rPr>
              <a:t>;</a:t>
            </a:r>
          </a:p>
          <a:p>
            <a:pPr marL="51435" indent="0">
              <a:spcBef>
                <a:spcPts val="0"/>
              </a:spcBef>
              <a:buNone/>
            </a:pPr>
            <a:r>
              <a:rPr lang="en-US" sz="1300">
                <a:solidFill>
                  <a:schemeClr val="bg1"/>
                </a:solidFill>
                <a:latin typeface="Consolas" panose="020B0609020204030204" pitchFamily="49" charset="0"/>
                <a:cs typeface="Consolas" panose="020B0609020204030204" pitchFamily="49" charset="0"/>
              </a:rPr>
              <a:t>    </a:t>
            </a:r>
            <a:r>
              <a:rPr lang="en-US" sz="1300">
                <a:solidFill>
                  <a:srgbClr val="2B91AF"/>
                </a:solidFill>
                <a:latin typeface="Consolas" panose="020B0609020204030204" pitchFamily="49" charset="0"/>
              </a:rPr>
              <a:t>Console</a:t>
            </a:r>
            <a:r>
              <a:rPr lang="en-US" sz="1300">
                <a:latin typeface="Consolas" panose="020B0609020204030204" pitchFamily="49" charset="0"/>
              </a:rPr>
              <a:t>.</a:t>
            </a:r>
            <a:r>
              <a:rPr lang="en-US" sz="1300">
                <a:solidFill>
                  <a:srgbClr val="FEA400"/>
                </a:solidFill>
                <a:latin typeface="Consolas" panose="020B0609020204030204" pitchFamily="49" charset="0"/>
              </a:rPr>
              <a:t>WriteLine</a:t>
            </a:r>
            <a:r>
              <a:rPr lang="en-US" sz="1300">
                <a:latin typeface="Consolas" panose="020B0609020204030204" pitchFamily="49" charset="0"/>
                <a:cs typeface="Consolas" panose="020B0609020204030204" pitchFamily="49" charset="0"/>
              </a:rPr>
              <a:t>($</a:t>
            </a:r>
            <a:r>
              <a:rPr lang="en-US" sz="1300">
                <a:solidFill>
                  <a:srgbClr val="A31515"/>
                </a:solidFill>
                <a:latin typeface="Consolas" panose="020B0609020204030204" pitchFamily="49" charset="0"/>
              </a:rPr>
              <a:t>"Before calling method: a[0] = </a:t>
            </a:r>
            <a:r>
              <a:rPr lang="en-US" sz="1300">
                <a:latin typeface="Consolas" panose="020B0609020204030204" pitchFamily="49" charset="0"/>
              </a:rPr>
              <a:t>{</a:t>
            </a:r>
            <a:r>
              <a:rPr lang="en-US" sz="1300">
                <a:solidFill>
                  <a:schemeClr val="accent6">
                    <a:lumMod val="75000"/>
                  </a:schemeClr>
                </a:solidFill>
                <a:latin typeface="Consolas" panose="020B0609020204030204" pitchFamily="49" charset="0"/>
              </a:rPr>
              <a:t>a[0]</a:t>
            </a:r>
            <a:r>
              <a:rPr lang="en-US" sz="1300">
                <a:latin typeface="Consolas" panose="020B0609020204030204" pitchFamily="49" charset="0"/>
              </a:rPr>
              <a:t>}</a:t>
            </a:r>
            <a:r>
              <a:rPr lang="en-US" sz="1300">
                <a:solidFill>
                  <a:srgbClr val="A31515"/>
                </a:solidFill>
                <a:latin typeface="Consolas" panose="020B0609020204030204" pitchFamily="49" charset="0"/>
              </a:rPr>
              <a:t>"</a:t>
            </a:r>
            <a:r>
              <a:rPr lang="en-US" sz="1300">
                <a:latin typeface="Consolas" panose="020B0609020204030204" pitchFamily="49" charset="0"/>
                <a:cs typeface="Consolas" panose="020B0609020204030204" pitchFamily="49" charset="0"/>
              </a:rPr>
              <a:t>);</a:t>
            </a:r>
          </a:p>
          <a:p>
            <a:pPr marL="51435" indent="0">
              <a:spcBef>
                <a:spcPts val="0"/>
              </a:spcBef>
              <a:buNone/>
            </a:pPr>
            <a:r>
              <a:rPr lang="en-US" sz="1300">
                <a:solidFill>
                  <a:schemeClr val="bg1"/>
                </a:solidFill>
                <a:latin typeface="Consolas" panose="020B0609020204030204" pitchFamily="49" charset="0"/>
                <a:cs typeface="Consolas" panose="020B0609020204030204" pitchFamily="49" charset="0"/>
              </a:rPr>
              <a:t>    </a:t>
            </a:r>
            <a:r>
              <a:rPr lang="en-US" sz="1300">
                <a:solidFill>
                  <a:srgbClr val="FEA400"/>
                </a:solidFill>
                <a:latin typeface="Consolas" panose="020B0609020204030204" pitchFamily="49" charset="0"/>
              </a:rPr>
              <a:t>Change</a:t>
            </a:r>
            <a:r>
              <a:rPr lang="en-US" sz="1300">
                <a:latin typeface="Consolas" panose="020B0609020204030204" pitchFamily="49" charset="0"/>
              </a:rPr>
              <a:t>(</a:t>
            </a:r>
            <a:r>
              <a:rPr lang="en-US" sz="1300">
                <a:solidFill>
                  <a:srgbClr val="2B91AF"/>
                </a:solidFill>
                <a:latin typeface="Consolas" panose="020B0609020204030204" pitchFamily="49" charset="0"/>
              </a:rPr>
              <a:t>a</a:t>
            </a:r>
            <a:r>
              <a:rPr lang="en-US" sz="1300">
                <a:latin typeface="Consolas" panose="020B0609020204030204" pitchFamily="49" charset="0"/>
              </a:rPr>
              <a:t>);</a:t>
            </a:r>
          </a:p>
          <a:p>
            <a:pPr marL="51435" indent="0">
              <a:spcBef>
                <a:spcPts val="0"/>
              </a:spcBef>
              <a:buNone/>
            </a:pPr>
            <a:r>
              <a:rPr lang="en-US" sz="1300">
                <a:solidFill>
                  <a:srgbClr val="2B91AF"/>
                </a:solidFill>
                <a:latin typeface="Consolas" panose="020B0609020204030204" pitchFamily="49" charset="0"/>
              </a:rPr>
              <a:t>    Console</a:t>
            </a:r>
            <a:r>
              <a:rPr lang="en-US" sz="1300">
                <a:latin typeface="Consolas" panose="020B0609020204030204" pitchFamily="49" charset="0"/>
              </a:rPr>
              <a:t>.</a:t>
            </a:r>
            <a:r>
              <a:rPr lang="en-US" sz="1300">
                <a:solidFill>
                  <a:srgbClr val="FEA400"/>
                </a:solidFill>
                <a:latin typeface="Consolas" panose="020B0609020204030204" pitchFamily="49" charset="0"/>
              </a:rPr>
              <a:t>WriteLine</a:t>
            </a:r>
            <a:r>
              <a:rPr lang="en-US" sz="1300">
                <a:latin typeface="Consolas" panose="020B0609020204030204" pitchFamily="49" charset="0"/>
              </a:rPr>
              <a:t>($</a:t>
            </a:r>
            <a:r>
              <a:rPr lang="en-US" sz="1300">
                <a:solidFill>
                  <a:srgbClr val="A31515"/>
                </a:solidFill>
                <a:latin typeface="Consolas" panose="020B0609020204030204" pitchFamily="49" charset="0"/>
              </a:rPr>
              <a:t>"After calling method: a[0] = </a:t>
            </a:r>
            <a:r>
              <a:rPr lang="en-US" sz="1300">
                <a:latin typeface="Consolas" panose="020B0609020204030204" pitchFamily="49" charset="0"/>
              </a:rPr>
              <a:t>{</a:t>
            </a:r>
            <a:r>
              <a:rPr lang="en-US" sz="1300">
                <a:solidFill>
                  <a:schemeClr val="accent6">
                    <a:lumMod val="75000"/>
                  </a:schemeClr>
                </a:solidFill>
                <a:latin typeface="Consolas" panose="020B0609020204030204" pitchFamily="49" charset="0"/>
              </a:rPr>
              <a:t>a[0]</a:t>
            </a:r>
            <a:r>
              <a:rPr lang="en-US" sz="1300">
                <a:latin typeface="Consolas" panose="020B0609020204030204" pitchFamily="49" charset="0"/>
              </a:rPr>
              <a:t>}</a:t>
            </a:r>
            <a:r>
              <a:rPr lang="en-US" sz="1300">
                <a:solidFill>
                  <a:srgbClr val="A31515"/>
                </a:solidFill>
                <a:latin typeface="Consolas" panose="020B0609020204030204" pitchFamily="49" charset="0"/>
              </a:rPr>
              <a:t>"</a:t>
            </a:r>
            <a:r>
              <a:rPr lang="en-US" sz="1300">
                <a:latin typeface="Consolas" panose="020B0609020204030204" pitchFamily="49" charset="0"/>
              </a:rPr>
              <a:t>);</a:t>
            </a:r>
          </a:p>
          <a:p>
            <a:pPr marL="51435" indent="0">
              <a:spcBef>
                <a:spcPts val="0"/>
              </a:spcBef>
              <a:buNone/>
            </a:pPr>
            <a:r>
              <a:rPr lang="en-US" sz="1300">
                <a:latin typeface="Consolas" panose="020B0609020204030204" pitchFamily="49" charset="0"/>
              </a:rPr>
              <a:t>}</a:t>
            </a:r>
          </a:p>
        </p:txBody>
      </p:sp>
      <p:sp>
        <p:nvSpPr>
          <p:cNvPr id="7" name="Rectangle 6">
            <a:extLst>
              <a:ext uri="{FF2B5EF4-FFF2-40B4-BE49-F238E27FC236}">
                <a16:creationId xmlns:a16="http://schemas.microsoft.com/office/drawing/2014/main" id="{581D02F7-FE17-3A45-9EF8-73518738E6AF}"/>
              </a:ext>
            </a:extLst>
          </p:cNvPr>
          <p:cNvSpPr/>
          <p:nvPr/>
        </p:nvSpPr>
        <p:spPr>
          <a:xfrm>
            <a:off x="2411760" y="3530520"/>
            <a:ext cx="1642611" cy="277328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VN"/>
          </a:p>
        </p:txBody>
      </p:sp>
      <p:grpSp>
        <p:nvGrpSpPr>
          <p:cNvPr id="8" name="Group 7">
            <a:extLst>
              <a:ext uri="{FF2B5EF4-FFF2-40B4-BE49-F238E27FC236}">
                <a16:creationId xmlns:a16="http://schemas.microsoft.com/office/drawing/2014/main" id="{FC784220-65BA-E445-85A3-364C034F9DFF}"/>
              </a:ext>
            </a:extLst>
          </p:cNvPr>
          <p:cNvGrpSpPr/>
          <p:nvPr/>
        </p:nvGrpSpPr>
        <p:grpSpPr>
          <a:xfrm>
            <a:off x="2551168" y="4864676"/>
            <a:ext cx="1363794" cy="1362928"/>
            <a:chOff x="2396996" y="4876740"/>
            <a:chExt cx="1363794" cy="1362928"/>
          </a:xfrm>
        </p:grpSpPr>
        <p:sp>
          <p:nvSpPr>
            <p:cNvPr id="9" name="Rectangle 8">
              <a:extLst>
                <a:ext uri="{FF2B5EF4-FFF2-40B4-BE49-F238E27FC236}">
                  <a16:creationId xmlns:a16="http://schemas.microsoft.com/office/drawing/2014/main" id="{A7624022-A600-0948-8CA0-9AD2FE03127E}"/>
                </a:ext>
              </a:extLst>
            </p:cNvPr>
            <p:cNvSpPr/>
            <p:nvPr/>
          </p:nvSpPr>
          <p:spPr>
            <a:xfrm>
              <a:off x="2396996" y="4954384"/>
              <a:ext cx="1363794" cy="1285284"/>
            </a:xfrm>
            <a:prstGeom prst="rect">
              <a:avLst/>
            </a:prstGeom>
            <a:ln/>
          </p:spPr>
          <p:style>
            <a:lnRef idx="3">
              <a:schemeClr val="lt1"/>
            </a:lnRef>
            <a:fillRef idx="1">
              <a:schemeClr val="accent5"/>
            </a:fillRef>
            <a:effectRef idx="1">
              <a:schemeClr val="accent5"/>
            </a:effectRef>
            <a:fontRef idx="minor">
              <a:schemeClr val="lt1"/>
            </a:fontRef>
          </p:style>
          <p:txBody>
            <a:bodyPr rtlCol="0" anchor="ctr"/>
            <a:lstStyle/>
            <a:p>
              <a:pPr algn="ctr"/>
              <a:endParaRPr lang="en-VN"/>
            </a:p>
          </p:txBody>
        </p:sp>
        <p:grpSp>
          <p:nvGrpSpPr>
            <p:cNvPr id="10" name="Group 9">
              <a:extLst>
                <a:ext uri="{FF2B5EF4-FFF2-40B4-BE49-F238E27FC236}">
                  <a16:creationId xmlns:a16="http://schemas.microsoft.com/office/drawing/2014/main" id="{B468D418-11EC-074F-9F75-7E0074F29199}"/>
                </a:ext>
              </a:extLst>
            </p:cNvPr>
            <p:cNvGrpSpPr/>
            <p:nvPr/>
          </p:nvGrpSpPr>
          <p:grpSpPr>
            <a:xfrm>
              <a:off x="2534490" y="4876740"/>
              <a:ext cx="1183922" cy="1290556"/>
              <a:chOff x="2534490" y="4876740"/>
              <a:chExt cx="1183922" cy="1290556"/>
            </a:xfrm>
          </p:grpSpPr>
          <p:grpSp>
            <p:nvGrpSpPr>
              <p:cNvPr id="11" name="Group 10">
                <a:extLst>
                  <a:ext uri="{FF2B5EF4-FFF2-40B4-BE49-F238E27FC236}">
                    <a16:creationId xmlns:a16="http://schemas.microsoft.com/office/drawing/2014/main" id="{D91B3FA8-0C1F-8543-9A46-469DA8BC249E}"/>
                  </a:ext>
                </a:extLst>
              </p:cNvPr>
              <p:cNvGrpSpPr/>
              <p:nvPr/>
            </p:nvGrpSpPr>
            <p:grpSpPr>
              <a:xfrm>
                <a:off x="2534490" y="5263128"/>
                <a:ext cx="1183922" cy="904168"/>
                <a:chOff x="-1544472" y="5686180"/>
                <a:chExt cx="1183922" cy="904168"/>
              </a:xfrm>
            </p:grpSpPr>
            <p:sp>
              <p:nvSpPr>
                <p:cNvPr id="18" name="Cube 17">
                  <a:extLst>
                    <a:ext uri="{FF2B5EF4-FFF2-40B4-BE49-F238E27FC236}">
                      <a16:creationId xmlns:a16="http://schemas.microsoft.com/office/drawing/2014/main" id="{CE3A5F55-9544-9B42-A42D-DDA6A7291575}"/>
                    </a:ext>
                  </a:extLst>
                </p:cNvPr>
                <p:cNvSpPr/>
                <p:nvPr/>
              </p:nvSpPr>
              <p:spPr>
                <a:xfrm>
                  <a:off x="-1544472" y="5686180"/>
                  <a:ext cx="1031924" cy="904168"/>
                </a:xfrm>
                <a:prstGeom prst="cube">
                  <a:avLst>
                    <a:gd name="adj" fmla="val 3817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9" name="TextBox 18">
                  <a:extLst>
                    <a:ext uri="{FF2B5EF4-FFF2-40B4-BE49-F238E27FC236}">
                      <a16:creationId xmlns:a16="http://schemas.microsoft.com/office/drawing/2014/main" id="{A62914F5-313F-1A4F-9018-3453BAABC9B6}"/>
                    </a:ext>
                  </a:extLst>
                </p:cNvPr>
                <p:cNvSpPr txBox="1"/>
                <p:nvPr/>
              </p:nvSpPr>
              <p:spPr>
                <a:xfrm>
                  <a:off x="-1373561" y="6042968"/>
                  <a:ext cx="357808" cy="477054"/>
                </a:xfrm>
                <a:prstGeom prst="rect">
                  <a:avLst/>
                </a:prstGeom>
                <a:noFill/>
              </p:spPr>
              <p:txBody>
                <a:bodyPr wrap="square" rtlCol="0">
                  <a:spAutoFit/>
                </a:bodyPr>
                <a:lstStyle/>
                <a:p>
                  <a:pPr algn="ctr"/>
                  <a:r>
                    <a:rPr lang="en-VN" sz="2500"/>
                    <a:t>a</a:t>
                  </a:r>
                </a:p>
              </p:txBody>
            </p:sp>
            <p:sp>
              <p:nvSpPr>
                <p:cNvPr id="20" name="TextBox 19">
                  <a:extLst>
                    <a:ext uri="{FF2B5EF4-FFF2-40B4-BE49-F238E27FC236}">
                      <a16:creationId xmlns:a16="http://schemas.microsoft.com/office/drawing/2014/main" id="{293BD32E-91E8-2A41-B869-0289303CF095}"/>
                    </a:ext>
                  </a:extLst>
                </p:cNvPr>
                <p:cNvSpPr txBox="1"/>
                <p:nvPr/>
              </p:nvSpPr>
              <p:spPr>
                <a:xfrm>
                  <a:off x="-990407" y="5863372"/>
                  <a:ext cx="629857" cy="400110"/>
                </a:xfrm>
                <a:prstGeom prst="rect">
                  <a:avLst/>
                </a:prstGeom>
                <a:noFill/>
                <a:scene3d>
                  <a:camera prst="isometricRightUp">
                    <a:rot lat="1800000" lon="18000000" rev="0"/>
                  </a:camera>
                  <a:lightRig rig="threePt" dir="t"/>
                </a:scene3d>
              </p:spPr>
              <p:txBody>
                <a:bodyPr wrap="square" rtlCol="0">
                  <a:spAutoFit/>
                </a:bodyPr>
                <a:lstStyle/>
                <a:p>
                  <a:pPr algn="ctr"/>
                  <a:r>
                    <a:rPr lang="en-US" sz="2000"/>
                    <a:t>i</a:t>
                  </a:r>
                  <a:r>
                    <a:rPr lang="en-VN" sz="2000"/>
                    <a:t>nt[]</a:t>
                  </a:r>
                </a:p>
              </p:txBody>
            </p:sp>
          </p:grpSp>
          <p:sp>
            <p:nvSpPr>
              <p:cNvPr id="13" name="TextBox 12">
                <a:extLst>
                  <a:ext uri="{FF2B5EF4-FFF2-40B4-BE49-F238E27FC236}">
                    <a16:creationId xmlns:a16="http://schemas.microsoft.com/office/drawing/2014/main" id="{127EDBD4-B8F3-9646-9CBF-BE73ED1CBA57}"/>
                  </a:ext>
                </a:extLst>
              </p:cNvPr>
              <p:cNvSpPr txBox="1"/>
              <p:nvPr/>
            </p:nvSpPr>
            <p:spPr>
              <a:xfrm>
                <a:off x="2687962" y="4876740"/>
                <a:ext cx="724979" cy="369332"/>
              </a:xfrm>
              <a:prstGeom prst="rect">
                <a:avLst/>
              </a:prstGeom>
              <a:noFill/>
            </p:spPr>
            <p:txBody>
              <a:bodyPr wrap="square" rtlCol="0">
                <a:spAutoFit/>
              </a:bodyPr>
              <a:lstStyle/>
              <a:p>
                <a:pPr algn="ctr"/>
                <a:r>
                  <a:rPr lang="en-VN" b="1">
                    <a:solidFill>
                      <a:srgbClr val="0432FF"/>
                    </a:solidFill>
                    <a:latin typeface="Calibri" panose="020F0502020204030204" pitchFamily="34" charset="0"/>
                    <a:cs typeface="Calibri" panose="020F0502020204030204" pitchFamily="34" charset="0"/>
                  </a:rPr>
                  <a:t>Main</a:t>
                </a:r>
              </a:p>
            </p:txBody>
          </p:sp>
        </p:grpSp>
      </p:grpSp>
      <p:sp>
        <p:nvSpPr>
          <p:cNvPr id="22" name="Rectangle 21">
            <a:extLst>
              <a:ext uri="{FF2B5EF4-FFF2-40B4-BE49-F238E27FC236}">
                <a16:creationId xmlns:a16="http://schemas.microsoft.com/office/drawing/2014/main" id="{BDFE48D8-F0DE-AE46-BF12-3A5B96CDCD2F}"/>
              </a:ext>
            </a:extLst>
          </p:cNvPr>
          <p:cNvSpPr/>
          <p:nvPr/>
        </p:nvSpPr>
        <p:spPr>
          <a:xfrm>
            <a:off x="4400992" y="3530520"/>
            <a:ext cx="3475042" cy="277328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VN"/>
          </a:p>
        </p:txBody>
      </p:sp>
      <p:grpSp>
        <p:nvGrpSpPr>
          <p:cNvPr id="3" name="Group 2">
            <a:extLst>
              <a:ext uri="{FF2B5EF4-FFF2-40B4-BE49-F238E27FC236}">
                <a16:creationId xmlns:a16="http://schemas.microsoft.com/office/drawing/2014/main" id="{F53C91CD-BD0E-FA46-A444-F2AA93BD592F}"/>
              </a:ext>
            </a:extLst>
          </p:cNvPr>
          <p:cNvGrpSpPr/>
          <p:nvPr/>
        </p:nvGrpSpPr>
        <p:grpSpPr>
          <a:xfrm>
            <a:off x="2551168" y="3533783"/>
            <a:ext cx="1368780" cy="1349627"/>
            <a:chOff x="2551168" y="4087983"/>
            <a:chExt cx="1368780" cy="1349627"/>
          </a:xfrm>
        </p:grpSpPr>
        <p:sp>
          <p:nvSpPr>
            <p:cNvPr id="27" name="Rectangle 26">
              <a:extLst>
                <a:ext uri="{FF2B5EF4-FFF2-40B4-BE49-F238E27FC236}">
                  <a16:creationId xmlns:a16="http://schemas.microsoft.com/office/drawing/2014/main" id="{1470674E-9A3A-CC4E-A2C6-B0C8E96697F5}"/>
                </a:ext>
              </a:extLst>
            </p:cNvPr>
            <p:cNvSpPr/>
            <p:nvPr/>
          </p:nvSpPr>
          <p:spPr>
            <a:xfrm>
              <a:off x="2551168" y="4168217"/>
              <a:ext cx="1363794" cy="1269393"/>
            </a:xfrm>
            <a:prstGeom prst="rect">
              <a:avLst/>
            </a:prstGeom>
            <a:ln/>
          </p:spPr>
          <p:style>
            <a:lnRef idx="3">
              <a:schemeClr val="lt1"/>
            </a:lnRef>
            <a:fillRef idx="1">
              <a:schemeClr val="accent5"/>
            </a:fillRef>
            <a:effectRef idx="1">
              <a:schemeClr val="accent5"/>
            </a:effectRef>
            <a:fontRef idx="minor">
              <a:schemeClr val="lt1"/>
            </a:fontRef>
          </p:style>
          <p:txBody>
            <a:bodyPr rtlCol="0" anchor="ctr"/>
            <a:lstStyle/>
            <a:p>
              <a:pPr algn="ctr"/>
              <a:endParaRPr lang="en-VN"/>
            </a:p>
          </p:txBody>
        </p:sp>
        <p:sp>
          <p:nvSpPr>
            <p:cNvPr id="23" name="Cube 22">
              <a:extLst>
                <a:ext uri="{FF2B5EF4-FFF2-40B4-BE49-F238E27FC236}">
                  <a16:creationId xmlns:a16="http://schemas.microsoft.com/office/drawing/2014/main" id="{B3CA8F32-C799-D547-B819-5BF93F00A077}"/>
                </a:ext>
              </a:extLst>
            </p:cNvPr>
            <p:cNvSpPr/>
            <p:nvPr/>
          </p:nvSpPr>
          <p:spPr>
            <a:xfrm>
              <a:off x="2736026" y="4477580"/>
              <a:ext cx="1031924" cy="904168"/>
            </a:xfrm>
            <a:prstGeom prst="cube">
              <a:avLst>
                <a:gd name="adj" fmla="val 3817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24" name="TextBox 23">
              <a:extLst>
                <a:ext uri="{FF2B5EF4-FFF2-40B4-BE49-F238E27FC236}">
                  <a16:creationId xmlns:a16="http://schemas.microsoft.com/office/drawing/2014/main" id="{9E5057CA-0DB2-4E4F-8F7C-FB6326D0CBF5}"/>
                </a:ext>
              </a:extLst>
            </p:cNvPr>
            <p:cNvSpPr txBox="1"/>
            <p:nvPr/>
          </p:nvSpPr>
          <p:spPr>
            <a:xfrm>
              <a:off x="2906937" y="4834368"/>
              <a:ext cx="357808" cy="477054"/>
            </a:xfrm>
            <a:prstGeom prst="rect">
              <a:avLst/>
            </a:prstGeom>
            <a:noFill/>
          </p:spPr>
          <p:txBody>
            <a:bodyPr wrap="square" rtlCol="0">
              <a:spAutoFit/>
            </a:bodyPr>
            <a:lstStyle/>
            <a:p>
              <a:pPr algn="ctr"/>
              <a:r>
                <a:rPr lang="en-VN" sz="2500"/>
                <a:t>a</a:t>
              </a:r>
            </a:p>
          </p:txBody>
        </p:sp>
        <p:sp>
          <p:nvSpPr>
            <p:cNvPr id="25" name="TextBox 24">
              <a:extLst>
                <a:ext uri="{FF2B5EF4-FFF2-40B4-BE49-F238E27FC236}">
                  <a16:creationId xmlns:a16="http://schemas.microsoft.com/office/drawing/2014/main" id="{C025CA45-1E83-564D-B4A6-ADC37580A707}"/>
                </a:ext>
              </a:extLst>
            </p:cNvPr>
            <p:cNvSpPr txBox="1"/>
            <p:nvPr/>
          </p:nvSpPr>
          <p:spPr>
            <a:xfrm>
              <a:off x="3290091" y="4654772"/>
              <a:ext cx="629857" cy="400110"/>
            </a:xfrm>
            <a:prstGeom prst="rect">
              <a:avLst/>
            </a:prstGeom>
            <a:noFill/>
            <a:scene3d>
              <a:camera prst="isometricRightUp">
                <a:rot lat="1800000" lon="18000000" rev="0"/>
              </a:camera>
              <a:lightRig rig="threePt" dir="t"/>
            </a:scene3d>
          </p:spPr>
          <p:txBody>
            <a:bodyPr wrap="square" rtlCol="0">
              <a:spAutoFit/>
            </a:bodyPr>
            <a:lstStyle/>
            <a:p>
              <a:pPr algn="ctr"/>
              <a:r>
                <a:rPr lang="en-US" sz="2000"/>
                <a:t>i</a:t>
              </a:r>
              <a:r>
                <a:rPr lang="en-VN" sz="2000"/>
                <a:t>nt[]</a:t>
              </a:r>
            </a:p>
          </p:txBody>
        </p:sp>
        <p:sp>
          <p:nvSpPr>
            <p:cNvPr id="26" name="TextBox 25">
              <a:extLst>
                <a:ext uri="{FF2B5EF4-FFF2-40B4-BE49-F238E27FC236}">
                  <a16:creationId xmlns:a16="http://schemas.microsoft.com/office/drawing/2014/main" id="{C65E15CE-ED66-D441-94D2-DD2643C98CC9}"/>
                </a:ext>
              </a:extLst>
            </p:cNvPr>
            <p:cNvSpPr txBox="1"/>
            <p:nvPr/>
          </p:nvSpPr>
          <p:spPr>
            <a:xfrm>
              <a:off x="2795063" y="4087983"/>
              <a:ext cx="903798" cy="369332"/>
            </a:xfrm>
            <a:prstGeom prst="rect">
              <a:avLst/>
            </a:prstGeom>
            <a:noFill/>
          </p:spPr>
          <p:txBody>
            <a:bodyPr wrap="square" rtlCol="0">
              <a:spAutoFit/>
            </a:bodyPr>
            <a:lstStyle/>
            <a:p>
              <a:pPr algn="ctr"/>
              <a:r>
                <a:rPr lang="en-VN" b="1">
                  <a:solidFill>
                    <a:srgbClr val="0432FF"/>
                  </a:solidFill>
                  <a:latin typeface="Calibri" panose="020F0502020204030204" pitchFamily="34" charset="0"/>
                  <a:cs typeface="Calibri" panose="020F0502020204030204" pitchFamily="34" charset="0"/>
                </a:rPr>
                <a:t>Change</a:t>
              </a:r>
            </a:p>
          </p:txBody>
        </p:sp>
      </p:grpSp>
      <p:grpSp>
        <p:nvGrpSpPr>
          <p:cNvPr id="28" name="Group 27">
            <a:extLst>
              <a:ext uri="{FF2B5EF4-FFF2-40B4-BE49-F238E27FC236}">
                <a16:creationId xmlns:a16="http://schemas.microsoft.com/office/drawing/2014/main" id="{F3216D6D-9D17-BB45-A823-ABAD5A88832A}"/>
              </a:ext>
            </a:extLst>
          </p:cNvPr>
          <p:cNvGrpSpPr/>
          <p:nvPr/>
        </p:nvGrpSpPr>
        <p:grpSpPr>
          <a:xfrm>
            <a:off x="5193662" y="4579093"/>
            <a:ext cx="1889702" cy="601403"/>
            <a:chOff x="6827979" y="5625080"/>
            <a:chExt cx="1889702" cy="601403"/>
          </a:xfrm>
        </p:grpSpPr>
        <p:sp>
          <p:nvSpPr>
            <p:cNvPr id="29" name="Cube 28">
              <a:extLst>
                <a:ext uri="{FF2B5EF4-FFF2-40B4-BE49-F238E27FC236}">
                  <a16:creationId xmlns:a16="http://schemas.microsoft.com/office/drawing/2014/main" id="{E54F7147-0958-D448-95BA-15106EF4C52B}"/>
                </a:ext>
              </a:extLst>
            </p:cNvPr>
            <p:cNvSpPr/>
            <p:nvPr/>
          </p:nvSpPr>
          <p:spPr>
            <a:xfrm>
              <a:off x="6827979" y="5625080"/>
              <a:ext cx="647861" cy="601403"/>
            </a:xfrm>
            <a:prstGeom prst="cube">
              <a:avLst>
                <a:gd name="adj" fmla="val 3817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VN"/>
                <a:t>9</a:t>
              </a:r>
            </a:p>
          </p:txBody>
        </p:sp>
        <p:sp>
          <p:nvSpPr>
            <p:cNvPr id="30" name="Cube 29">
              <a:extLst>
                <a:ext uri="{FF2B5EF4-FFF2-40B4-BE49-F238E27FC236}">
                  <a16:creationId xmlns:a16="http://schemas.microsoft.com/office/drawing/2014/main" id="{C2DB0EB1-77D3-1D4C-B253-FC473E2FB486}"/>
                </a:ext>
              </a:extLst>
            </p:cNvPr>
            <p:cNvSpPr/>
            <p:nvPr/>
          </p:nvSpPr>
          <p:spPr>
            <a:xfrm>
              <a:off x="7242682" y="5625080"/>
              <a:ext cx="647861" cy="601403"/>
            </a:xfrm>
            <a:prstGeom prst="cube">
              <a:avLst>
                <a:gd name="adj" fmla="val 3817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VN"/>
                <a:t>8</a:t>
              </a:r>
            </a:p>
          </p:txBody>
        </p:sp>
        <p:sp>
          <p:nvSpPr>
            <p:cNvPr id="31" name="Cube 30">
              <a:extLst>
                <a:ext uri="{FF2B5EF4-FFF2-40B4-BE49-F238E27FC236}">
                  <a16:creationId xmlns:a16="http://schemas.microsoft.com/office/drawing/2014/main" id="{EA68036C-8352-D641-80EF-5708FEC2EDD8}"/>
                </a:ext>
              </a:extLst>
            </p:cNvPr>
            <p:cNvSpPr/>
            <p:nvPr/>
          </p:nvSpPr>
          <p:spPr>
            <a:xfrm>
              <a:off x="7667044" y="5625080"/>
              <a:ext cx="647861" cy="601403"/>
            </a:xfrm>
            <a:prstGeom prst="cube">
              <a:avLst>
                <a:gd name="adj" fmla="val 3817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VN"/>
                <a:t>2</a:t>
              </a:r>
            </a:p>
          </p:txBody>
        </p:sp>
        <p:sp>
          <p:nvSpPr>
            <p:cNvPr id="32" name="Cube 31">
              <a:extLst>
                <a:ext uri="{FF2B5EF4-FFF2-40B4-BE49-F238E27FC236}">
                  <a16:creationId xmlns:a16="http://schemas.microsoft.com/office/drawing/2014/main" id="{7CF102E2-2BFA-0941-95B5-B772C0829E0F}"/>
                </a:ext>
              </a:extLst>
            </p:cNvPr>
            <p:cNvSpPr/>
            <p:nvPr/>
          </p:nvSpPr>
          <p:spPr>
            <a:xfrm>
              <a:off x="8069820" y="5625080"/>
              <a:ext cx="647861" cy="601403"/>
            </a:xfrm>
            <a:prstGeom prst="cube">
              <a:avLst>
                <a:gd name="adj" fmla="val 3817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VN"/>
                <a:t>7</a:t>
              </a:r>
            </a:p>
          </p:txBody>
        </p:sp>
      </p:grpSp>
      <p:sp>
        <p:nvSpPr>
          <p:cNvPr id="33" name="Rectangle 32">
            <a:extLst>
              <a:ext uri="{FF2B5EF4-FFF2-40B4-BE49-F238E27FC236}">
                <a16:creationId xmlns:a16="http://schemas.microsoft.com/office/drawing/2014/main" id="{97C650A7-5DBE-2F44-80F8-153C5251A0A6}"/>
              </a:ext>
            </a:extLst>
          </p:cNvPr>
          <p:cNvSpPr/>
          <p:nvPr/>
        </p:nvSpPr>
        <p:spPr>
          <a:xfrm>
            <a:off x="1475656" y="1362632"/>
            <a:ext cx="6400378" cy="504056"/>
          </a:xfrm>
          <a:prstGeom prst="rect">
            <a:avLst/>
          </a:prstGeom>
          <a:solidFill>
            <a:srgbClr val="FFFF00">
              <a:alpha val="26391"/>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34" name="Curved Right Arrow 33">
            <a:extLst>
              <a:ext uri="{FF2B5EF4-FFF2-40B4-BE49-F238E27FC236}">
                <a16:creationId xmlns:a16="http://schemas.microsoft.com/office/drawing/2014/main" id="{D09D8F14-83F0-5441-B978-9A81F9C4878B}"/>
              </a:ext>
            </a:extLst>
          </p:cNvPr>
          <p:cNvSpPr/>
          <p:nvPr/>
        </p:nvSpPr>
        <p:spPr>
          <a:xfrm rot="10800000">
            <a:off x="3832595" y="927178"/>
            <a:ext cx="865267" cy="2314219"/>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solidFill>
                <a:schemeClr val="tx1"/>
              </a:solidFill>
            </a:endParaRPr>
          </a:p>
        </p:txBody>
      </p:sp>
      <p:cxnSp>
        <p:nvCxnSpPr>
          <p:cNvPr id="35" name="Curved Connector 34">
            <a:extLst>
              <a:ext uri="{FF2B5EF4-FFF2-40B4-BE49-F238E27FC236}">
                <a16:creationId xmlns:a16="http://schemas.microsoft.com/office/drawing/2014/main" id="{C215450C-610B-6D49-8D63-A9E9AE73DC58}"/>
              </a:ext>
            </a:extLst>
          </p:cNvPr>
          <p:cNvCxnSpPr>
            <a:cxnSpLocks/>
          </p:cNvCxnSpPr>
          <p:nvPr/>
        </p:nvCxnSpPr>
        <p:spPr>
          <a:xfrm flipV="1">
            <a:off x="3161180" y="4994587"/>
            <a:ext cx="2032482" cy="442300"/>
          </a:xfrm>
          <a:prstGeom prst="curvedConnector3">
            <a:avLst>
              <a:gd name="adj1" fmla="val 50000"/>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Curved Connector 35">
            <a:extLst>
              <a:ext uri="{FF2B5EF4-FFF2-40B4-BE49-F238E27FC236}">
                <a16:creationId xmlns:a16="http://schemas.microsoft.com/office/drawing/2014/main" id="{CF811888-C45C-274D-83BC-8178E5F708B2}"/>
              </a:ext>
            </a:extLst>
          </p:cNvPr>
          <p:cNvCxnSpPr>
            <a:cxnSpLocks/>
          </p:cNvCxnSpPr>
          <p:nvPr/>
        </p:nvCxnSpPr>
        <p:spPr>
          <a:xfrm>
            <a:off x="3264745" y="4090337"/>
            <a:ext cx="1928917" cy="810129"/>
          </a:xfrm>
          <a:prstGeom prst="curvedConnector3">
            <a:avLst>
              <a:gd name="adj1" fmla="val 50000"/>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7" name="Line Callout 1 36">
            <a:extLst>
              <a:ext uri="{FF2B5EF4-FFF2-40B4-BE49-F238E27FC236}">
                <a16:creationId xmlns:a16="http://schemas.microsoft.com/office/drawing/2014/main" id="{B67F8DCE-DD5E-0746-BA49-FB31CC5E530B}"/>
              </a:ext>
            </a:extLst>
          </p:cNvPr>
          <p:cNvSpPr/>
          <p:nvPr/>
        </p:nvSpPr>
        <p:spPr>
          <a:xfrm>
            <a:off x="4988284" y="2090304"/>
            <a:ext cx="4072620" cy="609600"/>
          </a:xfrm>
          <a:prstGeom prst="borderCallout1">
            <a:avLst>
              <a:gd name="adj1" fmla="val 663"/>
              <a:gd name="adj2" fmla="val 39114"/>
              <a:gd name="adj3" fmla="val -36694"/>
              <a:gd name="adj4" fmla="val 15349"/>
            </a:avLst>
          </a:prstGeom>
          <a:ln/>
        </p:spPr>
        <p:style>
          <a:lnRef idx="1">
            <a:schemeClr val="accent2"/>
          </a:lnRef>
          <a:fillRef idx="2">
            <a:schemeClr val="accent2"/>
          </a:fillRef>
          <a:effectRef idx="1">
            <a:schemeClr val="accent2"/>
          </a:effectRef>
          <a:fontRef idx="minor">
            <a:schemeClr val="dk1"/>
          </a:fontRef>
        </p:style>
        <p:txBody>
          <a:bodyPr rtlCol="0" anchor="ctr"/>
          <a:lstStyle/>
          <a:p>
            <a:r>
              <a:rPr lang="en-US">
                <a:solidFill>
                  <a:schemeClr val="tx1"/>
                </a:solidFill>
                <a:latin typeface="Consolas" panose="020B0609020204030204" pitchFamily="49" charset="0"/>
              </a:rPr>
              <a:t>Before calling method: </a:t>
            </a:r>
            <a:r>
              <a:rPr lang="en-GB" dirty="0">
                <a:solidFill>
                  <a:schemeClr val="tx1"/>
                </a:solidFill>
                <a:latin typeface="Consolas" pitchFamily="49" charset="0"/>
                <a:cs typeface="Consolas" pitchFamily="49" charset="0"/>
              </a:rPr>
              <a:t>a[0] = 5</a:t>
            </a:r>
          </a:p>
          <a:p>
            <a:r>
              <a:rPr lang="en-US">
                <a:solidFill>
                  <a:schemeClr val="tx1"/>
                </a:solidFill>
                <a:latin typeface="Consolas" panose="020B0609020204030204" pitchFamily="49" charset="0"/>
              </a:rPr>
              <a:t>Inside method: </a:t>
            </a:r>
            <a:r>
              <a:rPr lang="en-GB" dirty="0">
                <a:solidFill>
                  <a:schemeClr val="tx1"/>
                </a:solidFill>
                <a:latin typeface="Consolas" pitchFamily="49" charset="0"/>
                <a:cs typeface="Consolas" pitchFamily="49" charset="0"/>
              </a:rPr>
              <a:t>a[0] = 9</a:t>
            </a:r>
          </a:p>
        </p:txBody>
      </p:sp>
    </p:spTree>
    <p:extLst>
      <p:ext uri="{BB962C8B-B14F-4D97-AF65-F5344CB8AC3E}">
        <p14:creationId xmlns:p14="http://schemas.microsoft.com/office/powerpoint/2010/main" val="27906403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dissolve">
                                      <p:cBhvr>
                                        <p:cTn id="7"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09F558-D333-EE4F-BF8A-DD5A2AF8E8E5}"/>
              </a:ext>
            </a:extLst>
          </p:cNvPr>
          <p:cNvSpPr>
            <a:spLocks noGrp="1"/>
          </p:cNvSpPr>
          <p:nvPr>
            <p:ph type="title"/>
          </p:nvPr>
        </p:nvSpPr>
        <p:spPr/>
        <p:txBody>
          <a:bodyPr>
            <a:normAutofit fontScale="90000"/>
          </a:bodyPr>
          <a:lstStyle/>
          <a:p>
            <a:r>
              <a:rPr lang="en-US"/>
              <a:t>T</a:t>
            </a:r>
            <a:r>
              <a:rPr lang="en-VN"/>
              <a:t>RUYỀN THAM TRỊ KIỂU MẢNG</a:t>
            </a:r>
          </a:p>
        </p:txBody>
      </p:sp>
      <p:sp>
        <p:nvSpPr>
          <p:cNvPr id="4" name="Footer Placeholder 3">
            <a:extLst>
              <a:ext uri="{FF2B5EF4-FFF2-40B4-BE49-F238E27FC236}">
                <a16:creationId xmlns:a16="http://schemas.microsoft.com/office/drawing/2014/main" id="{F03246C0-7681-AD48-868A-D72606C1877E}"/>
              </a:ext>
            </a:extLst>
          </p:cNvPr>
          <p:cNvSpPr>
            <a:spLocks noGrp="1"/>
          </p:cNvSpPr>
          <p:nvPr>
            <p:ph type="ftr" sz="quarter" idx="11"/>
          </p:nvPr>
        </p:nvSpPr>
        <p:spPr/>
        <p:txBody>
          <a:bodyPr/>
          <a:lstStyle/>
          <a:p>
            <a:r>
              <a:rPr lang="vi-VN" dirty="0"/>
              <a:t>Bài 6: Mảng một chiều</a:t>
            </a:r>
            <a:endParaRPr lang="en-US" dirty="0"/>
          </a:p>
        </p:txBody>
      </p:sp>
      <p:sp>
        <p:nvSpPr>
          <p:cNvPr id="5" name="Slide Number Placeholder 4">
            <a:extLst>
              <a:ext uri="{FF2B5EF4-FFF2-40B4-BE49-F238E27FC236}">
                <a16:creationId xmlns:a16="http://schemas.microsoft.com/office/drawing/2014/main" id="{AA02F9E7-4A6D-174E-81AE-32936B7114DF}"/>
              </a:ext>
            </a:extLst>
          </p:cNvPr>
          <p:cNvSpPr>
            <a:spLocks noGrp="1"/>
          </p:cNvSpPr>
          <p:nvPr>
            <p:ph type="sldNum" sz="quarter" idx="12"/>
          </p:nvPr>
        </p:nvSpPr>
        <p:spPr/>
        <p:txBody>
          <a:bodyPr/>
          <a:lstStyle/>
          <a:p>
            <a:fld id="{1AD93096-5B34-4342-9326-69289CEAE4C2}" type="slidenum">
              <a:rPr lang="en-US" smtClean="0"/>
              <a:pPr/>
              <a:t>20</a:t>
            </a:fld>
            <a:endParaRPr lang="en-US" dirty="0"/>
          </a:p>
        </p:txBody>
      </p:sp>
      <p:sp>
        <p:nvSpPr>
          <p:cNvPr id="6" name="Content Placeholder 5">
            <a:extLst>
              <a:ext uri="{FF2B5EF4-FFF2-40B4-BE49-F238E27FC236}">
                <a16:creationId xmlns:a16="http://schemas.microsoft.com/office/drawing/2014/main" id="{EB6B4FF6-F321-E749-BC5D-27C502659B21}"/>
              </a:ext>
            </a:extLst>
          </p:cNvPr>
          <p:cNvSpPr txBox="1">
            <a:spLocks/>
          </p:cNvSpPr>
          <p:nvPr/>
        </p:nvSpPr>
        <p:spPr>
          <a:xfrm>
            <a:off x="1125534" y="968790"/>
            <a:ext cx="6892931" cy="2676289"/>
          </a:xfrm>
          <a:prstGeom prst="rect">
            <a:avLst/>
          </a:prstGeom>
        </p:spPr>
        <p:style>
          <a:lnRef idx="2">
            <a:schemeClr val="accent2"/>
          </a:lnRef>
          <a:fillRef idx="1">
            <a:schemeClr val="lt1"/>
          </a:fillRef>
          <a:effectRef idx="0">
            <a:schemeClr val="accent2"/>
          </a:effectRef>
          <a:fontRef idx="minor">
            <a:schemeClr val="dk1"/>
          </a:fontRef>
        </p:style>
        <p:txBody>
          <a:bodyPr>
            <a:noAutofit/>
          </a:bodyPr>
          <a:lstStyle>
            <a:lvl1pPr marL="308610" indent="-257175" algn="l" rtl="0" eaLnBrk="1" latinLnBrk="0" hangingPunct="1">
              <a:spcBef>
                <a:spcPts val="525"/>
              </a:spcBef>
              <a:buSzPct val="95000"/>
              <a:buFont typeface="Wingdings"/>
              <a:buChar char=""/>
              <a:defRPr sz="1500" kern="1200" spc="0">
                <a:solidFill>
                  <a:schemeClr val="tx1"/>
                </a:solidFill>
                <a:latin typeface="+mn-lt"/>
                <a:ea typeface="+mn-ea"/>
                <a:cs typeface="Arial" pitchFamily="34" charset="0"/>
              </a:defRPr>
            </a:lvl1pPr>
            <a:lvl2pPr marL="555498" indent="-214313" algn="l" rtl="0" eaLnBrk="1" latinLnBrk="0" hangingPunct="1">
              <a:spcBef>
                <a:spcPct val="20000"/>
              </a:spcBef>
              <a:buClr>
                <a:schemeClr val="accent2"/>
              </a:buClr>
              <a:buSzPct val="90000"/>
              <a:buFont typeface="Wingdings"/>
              <a:buChar char=""/>
              <a:defRPr sz="1350" kern="1200" spc="0">
                <a:solidFill>
                  <a:schemeClr val="tx1"/>
                </a:solidFill>
                <a:latin typeface="+mn-lt"/>
                <a:ea typeface="+mn-ea"/>
                <a:cs typeface="Arial" pitchFamily="34" charset="0"/>
              </a:defRPr>
            </a:lvl2pPr>
            <a:lvl3pPr marL="747522" indent="-171450" algn="l" rtl="0" eaLnBrk="1" latinLnBrk="0" hangingPunct="1">
              <a:spcBef>
                <a:spcPct val="20000"/>
              </a:spcBef>
              <a:buClr>
                <a:schemeClr val="accent2"/>
              </a:buClr>
              <a:buFont typeface="Wingdings 2"/>
              <a:buChar char=""/>
              <a:defRPr sz="1200" kern="1200" spc="0">
                <a:solidFill>
                  <a:schemeClr val="tx1"/>
                </a:solidFill>
                <a:latin typeface="+mn-lt"/>
                <a:ea typeface="+mn-ea"/>
                <a:cs typeface="Arial" pitchFamily="34" charset="0"/>
              </a:defRPr>
            </a:lvl3pPr>
            <a:lvl4pPr marL="946404" indent="-171450" algn="l" rtl="0" eaLnBrk="1" latinLnBrk="0" hangingPunct="1">
              <a:spcBef>
                <a:spcPct val="20000"/>
              </a:spcBef>
              <a:buClr>
                <a:schemeClr val="accent3"/>
              </a:buClr>
              <a:buFont typeface="Wingdings 3"/>
              <a:buChar char=""/>
              <a:defRPr sz="1200" kern="1200" spc="0">
                <a:solidFill>
                  <a:schemeClr val="tx1"/>
                </a:solidFill>
                <a:latin typeface="+mn-lt"/>
                <a:ea typeface="+mn-ea"/>
                <a:cs typeface="Arial" pitchFamily="34" charset="0"/>
              </a:defRPr>
            </a:lvl4pPr>
            <a:lvl5pPr marL="1110996" indent="-157734" algn="l" rtl="0" eaLnBrk="1" latinLnBrk="0" hangingPunct="1">
              <a:spcBef>
                <a:spcPct val="20000"/>
              </a:spcBef>
              <a:buClr>
                <a:schemeClr val="accent3"/>
              </a:buClr>
              <a:buFont typeface="Wingdings 2"/>
              <a:buChar char=""/>
              <a:defRPr sz="1050" kern="1200" spc="0">
                <a:solidFill>
                  <a:schemeClr val="tx1"/>
                </a:solidFill>
                <a:latin typeface="+mn-lt"/>
                <a:ea typeface="+mn-ea"/>
                <a:cs typeface="Arial" pitchFamily="34" charset="0"/>
              </a:defRPr>
            </a:lvl5pPr>
            <a:lvl6pPr marL="1282446" indent="-157734" algn="l" rtl="0" eaLnBrk="1" latinLnBrk="0" hangingPunct="1">
              <a:spcBef>
                <a:spcPct val="20000"/>
              </a:spcBef>
              <a:buClr>
                <a:schemeClr val="accent3"/>
              </a:buClr>
              <a:buFont typeface="Wingdings 2"/>
              <a:buChar char=""/>
              <a:defRPr sz="1350" kern="1200">
                <a:solidFill>
                  <a:schemeClr val="tx1"/>
                </a:solidFill>
                <a:latin typeface="+mn-lt"/>
                <a:ea typeface="+mn-ea"/>
                <a:cs typeface="+mn-cs"/>
              </a:defRPr>
            </a:lvl6pPr>
            <a:lvl7pPr marL="1426464"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7pPr>
            <a:lvl8pPr marL="1570482"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8pPr>
            <a:lvl9pPr marL="1714500"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9pPr>
            <a:extLst/>
          </a:lstStyle>
          <a:p>
            <a:pPr marL="51435" indent="0" algn="just">
              <a:spcBef>
                <a:spcPts val="0"/>
              </a:spcBef>
              <a:buNone/>
            </a:pPr>
            <a:r>
              <a:rPr lang="en-US" sz="1300">
                <a:solidFill>
                  <a:srgbClr val="0000FF"/>
                </a:solidFill>
                <a:latin typeface="Consolas" panose="020B0609020204030204" pitchFamily="49" charset="0"/>
              </a:rPr>
              <a:t>static</a:t>
            </a:r>
            <a:r>
              <a:rPr lang="en-US" sz="1300">
                <a:latin typeface="Consolas" panose="020B0609020204030204" pitchFamily="49" charset="0"/>
              </a:rPr>
              <a:t> </a:t>
            </a:r>
            <a:r>
              <a:rPr lang="en-US" sz="1300">
                <a:solidFill>
                  <a:srgbClr val="0000FF"/>
                </a:solidFill>
                <a:latin typeface="Consolas" panose="020B0609020204030204" pitchFamily="49" charset="0"/>
              </a:rPr>
              <a:t>void</a:t>
            </a:r>
            <a:r>
              <a:rPr lang="en-US" sz="1300">
                <a:latin typeface="Consolas" panose="020B0609020204030204" pitchFamily="49" charset="0"/>
              </a:rPr>
              <a:t> </a:t>
            </a:r>
            <a:r>
              <a:rPr lang="en-US" sz="1300">
                <a:solidFill>
                  <a:srgbClr val="FEA400"/>
                </a:solidFill>
                <a:latin typeface="Consolas" panose="020B0609020204030204" pitchFamily="49" charset="0"/>
              </a:rPr>
              <a:t>Change</a:t>
            </a:r>
            <a:r>
              <a:rPr lang="en-US" sz="1300">
                <a:latin typeface="Consolas" panose="020B0609020204030204" pitchFamily="49" charset="0"/>
              </a:rPr>
              <a:t>(</a:t>
            </a:r>
            <a:r>
              <a:rPr lang="en-US" sz="1300">
                <a:solidFill>
                  <a:srgbClr val="0000FF"/>
                </a:solidFill>
                <a:latin typeface="Consolas" panose="020B0609020204030204" pitchFamily="49" charset="0"/>
              </a:rPr>
              <a:t>int</a:t>
            </a:r>
            <a:r>
              <a:rPr lang="en-US" sz="1300">
                <a:latin typeface="Consolas" panose="020B0609020204030204" pitchFamily="49" charset="0"/>
              </a:rPr>
              <a:t>[]</a:t>
            </a:r>
            <a:r>
              <a:rPr lang="en-US" sz="1300">
                <a:solidFill>
                  <a:schemeClr val="bg1"/>
                </a:solidFill>
                <a:latin typeface="Consolas" panose="020B0609020204030204" pitchFamily="49" charset="0"/>
              </a:rPr>
              <a:t> </a:t>
            </a:r>
            <a:r>
              <a:rPr lang="en-US" sz="1300">
                <a:solidFill>
                  <a:srgbClr val="2B91AF"/>
                </a:solidFill>
                <a:latin typeface="Consolas" panose="020B0609020204030204" pitchFamily="49" charset="0"/>
              </a:rPr>
              <a:t>a</a:t>
            </a:r>
            <a:r>
              <a:rPr lang="en-US" sz="1300">
                <a:latin typeface="Consolas" panose="020B0609020204030204" pitchFamily="49" charset="0"/>
              </a:rPr>
              <a:t>)</a:t>
            </a:r>
          </a:p>
          <a:p>
            <a:pPr marL="51435" indent="0" algn="just">
              <a:spcBef>
                <a:spcPts val="0"/>
              </a:spcBef>
              <a:buNone/>
            </a:pPr>
            <a:r>
              <a:rPr lang="en-US" sz="1300">
                <a:latin typeface="Consolas" panose="020B0609020204030204" pitchFamily="49" charset="0"/>
              </a:rPr>
              <a:t>{</a:t>
            </a:r>
          </a:p>
          <a:p>
            <a:pPr marL="51435" indent="0" algn="just">
              <a:spcBef>
                <a:spcPts val="0"/>
              </a:spcBef>
              <a:buNone/>
            </a:pPr>
            <a:r>
              <a:rPr lang="en-US" sz="1300">
                <a:solidFill>
                  <a:schemeClr val="bg1"/>
                </a:solidFill>
                <a:latin typeface="Consolas" panose="020B0609020204030204" pitchFamily="49" charset="0"/>
              </a:rPr>
              <a:t>    </a:t>
            </a:r>
            <a:r>
              <a:rPr lang="en-US" sz="1300">
                <a:solidFill>
                  <a:srgbClr val="2B91AF"/>
                </a:solidFill>
                <a:latin typeface="Consolas" panose="020B0609020204030204" pitchFamily="49" charset="0"/>
              </a:rPr>
              <a:t>a[0] </a:t>
            </a:r>
            <a:r>
              <a:rPr lang="en-US" sz="1300">
                <a:latin typeface="Consolas" panose="020B0609020204030204" pitchFamily="49" charset="0"/>
              </a:rPr>
              <a:t>= 9;</a:t>
            </a:r>
          </a:p>
          <a:p>
            <a:pPr marL="51435" indent="0" algn="just">
              <a:spcBef>
                <a:spcPts val="0"/>
              </a:spcBef>
              <a:buNone/>
            </a:pPr>
            <a:r>
              <a:rPr lang="en-US" sz="1300">
                <a:solidFill>
                  <a:schemeClr val="bg1"/>
                </a:solidFill>
                <a:latin typeface="Consolas" panose="020B0609020204030204" pitchFamily="49" charset="0"/>
              </a:rPr>
              <a:t>    </a:t>
            </a:r>
            <a:r>
              <a:rPr lang="en-US" sz="1300">
                <a:solidFill>
                  <a:srgbClr val="2B91AF"/>
                </a:solidFill>
                <a:latin typeface="Consolas" panose="020B0609020204030204" pitchFamily="49" charset="0"/>
              </a:rPr>
              <a:t>Console</a:t>
            </a:r>
            <a:r>
              <a:rPr lang="en-US" sz="1300">
                <a:solidFill>
                  <a:schemeClr val="bg1"/>
                </a:solidFill>
                <a:latin typeface="Consolas" panose="020B0609020204030204" pitchFamily="49" charset="0"/>
              </a:rPr>
              <a:t>.</a:t>
            </a:r>
            <a:r>
              <a:rPr lang="en-US" sz="1300">
                <a:solidFill>
                  <a:srgbClr val="FEA400"/>
                </a:solidFill>
                <a:latin typeface="Consolas" panose="020B0609020204030204" pitchFamily="49" charset="0"/>
              </a:rPr>
              <a:t>WriteLine</a:t>
            </a:r>
            <a:r>
              <a:rPr lang="en-US" sz="1300">
                <a:solidFill>
                  <a:schemeClr val="bg1"/>
                </a:solidFill>
                <a:latin typeface="Consolas" panose="020B0609020204030204" pitchFamily="49" charset="0"/>
                <a:cs typeface="Consolas" panose="020B0609020204030204" pitchFamily="49" charset="0"/>
              </a:rPr>
              <a:t>($</a:t>
            </a:r>
            <a:r>
              <a:rPr lang="en-US" sz="1300">
                <a:solidFill>
                  <a:srgbClr val="A31515"/>
                </a:solidFill>
                <a:latin typeface="Consolas" panose="020B0609020204030204" pitchFamily="49" charset="0"/>
              </a:rPr>
              <a:t>"Inside method: a[0] = </a:t>
            </a:r>
            <a:r>
              <a:rPr lang="en-US" sz="1300">
                <a:solidFill>
                  <a:schemeClr val="bg1"/>
                </a:solidFill>
                <a:latin typeface="Consolas" panose="020B0609020204030204" pitchFamily="49" charset="0"/>
              </a:rPr>
              <a:t>{</a:t>
            </a:r>
            <a:r>
              <a:rPr lang="en-US" sz="1300">
                <a:solidFill>
                  <a:schemeClr val="accent6">
                    <a:lumMod val="75000"/>
                  </a:schemeClr>
                </a:solidFill>
                <a:latin typeface="Consolas" panose="020B0609020204030204" pitchFamily="49" charset="0"/>
              </a:rPr>
              <a:t>a[0]</a:t>
            </a:r>
            <a:r>
              <a:rPr lang="en-US" sz="1300">
                <a:solidFill>
                  <a:schemeClr val="bg1"/>
                </a:solidFill>
                <a:latin typeface="Consolas" panose="020B0609020204030204" pitchFamily="49" charset="0"/>
              </a:rPr>
              <a:t>}</a:t>
            </a:r>
            <a:r>
              <a:rPr lang="en-US" sz="1300">
                <a:solidFill>
                  <a:srgbClr val="A31515"/>
                </a:solidFill>
                <a:latin typeface="Consolas" panose="020B0609020204030204" pitchFamily="49" charset="0"/>
              </a:rPr>
              <a:t>"</a:t>
            </a:r>
            <a:r>
              <a:rPr lang="en-US" sz="1300">
                <a:solidFill>
                  <a:schemeClr val="bg1"/>
                </a:solidFill>
                <a:latin typeface="Consolas" panose="020B0609020204030204" pitchFamily="49" charset="0"/>
                <a:cs typeface="Consolas" panose="020B0609020204030204" pitchFamily="49" charset="0"/>
              </a:rPr>
              <a:t>);</a:t>
            </a:r>
            <a:endParaRPr lang="en-US" sz="1300">
              <a:solidFill>
                <a:schemeClr val="bg1"/>
              </a:solidFill>
              <a:latin typeface="Consolas" panose="020B0609020204030204" pitchFamily="49" charset="0"/>
            </a:endParaRPr>
          </a:p>
          <a:p>
            <a:pPr marL="51435" indent="0" algn="just">
              <a:spcBef>
                <a:spcPts val="0"/>
              </a:spcBef>
              <a:buNone/>
            </a:pPr>
            <a:r>
              <a:rPr lang="en-US" sz="1300">
                <a:latin typeface="Consolas" panose="020B0609020204030204" pitchFamily="49" charset="0"/>
              </a:rPr>
              <a:t>}</a:t>
            </a:r>
          </a:p>
          <a:p>
            <a:pPr marL="51435" indent="0" algn="just">
              <a:spcBef>
                <a:spcPts val="0"/>
              </a:spcBef>
              <a:buNone/>
            </a:pPr>
            <a:endParaRPr lang="en-US" sz="1300">
              <a:solidFill>
                <a:srgbClr val="0000FF"/>
              </a:solidFill>
              <a:latin typeface="Consolas" panose="020B0609020204030204" pitchFamily="49" charset="0"/>
            </a:endParaRPr>
          </a:p>
          <a:p>
            <a:pPr marL="51435" indent="0" algn="just">
              <a:spcBef>
                <a:spcPts val="0"/>
              </a:spcBef>
              <a:buNone/>
            </a:pPr>
            <a:r>
              <a:rPr lang="en-US" sz="1300">
                <a:solidFill>
                  <a:srgbClr val="0000FF"/>
                </a:solidFill>
                <a:latin typeface="Consolas" panose="020B0609020204030204" pitchFamily="49" charset="0"/>
              </a:rPr>
              <a:t>static</a:t>
            </a:r>
            <a:r>
              <a:rPr lang="en-US" sz="1300">
                <a:latin typeface="Consolas" panose="020B0609020204030204" pitchFamily="49" charset="0"/>
              </a:rPr>
              <a:t> </a:t>
            </a:r>
            <a:r>
              <a:rPr lang="en-US" sz="1300">
                <a:solidFill>
                  <a:srgbClr val="0000FF"/>
                </a:solidFill>
                <a:latin typeface="Consolas" panose="020B0609020204030204" pitchFamily="49" charset="0"/>
              </a:rPr>
              <a:t>void</a:t>
            </a:r>
            <a:r>
              <a:rPr lang="en-US" sz="1300">
                <a:latin typeface="Consolas" panose="020B0609020204030204" pitchFamily="49" charset="0"/>
              </a:rPr>
              <a:t> </a:t>
            </a:r>
            <a:r>
              <a:rPr lang="en-US" sz="1300">
                <a:solidFill>
                  <a:srgbClr val="FEA400"/>
                </a:solidFill>
                <a:latin typeface="Consolas" panose="020B0609020204030204" pitchFamily="49" charset="0"/>
              </a:rPr>
              <a:t>Main</a:t>
            </a:r>
            <a:r>
              <a:rPr lang="en-US" sz="1300">
                <a:latin typeface="Consolas" panose="020B0609020204030204" pitchFamily="49" charset="0"/>
              </a:rPr>
              <a:t>(</a:t>
            </a:r>
            <a:r>
              <a:rPr lang="en-US" sz="1300">
                <a:solidFill>
                  <a:srgbClr val="0000FF"/>
                </a:solidFill>
                <a:latin typeface="Consolas" panose="020B0609020204030204" pitchFamily="49" charset="0"/>
              </a:rPr>
              <a:t>string</a:t>
            </a:r>
            <a:r>
              <a:rPr lang="en-US" sz="1300">
                <a:latin typeface="Consolas" panose="020B0609020204030204" pitchFamily="49" charset="0"/>
              </a:rPr>
              <a:t>[] args)</a:t>
            </a:r>
          </a:p>
          <a:p>
            <a:pPr marL="51435" indent="0" algn="just">
              <a:spcBef>
                <a:spcPts val="0"/>
              </a:spcBef>
              <a:buNone/>
            </a:pPr>
            <a:r>
              <a:rPr lang="en-US" sz="1300">
                <a:latin typeface="Consolas" panose="020B0609020204030204" pitchFamily="49" charset="0"/>
              </a:rPr>
              <a:t>{</a:t>
            </a:r>
          </a:p>
          <a:p>
            <a:pPr marL="51435" indent="0">
              <a:spcBef>
                <a:spcPts val="0"/>
              </a:spcBef>
              <a:buNone/>
            </a:pPr>
            <a:r>
              <a:rPr lang="en-US" sz="1300">
                <a:solidFill>
                  <a:srgbClr val="2B91AF"/>
                </a:solidFill>
                <a:latin typeface="Consolas" panose="020B0609020204030204" pitchFamily="49" charset="0"/>
              </a:rPr>
              <a:t>    </a:t>
            </a:r>
            <a:r>
              <a:rPr lang="en-US" sz="1300">
                <a:solidFill>
                  <a:srgbClr val="0432FF"/>
                </a:solidFill>
                <a:latin typeface="Consolas" panose="020B0609020204030204" pitchFamily="49" charset="0"/>
              </a:rPr>
              <a:t>int[]</a:t>
            </a:r>
            <a:r>
              <a:rPr lang="en-US" sz="1300">
                <a:solidFill>
                  <a:schemeClr val="bg1"/>
                </a:solidFill>
                <a:latin typeface="Consolas" panose="020B0609020204030204" pitchFamily="49" charset="0"/>
              </a:rPr>
              <a:t> </a:t>
            </a:r>
            <a:r>
              <a:rPr lang="en-US" sz="1300">
                <a:solidFill>
                  <a:srgbClr val="2B91AF"/>
                </a:solidFill>
                <a:latin typeface="Consolas" panose="020B0609020204030204" pitchFamily="49" charset="0"/>
              </a:rPr>
              <a:t>a</a:t>
            </a:r>
            <a:r>
              <a:rPr lang="en-US" sz="1300">
                <a:solidFill>
                  <a:schemeClr val="bg1"/>
                </a:solidFill>
                <a:latin typeface="Consolas" panose="020B0609020204030204" pitchFamily="49" charset="0"/>
              </a:rPr>
              <a:t> </a:t>
            </a:r>
            <a:r>
              <a:rPr lang="en-US" sz="1300">
                <a:latin typeface="Consolas" panose="020B0609020204030204" pitchFamily="49" charset="0"/>
              </a:rPr>
              <a:t>=</a:t>
            </a:r>
            <a:r>
              <a:rPr lang="en-US" sz="1300">
                <a:solidFill>
                  <a:schemeClr val="bg1"/>
                </a:solidFill>
                <a:latin typeface="Consolas" panose="020B0609020204030204" pitchFamily="49" charset="0"/>
              </a:rPr>
              <a:t> </a:t>
            </a:r>
            <a:r>
              <a:rPr lang="en-US" sz="1300">
                <a:solidFill>
                  <a:srgbClr val="0432FF"/>
                </a:solidFill>
                <a:latin typeface="Consolas" panose="020B0609020204030204" pitchFamily="49" charset="0"/>
              </a:rPr>
              <a:t>new int[4] </a:t>
            </a:r>
            <a:r>
              <a:rPr lang="en-US" sz="1300">
                <a:latin typeface="Consolas" panose="020B0609020204030204" pitchFamily="49" charset="0"/>
              </a:rPr>
              <a:t>{5, 8, 2, 7}</a:t>
            </a:r>
            <a:r>
              <a:rPr lang="en-US" sz="1300">
                <a:latin typeface="Consolas" panose="020B0609020204030204" pitchFamily="49" charset="0"/>
                <a:cs typeface="Consolas" panose="020B0609020204030204" pitchFamily="49" charset="0"/>
              </a:rPr>
              <a:t>;</a:t>
            </a:r>
          </a:p>
          <a:p>
            <a:pPr marL="51435" indent="0">
              <a:spcBef>
                <a:spcPts val="0"/>
              </a:spcBef>
              <a:buNone/>
            </a:pPr>
            <a:r>
              <a:rPr lang="en-US" sz="1300">
                <a:solidFill>
                  <a:schemeClr val="bg1"/>
                </a:solidFill>
                <a:latin typeface="Consolas" panose="020B0609020204030204" pitchFamily="49" charset="0"/>
                <a:cs typeface="Consolas" panose="020B0609020204030204" pitchFamily="49" charset="0"/>
              </a:rPr>
              <a:t>    </a:t>
            </a:r>
            <a:r>
              <a:rPr lang="en-US" sz="1300">
                <a:solidFill>
                  <a:srgbClr val="2B91AF"/>
                </a:solidFill>
                <a:latin typeface="Consolas" panose="020B0609020204030204" pitchFamily="49" charset="0"/>
              </a:rPr>
              <a:t>Console</a:t>
            </a:r>
            <a:r>
              <a:rPr lang="en-US" sz="1300">
                <a:latin typeface="Consolas" panose="020B0609020204030204" pitchFamily="49" charset="0"/>
              </a:rPr>
              <a:t>.</a:t>
            </a:r>
            <a:r>
              <a:rPr lang="en-US" sz="1300">
                <a:solidFill>
                  <a:srgbClr val="FEA400"/>
                </a:solidFill>
                <a:latin typeface="Consolas" panose="020B0609020204030204" pitchFamily="49" charset="0"/>
              </a:rPr>
              <a:t>WriteLine</a:t>
            </a:r>
            <a:r>
              <a:rPr lang="en-US" sz="1300">
                <a:latin typeface="Consolas" panose="020B0609020204030204" pitchFamily="49" charset="0"/>
                <a:cs typeface="Consolas" panose="020B0609020204030204" pitchFamily="49" charset="0"/>
              </a:rPr>
              <a:t>($</a:t>
            </a:r>
            <a:r>
              <a:rPr lang="en-US" sz="1300">
                <a:solidFill>
                  <a:srgbClr val="A31515"/>
                </a:solidFill>
                <a:latin typeface="Consolas" panose="020B0609020204030204" pitchFamily="49" charset="0"/>
              </a:rPr>
              <a:t>"Before calling method: a[0] = </a:t>
            </a:r>
            <a:r>
              <a:rPr lang="en-US" sz="1300">
                <a:latin typeface="Consolas" panose="020B0609020204030204" pitchFamily="49" charset="0"/>
              </a:rPr>
              <a:t>{</a:t>
            </a:r>
            <a:r>
              <a:rPr lang="en-US" sz="1300">
                <a:solidFill>
                  <a:schemeClr val="accent6">
                    <a:lumMod val="75000"/>
                  </a:schemeClr>
                </a:solidFill>
                <a:latin typeface="Consolas" panose="020B0609020204030204" pitchFamily="49" charset="0"/>
              </a:rPr>
              <a:t>a[0]</a:t>
            </a:r>
            <a:r>
              <a:rPr lang="en-US" sz="1300">
                <a:latin typeface="Consolas" panose="020B0609020204030204" pitchFamily="49" charset="0"/>
              </a:rPr>
              <a:t>}</a:t>
            </a:r>
            <a:r>
              <a:rPr lang="en-US" sz="1300">
                <a:solidFill>
                  <a:srgbClr val="A31515"/>
                </a:solidFill>
                <a:latin typeface="Consolas" panose="020B0609020204030204" pitchFamily="49" charset="0"/>
              </a:rPr>
              <a:t>"</a:t>
            </a:r>
            <a:r>
              <a:rPr lang="en-US" sz="1300">
                <a:latin typeface="Consolas" panose="020B0609020204030204" pitchFamily="49" charset="0"/>
                <a:cs typeface="Consolas" panose="020B0609020204030204" pitchFamily="49" charset="0"/>
              </a:rPr>
              <a:t>);</a:t>
            </a:r>
          </a:p>
          <a:p>
            <a:pPr marL="51435" indent="0">
              <a:spcBef>
                <a:spcPts val="0"/>
              </a:spcBef>
              <a:buNone/>
            </a:pPr>
            <a:r>
              <a:rPr lang="en-US" sz="1300">
                <a:solidFill>
                  <a:schemeClr val="bg1"/>
                </a:solidFill>
                <a:latin typeface="Consolas" panose="020B0609020204030204" pitchFamily="49" charset="0"/>
                <a:cs typeface="Consolas" panose="020B0609020204030204" pitchFamily="49" charset="0"/>
              </a:rPr>
              <a:t>    </a:t>
            </a:r>
            <a:r>
              <a:rPr lang="en-US" sz="1300">
                <a:solidFill>
                  <a:srgbClr val="FEA400"/>
                </a:solidFill>
                <a:latin typeface="Consolas" panose="020B0609020204030204" pitchFamily="49" charset="0"/>
              </a:rPr>
              <a:t>Change</a:t>
            </a:r>
            <a:r>
              <a:rPr lang="en-US" sz="1300">
                <a:latin typeface="Consolas" panose="020B0609020204030204" pitchFamily="49" charset="0"/>
              </a:rPr>
              <a:t>(</a:t>
            </a:r>
            <a:r>
              <a:rPr lang="en-US" sz="1300">
                <a:solidFill>
                  <a:srgbClr val="2B91AF"/>
                </a:solidFill>
                <a:latin typeface="Consolas" panose="020B0609020204030204" pitchFamily="49" charset="0"/>
              </a:rPr>
              <a:t>a</a:t>
            </a:r>
            <a:r>
              <a:rPr lang="en-US" sz="1300">
                <a:latin typeface="Consolas" panose="020B0609020204030204" pitchFamily="49" charset="0"/>
              </a:rPr>
              <a:t>);</a:t>
            </a:r>
          </a:p>
          <a:p>
            <a:pPr marL="51435" indent="0">
              <a:spcBef>
                <a:spcPts val="0"/>
              </a:spcBef>
              <a:buNone/>
            </a:pPr>
            <a:r>
              <a:rPr lang="en-US" sz="1300">
                <a:solidFill>
                  <a:srgbClr val="2B91AF"/>
                </a:solidFill>
                <a:latin typeface="Consolas" panose="020B0609020204030204" pitchFamily="49" charset="0"/>
              </a:rPr>
              <a:t>    Console</a:t>
            </a:r>
            <a:r>
              <a:rPr lang="en-US" sz="1300">
                <a:latin typeface="Consolas" panose="020B0609020204030204" pitchFamily="49" charset="0"/>
              </a:rPr>
              <a:t>.</a:t>
            </a:r>
            <a:r>
              <a:rPr lang="en-US" sz="1300">
                <a:solidFill>
                  <a:srgbClr val="FEA400"/>
                </a:solidFill>
                <a:latin typeface="Consolas" panose="020B0609020204030204" pitchFamily="49" charset="0"/>
              </a:rPr>
              <a:t>WriteLine</a:t>
            </a:r>
            <a:r>
              <a:rPr lang="en-US" sz="1300">
                <a:latin typeface="Consolas" panose="020B0609020204030204" pitchFamily="49" charset="0"/>
              </a:rPr>
              <a:t>($</a:t>
            </a:r>
            <a:r>
              <a:rPr lang="en-US" sz="1300">
                <a:solidFill>
                  <a:srgbClr val="A31515"/>
                </a:solidFill>
                <a:latin typeface="Consolas" panose="020B0609020204030204" pitchFamily="49" charset="0"/>
              </a:rPr>
              <a:t>"After calling method: a[0] = </a:t>
            </a:r>
            <a:r>
              <a:rPr lang="en-US" sz="1300">
                <a:latin typeface="Consolas" panose="020B0609020204030204" pitchFamily="49" charset="0"/>
              </a:rPr>
              <a:t>{</a:t>
            </a:r>
            <a:r>
              <a:rPr lang="en-US" sz="1300">
                <a:solidFill>
                  <a:schemeClr val="accent6">
                    <a:lumMod val="75000"/>
                  </a:schemeClr>
                </a:solidFill>
                <a:latin typeface="Consolas" panose="020B0609020204030204" pitchFamily="49" charset="0"/>
              </a:rPr>
              <a:t>a[0]</a:t>
            </a:r>
            <a:r>
              <a:rPr lang="en-US" sz="1300">
                <a:latin typeface="Consolas" panose="020B0609020204030204" pitchFamily="49" charset="0"/>
              </a:rPr>
              <a:t>}</a:t>
            </a:r>
            <a:r>
              <a:rPr lang="en-US" sz="1300">
                <a:solidFill>
                  <a:srgbClr val="A31515"/>
                </a:solidFill>
                <a:latin typeface="Consolas" panose="020B0609020204030204" pitchFamily="49" charset="0"/>
              </a:rPr>
              <a:t>"</a:t>
            </a:r>
            <a:r>
              <a:rPr lang="en-US" sz="1300">
                <a:latin typeface="Consolas" panose="020B0609020204030204" pitchFamily="49" charset="0"/>
              </a:rPr>
              <a:t>);</a:t>
            </a:r>
          </a:p>
          <a:p>
            <a:pPr marL="51435" indent="0">
              <a:spcBef>
                <a:spcPts val="0"/>
              </a:spcBef>
              <a:buNone/>
            </a:pPr>
            <a:r>
              <a:rPr lang="en-US" sz="1300">
                <a:latin typeface="Consolas" panose="020B0609020204030204" pitchFamily="49" charset="0"/>
              </a:rPr>
              <a:t>}</a:t>
            </a:r>
          </a:p>
        </p:txBody>
      </p:sp>
      <p:sp>
        <p:nvSpPr>
          <p:cNvPr id="7" name="Rectangle 6">
            <a:extLst>
              <a:ext uri="{FF2B5EF4-FFF2-40B4-BE49-F238E27FC236}">
                <a16:creationId xmlns:a16="http://schemas.microsoft.com/office/drawing/2014/main" id="{581D02F7-FE17-3A45-9EF8-73518738E6AF}"/>
              </a:ext>
            </a:extLst>
          </p:cNvPr>
          <p:cNvSpPr/>
          <p:nvPr/>
        </p:nvSpPr>
        <p:spPr>
          <a:xfrm>
            <a:off x="2411760" y="3516665"/>
            <a:ext cx="1642611" cy="277328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VN"/>
          </a:p>
        </p:txBody>
      </p:sp>
      <p:grpSp>
        <p:nvGrpSpPr>
          <p:cNvPr id="8" name="Group 7">
            <a:extLst>
              <a:ext uri="{FF2B5EF4-FFF2-40B4-BE49-F238E27FC236}">
                <a16:creationId xmlns:a16="http://schemas.microsoft.com/office/drawing/2014/main" id="{FC784220-65BA-E445-85A3-364C034F9DFF}"/>
              </a:ext>
            </a:extLst>
          </p:cNvPr>
          <p:cNvGrpSpPr/>
          <p:nvPr/>
        </p:nvGrpSpPr>
        <p:grpSpPr>
          <a:xfrm>
            <a:off x="2551168" y="4850821"/>
            <a:ext cx="1363794" cy="1362928"/>
            <a:chOff x="2396996" y="4876740"/>
            <a:chExt cx="1363794" cy="1362928"/>
          </a:xfrm>
        </p:grpSpPr>
        <p:sp>
          <p:nvSpPr>
            <p:cNvPr id="9" name="Rectangle 8">
              <a:extLst>
                <a:ext uri="{FF2B5EF4-FFF2-40B4-BE49-F238E27FC236}">
                  <a16:creationId xmlns:a16="http://schemas.microsoft.com/office/drawing/2014/main" id="{A7624022-A600-0948-8CA0-9AD2FE03127E}"/>
                </a:ext>
              </a:extLst>
            </p:cNvPr>
            <p:cNvSpPr/>
            <p:nvPr/>
          </p:nvSpPr>
          <p:spPr>
            <a:xfrm>
              <a:off x="2396996" y="4954384"/>
              <a:ext cx="1363794" cy="1285284"/>
            </a:xfrm>
            <a:prstGeom prst="rect">
              <a:avLst/>
            </a:prstGeom>
            <a:ln/>
          </p:spPr>
          <p:style>
            <a:lnRef idx="3">
              <a:schemeClr val="lt1"/>
            </a:lnRef>
            <a:fillRef idx="1">
              <a:schemeClr val="accent5"/>
            </a:fillRef>
            <a:effectRef idx="1">
              <a:schemeClr val="accent5"/>
            </a:effectRef>
            <a:fontRef idx="minor">
              <a:schemeClr val="lt1"/>
            </a:fontRef>
          </p:style>
          <p:txBody>
            <a:bodyPr rtlCol="0" anchor="ctr"/>
            <a:lstStyle/>
            <a:p>
              <a:pPr algn="ctr"/>
              <a:endParaRPr lang="en-VN"/>
            </a:p>
          </p:txBody>
        </p:sp>
        <p:grpSp>
          <p:nvGrpSpPr>
            <p:cNvPr id="10" name="Group 9">
              <a:extLst>
                <a:ext uri="{FF2B5EF4-FFF2-40B4-BE49-F238E27FC236}">
                  <a16:creationId xmlns:a16="http://schemas.microsoft.com/office/drawing/2014/main" id="{B468D418-11EC-074F-9F75-7E0074F29199}"/>
                </a:ext>
              </a:extLst>
            </p:cNvPr>
            <p:cNvGrpSpPr/>
            <p:nvPr/>
          </p:nvGrpSpPr>
          <p:grpSpPr>
            <a:xfrm>
              <a:off x="2534490" y="4876740"/>
              <a:ext cx="1183922" cy="1290556"/>
              <a:chOff x="2534490" y="4876740"/>
              <a:chExt cx="1183922" cy="1290556"/>
            </a:xfrm>
          </p:grpSpPr>
          <p:grpSp>
            <p:nvGrpSpPr>
              <p:cNvPr id="11" name="Group 10">
                <a:extLst>
                  <a:ext uri="{FF2B5EF4-FFF2-40B4-BE49-F238E27FC236}">
                    <a16:creationId xmlns:a16="http://schemas.microsoft.com/office/drawing/2014/main" id="{D91B3FA8-0C1F-8543-9A46-469DA8BC249E}"/>
                  </a:ext>
                </a:extLst>
              </p:cNvPr>
              <p:cNvGrpSpPr/>
              <p:nvPr/>
            </p:nvGrpSpPr>
            <p:grpSpPr>
              <a:xfrm>
                <a:off x="2534490" y="5263128"/>
                <a:ext cx="1183922" cy="904168"/>
                <a:chOff x="-1544472" y="5686180"/>
                <a:chExt cx="1183922" cy="904168"/>
              </a:xfrm>
            </p:grpSpPr>
            <p:sp>
              <p:nvSpPr>
                <p:cNvPr id="18" name="Cube 17">
                  <a:extLst>
                    <a:ext uri="{FF2B5EF4-FFF2-40B4-BE49-F238E27FC236}">
                      <a16:creationId xmlns:a16="http://schemas.microsoft.com/office/drawing/2014/main" id="{CE3A5F55-9544-9B42-A42D-DDA6A7291575}"/>
                    </a:ext>
                  </a:extLst>
                </p:cNvPr>
                <p:cNvSpPr/>
                <p:nvPr/>
              </p:nvSpPr>
              <p:spPr>
                <a:xfrm>
                  <a:off x="-1544472" y="5686180"/>
                  <a:ext cx="1031924" cy="904168"/>
                </a:xfrm>
                <a:prstGeom prst="cube">
                  <a:avLst>
                    <a:gd name="adj" fmla="val 3817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9" name="TextBox 18">
                  <a:extLst>
                    <a:ext uri="{FF2B5EF4-FFF2-40B4-BE49-F238E27FC236}">
                      <a16:creationId xmlns:a16="http://schemas.microsoft.com/office/drawing/2014/main" id="{A62914F5-313F-1A4F-9018-3453BAABC9B6}"/>
                    </a:ext>
                  </a:extLst>
                </p:cNvPr>
                <p:cNvSpPr txBox="1"/>
                <p:nvPr/>
              </p:nvSpPr>
              <p:spPr>
                <a:xfrm>
                  <a:off x="-1373561" y="6042968"/>
                  <a:ext cx="357808" cy="477054"/>
                </a:xfrm>
                <a:prstGeom prst="rect">
                  <a:avLst/>
                </a:prstGeom>
                <a:noFill/>
              </p:spPr>
              <p:txBody>
                <a:bodyPr wrap="square" rtlCol="0">
                  <a:spAutoFit/>
                </a:bodyPr>
                <a:lstStyle/>
                <a:p>
                  <a:pPr algn="ctr"/>
                  <a:r>
                    <a:rPr lang="en-VN" sz="2500"/>
                    <a:t>a</a:t>
                  </a:r>
                </a:p>
              </p:txBody>
            </p:sp>
            <p:sp>
              <p:nvSpPr>
                <p:cNvPr id="20" name="TextBox 19">
                  <a:extLst>
                    <a:ext uri="{FF2B5EF4-FFF2-40B4-BE49-F238E27FC236}">
                      <a16:creationId xmlns:a16="http://schemas.microsoft.com/office/drawing/2014/main" id="{293BD32E-91E8-2A41-B869-0289303CF095}"/>
                    </a:ext>
                  </a:extLst>
                </p:cNvPr>
                <p:cNvSpPr txBox="1"/>
                <p:nvPr/>
              </p:nvSpPr>
              <p:spPr>
                <a:xfrm>
                  <a:off x="-990407" y="5863372"/>
                  <a:ext cx="629857" cy="400110"/>
                </a:xfrm>
                <a:prstGeom prst="rect">
                  <a:avLst/>
                </a:prstGeom>
                <a:noFill/>
                <a:scene3d>
                  <a:camera prst="isometricRightUp">
                    <a:rot lat="1800000" lon="18000000" rev="0"/>
                  </a:camera>
                  <a:lightRig rig="threePt" dir="t"/>
                </a:scene3d>
              </p:spPr>
              <p:txBody>
                <a:bodyPr wrap="square" rtlCol="0">
                  <a:spAutoFit/>
                </a:bodyPr>
                <a:lstStyle/>
                <a:p>
                  <a:pPr algn="ctr"/>
                  <a:r>
                    <a:rPr lang="en-US" sz="2000"/>
                    <a:t>i</a:t>
                  </a:r>
                  <a:r>
                    <a:rPr lang="en-VN" sz="2000"/>
                    <a:t>nt[]</a:t>
                  </a:r>
                </a:p>
              </p:txBody>
            </p:sp>
          </p:grpSp>
          <p:sp>
            <p:nvSpPr>
              <p:cNvPr id="13" name="TextBox 12">
                <a:extLst>
                  <a:ext uri="{FF2B5EF4-FFF2-40B4-BE49-F238E27FC236}">
                    <a16:creationId xmlns:a16="http://schemas.microsoft.com/office/drawing/2014/main" id="{127EDBD4-B8F3-9646-9CBF-BE73ED1CBA57}"/>
                  </a:ext>
                </a:extLst>
              </p:cNvPr>
              <p:cNvSpPr txBox="1"/>
              <p:nvPr/>
            </p:nvSpPr>
            <p:spPr>
              <a:xfrm>
                <a:off x="2687962" y="4876740"/>
                <a:ext cx="724979" cy="369332"/>
              </a:xfrm>
              <a:prstGeom prst="rect">
                <a:avLst/>
              </a:prstGeom>
              <a:noFill/>
            </p:spPr>
            <p:txBody>
              <a:bodyPr wrap="square" rtlCol="0">
                <a:spAutoFit/>
              </a:bodyPr>
              <a:lstStyle/>
              <a:p>
                <a:pPr algn="ctr"/>
                <a:r>
                  <a:rPr lang="en-VN" b="1">
                    <a:solidFill>
                      <a:srgbClr val="0432FF"/>
                    </a:solidFill>
                    <a:latin typeface="Calibri" panose="020F0502020204030204" pitchFamily="34" charset="0"/>
                    <a:cs typeface="Calibri" panose="020F0502020204030204" pitchFamily="34" charset="0"/>
                  </a:rPr>
                  <a:t>Main</a:t>
                </a:r>
              </a:p>
            </p:txBody>
          </p:sp>
        </p:grpSp>
      </p:grpSp>
      <p:sp>
        <p:nvSpPr>
          <p:cNvPr id="22" name="Rectangle 21">
            <a:extLst>
              <a:ext uri="{FF2B5EF4-FFF2-40B4-BE49-F238E27FC236}">
                <a16:creationId xmlns:a16="http://schemas.microsoft.com/office/drawing/2014/main" id="{BDFE48D8-F0DE-AE46-BF12-3A5B96CDCD2F}"/>
              </a:ext>
            </a:extLst>
          </p:cNvPr>
          <p:cNvSpPr/>
          <p:nvPr/>
        </p:nvSpPr>
        <p:spPr>
          <a:xfrm>
            <a:off x="4400992" y="3516665"/>
            <a:ext cx="3475042" cy="277328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VN"/>
          </a:p>
        </p:txBody>
      </p:sp>
      <p:grpSp>
        <p:nvGrpSpPr>
          <p:cNvPr id="28" name="Group 27">
            <a:extLst>
              <a:ext uri="{FF2B5EF4-FFF2-40B4-BE49-F238E27FC236}">
                <a16:creationId xmlns:a16="http://schemas.microsoft.com/office/drawing/2014/main" id="{F3216D6D-9D17-BB45-A823-ABAD5A88832A}"/>
              </a:ext>
            </a:extLst>
          </p:cNvPr>
          <p:cNvGrpSpPr/>
          <p:nvPr/>
        </p:nvGrpSpPr>
        <p:grpSpPr>
          <a:xfrm>
            <a:off x="5193662" y="4565238"/>
            <a:ext cx="1889702" cy="601403"/>
            <a:chOff x="6827979" y="5625080"/>
            <a:chExt cx="1889702" cy="601403"/>
          </a:xfrm>
        </p:grpSpPr>
        <p:sp>
          <p:nvSpPr>
            <p:cNvPr id="29" name="Cube 28">
              <a:extLst>
                <a:ext uri="{FF2B5EF4-FFF2-40B4-BE49-F238E27FC236}">
                  <a16:creationId xmlns:a16="http://schemas.microsoft.com/office/drawing/2014/main" id="{E54F7147-0958-D448-95BA-15106EF4C52B}"/>
                </a:ext>
              </a:extLst>
            </p:cNvPr>
            <p:cNvSpPr/>
            <p:nvPr/>
          </p:nvSpPr>
          <p:spPr>
            <a:xfrm>
              <a:off x="6827979" y="5625080"/>
              <a:ext cx="647861" cy="601403"/>
            </a:xfrm>
            <a:prstGeom prst="cube">
              <a:avLst>
                <a:gd name="adj" fmla="val 3817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VN"/>
                <a:t>9</a:t>
              </a:r>
            </a:p>
          </p:txBody>
        </p:sp>
        <p:sp>
          <p:nvSpPr>
            <p:cNvPr id="30" name="Cube 29">
              <a:extLst>
                <a:ext uri="{FF2B5EF4-FFF2-40B4-BE49-F238E27FC236}">
                  <a16:creationId xmlns:a16="http://schemas.microsoft.com/office/drawing/2014/main" id="{C2DB0EB1-77D3-1D4C-B253-FC473E2FB486}"/>
                </a:ext>
              </a:extLst>
            </p:cNvPr>
            <p:cNvSpPr/>
            <p:nvPr/>
          </p:nvSpPr>
          <p:spPr>
            <a:xfrm>
              <a:off x="7242682" y="5625080"/>
              <a:ext cx="647861" cy="601403"/>
            </a:xfrm>
            <a:prstGeom prst="cube">
              <a:avLst>
                <a:gd name="adj" fmla="val 3817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VN"/>
                <a:t>8</a:t>
              </a:r>
            </a:p>
          </p:txBody>
        </p:sp>
        <p:sp>
          <p:nvSpPr>
            <p:cNvPr id="31" name="Cube 30">
              <a:extLst>
                <a:ext uri="{FF2B5EF4-FFF2-40B4-BE49-F238E27FC236}">
                  <a16:creationId xmlns:a16="http://schemas.microsoft.com/office/drawing/2014/main" id="{EA68036C-8352-D641-80EF-5708FEC2EDD8}"/>
                </a:ext>
              </a:extLst>
            </p:cNvPr>
            <p:cNvSpPr/>
            <p:nvPr/>
          </p:nvSpPr>
          <p:spPr>
            <a:xfrm>
              <a:off x="7667044" y="5625080"/>
              <a:ext cx="647861" cy="601403"/>
            </a:xfrm>
            <a:prstGeom prst="cube">
              <a:avLst>
                <a:gd name="adj" fmla="val 3817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VN"/>
                <a:t>2</a:t>
              </a:r>
            </a:p>
          </p:txBody>
        </p:sp>
        <p:sp>
          <p:nvSpPr>
            <p:cNvPr id="32" name="Cube 31">
              <a:extLst>
                <a:ext uri="{FF2B5EF4-FFF2-40B4-BE49-F238E27FC236}">
                  <a16:creationId xmlns:a16="http://schemas.microsoft.com/office/drawing/2014/main" id="{7CF102E2-2BFA-0941-95B5-B772C0829E0F}"/>
                </a:ext>
              </a:extLst>
            </p:cNvPr>
            <p:cNvSpPr/>
            <p:nvPr/>
          </p:nvSpPr>
          <p:spPr>
            <a:xfrm>
              <a:off x="8069820" y="5625080"/>
              <a:ext cx="647861" cy="601403"/>
            </a:xfrm>
            <a:prstGeom prst="cube">
              <a:avLst>
                <a:gd name="adj" fmla="val 3817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VN"/>
                <a:t>7</a:t>
              </a:r>
            </a:p>
          </p:txBody>
        </p:sp>
      </p:grpSp>
      <p:sp>
        <p:nvSpPr>
          <p:cNvPr id="33" name="Rectangle 32">
            <a:extLst>
              <a:ext uri="{FF2B5EF4-FFF2-40B4-BE49-F238E27FC236}">
                <a16:creationId xmlns:a16="http://schemas.microsoft.com/office/drawing/2014/main" id="{97C650A7-5DBE-2F44-80F8-153C5251A0A6}"/>
              </a:ext>
            </a:extLst>
          </p:cNvPr>
          <p:cNvSpPr/>
          <p:nvPr/>
        </p:nvSpPr>
        <p:spPr>
          <a:xfrm>
            <a:off x="1475656" y="3148977"/>
            <a:ext cx="6400378" cy="273182"/>
          </a:xfrm>
          <a:prstGeom prst="rect">
            <a:avLst/>
          </a:prstGeom>
          <a:solidFill>
            <a:srgbClr val="FFFF00">
              <a:alpha val="26391"/>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cxnSp>
        <p:nvCxnSpPr>
          <p:cNvPr id="35" name="Curved Connector 34">
            <a:extLst>
              <a:ext uri="{FF2B5EF4-FFF2-40B4-BE49-F238E27FC236}">
                <a16:creationId xmlns:a16="http://schemas.microsoft.com/office/drawing/2014/main" id="{C215450C-610B-6D49-8D63-A9E9AE73DC58}"/>
              </a:ext>
            </a:extLst>
          </p:cNvPr>
          <p:cNvCxnSpPr>
            <a:cxnSpLocks/>
          </p:cNvCxnSpPr>
          <p:nvPr/>
        </p:nvCxnSpPr>
        <p:spPr>
          <a:xfrm flipV="1">
            <a:off x="3161180" y="4980732"/>
            <a:ext cx="2032482" cy="442300"/>
          </a:xfrm>
          <a:prstGeom prst="curvedConnector3">
            <a:avLst>
              <a:gd name="adj1" fmla="val 50000"/>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7" name="Line Callout 1 36">
            <a:extLst>
              <a:ext uri="{FF2B5EF4-FFF2-40B4-BE49-F238E27FC236}">
                <a16:creationId xmlns:a16="http://schemas.microsoft.com/office/drawing/2014/main" id="{B67F8DCE-DD5E-0746-BA49-FB31CC5E530B}"/>
              </a:ext>
            </a:extLst>
          </p:cNvPr>
          <p:cNvSpPr/>
          <p:nvPr/>
        </p:nvSpPr>
        <p:spPr>
          <a:xfrm>
            <a:off x="4960970" y="1855935"/>
            <a:ext cx="4072620" cy="901563"/>
          </a:xfrm>
          <a:prstGeom prst="borderCallout1">
            <a:avLst>
              <a:gd name="adj1" fmla="val 100424"/>
              <a:gd name="adj2" fmla="val 55677"/>
              <a:gd name="adj3" fmla="val 141213"/>
              <a:gd name="adj4" fmla="val 35961"/>
            </a:avLst>
          </a:prstGeom>
          <a:ln/>
        </p:spPr>
        <p:style>
          <a:lnRef idx="1">
            <a:schemeClr val="accent2"/>
          </a:lnRef>
          <a:fillRef idx="2">
            <a:schemeClr val="accent2"/>
          </a:fillRef>
          <a:effectRef idx="1">
            <a:schemeClr val="accent2"/>
          </a:effectRef>
          <a:fontRef idx="minor">
            <a:schemeClr val="dk1"/>
          </a:fontRef>
        </p:style>
        <p:txBody>
          <a:bodyPr rtlCol="0" anchor="ctr"/>
          <a:lstStyle/>
          <a:p>
            <a:r>
              <a:rPr lang="en-US">
                <a:solidFill>
                  <a:schemeClr val="tx1"/>
                </a:solidFill>
                <a:latin typeface="Consolas" panose="020B0609020204030204" pitchFamily="49" charset="0"/>
              </a:rPr>
              <a:t>Before calling method: </a:t>
            </a:r>
            <a:r>
              <a:rPr lang="en-GB" dirty="0">
                <a:solidFill>
                  <a:schemeClr val="tx1"/>
                </a:solidFill>
                <a:latin typeface="Consolas" pitchFamily="49" charset="0"/>
                <a:cs typeface="Consolas" pitchFamily="49" charset="0"/>
              </a:rPr>
              <a:t>a[0] = 5</a:t>
            </a:r>
          </a:p>
          <a:p>
            <a:r>
              <a:rPr lang="en-US">
                <a:solidFill>
                  <a:schemeClr val="tx1"/>
                </a:solidFill>
                <a:latin typeface="Consolas" panose="020B0609020204030204" pitchFamily="49" charset="0"/>
              </a:rPr>
              <a:t>Inside method: </a:t>
            </a:r>
            <a:r>
              <a:rPr lang="en-GB" dirty="0">
                <a:solidFill>
                  <a:schemeClr val="tx1"/>
                </a:solidFill>
                <a:latin typeface="Consolas" pitchFamily="49" charset="0"/>
                <a:cs typeface="Consolas" pitchFamily="49" charset="0"/>
              </a:rPr>
              <a:t>a[0] = 9</a:t>
            </a:r>
          </a:p>
          <a:p>
            <a:r>
              <a:rPr lang="en-US">
                <a:solidFill>
                  <a:schemeClr val="tx1"/>
                </a:solidFill>
                <a:latin typeface="Consolas" panose="020B0609020204030204" pitchFamily="49" charset="0"/>
              </a:rPr>
              <a:t>After calling method: </a:t>
            </a:r>
            <a:r>
              <a:rPr lang="en-GB" dirty="0">
                <a:solidFill>
                  <a:schemeClr val="tx1"/>
                </a:solidFill>
                <a:latin typeface="Consolas" pitchFamily="49" charset="0"/>
                <a:cs typeface="Consolas" pitchFamily="49" charset="0"/>
              </a:rPr>
              <a:t>a[0] = 9</a:t>
            </a:r>
          </a:p>
        </p:txBody>
      </p:sp>
    </p:spTree>
    <p:extLst>
      <p:ext uri="{BB962C8B-B14F-4D97-AF65-F5344CB8AC3E}">
        <p14:creationId xmlns:p14="http://schemas.microsoft.com/office/powerpoint/2010/main" val="363782515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dissolve">
                                      <p:cBhvr>
                                        <p:cTn id="7"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09F558-D333-EE4F-BF8A-DD5A2AF8E8E5}"/>
              </a:ext>
            </a:extLst>
          </p:cNvPr>
          <p:cNvSpPr>
            <a:spLocks noGrp="1"/>
          </p:cNvSpPr>
          <p:nvPr>
            <p:ph type="title"/>
          </p:nvPr>
        </p:nvSpPr>
        <p:spPr/>
        <p:txBody>
          <a:bodyPr>
            <a:normAutofit fontScale="90000"/>
          </a:bodyPr>
          <a:lstStyle/>
          <a:p>
            <a:r>
              <a:rPr lang="en-US"/>
              <a:t>T</a:t>
            </a:r>
            <a:r>
              <a:rPr lang="en-VN"/>
              <a:t>RUYỀN THAM TRỊ KIỂU MẢNG</a:t>
            </a:r>
          </a:p>
        </p:txBody>
      </p:sp>
      <p:sp>
        <p:nvSpPr>
          <p:cNvPr id="3" name="Content Placeholder 2">
            <a:extLst>
              <a:ext uri="{FF2B5EF4-FFF2-40B4-BE49-F238E27FC236}">
                <a16:creationId xmlns:a16="http://schemas.microsoft.com/office/drawing/2014/main" id="{46E931EB-84F8-664B-A670-FCDDEF319EBC}"/>
              </a:ext>
            </a:extLst>
          </p:cNvPr>
          <p:cNvSpPr>
            <a:spLocks noGrp="1"/>
          </p:cNvSpPr>
          <p:nvPr>
            <p:ph idx="1"/>
          </p:nvPr>
        </p:nvSpPr>
        <p:spPr/>
        <p:txBody>
          <a:bodyPr/>
          <a:lstStyle/>
          <a:p>
            <a:pPr algn="just"/>
            <a:r>
              <a:rPr lang="en-VN">
                <a:sym typeface="Wingdings" pitchFamily="2" charset="2"/>
              </a:rPr>
              <a:t>Nhận xét:</a:t>
            </a:r>
          </a:p>
          <a:p>
            <a:pPr lvl="1" algn="just"/>
            <a:r>
              <a:rPr lang="en-VN">
                <a:solidFill>
                  <a:srgbClr val="C00000"/>
                </a:solidFill>
                <a:sym typeface="Wingdings" pitchFamily="2" charset="2"/>
              </a:rPr>
              <a:t>Đối số phải là một mảng đã được khởi tạo</a:t>
            </a:r>
            <a:r>
              <a:rPr lang="en-VN">
                <a:sym typeface="Wingdings" pitchFamily="2" charset="2"/>
              </a:rPr>
              <a:t>;</a:t>
            </a:r>
          </a:p>
          <a:p>
            <a:pPr lvl="1" algn="just"/>
            <a:r>
              <a:rPr lang="en-VN">
                <a:sym typeface="Wingdings" pitchFamily="2" charset="2"/>
              </a:rPr>
              <a:t>Tham số nhận giá trị là </a:t>
            </a:r>
            <a:r>
              <a:rPr lang="en-VN">
                <a:solidFill>
                  <a:srgbClr val="17459E"/>
                </a:solidFill>
                <a:sym typeface="Wingdings" pitchFamily="2" charset="2"/>
              </a:rPr>
              <a:t>tham chiếu đến vùng giá trị của đối số </a:t>
            </a:r>
            <a:r>
              <a:rPr lang="en-VN">
                <a:sym typeface="Wingdings" pitchFamily="2" charset="2"/>
              </a:rPr>
              <a:t> </a:t>
            </a:r>
            <a:r>
              <a:rPr lang="en-VN" i="1">
                <a:sym typeface="Wingdings" pitchFamily="2" charset="2"/>
              </a:rPr>
              <a:t>tham số và đối số cùng tham chiếu đến 1 vùng giá trị.</a:t>
            </a:r>
          </a:p>
        </p:txBody>
      </p:sp>
      <p:sp>
        <p:nvSpPr>
          <p:cNvPr id="4" name="Footer Placeholder 3">
            <a:extLst>
              <a:ext uri="{FF2B5EF4-FFF2-40B4-BE49-F238E27FC236}">
                <a16:creationId xmlns:a16="http://schemas.microsoft.com/office/drawing/2014/main" id="{F03246C0-7681-AD48-868A-D72606C1877E}"/>
              </a:ext>
            </a:extLst>
          </p:cNvPr>
          <p:cNvSpPr>
            <a:spLocks noGrp="1"/>
          </p:cNvSpPr>
          <p:nvPr>
            <p:ph type="ftr" sz="quarter" idx="11"/>
          </p:nvPr>
        </p:nvSpPr>
        <p:spPr/>
        <p:txBody>
          <a:bodyPr/>
          <a:lstStyle/>
          <a:p>
            <a:r>
              <a:rPr lang="vi-VN" dirty="0"/>
              <a:t>Bài 6: Mảng một chiều</a:t>
            </a:r>
            <a:endParaRPr lang="en-US" dirty="0"/>
          </a:p>
        </p:txBody>
      </p:sp>
      <p:sp>
        <p:nvSpPr>
          <p:cNvPr id="5" name="Slide Number Placeholder 4">
            <a:extLst>
              <a:ext uri="{FF2B5EF4-FFF2-40B4-BE49-F238E27FC236}">
                <a16:creationId xmlns:a16="http://schemas.microsoft.com/office/drawing/2014/main" id="{AA02F9E7-4A6D-174E-81AE-32936B7114DF}"/>
              </a:ext>
            </a:extLst>
          </p:cNvPr>
          <p:cNvSpPr>
            <a:spLocks noGrp="1"/>
          </p:cNvSpPr>
          <p:nvPr>
            <p:ph type="sldNum" sz="quarter" idx="12"/>
          </p:nvPr>
        </p:nvSpPr>
        <p:spPr/>
        <p:txBody>
          <a:bodyPr/>
          <a:lstStyle/>
          <a:p>
            <a:fld id="{1AD93096-5B34-4342-9326-69289CEAE4C2}" type="slidenum">
              <a:rPr lang="en-US" smtClean="0"/>
              <a:pPr/>
              <a:t>21</a:t>
            </a:fld>
            <a:endParaRPr lang="en-US" dirty="0"/>
          </a:p>
        </p:txBody>
      </p:sp>
    </p:spTree>
    <p:extLst>
      <p:ext uri="{BB962C8B-B14F-4D97-AF65-F5344CB8AC3E}">
        <p14:creationId xmlns:p14="http://schemas.microsoft.com/office/powerpoint/2010/main" val="14968621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09F558-D333-EE4F-BF8A-DD5A2AF8E8E5}"/>
              </a:ext>
            </a:extLst>
          </p:cNvPr>
          <p:cNvSpPr>
            <a:spLocks noGrp="1"/>
          </p:cNvSpPr>
          <p:nvPr>
            <p:ph type="title"/>
          </p:nvPr>
        </p:nvSpPr>
        <p:spPr/>
        <p:txBody>
          <a:bodyPr>
            <a:normAutofit fontScale="90000"/>
          </a:bodyPr>
          <a:lstStyle/>
          <a:p>
            <a:r>
              <a:rPr lang="en-US"/>
              <a:t>T</a:t>
            </a:r>
            <a:r>
              <a:rPr lang="en-VN"/>
              <a:t>RUYỀN THAM TRỊ KIỂU MẢNG</a:t>
            </a:r>
          </a:p>
        </p:txBody>
      </p:sp>
      <p:sp>
        <p:nvSpPr>
          <p:cNvPr id="4" name="Footer Placeholder 3">
            <a:extLst>
              <a:ext uri="{FF2B5EF4-FFF2-40B4-BE49-F238E27FC236}">
                <a16:creationId xmlns:a16="http://schemas.microsoft.com/office/drawing/2014/main" id="{F03246C0-7681-AD48-868A-D72606C1877E}"/>
              </a:ext>
            </a:extLst>
          </p:cNvPr>
          <p:cNvSpPr>
            <a:spLocks noGrp="1"/>
          </p:cNvSpPr>
          <p:nvPr>
            <p:ph type="ftr" sz="quarter" idx="11"/>
          </p:nvPr>
        </p:nvSpPr>
        <p:spPr/>
        <p:txBody>
          <a:bodyPr/>
          <a:lstStyle/>
          <a:p>
            <a:r>
              <a:rPr lang="vi-VN" dirty="0"/>
              <a:t>Bài 6: Mảng một chiều</a:t>
            </a:r>
            <a:endParaRPr lang="en-US" dirty="0"/>
          </a:p>
        </p:txBody>
      </p:sp>
      <p:sp>
        <p:nvSpPr>
          <p:cNvPr id="5" name="Slide Number Placeholder 4">
            <a:extLst>
              <a:ext uri="{FF2B5EF4-FFF2-40B4-BE49-F238E27FC236}">
                <a16:creationId xmlns:a16="http://schemas.microsoft.com/office/drawing/2014/main" id="{AA02F9E7-4A6D-174E-81AE-32936B7114DF}"/>
              </a:ext>
            </a:extLst>
          </p:cNvPr>
          <p:cNvSpPr>
            <a:spLocks noGrp="1"/>
          </p:cNvSpPr>
          <p:nvPr>
            <p:ph type="sldNum" sz="quarter" idx="12"/>
          </p:nvPr>
        </p:nvSpPr>
        <p:spPr/>
        <p:txBody>
          <a:bodyPr/>
          <a:lstStyle/>
          <a:p>
            <a:fld id="{1AD93096-5B34-4342-9326-69289CEAE4C2}" type="slidenum">
              <a:rPr lang="en-US" smtClean="0"/>
              <a:pPr/>
              <a:t>22</a:t>
            </a:fld>
            <a:endParaRPr lang="en-US" dirty="0"/>
          </a:p>
        </p:txBody>
      </p:sp>
      <p:sp>
        <p:nvSpPr>
          <p:cNvPr id="6" name="Content Placeholder 5">
            <a:extLst>
              <a:ext uri="{FF2B5EF4-FFF2-40B4-BE49-F238E27FC236}">
                <a16:creationId xmlns:a16="http://schemas.microsoft.com/office/drawing/2014/main" id="{5A9C55D3-4492-0D46-8D07-29F3359D868A}"/>
              </a:ext>
            </a:extLst>
          </p:cNvPr>
          <p:cNvSpPr txBox="1">
            <a:spLocks/>
          </p:cNvSpPr>
          <p:nvPr/>
        </p:nvSpPr>
        <p:spPr>
          <a:xfrm>
            <a:off x="1547664" y="877290"/>
            <a:ext cx="6048671" cy="2935050"/>
          </a:xfrm>
          <a:prstGeom prst="rect">
            <a:avLst/>
          </a:prstGeom>
        </p:spPr>
        <p:style>
          <a:lnRef idx="2">
            <a:schemeClr val="accent2"/>
          </a:lnRef>
          <a:fillRef idx="1">
            <a:schemeClr val="lt1"/>
          </a:fillRef>
          <a:effectRef idx="0">
            <a:schemeClr val="accent2"/>
          </a:effectRef>
          <a:fontRef idx="minor">
            <a:schemeClr val="dk1"/>
          </a:fontRef>
        </p:style>
        <p:txBody>
          <a:bodyPr>
            <a:noAutofit/>
          </a:bodyPr>
          <a:lstStyle>
            <a:lvl1pPr marL="308610" indent="-257175" algn="l" rtl="0" eaLnBrk="1" latinLnBrk="0" hangingPunct="1">
              <a:spcBef>
                <a:spcPts val="525"/>
              </a:spcBef>
              <a:buSzPct val="95000"/>
              <a:buFont typeface="Wingdings"/>
              <a:buChar char=""/>
              <a:defRPr sz="1500" kern="1200" spc="0">
                <a:solidFill>
                  <a:schemeClr val="tx1"/>
                </a:solidFill>
                <a:latin typeface="+mn-lt"/>
                <a:ea typeface="+mn-ea"/>
                <a:cs typeface="Arial" pitchFamily="34" charset="0"/>
              </a:defRPr>
            </a:lvl1pPr>
            <a:lvl2pPr marL="555498" indent="-214313" algn="l" rtl="0" eaLnBrk="1" latinLnBrk="0" hangingPunct="1">
              <a:spcBef>
                <a:spcPct val="20000"/>
              </a:spcBef>
              <a:buClr>
                <a:schemeClr val="accent2"/>
              </a:buClr>
              <a:buSzPct val="90000"/>
              <a:buFont typeface="Wingdings"/>
              <a:buChar char=""/>
              <a:defRPr sz="1350" kern="1200" spc="0">
                <a:solidFill>
                  <a:schemeClr val="tx1"/>
                </a:solidFill>
                <a:latin typeface="+mn-lt"/>
                <a:ea typeface="+mn-ea"/>
                <a:cs typeface="Arial" pitchFamily="34" charset="0"/>
              </a:defRPr>
            </a:lvl2pPr>
            <a:lvl3pPr marL="747522" indent="-171450" algn="l" rtl="0" eaLnBrk="1" latinLnBrk="0" hangingPunct="1">
              <a:spcBef>
                <a:spcPct val="20000"/>
              </a:spcBef>
              <a:buClr>
                <a:schemeClr val="accent2"/>
              </a:buClr>
              <a:buFont typeface="Wingdings 2"/>
              <a:buChar char=""/>
              <a:defRPr sz="1200" kern="1200" spc="0">
                <a:solidFill>
                  <a:schemeClr val="tx1"/>
                </a:solidFill>
                <a:latin typeface="+mn-lt"/>
                <a:ea typeface="+mn-ea"/>
                <a:cs typeface="Arial" pitchFamily="34" charset="0"/>
              </a:defRPr>
            </a:lvl3pPr>
            <a:lvl4pPr marL="946404" indent="-171450" algn="l" rtl="0" eaLnBrk="1" latinLnBrk="0" hangingPunct="1">
              <a:spcBef>
                <a:spcPct val="20000"/>
              </a:spcBef>
              <a:buClr>
                <a:schemeClr val="accent3"/>
              </a:buClr>
              <a:buFont typeface="Wingdings 3"/>
              <a:buChar char=""/>
              <a:defRPr sz="1200" kern="1200" spc="0">
                <a:solidFill>
                  <a:schemeClr val="tx1"/>
                </a:solidFill>
                <a:latin typeface="+mn-lt"/>
                <a:ea typeface="+mn-ea"/>
                <a:cs typeface="Arial" pitchFamily="34" charset="0"/>
              </a:defRPr>
            </a:lvl4pPr>
            <a:lvl5pPr marL="1110996" indent="-157734" algn="l" rtl="0" eaLnBrk="1" latinLnBrk="0" hangingPunct="1">
              <a:spcBef>
                <a:spcPct val="20000"/>
              </a:spcBef>
              <a:buClr>
                <a:schemeClr val="accent3"/>
              </a:buClr>
              <a:buFont typeface="Wingdings 2"/>
              <a:buChar char=""/>
              <a:defRPr sz="1050" kern="1200" spc="0">
                <a:solidFill>
                  <a:schemeClr val="tx1"/>
                </a:solidFill>
                <a:latin typeface="+mn-lt"/>
                <a:ea typeface="+mn-ea"/>
                <a:cs typeface="Arial" pitchFamily="34" charset="0"/>
              </a:defRPr>
            </a:lvl5pPr>
            <a:lvl6pPr marL="1282446" indent="-157734" algn="l" rtl="0" eaLnBrk="1" latinLnBrk="0" hangingPunct="1">
              <a:spcBef>
                <a:spcPct val="20000"/>
              </a:spcBef>
              <a:buClr>
                <a:schemeClr val="accent3"/>
              </a:buClr>
              <a:buFont typeface="Wingdings 2"/>
              <a:buChar char=""/>
              <a:defRPr sz="1350" kern="1200">
                <a:solidFill>
                  <a:schemeClr val="tx1"/>
                </a:solidFill>
                <a:latin typeface="+mn-lt"/>
                <a:ea typeface="+mn-ea"/>
                <a:cs typeface="+mn-cs"/>
              </a:defRPr>
            </a:lvl6pPr>
            <a:lvl7pPr marL="1426464"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7pPr>
            <a:lvl8pPr marL="1570482"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8pPr>
            <a:lvl9pPr marL="1714500"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9pPr>
            <a:extLst/>
          </a:lstStyle>
          <a:p>
            <a:pPr marL="51435" indent="0" algn="just">
              <a:spcBef>
                <a:spcPts val="0"/>
              </a:spcBef>
              <a:buNone/>
            </a:pPr>
            <a:r>
              <a:rPr lang="en-US" sz="1300">
                <a:solidFill>
                  <a:srgbClr val="0000FF"/>
                </a:solidFill>
                <a:latin typeface="Consolas" panose="020B0609020204030204" pitchFamily="49" charset="0"/>
              </a:rPr>
              <a:t>static</a:t>
            </a:r>
            <a:r>
              <a:rPr lang="en-US" sz="1300">
                <a:latin typeface="Consolas" panose="020B0609020204030204" pitchFamily="49" charset="0"/>
              </a:rPr>
              <a:t> </a:t>
            </a:r>
            <a:r>
              <a:rPr lang="en-US" sz="1300">
                <a:solidFill>
                  <a:srgbClr val="0000FF"/>
                </a:solidFill>
                <a:latin typeface="Consolas" panose="020B0609020204030204" pitchFamily="49" charset="0"/>
              </a:rPr>
              <a:t>void</a:t>
            </a:r>
            <a:r>
              <a:rPr lang="en-US" sz="1300">
                <a:latin typeface="Consolas" panose="020B0609020204030204" pitchFamily="49" charset="0"/>
              </a:rPr>
              <a:t> </a:t>
            </a:r>
            <a:r>
              <a:rPr lang="en-US" sz="1300">
                <a:solidFill>
                  <a:srgbClr val="FEA400"/>
                </a:solidFill>
                <a:latin typeface="Consolas" panose="020B0609020204030204" pitchFamily="49" charset="0"/>
              </a:rPr>
              <a:t>Change</a:t>
            </a:r>
            <a:r>
              <a:rPr lang="en-US" sz="1300">
                <a:latin typeface="Consolas" panose="020B0609020204030204" pitchFamily="49" charset="0"/>
              </a:rPr>
              <a:t>(</a:t>
            </a:r>
            <a:r>
              <a:rPr lang="en-US" sz="1300">
                <a:solidFill>
                  <a:srgbClr val="0000FF"/>
                </a:solidFill>
                <a:latin typeface="Consolas" panose="020B0609020204030204" pitchFamily="49" charset="0"/>
              </a:rPr>
              <a:t>int</a:t>
            </a:r>
            <a:r>
              <a:rPr lang="en-US" sz="1300">
                <a:latin typeface="Consolas" panose="020B0609020204030204" pitchFamily="49" charset="0"/>
              </a:rPr>
              <a:t>[]</a:t>
            </a:r>
            <a:r>
              <a:rPr lang="en-US" sz="1300">
                <a:solidFill>
                  <a:schemeClr val="bg1"/>
                </a:solidFill>
                <a:latin typeface="Consolas" panose="020B0609020204030204" pitchFamily="49" charset="0"/>
              </a:rPr>
              <a:t> </a:t>
            </a:r>
            <a:r>
              <a:rPr lang="en-US" sz="1300">
                <a:solidFill>
                  <a:srgbClr val="2B91AF"/>
                </a:solidFill>
                <a:latin typeface="Consolas" panose="020B0609020204030204" pitchFamily="49" charset="0"/>
              </a:rPr>
              <a:t>a</a:t>
            </a:r>
            <a:r>
              <a:rPr lang="en-US" sz="1300">
                <a:latin typeface="Consolas" panose="020B0609020204030204" pitchFamily="49" charset="0"/>
              </a:rPr>
              <a:t>)</a:t>
            </a:r>
          </a:p>
          <a:p>
            <a:pPr marL="51435" indent="0" algn="just">
              <a:spcBef>
                <a:spcPts val="0"/>
              </a:spcBef>
              <a:buNone/>
            </a:pPr>
            <a:r>
              <a:rPr lang="en-US" sz="1300">
                <a:latin typeface="Consolas" panose="020B0609020204030204" pitchFamily="49" charset="0"/>
              </a:rPr>
              <a:t>{</a:t>
            </a:r>
          </a:p>
          <a:p>
            <a:pPr marL="51435" indent="0" algn="just">
              <a:spcBef>
                <a:spcPts val="0"/>
              </a:spcBef>
              <a:buNone/>
            </a:pPr>
            <a:r>
              <a:rPr lang="en-US" sz="1300">
                <a:solidFill>
                  <a:schemeClr val="bg1"/>
                </a:solidFill>
                <a:latin typeface="Consolas" panose="020B0609020204030204" pitchFamily="49" charset="0"/>
              </a:rPr>
              <a:t>    </a:t>
            </a:r>
            <a:r>
              <a:rPr lang="en-US" sz="1300">
                <a:solidFill>
                  <a:srgbClr val="2B91AF"/>
                </a:solidFill>
                <a:latin typeface="Consolas" panose="020B0609020204030204" pitchFamily="49" charset="0"/>
              </a:rPr>
              <a:t>a[0] </a:t>
            </a:r>
            <a:r>
              <a:rPr lang="en-US" sz="1300">
                <a:latin typeface="Consolas" panose="020B0609020204030204" pitchFamily="49" charset="0"/>
              </a:rPr>
              <a:t>= 9;</a:t>
            </a:r>
          </a:p>
          <a:p>
            <a:pPr marL="51435" indent="0" algn="just">
              <a:spcBef>
                <a:spcPts val="0"/>
              </a:spcBef>
              <a:buNone/>
            </a:pPr>
            <a:r>
              <a:rPr lang="en-US" sz="1300">
                <a:solidFill>
                  <a:schemeClr val="bg1"/>
                </a:solidFill>
                <a:latin typeface="Consolas" panose="020B0609020204030204" pitchFamily="49" charset="0"/>
              </a:rPr>
              <a:t>    </a:t>
            </a:r>
            <a:r>
              <a:rPr lang="en-US" sz="1300">
                <a:solidFill>
                  <a:srgbClr val="2B91AF"/>
                </a:solidFill>
                <a:latin typeface="Consolas" panose="020B0609020204030204" pitchFamily="49" charset="0"/>
              </a:rPr>
              <a:t>a</a:t>
            </a:r>
            <a:r>
              <a:rPr lang="en-US" sz="1300">
                <a:solidFill>
                  <a:schemeClr val="bg1"/>
                </a:solidFill>
                <a:latin typeface="Consolas" panose="020B0609020204030204" pitchFamily="49" charset="0"/>
              </a:rPr>
              <a:t> </a:t>
            </a:r>
            <a:r>
              <a:rPr lang="en-US" sz="1300">
                <a:latin typeface="Consolas" panose="020B0609020204030204" pitchFamily="49" charset="0"/>
              </a:rPr>
              <a:t>= </a:t>
            </a:r>
            <a:r>
              <a:rPr lang="en-US" sz="1300">
                <a:solidFill>
                  <a:srgbClr val="0432FF"/>
                </a:solidFill>
                <a:latin typeface="Consolas" panose="020B0609020204030204" pitchFamily="49" charset="0"/>
              </a:rPr>
              <a:t>new int[2] </a:t>
            </a:r>
            <a:r>
              <a:rPr lang="en-US" sz="1300">
                <a:latin typeface="Consolas" panose="020B0609020204030204" pitchFamily="49" charset="0"/>
              </a:rPr>
              <a:t>{-3, -7};</a:t>
            </a:r>
          </a:p>
          <a:p>
            <a:pPr marL="51435" indent="0" algn="just">
              <a:spcBef>
                <a:spcPts val="0"/>
              </a:spcBef>
              <a:buNone/>
            </a:pPr>
            <a:r>
              <a:rPr lang="en-US" sz="1300">
                <a:solidFill>
                  <a:schemeClr val="bg1"/>
                </a:solidFill>
                <a:latin typeface="Consolas" panose="020B0609020204030204" pitchFamily="49" charset="0"/>
              </a:rPr>
              <a:t>    </a:t>
            </a:r>
            <a:r>
              <a:rPr lang="en-US" sz="1300">
                <a:solidFill>
                  <a:srgbClr val="2B91AF"/>
                </a:solidFill>
                <a:latin typeface="Consolas" panose="020B0609020204030204" pitchFamily="49" charset="0"/>
              </a:rPr>
              <a:t>Console</a:t>
            </a:r>
            <a:r>
              <a:rPr lang="en-US" sz="1300">
                <a:latin typeface="Consolas" panose="020B0609020204030204" pitchFamily="49" charset="0"/>
              </a:rPr>
              <a:t>.</a:t>
            </a:r>
            <a:r>
              <a:rPr lang="en-US" sz="1300">
                <a:solidFill>
                  <a:srgbClr val="FEA400"/>
                </a:solidFill>
                <a:latin typeface="Consolas" panose="020B0609020204030204" pitchFamily="49" charset="0"/>
              </a:rPr>
              <a:t>WriteLine</a:t>
            </a:r>
            <a:r>
              <a:rPr lang="en-US" sz="1300">
                <a:latin typeface="Consolas" panose="020B0609020204030204" pitchFamily="49" charset="0"/>
              </a:rPr>
              <a:t>($</a:t>
            </a:r>
            <a:r>
              <a:rPr lang="en-US" sz="1300">
                <a:solidFill>
                  <a:srgbClr val="A31515"/>
                </a:solidFill>
                <a:latin typeface="Consolas" panose="020B0609020204030204" pitchFamily="49" charset="0"/>
              </a:rPr>
              <a:t>"Inside method: a[0] = </a:t>
            </a:r>
            <a:r>
              <a:rPr lang="en-US" sz="1300">
                <a:latin typeface="Consolas" panose="020B0609020204030204" pitchFamily="49" charset="0"/>
              </a:rPr>
              <a:t>{</a:t>
            </a:r>
            <a:r>
              <a:rPr lang="en-US" sz="1300">
                <a:solidFill>
                  <a:schemeClr val="accent6">
                    <a:lumMod val="75000"/>
                  </a:schemeClr>
                </a:solidFill>
                <a:latin typeface="Consolas" panose="020B0609020204030204" pitchFamily="49" charset="0"/>
              </a:rPr>
              <a:t>a[0]</a:t>
            </a:r>
            <a:r>
              <a:rPr lang="en-US" sz="1300">
                <a:latin typeface="Consolas" panose="020B0609020204030204" pitchFamily="49" charset="0"/>
              </a:rPr>
              <a:t>}</a:t>
            </a:r>
            <a:r>
              <a:rPr lang="en-US" sz="1300">
                <a:solidFill>
                  <a:srgbClr val="A31515"/>
                </a:solidFill>
                <a:latin typeface="Consolas" panose="020B0609020204030204" pitchFamily="49" charset="0"/>
              </a:rPr>
              <a:t>"</a:t>
            </a:r>
            <a:r>
              <a:rPr lang="en-US" sz="1300">
                <a:latin typeface="Consolas" panose="020B0609020204030204" pitchFamily="49" charset="0"/>
              </a:rPr>
              <a:t>);</a:t>
            </a:r>
          </a:p>
          <a:p>
            <a:pPr marL="51435" indent="0" algn="just">
              <a:spcBef>
                <a:spcPts val="0"/>
              </a:spcBef>
              <a:buNone/>
            </a:pPr>
            <a:r>
              <a:rPr lang="en-US" sz="1300">
                <a:latin typeface="Consolas" panose="020B0609020204030204" pitchFamily="49" charset="0"/>
              </a:rPr>
              <a:t>}</a:t>
            </a:r>
          </a:p>
          <a:p>
            <a:pPr marL="51435" indent="0" algn="just">
              <a:spcBef>
                <a:spcPts val="0"/>
              </a:spcBef>
              <a:buNone/>
            </a:pPr>
            <a:endParaRPr lang="en-US" sz="1300">
              <a:solidFill>
                <a:srgbClr val="0000FF"/>
              </a:solidFill>
              <a:latin typeface="Consolas" panose="020B0609020204030204" pitchFamily="49" charset="0"/>
            </a:endParaRPr>
          </a:p>
          <a:p>
            <a:pPr marL="51435" indent="0" algn="just">
              <a:spcBef>
                <a:spcPts val="0"/>
              </a:spcBef>
              <a:buNone/>
            </a:pPr>
            <a:r>
              <a:rPr lang="en-US" sz="1300">
                <a:solidFill>
                  <a:srgbClr val="0000FF"/>
                </a:solidFill>
                <a:latin typeface="Consolas" panose="020B0609020204030204" pitchFamily="49" charset="0"/>
              </a:rPr>
              <a:t>static</a:t>
            </a:r>
            <a:r>
              <a:rPr lang="en-US" sz="1300">
                <a:latin typeface="Consolas" panose="020B0609020204030204" pitchFamily="49" charset="0"/>
              </a:rPr>
              <a:t> </a:t>
            </a:r>
            <a:r>
              <a:rPr lang="en-US" sz="1300">
                <a:solidFill>
                  <a:srgbClr val="0000FF"/>
                </a:solidFill>
                <a:latin typeface="Consolas" panose="020B0609020204030204" pitchFamily="49" charset="0"/>
              </a:rPr>
              <a:t>void</a:t>
            </a:r>
            <a:r>
              <a:rPr lang="en-US" sz="1300">
                <a:latin typeface="Consolas" panose="020B0609020204030204" pitchFamily="49" charset="0"/>
              </a:rPr>
              <a:t> </a:t>
            </a:r>
            <a:r>
              <a:rPr lang="en-US" sz="1300">
                <a:solidFill>
                  <a:srgbClr val="FEA400"/>
                </a:solidFill>
                <a:latin typeface="Consolas" panose="020B0609020204030204" pitchFamily="49" charset="0"/>
              </a:rPr>
              <a:t>Main</a:t>
            </a:r>
            <a:r>
              <a:rPr lang="en-US" sz="1300">
                <a:latin typeface="Consolas" panose="020B0609020204030204" pitchFamily="49" charset="0"/>
              </a:rPr>
              <a:t>(</a:t>
            </a:r>
            <a:r>
              <a:rPr lang="en-US" sz="1300">
                <a:solidFill>
                  <a:srgbClr val="0000FF"/>
                </a:solidFill>
                <a:latin typeface="Consolas" panose="020B0609020204030204" pitchFamily="49" charset="0"/>
              </a:rPr>
              <a:t>string</a:t>
            </a:r>
            <a:r>
              <a:rPr lang="en-US" sz="1300">
                <a:latin typeface="Consolas" panose="020B0609020204030204" pitchFamily="49" charset="0"/>
              </a:rPr>
              <a:t>[] args)</a:t>
            </a:r>
          </a:p>
          <a:p>
            <a:pPr marL="51435" indent="0" algn="just">
              <a:spcBef>
                <a:spcPts val="0"/>
              </a:spcBef>
              <a:buNone/>
            </a:pPr>
            <a:r>
              <a:rPr lang="en-US" sz="1300">
                <a:latin typeface="Consolas" panose="020B0609020204030204" pitchFamily="49" charset="0"/>
              </a:rPr>
              <a:t>{</a:t>
            </a:r>
          </a:p>
          <a:p>
            <a:pPr marL="51435" indent="0">
              <a:spcBef>
                <a:spcPts val="0"/>
              </a:spcBef>
              <a:buNone/>
            </a:pPr>
            <a:r>
              <a:rPr lang="en-US" sz="1300">
                <a:solidFill>
                  <a:srgbClr val="2B91AF"/>
                </a:solidFill>
                <a:latin typeface="Consolas" panose="020B0609020204030204" pitchFamily="49" charset="0"/>
              </a:rPr>
              <a:t>    </a:t>
            </a:r>
            <a:r>
              <a:rPr lang="en-US" sz="1300">
                <a:solidFill>
                  <a:srgbClr val="0432FF"/>
                </a:solidFill>
                <a:latin typeface="Consolas" panose="020B0609020204030204" pitchFamily="49" charset="0"/>
              </a:rPr>
              <a:t>int[]</a:t>
            </a:r>
            <a:r>
              <a:rPr lang="en-US" sz="1300">
                <a:solidFill>
                  <a:schemeClr val="bg1"/>
                </a:solidFill>
                <a:latin typeface="Consolas" panose="020B0609020204030204" pitchFamily="49" charset="0"/>
              </a:rPr>
              <a:t> </a:t>
            </a:r>
            <a:r>
              <a:rPr lang="en-US" sz="1300">
                <a:solidFill>
                  <a:srgbClr val="2B91AF"/>
                </a:solidFill>
                <a:latin typeface="Consolas" panose="020B0609020204030204" pitchFamily="49" charset="0"/>
              </a:rPr>
              <a:t>a</a:t>
            </a:r>
            <a:r>
              <a:rPr lang="en-US" sz="1300">
                <a:solidFill>
                  <a:schemeClr val="bg1"/>
                </a:solidFill>
                <a:latin typeface="Consolas" panose="020B0609020204030204" pitchFamily="49" charset="0"/>
              </a:rPr>
              <a:t> </a:t>
            </a:r>
            <a:r>
              <a:rPr lang="en-US" sz="1300">
                <a:latin typeface="Consolas" panose="020B0609020204030204" pitchFamily="49" charset="0"/>
              </a:rPr>
              <a:t>= </a:t>
            </a:r>
            <a:r>
              <a:rPr lang="en-US" sz="1300">
                <a:solidFill>
                  <a:srgbClr val="0432FF"/>
                </a:solidFill>
                <a:latin typeface="Consolas" panose="020B0609020204030204" pitchFamily="49" charset="0"/>
              </a:rPr>
              <a:t>new int[4] </a:t>
            </a:r>
            <a:r>
              <a:rPr lang="en-US" sz="1300">
                <a:latin typeface="Consolas" panose="020B0609020204030204" pitchFamily="49" charset="0"/>
              </a:rPr>
              <a:t>{5, 8, 2, 7};</a:t>
            </a:r>
          </a:p>
          <a:p>
            <a:pPr marL="51435" indent="0">
              <a:spcBef>
                <a:spcPts val="0"/>
              </a:spcBef>
              <a:buNone/>
            </a:pPr>
            <a:r>
              <a:rPr lang="en-US" sz="1300">
                <a:solidFill>
                  <a:schemeClr val="bg1"/>
                </a:solidFill>
                <a:latin typeface="Consolas" panose="020B0609020204030204" pitchFamily="49" charset="0"/>
                <a:cs typeface="Consolas" panose="020B0609020204030204" pitchFamily="49" charset="0"/>
              </a:rPr>
              <a:t>    </a:t>
            </a:r>
            <a:r>
              <a:rPr lang="en-US" sz="1300">
                <a:solidFill>
                  <a:srgbClr val="2B91AF"/>
                </a:solidFill>
                <a:latin typeface="Consolas" panose="020B0609020204030204" pitchFamily="49" charset="0"/>
              </a:rPr>
              <a:t>Console</a:t>
            </a:r>
            <a:r>
              <a:rPr lang="en-US" sz="1300">
                <a:latin typeface="Consolas" panose="020B0609020204030204" pitchFamily="49" charset="0"/>
              </a:rPr>
              <a:t>.</a:t>
            </a:r>
            <a:r>
              <a:rPr lang="en-US" sz="1300">
                <a:solidFill>
                  <a:srgbClr val="FEA400"/>
                </a:solidFill>
                <a:latin typeface="Consolas" panose="020B0609020204030204" pitchFamily="49" charset="0"/>
              </a:rPr>
              <a:t>WriteLine</a:t>
            </a:r>
            <a:r>
              <a:rPr lang="en-US" sz="1300">
                <a:latin typeface="Consolas" panose="020B0609020204030204" pitchFamily="49" charset="0"/>
                <a:cs typeface="Consolas" panose="020B0609020204030204" pitchFamily="49" charset="0"/>
              </a:rPr>
              <a:t>($</a:t>
            </a:r>
            <a:r>
              <a:rPr lang="en-US" sz="1300">
                <a:solidFill>
                  <a:srgbClr val="A31515"/>
                </a:solidFill>
                <a:latin typeface="Consolas" panose="020B0609020204030204" pitchFamily="49" charset="0"/>
              </a:rPr>
              <a:t>"Before calling method: a[0] = </a:t>
            </a:r>
            <a:r>
              <a:rPr lang="en-US" sz="1300">
                <a:latin typeface="Consolas" panose="020B0609020204030204" pitchFamily="49" charset="0"/>
              </a:rPr>
              <a:t>{</a:t>
            </a:r>
            <a:r>
              <a:rPr lang="en-US" sz="1300">
                <a:solidFill>
                  <a:schemeClr val="accent6">
                    <a:lumMod val="75000"/>
                  </a:schemeClr>
                </a:solidFill>
                <a:latin typeface="Consolas" panose="020B0609020204030204" pitchFamily="49" charset="0"/>
              </a:rPr>
              <a:t>a[0]</a:t>
            </a:r>
            <a:r>
              <a:rPr lang="en-US" sz="1300">
                <a:latin typeface="Consolas" panose="020B0609020204030204" pitchFamily="49" charset="0"/>
              </a:rPr>
              <a:t>}</a:t>
            </a:r>
            <a:r>
              <a:rPr lang="en-US" sz="1300">
                <a:solidFill>
                  <a:srgbClr val="A31515"/>
                </a:solidFill>
                <a:latin typeface="Consolas" panose="020B0609020204030204" pitchFamily="49" charset="0"/>
              </a:rPr>
              <a:t>"</a:t>
            </a:r>
            <a:r>
              <a:rPr lang="en-US" sz="1300">
                <a:latin typeface="Consolas" panose="020B0609020204030204" pitchFamily="49" charset="0"/>
                <a:cs typeface="Consolas" panose="020B0609020204030204" pitchFamily="49" charset="0"/>
              </a:rPr>
              <a:t>);</a:t>
            </a:r>
          </a:p>
          <a:p>
            <a:pPr marL="51435" indent="0">
              <a:spcBef>
                <a:spcPts val="0"/>
              </a:spcBef>
              <a:buNone/>
            </a:pPr>
            <a:r>
              <a:rPr lang="en-US" sz="1300">
                <a:solidFill>
                  <a:schemeClr val="bg1"/>
                </a:solidFill>
                <a:latin typeface="Consolas" panose="020B0609020204030204" pitchFamily="49" charset="0"/>
                <a:cs typeface="Consolas" panose="020B0609020204030204" pitchFamily="49" charset="0"/>
              </a:rPr>
              <a:t>    </a:t>
            </a:r>
            <a:r>
              <a:rPr lang="en-US" sz="1300">
                <a:solidFill>
                  <a:srgbClr val="FEA400"/>
                </a:solidFill>
                <a:latin typeface="Consolas" panose="020B0609020204030204" pitchFamily="49" charset="0"/>
              </a:rPr>
              <a:t>Change</a:t>
            </a:r>
            <a:r>
              <a:rPr lang="en-US" sz="1300">
                <a:latin typeface="Consolas" panose="020B0609020204030204" pitchFamily="49" charset="0"/>
              </a:rPr>
              <a:t>(</a:t>
            </a:r>
            <a:r>
              <a:rPr lang="en-US" sz="1300">
                <a:solidFill>
                  <a:srgbClr val="2B91AF"/>
                </a:solidFill>
                <a:latin typeface="Consolas" panose="020B0609020204030204" pitchFamily="49" charset="0"/>
              </a:rPr>
              <a:t>a</a:t>
            </a:r>
            <a:r>
              <a:rPr lang="en-US" sz="1300">
                <a:latin typeface="Consolas" panose="020B0609020204030204" pitchFamily="49" charset="0"/>
              </a:rPr>
              <a:t>);</a:t>
            </a:r>
          </a:p>
          <a:p>
            <a:pPr marL="51435" indent="0">
              <a:spcBef>
                <a:spcPts val="0"/>
              </a:spcBef>
              <a:buNone/>
            </a:pPr>
            <a:r>
              <a:rPr lang="en-US" sz="1300">
                <a:solidFill>
                  <a:srgbClr val="2B91AF"/>
                </a:solidFill>
                <a:latin typeface="Consolas" panose="020B0609020204030204" pitchFamily="49" charset="0"/>
              </a:rPr>
              <a:t>    Console</a:t>
            </a:r>
            <a:r>
              <a:rPr lang="en-US" sz="1300">
                <a:latin typeface="Consolas" panose="020B0609020204030204" pitchFamily="49" charset="0"/>
              </a:rPr>
              <a:t>.</a:t>
            </a:r>
            <a:r>
              <a:rPr lang="en-US" sz="1300">
                <a:solidFill>
                  <a:srgbClr val="FEA400"/>
                </a:solidFill>
                <a:latin typeface="Consolas" panose="020B0609020204030204" pitchFamily="49" charset="0"/>
              </a:rPr>
              <a:t>WriteLine</a:t>
            </a:r>
            <a:r>
              <a:rPr lang="en-US" sz="1300">
                <a:latin typeface="Consolas" panose="020B0609020204030204" pitchFamily="49" charset="0"/>
                <a:cs typeface="Consolas" panose="020B0609020204030204" pitchFamily="49" charset="0"/>
              </a:rPr>
              <a:t>($</a:t>
            </a:r>
            <a:r>
              <a:rPr lang="en-US" sz="1300">
                <a:solidFill>
                  <a:srgbClr val="A31515"/>
                </a:solidFill>
                <a:latin typeface="Consolas" panose="020B0609020204030204" pitchFamily="49" charset="0"/>
              </a:rPr>
              <a:t>"After calling method: a[0] = </a:t>
            </a:r>
            <a:r>
              <a:rPr lang="en-US" sz="1300">
                <a:latin typeface="Consolas" panose="020B0609020204030204" pitchFamily="49" charset="0"/>
              </a:rPr>
              <a:t>{</a:t>
            </a:r>
            <a:r>
              <a:rPr lang="en-US" sz="1300">
                <a:solidFill>
                  <a:schemeClr val="accent6">
                    <a:lumMod val="75000"/>
                  </a:schemeClr>
                </a:solidFill>
                <a:latin typeface="Consolas" panose="020B0609020204030204" pitchFamily="49" charset="0"/>
              </a:rPr>
              <a:t>a[0]</a:t>
            </a:r>
            <a:r>
              <a:rPr lang="en-US" sz="1300">
                <a:latin typeface="Consolas" panose="020B0609020204030204" pitchFamily="49" charset="0"/>
              </a:rPr>
              <a:t>}</a:t>
            </a:r>
            <a:r>
              <a:rPr lang="en-US" sz="1300">
                <a:solidFill>
                  <a:srgbClr val="A31515"/>
                </a:solidFill>
                <a:latin typeface="Consolas" panose="020B0609020204030204" pitchFamily="49" charset="0"/>
              </a:rPr>
              <a:t>"</a:t>
            </a:r>
            <a:r>
              <a:rPr lang="en-US" sz="1300">
                <a:latin typeface="Consolas" panose="020B0609020204030204" pitchFamily="49" charset="0"/>
                <a:cs typeface="Consolas" panose="020B0609020204030204" pitchFamily="49" charset="0"/>
              </a:rPr>
              <a:t>);</a:t>
            </a:r>
            <a:endParaRPr lang="en-US" sz="1300">
              <a:latin typeface="Consolas" panose="020B0609020204030204" pitchFamily="49" charset="0"/>
            </a:endParaRPr>
          </a:p>
          <a:p>
            <a:pPr marL="51435" indent="0">
              <a:spcBef>
                <a:spcPts val="0"/>
              </a:spcBef>
              <a:buNone/>
            </a:pPr>
            <a:r>
              <a:rPr lang="en-US" sz="1300">
                <a:latin typeface="Consolas" panose="020B0609020204030204" pitchFamily="49" charset="0"/>
              </a:rPr>
              <a:t>}</a:t>
            </a:r>
          </a:p>
        </p:txBody>
      </p:sp>
      <p:sp>
        <p:nvSpPr>
          <p:cNvPr id="7" name="Rectangle 6">
            <a:extLst>
              <a:ext uri="{FF2B5EF4-FFF2-40B4-BE49-F238E27FC236}">
                <a16:creationId xmlns:a16="http://schemas.microsoft.com/office/drawing/2014/main" id="{8EB2CF11-70DA-F347-A0FA-44DB110B806F}"/>
              </a:ext>
            </a:extLst>
          </p:cNvPr>
          <p:cNvSpPr/>
          <p:nvPr/>
        </p:nvSpPr>
        <p:spPr>
          <a:xfrm>
            <a:off x="2411760" y="3558230"/>
            <a:ext cx="1642611" cy="277328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VN"/>
          </a:p>
        </p:txBody>
      </p:sp>
      <p:grpSp>
        <p:nvGrpSpPr>
          <p:cNvPr id="8" name="Group 7">
            <a:extLst>
              <a:ext uri="{FF2B5EF4-FFF2-40B4-BE49-F238E27FC236}">
                <a16:creationId xmlns:a16="http://schemas.microsoft.com/office/drawing/2014/main" id="{9D183396-EF10-3742-96D7-B1C7319E6F98}"/>
              </a:ext>
            </a:extLst>
          </p:cNvPr>
          <p:cNvGrpSpPr/>
          <p:nvPr/>
        </p:nvGrpSpPr>
        <p:grpSpPr>
          <a:xfrm>
            <a:off x="2551168" y="4892386"/>
            <a:ext cx="1363794" cy="1362928"/>
            <a:chOff x="2396996" y="4876740"/>
            <a:chExt cx="1363794" cy="1362928"/>
          </a:xfrm>
        </p:grpSpPr>
        <p:sp>
          <p:nvSpPr>
            <p:cNvPr id="9" name="Rectangle 8">
              <a:extLst>
                <a:ext uri="{FF2B5EF4-FFF2-40B4-BE49-F238E27FC236}">
                  <a16:creationId xmlns:a16="http://schemas.microsoft.com/office/drawing/2014/main" id="{732791BC-18EA-CF40-AF75-E9981CE96A23}"/>
                </a:ext>
              </a:extLst>
            </p:cNvPr>
            <p:cNvSpPr/>
            <p:nvPr/>
          </p:nvSpPr>
          <p:spPr>
            <a:xfrm>
              <a:off x="2396996" y="4954384"/>
              <a:ext cx="1363794" cy="1285284"/>
            </a:xfrm>
            <a:prstGeom prst="rect">
              <a:avLst/>
            </a:prstGeom>
            <a:ln/>
          </p:spPr>
          <p:style>
            <a:lnRef idx="3">
              <a:schemeClr val="lt1"/>
            </a:lnRef>
            <a:fillRef idx="1">
              <a:schemeClr val="accent5"/>
            </a:fillRef>
            <a:effectRef idx="1">
              <a:schemeClr val="accent5"/>
            </a:effectRef>
            <a:fontRef idx="minor">
              <a:schemeClr val="lt1"/>
            </a:fontRef>
          </p:style>
          <p:txBody>
            <a:bodyPr rtlCol="0" anchor="ctr"/>
            <a:lstStyle/>
            <a:p>
              <a:pPr algn="ctr"/>
              <a:endParaRPr lang="en-VN"/>
            </a:p>
          </p:txBody>
        </p:sp>
        <p:grpSp>
          <p:nvGrpSpPr>
            <p:cNvPr id="10" name="Group 9">
              <a:extLst>
                <a:ext uri="{FF2B5EF4-FFF2-40B4-BE49-F238E27FC236}">
                  <a16:creationId xmlns:a16="http://schemas.microsoft.com/office/drawing/2014/main" id="{FC9CDEEC-1768-3348-AA37-EEE17E359EDE}"/>
                </a:ext>
              </a:extLst>
            </p:cNvPr>
            <p:cNvGrpSpPr/>
            <p:nvPr/>
          </p:nvGrpSpPr>
          <p:grpSpPr>
            <a:xfrm>
              <a:off x="2534490" y="4876740"/>
              <a:ext cx="1183922" cy="1290556"/>
              <a:chOff x="2534490" y="4876740"/>
              <a:chExt cx="1183922" cy="1290556"/>
            </a:xfrm>
          </p:grpSpPr>
          <p:grpSp>
            <p:nvGrpSpPr>
              <p:cNvPr id="11" name="Group 10">
                <a:extLst>
                  <a:ext uri="{FF2B5EF4-FFF2-40B4-BE49-F238E27FC236}">
                    <a16:creationId xmlns:a16="http://schemas.microsoft.com/office/drawing/2014/main" id="{BC1926C3-E46A-3149-A11E-BC5252E58F11}"/>
                  </a:ext>
                </a:extLst>
              </p:cNvPr>
              <p:cNvGrpSpPr/>
              <p:nvPr/>
            </p:nvGrpSpPr>
            <p:grpSpPr>
              <a:xfrm>
                <a:off x="2534490" y="5263128"/>
                <a:ext cx="1183922" cy="904168"/>
                <a:chOff x="-1544472" y="5686180"/>
                <a:chExt cx="1183922" cy="904168"/>
              </a:xfrm>
            </p:grpSpPr>
            <p:sp>
              <p:nvSpPr>
                <p:cNvPr id="13" name="Cube 12">
                  <a:extLst>
                    <a:ext uri="{FF2B5EF4-FFF2-40B4-BE49-F238E27FC236}">
                      <a16:creationId xmlns:a16="http://schemas.microsoft.com/office/drawing/2014/main" id="{DB3C522B-D259-5740-A82C-D7B2DEABE137}"/>
                    </a:ext>
                  </a:extLst>
                </p:cNvPr>
                <p:cNvSpPr/>
                <p:nvPr/>
              </p:nvSpPr>
              <p:spPr>
                <a:xfrm>
                  <a:off x="-1544472" y="5686180"/>
                  <a:ext cx="1031924" cy="904168"/>
                </a:xfrm>
                <a:prstGeom prst="cube">
                  <a:avLst>
                    <a:gd name="adj" fmla="val 3817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4" name="TextBox 13">
                  <a:extLst>
                    <a:ext uri="{FF2B5EF4-FFF2-40B4-BE49-F238E27FC236}">
                      <a16:creationId xmlns:a16="http://schemas.microsoft.com/office/drawing/2014/main" id="{6BCB3B93-DDBC-D641-94BF-16983D6B7E9F}"/>
                    </a:ext>
                  </a:extLst>
                </p:cNvPr>
                <p:cNvSpPr txBox="1"/>
                <p:nvPr/>
              </p:nvSpPr>
              <p:spPr>
                <a:xfrm>
                  <a:off x="-1373561" y="6042968"/>
                  <a:ext cx="357808" cy="477054"/>
                </a:xfrm>
                <a:prstGeom prst="rect">
                  <a:avLst/>
                </a:prstGeom>
                <a:noFill/>
              </p:spPr>
              <p:txBody>
                <a:bodyPr wrap="square" rtlCol="0">
                  <a:spAutoFit/>
                </a:bodyPr>
                <a:lstStyle/>
                <a:p>
                  <a:pPr algn="ctr"/>
                  <a:r>
                    <a:rPr lang="en-VN" sz="2500"/>
                    <a:t>a</a:t>
                  </a:r>
                </a:p>
              </p:txBody>
            </p:sp>
            <p:sp>
              <p:nvSpPr>
                <p:cNvPr id="15" name="TextBox 14">
                  <a:extLst>
                    <a:ext uri="{FF2B5EF4-FFF2-40B4-BE49-F238E27FC236}">
                      <a16:creationId xmlns:a16="http://schemas.microsoft.com/office/drawing/2014/main" id="{88300A70-B579-8B43-AFA1-1D7558924C6A}"/>
                    </a:ext>
                  </a:extLst>
                </p:cNvPr>
                <p:cNvSpPr txBox="1"/>
                <p:nvPr/>
              </p:nvSpPr>
              <p:spPr>
                <a:xfrm>
                  <a:off x="-990407" y="5863372"/>
                  <a:ext cx="629857" cy="400110"/>
                </a:xfrm>
                <a:prstGeom prst="rect">
                  <a:avLst/>
                </a:prstGeom>
                <a:noFill/>
                <a:scene3d>
                  <a:camera prst="isometricRightUp">
                    <a:rot lat="1800000" lon="18000000" rev="0"/>
                  </a:camera>
                  <a:lightRig rig="threePt" dir="t"/>
                </a:scene3d>
              </p:spPr>
              <p:txBody>
                <a:bodyPr wrap="square" rtlCol="0">
                  <a:spAutoFit/>
                </a:bodyPr>
                <a:lstStyle/>
                <a:p>
                  <a:pPr algn="ctr"/>
                  <a:r>
                    <a:rPr lang="en-US" sz="2000"/>
                    <a:t>i</a:t>
                  </a:r>
                  <a:r>
                    <a:rPr lang="en-VN" sz="2000"/>
                    <a:t>nt[]</a:t>
                  </a:r>
                </a:p>
              </p:txBody>
            </p:sp>
          </p:grpSp>
          <p:sp>
            <p:nvSpPr>
              <p:cNvPr id="12" name="TextBox 11">
                <a:extLst>
                  <a:ext uri="{FF2B5EF4-FFF2-40B4-BE49-F238E27FC236}">
                    <a16:creationId xmlns:a16="http://schemas.microsoft.com/office/drawing/2014/main" id="{FF413419-F91E-4F49-9E08-5FD48C8A6F46}"/>
                  </a:ext>
                </a:extLst>
              </p:cNvPr>
              <p:cNvSpPr txBox="1"/>
              <p:nvPr/>
            </p:nvSpPr>
            <p:spPr>
              <a:xfrm>
                <a:off x="2687962" y="4876740"/>
                <a:ext cx="724979" cy="369332"/>
              </a:xfrm>
              <a:prstGeom prst="rect">
                <a:avLst/>
              </a:prstGeom>
              <a:noFill/>
            </p:spPr>
            <p:txBody>
              <a:bodyPr wrap="square" rtlCol="0">
                <a:spAutoFit/>
              </a:bodyPr>
              <a:lstStyle/>
              <a:p>
                <a:pPr algn="ctr"/>
                <a:r>
                  <a:rPr lang="en-VN" b="1">
                    <a:solidFill>
                      <a:srgbClr val="0432FF"/>
                    </a:solidFill>
                    <a:latin typeface="Calibri" panose="020F0502020204030204" pitchFamily="34" charset="0"/>
                    <a:cs typeface="Calibri" panose="020F0502020204030204" pitchFamily="34" charset="0"/>
                  </a:rPr>
                  <a:t>Main</a:t>
                </a:r>
              </a:p>
            </p:txBody>
          </p:sp>
        </p:grpSp>
      </p:grpSp>
      <p:sp>
        <p:nvSpPr>
          <p:cNvPr id="16" name="Rectangle 15">
            <a:extLst>
              <a:ext uri="{FF2B5EF4-FFF2-40B4-BE49-F238E27FC236}">
                <a16:creationId xmlns:a16="http://schemas.microsoft.com/office/drawing/2014/main" id="{88F49F68-8E36-7D4E-909A-10111004B720}"/>
              </a:ext>
            </a:extLst>
          </p:cNvPr>
          <p:cNvSpPr/>
          <p:nvPr/>
        </p:nvSpPr>
        <p:spPr>
          <a:xfrm>
            <a:off x="4400992" y="3558230"/>
            <a:ext cx="3475042" cy="277328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VN"/>
          </a:p>
        </p:txBody>
      </p:sp>
      <p:grpSp>
        <p:nvGrpSpPr>
          <p:cNvPr id="17" name="Group 16">
            <a:extLst>
              <a:ext uri="{FF2B5EF4-FFF2-40B4-BE49-F238E27FC236}">
                <a16:creationId xmlns:a16="http://schemas.microsoft.com/office/drawing/2014/main" id="{352BFDC7-FA74-C349-9513-3AE128F57577}"/>
              </a:ext>
            </a:extLst>
          </p:cNvPr>
          <p:cNvGrpSpPr/>
          <p:nvPr/>
        </p:nvGrpSpPr>
        <p:grpSpPr>
          <a:xfrm>
            <a:off x="2551168" y="3561493"/>
            <a:ext cx="1368780" cy="1349627"/>
            <a:chOff x="2551168" y="4087983"/>
            <a:chExt cx="1368780" cy="1349627"/>
          </a:xfrm>
        </p:grpSpPr>
        <p:sp>
          <p:nvSpPr>
            <p:cNvPr id="18" name="Rectangle 17">
              <a:extLst>
                <a:ext uri="{FF2B5EF4-FFF2-40B4-BE49-F238E27FC236}">
                  <a16:creationId xmlns:a16="http://schemas.microsoft.com/office/drawing/2014/main" id="{6E0E6C96-56D8-3D4E-9E10-EF16AE88D9F9}"/>
                </a:ext>
              </a:extLst>
            </p:cNvPr>
            <p:cNvSpPr/>
            <p:nvPr/>
          </p:nvSpPr>
          <p:spPr>
            <a:xfrm>
              <a:off x="2551168" y="4168217"/>
              <a:ext cx="1363794" cy="1269393"/>
            </a:xfrm>
            <a:prstGeom prst="rect">
              <a:avLst/>
            </a:prstGeom>
            <a:ln/>
          </p:spPr>
          <p:style>
            <a:lnRef idx="3">
              <a:schemeClr val="lt1"/>
            </a:lnRef>
            <a:fillRef idx="1">
              <a:schemeClr val="accent5"/>
            </a:fillRef>
            <a:effectRef idx="1">
              <a:schemeClr val="accent5"/>
            </a:effectRef>
            <a:fontRef idx="minor">
              <a:schemeClr val="lt1"/>
            </a:fontRef>
          </p:style>
          <p:txBody>
            <a:bodyPr rtlCol="0" anchor="ctr"/>
            <a:lstStyle/>
            <a:p>
              <a:pPr algn="ctr"/>
              <a:endParaRPr lang="en-VN"/>
            </a:p>
          </p:txBody>
        </p:sp>
        <p:sp>
          <p:nvSpPr>
            <p:cNvPr id="19" name="Cube 18">
              <a:extLst>
                <a:ext uri="{FF2B5EF4-FFF2-40B4-BE49-F238E27FC236}">
                  <a16:creationId xmlns:a16="http://schemas.microsoft.com/office/drawing/2014/main" id="{85971176-AD52-2741-A52B-242CBD8590FF}"/>
                </a:ext>
              </a:extLst>
            </p:cNvPr>
            <p:cNvSpPr/>
            <p:nvPr/>
          </p:nvSpPr>
          <p:spPr>
            <a:xfrm>
              <a:off x="2736026" y="4477580"/>
              <a:ext cx="1031924" cy="904168"/>
            </a:xfrm>
            <a:prstGeom prst="cube">
              <a:avLst>
                <a:gd name="adj" fmla="val 3817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20" name="TextBox 19">
              <a:extLst>
                <a:ext uri="{FF2B5EF4-FFF2-40B4-BE49-F238E27FC236}">
                  <a16:creationId xmlns:a16="http://schemas.microsoft.com/office/drawing/2014/main" id="{2E35D493-EF1C-CD4E-8954-A466379720BE}"/>
                </a:ext>
              </a:extLst>
            </p:cNvPr>
            <p:cNvSpPr txBox="1"/>
            <p:nvPr/>
          </p:nvSpPr>
          <p:spPr>
            <a:xfrm>
              <a:off x="2906937" y="4834368"/>
              <a:ext cx="357808" cy="477054"/>
            </a:xfrm>
            <a:prstGeom prst="rect">
              <a:avLst/>
            </a:prstGeom>
            <a:noFill/>
          </p:spPr>
          <p:txBody>
            <a:bodyPr wrap="square" rtlCol="0">
              <a:spAutoFit/>
            </a:bodyPr>
            <a:lstStyle/>
            <a:p>
              <a:pPr algn="ctr"/>
              <a:r>
                <a:rPr lang="en-VN" sz="2500"/>
                <a:t>a</a:t>
              </a:r>
            </a:p>
          </p:txBody>
        </p:sp>
        <p:sp>
          <p:nvSpPr>
            <p:cNvPr id="21" name="TextBox 20">
              <a:extLst>
                <a:ext uri="{FF2B5EF4-FFF2-40B4-BE49-F238E27FC236}">
                  <a16:creationId xmlns:a16="http://schemas.microsoft.com/office/drawing/2014/main" id="{1C1A3F0F-CA47-DE4E-8220-597C395C84D3}"/>
                </a:ext>
              </a:extLst>
            </p:cNvPr>
            <p:cNvSpPr txBox="1"/>
            <p:nvPr/>
          </p:nvSpPr>
          <p:spPr>
            <a:xfrm>
              <a:off x="3290091" y="4654772"/>
              <a:ext cx="629857" cy="400110"/>
            </a:xfrm>
            <a:prstGeom prst="rect">
              <a:avLst/>
            </a:prstGeom>
            <a:noFill/>
            <a:scene3d>
              <a:camera prst="isometricRightUp">
                <a:rot lat="1800000" lon="18000000" rev="0"/>
              </a:camera>
              <a:lightRig rig="threePt" dir="t"/>
            </a:scene3d>
          </p:spPr>
          <p:txBody>
            <a:bodyPr wrap="square" rtlCol="0">
              <a:spAutoFit/>
            </a:bodyPr>
            <a:lstStyle/>
            <a:p>
              <a:pPr algn="ctr"/>
              <a:r>
                <a:rPr lang="en-US" sz="2000"/>
                <a:t>i</a:t>
              </a:r>
              <a:r>
                <a:rPr lang="en-VN" sz="2000"/>
                <a:t>nt[]</a:t>
              </a:r>
            </a:p>
          </p:txBody>
        </p:sp>
        <p:sp>
          <p:nvSpPr>
            <p:cNvPr id="22" name="TextBox 21">
              <a:extLst>
                <a:ext uri="{FF2B5EF4-FFF2-40B4-BE49-F238E27FC236}">
                  <a16:creationId xmlns:a16="http://schemas.microsoft.com/office/drawing/2014/main" id="{9D5FB269-84A8-B847-9DCD-A1820A61AA97}"/>
                </a:ext>
              </a:extLst>
            </p:cNvPr>
            <p:cNvSpPr txBox="1"/>
            <p:nvPr/>
          </p:nvSpPr>
          <p:spPr>
            <a:xfrm>
              <a:off x="2795063" y="4087983"/>
              <a:ext cx="903798" cy="369332"/>
            </a:xfrm>
            <a:prstGeom prst="rect">
              <a:avLst/>
            </a:prstGeom>
            <a:noFill/>
          </p:spPr>
          <p:txBody>
            <a:bodyPr wrap="square" rtlCol="0">
              <a:spAutoFit/>
            </a:bodyPr>
            <a:lstStyle/>
            <a:p>
              <a:pPr algn="ctr"/>
              <a:r>
                <a:rPr lang="en-VN" b="1">
                  <a:solidFill>
                    <a:srgbClr val="0432FF"/>
                  </a:solidFill>
                  <a:latin typeface="Calibri" panose="020F0502020204030204" pitchFamily="34" charset="0"/>
                  <a:cs typeface="Calibri" panose="020F0502020204030204" pitchFamily="34" charset="0"/>
                </a:rPr>
                <a:t>Change</a:t>
              </a:r>
            </a:p>
          </p:txBody>
        </p:sp>
      </p:grpSp>
      <p:grpSp>
        <p:nvGrpSpPr>
          <p:cNvPr id="23" name="Group 22">
            <a:extLst>
              <a:ext uri="{FF2B5EF4-FFF2-40B4-BE49-F238E27FC236}">
                <a16:creationId xmlns:a16="http://schemas.microsoft.com/office/drawing/2014/main" id="{0571F232-0002-1643-87D4-9B9427918FF5}"/>
              </a:ext>
            </a:extLst>
          </p:cNvPr>
          <p:cNvGrpSpPr/>
          <p:nvPr/>
        </p:nvGrpSpPr>
        <p:grpSpPr>
          <a:xfrm>
            <a:off x="5193662" y="4606803"/>
            <a:ext cx="1889702" cy="601403"/>
            <a:chOff x="6827979" y="5625080"/>
            <a:chExt cx="1889702" cy="601403"/>
          </a:xfrm>
        </p:grpSpPr>
        <p:sp>
          <p:nvSpPr>
            <p:cNvPr id="24" name="Cube 23">
              <a:extLst>
                <a:ext uri="{FF2B5EF4-FFF2-40B4-BE49-F238E27FC236}">
                  <a16:creationId xmlns:a16="http://schemas.microsoft.com/office/drawing/2014/main" id="{F2A906D5-37DF-4841-A575-82657E1D6BA4}"/>
                </a:ext>
              </a:extLst>
            </p:cNvPr>
            <p:cNvSpPr/>
            <p:nvPr/>
          </p:nvSpPr>
          <p:spPr>
            <a:xfrm>
              <a:off x="6827979" y="5625080"/>
              <a:ext cx="647861" cy="601403"/>
            </a:xfrm>
            <a:prstGeom prst="cube">
              <a:avLst>
                <a:gd name="adj" fmla="val 3817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VN"/>
                <a:t>5</a:t>
              </a:r>
            </a:p>
          </p:txBody>
        </p:sp>
        <p:sp>
          <p:nvSpPr>
            <p:cNvPr id="25" name="Cube 24">
              <a:extLst>
                <a:ext uri="{FF2B5EF4-FFF2-40B4-BE49-F238E27FC236}">
                  <a16:creationId xmlns:a16="http://schemas.microsoft.com/office/drawing/2014/main" id="{DBB0CFB7-D84C-2D4C-BD21-C1F96712320D}"/>
                </a:ext>
              </a:extLst>
            </p:cNvPr>
            <p:cNvSpPr/>
            <p:nvPr/>
          </p:nvSpPr>
          <p:spPr>
            <a:xfrm>
              <a:off x="7242682" y="5625080"/>
              <a:ext cx="647861" cy="601403"/>
            </a:xfrm>
            <a:prstGeom prst="cube">
              <a:avLst>
                <a:gd name="adj" fmla="val 3817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VN"/>
                <a:t>8</a:t>
              </a:r>
            </a:p>
          </p:txBody>
        </p:sp>
        <p:sp>
          <p:nvSpPr>
            <p:cNvPr id="26" name="Cube 25">
              <a:extLst>
                <a:ext uri="{FF2B5EF4-FFF2-40B4-BE49-F238E27FC236}">
                  <a16:creationId xmlns:a16="http://schemas.microsoft.com/office/drawing/2014/main" id="{0E91A8A3-177B-1545-8EA8-5AF78161F416}"/>
                </a:ext>
              </a:extLst>
            </p:cNvPr>
            <p:cNvSpPr/>
            <p:nvPr/>
          </p:nvSpPr>
          <p:spPr>
            <a:xfrm>
              <a:off x="7667044" y="5625080"/>
              <a:ext cx="647861" cy="601403"/>
            </a:xfrm>
            <a:prstGeom prst="cube">
              <a:avLst>
                <a:gd name="adj" fmla="val 3817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VN"/>
                <a:t>2</a:t>
              </a:r>
            </a:p>
          </p:txBody>
        </p:sp>
        <p:sp>
          <p:nvSpPr>
            <p:cNvPr id="27" name="Cube 26">
              <a:extLst>
                <a:ext uri="{FF2B5EF4-FFF2-40B4-BE49-F238E27FC236}">
                  <a16:creationId xmlns:a16="http://schemas.microsoft.com/office/drawing/2014/main" id="{492E0B52-FF32-BA45-9E1A-EAEAAAA7C782}"/>
                </a:ext>
              </a:extLst>
            </p:cNvPr>
            <p:cNvSpPr/>
            <p:nvPr/>
          </p:nvSpPr>
          <p:spPr>
            <a:xfrm>
              <a:off x="8069820" y="5625080"/>
              <a:ext cx="647861" cy="601403"/>
            </a:xfrm>
            <a:prstGeom prst="cube">
              <a:avLst>
                <a:gd name="adj" fmla="val 3817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VN"/>
                <a:t>7</a:t>
              </a:r>
            </a:p>
          </p:txBody>
        </p:sp>
      </p:grpSp>
      <p:cxnSp>
        <p:nvCxnSpPr>
          <p:cNvPr id="28" name="Curved Connector 27">
            <a:extLst>
              <a:ext uri="{FF2B5EF4-FFF2-40B4-BE49-F238E27FC236}">
                <a16:creationId xmlns:a16="http://schemas.microsoft.com/office/drawing/2014/main" id="{632A907F-8F04-5C4E-9C38-55E1A84DC77F}"/>
              </a:ext>
            </a:extLst>
          </p:cNvPr>
          <p:cNvCxnSpPr>
            <a:cxnSpLocks/>
          </p:cNvCxnSpPr>
          <p:nvPr/>
        </p:nvCxnSpPr>
        <p:spPr>
          <a:xfrm flipV="1">
            <a:off x="3161180" y="5022297"/>
            <a:ext cx="2032482" cy="442300"/>
          </a:xfrm>
          <a:prstGeom prst="curvedConnector3">
            <a:avLst>
              <a:gd name="adj1" fmla="val 50000"/>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9" name="Curved Connector 28">
            <a:extLst>
              <a:ext uri="{FF2B5EF4-FFF2-40B4-BE49-F238E27FC236}">
                <a16:creationId xmlns:a16="http://schemas.microsoft.com/office/drawing/2014/main" id="{F4C073C7-D362-F847-A999-5E5D4C60AF0B}"/>
              </a:ext>
            </a:extLst>
          </p:cNvPr>
          <p:cNvCxnSpPr>
            <a:cxnSpLocks/>
          </p:cNvCxnSpPr>
          <p:nvPr/>
        </p:nvCxnSpPr>
        <p:spPr>
          <a:xfrm>
            <a:off x="3264745" y="4118047"/>
            <a:ext cx="1928917" cy="810129"/>
          </a:xfrm>
          <a:prstGeom prst="curvedConnector3">
            <a:avLst>
              <a:gd name="adj1" fmla="val 50000"/>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Rectangle 29">
            <a:extLst>
              <a:ext uri="{FF2B5EF4-FFF2-40B4-BE49-F238E27FC236}">
                <a16:creationId xmlns:a16="http://schemas.microsoft.com/office/drawing/2014/main" id="{3BD1AB62-12B1-BB44-928A-667D8AEBF398}"/>
              </a:ext>
            </a:extLst>
          </p:cNvPr>
          <p:cNvSpPr/>
          <p:nvPr/>
        </p:nvSpPr>
        <p:spPr>
          <a:xfrm>
            <a:off x="1691680" y="3061376"/>
            <a:ext cx="5760640" cy="274644"/>
          </a:xfrm>
          <a:prstGeom prst="rect">
            <a:avLst/>
          </a:prstGeom>
          <a:solidFill>
            <a:srgbClr val="FFFF00">
              <a:alpha val="26391"/>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31" name="Line Callout 1 30">
            <a:extLst>
              <a:ext uri="{FF2B5EF4-FFF2-40B4-BE49-F238E27FC236}">
                <a16:creationId xmlns:a16="http://schemas.microsoft.com/office/drawing/2014/main" id="{C0DBE15A-59AE-D244-8CF1-2F5178CDF98A}"/>
              </a:ext>
            </a:extLst>
          </p:cNvPr>
          <p:cNvSpPr/>
          <p:nvPr/>
        </p:nvSpPr>
        <p:spPr>
          <a:xfrm>
            <a:off x="4675845" y="2591905"/>
            <a:ext cx="4072620" cy="477055"/>
          </a:xfrm>
          <a:prstGeom prst="borderCallout1">
            <a:avLst>
              <a:gd name="adj1" fmla="val 104357"/>
              <a:gd name="adj2" fmla="val 35801"/>
              <a:gd name="adj3" fmla="val 200888"/>
              <a:gd name="adj4" fmla="val 18662"/>
            </a:avLst>
          </a:prstGeom>
          <a:ln/>
        </p:spPr>
        <p:style>
          <a:lnRef idx="1">
            <a:schemeClr val="accent2"/>
          </a:lnRef>
          <a:fillRef idx="2">
            <a:schemeClr val="accent2"/>
          </a:fillRef>
          <a:effectRef idx="1">
            <a:schemeClr val="accent2"/>
          </a:effectRef>
          <a:fontRef idx="minor">
            <a:schemeClr val="dk1"/>
          </a:fontRef>
        </p:style>
        <p:txBody>
          <a:bodyPr rtlCol="0" anchor="ctr"/>
          <a:lstStyle/>
          <a:p>
            <a:r>
              <a:rPr lang="en-US">
                <a:solidFill>
                  <a:schemeClr val="tx1"/>
                </a:solidFill>
                <a:latin typeface="Consolas" panose="020B0609020204030204" pitchFamily="49" charset="0"/>
              </a:rPr>
              <a:t>Before calling method: </a:t>
            </a:r>
            <a:r>
              <a:rPr lang="en-GB" dirty="0">
                <a:solidFill>
                  <a:schemeClr val="tx1"/>
                </a:solidFill>
                <a:latin typeface="Consolas" pitchFamily="49" charset="0"/>
                <a:cs typeface="Consolas" pitchFamily="49" charset="0"/>
              </a:rPr>
              <a:t>a[0] = 5</a:t>
            </a:r>
          </a:p>
        </p:txBody>
      </p:sp>
    </p:spTree>
    <p:extLst>
      <p:ext uri="{BB962C8B-B14F-4D97-AF65-F5344CB8AC3E}">
        <p14:creationId xmlns:p14="http://schemas.microsoft.com/office/powerpoint/2010/main" val="39749571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09F558-D333-EE4F-BF8A-DD5A2AF8E8E5}"/>
              </a:ext>
            </a:extLst>
          </p:cNvPr>
          <p:cNvSpPr>
            <a:spLocks noGrp="1"/>
          </p:cNvSpPr>
          <p:nvPr>
            <p:ph type="title"/>
          </p:nvPr>
        </p:nvSpPr>
        <p:spPr/>
        <p:txBody>
          <a:bodyPr>
            <a:normAutofit fontScale="90000"/>
          </a:bodyPr>
          <a:lstStyle/>
          <a:p>
            <a:r>
              <a:rPr lang="en-US"/>
              <a:t>T</a:t>
            </a:r>
            <a:r>
              <a:rPr lang="en-VN"/>
              <a:t>RUYỀN THAM TRỊ KIỂU MẢNG</a:t>
            </a:r>
          </a:p>
        </p:txBody>
      </p:sp>
      <p:sp>
        <p:nvSpPr>
          <p:cNvPr id="4" name="Footer Placeholder 3">
            <a:extLst>
              <a:ext uri="{FF2B5EF4-FFF2-40B4-BE49-F238E27FC236}">
                <a16:creationId xmlns:a16="http://schemas.microsoft.com/office/drawing/2014/main" id="{F03246C0-7681-AD48-868A-D72606C1877E}"/>
              </a:ext>
            </a:extLst>
          </p:cNvPr>
          <p:cNvSpPr>
            <a:spLocks noGrp="1"/>
          </p:cNvSpPr>
          <p:nvPr>
            <p:ph type="ftr" sz="quarter" idx="11"/>
          </p:nvPr>
        </p:nvSpPr>
        <p:spPr/>
        <p:txBody>
          <a:bodyPr/>
          <a:lstStyle/>
          <a:p>
            <a:r>
              <a:rPr lang="vi-VN" dirty="0"/>
              <a:t>Bài 6: Mảng một chiều</a:t>
            </a:r>
            <a:endParaRPr lang="en-US" dirty="0"/>
          </a:p>
        </p:txBody>
      </p:sp>
      <p:sp>
        <p:nvSpPr>
          <p:cNvPr id="5" name="Slide Number Placeholder 4">
            <a:extLst>
              <a:ext uri="{FF2B5EF4-FFF2-40B4-BE49-F238E27FC236}">
                <a16:creationId xmlns:a16="http://schemas.microsoft.com/office/drawing/2014/main" id="{AA02F9E7-4A6D-174E-81AE-32936B7114DF}"/>
              </a:ext>
            </a:extLst>
          </p:cNvPr>
          <p:cNvSpPr>
            <a:spLocks noGrp="1"/>
          </p:cNvSpPr>
          <p:nvPr>
            <p:ph type="sldNum" sz="quarter" idx="12"/>
          </p:nvPr>
        </p:nvSpPr>
        <p:spPr/>
        <p:txBody>
          <a:bodyPr/>
          <a:lstStyle/>
          <a:p>
            <a:fld id="{1AD93096-5B34-4342-9326-69289CEAE4C2}" type="slidenum">
              <a:rPr lang="en-US" smtClean="0"/>
              <a:pPr/>
              <a:t>23</a:t>
            </a:fld>
            <a:endParaRPr lang="en-US" dirty="0"/>
          </a:p>
        </p:txBody>
      </p:sp>
      <p:sp>
        <p:nvSpPr>
          <p:cNvPr id="6" name="Content Placeholder 5">
            <a:extLst>
              <a:ext uri="{FF2B5EF4-FFF2-40B4-BE49-F238E27FC236}">
                <a16:creationId xmlns:a16="http://schemas.microsoft.com/office/drawing/2014/main" id="{5A9C55D3-4492-0D46-8D07-29F3359D868A}"/>
              </a:ext>
            </a:extLst>
          </p:cNvPr>
          <p:cNvSpPr txBox="1">
            <a:spLocks/>
          </p:cNvSpPr>
          <p:nvPr/>
        </p:nvSpPr>
        <p:spPr>
          <a:xfrm>
            <a:off x="1547664" y="877290"/>
            <a:ext cx="6048671" cy="2935050"/>
          </a:xfrm>
          <a:prstGeom prst="rect">
            <a:avLst/>
          </a:prstGeom>
        </p:spPr>
        <p:style>
          <a:lnRef idx="2">
            <a:schemeClr val="accent2"/>
          </a:lnRef>
          <a:fillRef idx="1">
            <a:schemeClr val="lt1"/>
          </a:fillRef>
          <a:effectRef idx="0">
            <a:schemeClr val="accent2"/>
          </a:effectRef>
          <a:fontRef idx="minor">
            <a:schemeClr val="dk1"/>
          </a:fontRef>
        </p:style>
        <p:txBody>
          <a:bodyPr>
            <a:noAutofit/>
          </a:bodyPr>
          <a:lstStyle>
            <a:lvl1pPr marL="308610" indent="-257175" algn="l" rtl="0" eaLnBrk="1" latinLnBrk="0" hangingPunct="1">
              <a:spcBef>
                <a:spcPts val="525"/>
              </a:spcBef>
              <a:buSzPct val="95000"/>
              <a:buFont typeface="Wingdings"/>
              <a:buChar char=""/>
              <a:defRPr sz="1500" kern="1200" spc="0">
                <a:solidFill>
                  <a:schemeClr val="tx1"/>
                </a:solidFill>
                <a:latin typeface="+mn-lt"/>
                <a:ea typeface="+mn-ea"/>
                <a:cs typeface="Arial" pitchFamily="34" charset="0"/>
              </a:defRPr>
            </a:lvl1pPr>
            <a:lvl2pPr marL="555498" indent="-214313" algn="l" rtl="0" eaLnBrk="1" latinLnBrk="0" hangingPunct="1">
              <a:spcBef>
                <a:spcPct val="20000"/>
              </a:spcBef>
              <a:buClr>
                <a:schemeClr val="accent2"/>
              </a:buClr>
              <a:buSzPct val="90000"/>
              <a:buFont typeface="Wingdings"/>
              <a:buChar char=""/>
              <a:defRPr sz="1350" kern="1200" spc="0">
                <a:solidFill>
                  <a:schemeClr val="tx1"/>
                </a:solidFill>
                <a:latin typeface="+mn-lt"/>
                <a:ea typeface="+mn-ea"/>
                <a:cs typeface="Arial" pitchFamily="34" charset="0"/>
              </a:defRPr>
            </a:lvl2pPr>
            <a:lvl3pPr marL="747522" indent="-171450" algn="l" rtl="0" eaLnBrk="1" latinLnBrk="0" hangingPunct="1">
              <a:spcBef>
                <a:spcPct val="20000"/>
              </a:spcBef>
              <a:buClr>
                <a:schemeClr val="accent2"/>
              </a:buClr>
              <a:buFont typeface="Wingdings 2"/>
              <a:buChar char=""/>
              <a:defRPr sz="1200" kern="1200" spc="0">
                <a:solidFill>
                  <a:schemeClr val="tx1"/>
                </a:solidFill>
                <a:latin typeface="+mn-lt"/>
                <a:ea typeface="+mn-ea"/>
                <a:cs typeface="Arial" pitchFamily="34" charset="0"/>
              </a:defRPr>
            </a:lvl3pPr>
            <a:lvl4pPr marL="946404" indent="-171450" algn="l" rtl="0" eaLnBrk="1" latinLnBrk="0" hangingPunct="1">
              <a:spcBef>
                <a:spcPct val="20000"/>
              </a:spcBef>
              <a:buClr>
                <a:schemeClr val="accent3"/>
              </a:buClr>
              <a:buFont typeface="Wingdings 3"/>
              <a:buChar char=""/>
              <a:defRPr sz="1200" kern="1200" spc="0">
                <a:solidFill>
                  <a:schemeClr val="tx1"/>
                </a:solidFill>
                <a:latin typeface="+mn-lt"/>
                <a:ea typeface="+mn-ea"/>
                <a:cs typeface="Arial" pitchFamily="34" charset="0"/>
              </a:defRPr>
            </a:lvl4pPr>
            <a:lvl5pPr marL="1110996" indent="-157734" algn="l" rtl="0" eaLnBrk="1" latinLnBrk="0" hangingPunct="1">
              <a:spcBef>
                <a:spcPct val="20000"/>
              </a:spcBef>
              <a:buClr>
                <a:schemeClr val="accent3"/>
              </a:buClr>
              <a:buFont typeface="Wingdings 2"/>
              <a:buChar char=""/>
              <a:defRPr sz="1050" kern="1200" spc="0">
                <a:solidFill>
                  <a:schemeClr val="tx1"/>
                </a:solidFill>
                <a:latin typeface="+mn-lt"/>
                <a:ea typeface="+mn-ea"/>
                <a:cs typeface="Arial" pitchFamily="34" charset="0"/>
              </a:defRPr>
            </a:lvl5pPr>
            <a:lvl6pPr marL="1282446" indent="-157734" algn="l" rtl="0" eaLnBrk="1" latinLnBrk="0" hangingPunct="1">
              <a:spcBef>
                <a:spcPct val="20000"/>
              </a:spcBef>
              <a:buClr>
                <a:schemeClr val="accent3"/>
              </a:buClr>
              <a:buFont typeface="Wingdings 2"/>
              <a:buChar char=""/>
              <a:defRPr sz="1350" kern="1200">
                <a:solidFill>
                  <a:schemeClr val="tx1"/>
                </a:solidFill>
                <a:latin typeface="+mn-lt"/>
                <a:ea typeface="+mn-ea"/>
                <a:cs typeface="+mn-cs"/>
              </a:defRPr>
            </a:lvl6pPr>
            <a:lvl7pPr marL="1426464"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7pPr>
            <a:lvl8pPr marL="1570482"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8pPr>
            <a:lvl9pPr marL="1714500"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9pPr>
            <a:extLst/>
          </a:lstStyle>
          <a:p>
            <a:pPr marL="51435" indent="0" algn="just">
              <a:spcBef>
                <a:spcPts val="0"/>
              </a:spcBef>
              <a:buNone/>
            </a:pPr>
            <a:r>
              <a:rPr lang="en-US" sz="1300">
                <a:solidFill>
                  <a:srgbClr val="0000FF"/>
                </a:solidFill>
                <a:latin typeface="Consolas" panose="020B0609020204030204" pitchFamily="49" charset="0"/>
              </a:rPr>
              <a:t>static</a:t>
            </a:r>
            <a:r>
              <a:rPr lang="en-US" sz="1300">
                <a:latin typeface="Consolas" panose="020B0609020204030204" pitchFamily="49" charset="0"/>
              </a:rPr>
              <a:t> </a:t>
            </a:r>
            <a:r>
              <a:rPr lang="en-US" sz="1300">
                <a:solidFill>
                  <a:srgbClr val="0000FF"/>
                </a:solidFill>
                <a:latin typeface="Consolas" panose="020B0609020204030204" pitchFamily="49" charset="0"/>
              </a:rPr>
              <a:t>void</a:t>
            </a:r>
            <a:r>
              <a:rPr lang="en-US" sz="1300">
                <a:latin typeface="Consolas" panose="020B0609020204030204" pitchFamily="49" charset="0"/>
              </a:rPr>
              <a:t> </a:t>
            </a:r>
            <a:r>
              <a:rPr lang="en-US" sz="1300">
                <a:solidFill>
                  <a:srgbClr val="FEA400"/>
                </a:solidFill>
                <a:latin typeface="Consolas" panose="020B0609020204030204" pitchFamily="49" charset="0"/>
              </a:rPr>
              <a:t>Change</a:t>
            </a:r>
            <a:r>
              <a:rPr lang="en-US" sz="1300">
                <a:latin typeface="Consolas" panose="020B0609020204030204" pitchFamily="49" charset="0"/>
              </a:rPr>
              <a:t>(</a:t>
            </a:r>
            <a:r>
              <a:rPr lang="en-US" sz="1300">
                <a:solidFill>
                  <a:srgbClr val="0000FF"/>
                </a:solidFill>
                <a:latin typeface="Consolas" panose="020B0609020204030204" pitchFamily="49" charset="0"/>
              </a:rPr>
              <a:t>int</a:t>
            </a:r>
            <a:r>
              <a:rPr lang="en-US" sz="1300">
                <a:latin typeface="Consolas" panose="020B0609020204030204" pitchFamily="49" charset="0"/>
              </a:rPr>
              <a:t>[]</a:t>
            </a:r>
            <a:r>
              <a:rPr lang="en-US" sz="1300">
                <a:solidFill>
                  <a:schemeClr val="bg1"/>
                </a:solidFill>
                <a:latin typeface="Consolas" panose="020B0609020204030204" pitchFamily="49" charset="0"/>
              </a:rPr>
              <a:t> </a:t>
            </a:r>
            <a:r>
              <a:rPr lang="en-US" sz="1300">
                <a:solidFill>
                  <a:srgbClr val="2B91AF"/>
                </a:solidFill>
                <a:latin typeface="Consolas" panose="020B0609020204030204" pitchFamily="49" charset="0"/>
              </a:rPr>
              <a:t>a</a:t>
            </a:r>
            <a:r>
              <a:rPr lang="en-US" sz="1300">
                <a:latin typeface="Consolas" panose="020B0609020204030204" pitchFamily="49" charset="0"/>
              </a:rPr>
              <a:t>)</a:t>
            </a:r>
          </a:p>
          <a:p>
            <a:pPr marL="51435" indent="0" algn="just">
              <a:spcBef>
                <a:spcPts val="0"/>
              </a:spcBef>
              <a:buNone/>
            </a:pPr>
            <a:r>
              <a:rPr lang="en-US" sz="1300">
                <a:latin typeface="Consolas" panose="020B0609020204030204" pitchFamily="49" charset="0"/>
              </a:rPr>
              <a:t>{</a:t>
            </a:r>
          </a:p>
          <a:p>
            <a:pPr marL="51435" indent="0" algn="just">
              <a:spcBef>
                <a:spcPts val="0"/>
              </a:spcBef>
              <a:buNone/>
            </a:pPr>
            <a:r>
              <a:rPr lang="en-US" sz="1300">
                <a:solidFill>
                  <a:schemeClr val="bg1"/>
                </a:solidFill>
                <a:latin typeface="Consolas" panose="020B0609020204030204" pitchFamily="49" charset="0"/>
              </a:rPr>
              <a:t>    </a:t>
            </a:r>
            <a:r>
              <a:rPr lang="en-US" sz="1300">
                <a:solidFill>
                  <a:srgbClr val="2B91AF"/>
                </a:solidFill>
                <a:latin typeface="Consolas" panose="020B0609020204030204" pitchFamily="49" charset="0"/>
              </a:rPr>
              <a:t>a[0] </a:t>
            </a:r>
            <a:r>
              <a:rPr lang="en-US" sz="1300">
                <a:latin typeface="Consolas" panose="020B0609020204030204" pitchFamily="49" charset="0"/>
              </a:rPr>
              <a:t>= 9;</a:t>
            </a:r>
          </a:p>
          <a:p>
            <a:pPr marL="51435" indent="0" algn="just">
              <a:spcBef>
                <a:spcPts val="0"/>
              </a:spcBef>
              <a:buNone/>
            </a:pPr>
            <a:r>
              <a:rPr lang="en-US" sz="1300">
                <a:solidFill>
                  <a:schemeClr val="bg1"/>
                </a:solidFill>
                <a:latin typeface="Consolas" panose="020B0609020204030204" pitchFamily="49" charset="0"/>
              </a:rPr>
              <a:t>    </a:t>
            </a:r>
            <a:r>
              <a:rPr lang="en-US" sz="1300">
                <a:solidFill>
                  <a:srgbClr val="2B91AF"/>
                </a:solidFill>
                <a:latin typeface="Consolas" panose="020B0609020204030204" pitchFamily="49" charset="0"/>
              </a:rPr>
              <a:t>a</a:t>
            </a:r>
            <a:r>
              <a:rPr lang="en-US" sz="1300">
                <a:solidFill>
                  <a:schemeClr val="bg1"/>
                </a:solidFill>
                <a:latin typeface="Consolas" panose="020B0609020204030204" pitchFamily="49" charset="0"/>
              </a:rPr>
              <a:t> </a:t>
            </a:r>
            <a:r>
              <a:rPr lang="en-US" sz="1300">
                <a:latin typeface="Consolas" panose="020B0609020204030204" pitchFamily="49" charset="0"/>
              </a:rPr>
              <a:t>= </a:t>
            </a:r>
            <a:r>
              <a:rPr lang="en-US" sz="1300">
                <a:solidFill>
                  <a:srgbClr val="0432FF"/>
                </a:solidFill>
                <a:latin typeface="Consolas" panose="020B0609020204030204" pitchFamily="49" charset="0"/>
              </a:rPr>
              <a:t>new int[2] </a:t>
            </a:r>
            <a:r>
              <a:rPr lang="en-US" sz="1300">
                <a:latin typeface="Consolas" panose="020B0609020204030204" pitchFamily="49" charset="0"/>
              </a:rPr>
              <a:t>{-3, -7};</a:t>
            </a:r>
          </a:p>
          <a:p>
            <a:pPr marL="51435" indent="0" algn="just">
              <a:spcBef>
                <a:spcPts val="0"/>
              </a:spcBef>
              <a:buNone/>
            </a:pPr>
            <a:r>
              <a:rPr lang="en-US" sz="1300">
                <a:solidFill>
                  <a:schemeClr val="bg1"/>
                </a:solidFill>
                <a:latin typeface="Consolas" panose="020B0609020204030204" pitchFamily="49" charset="0"/>
              </a:rPr>
              <a:t>    </a:t>
            </a:r>
            <a:r>
              <a:rPr lang="en-US" sz="1300">
                <a:solidFill>
                  <a:srgbClr val="2B91AF"/>
                </a:solidFill>
                <a:latin typeface="Consolas" panose="020B0609020204030204" pitchFamily="49" charset="0"/>
              </a:rPr>
              <a:t>Console</a:t>
            </a:r>
            <a:r>
              <a:rPr lang="en-US" sz="1300">
                <a:latin typeface="Consolas" panose="020B0609020204030204" pitchFamily="49" charset="0"/>
              </a:rPr>
              <a:t>.</a:t>
            </a:r>
            <a:r>
              <a:rPr lang="en-US" sz="1300">
                <a:solidFill>
                  <a:srgbClr val="FEA400"/>
                </a:solidFill>
                <a:latin typeface="Consolas" panose="020B0609020204030204" pitchFamily="49" charset="0"/>
              </a:rPr>
              <a:t>WriteLine</a:t>
            </a:r>
            <a:r>
              <a:rPr lang="en-US" sz="1300">
                <a:latin typeface="Consolas" panose="020B0609020204030204" pitchFamily="49" charset="0"/>
              </a:rPr>
              <a:t>($</a:t>
            </a:r>
            <a:r>
              <a:rPr lang="en-US" sz="1300">
                <a:solidFill>
                  <a:srgbClr val="A31515"/>
                </a:solidFill>
                <a:latin typeface="Consolas" panose="020B0609020204030204" pitchFamily="49" charset="0"/>
              </a:rPr>
              <a:t>"Inside method: a[0] = </a:t>
            </a:r>
            <a:r>
              <a:rPr lang="en-US" sz="1300">
                <a:latin typeface="Consolas" panose="020B0609020204030204" pitchFamily="49" charset="0"/>
              </a:rPr>
              <a:t>{</a:t>
            </a:r>
            <a:r>
              <a:rPr lang="en-US" sz="1300">
                <a:solidFill>
                  <a:schemeClr val="accent6">
                    <a:lumMod val="75000"/>
                  </a:schemeClr>
                </a:solidFill>
                <a:latin typeface="Consolas" panose="020B0609020204030204" pitchFamily="49" charset="0"/>
              </a:rPr>
              <a:t>a[0]</a:t>
            </a:r>
            <a:r>
              <a:rPr lang="en-US" sz="1300">
                <a:latin typeface="Consolas" panose="020B0609020204030204" pitchFamily="49" charset="0"/>
              </a:rPr>
              <a:t>}</a:t>
            </a:r>
            <a:r>
              <a:rPr lang="en-US" sz="1300">
                <a:solidFill>
                  <a:srgbClr val="A31515"/>
                </a:solidFill>
                <a:latin typeface="Consolas" panose="020B0609020204030204" pitchFamily="49" charset="0"/>
              </a:rPr>
              <a:t>"</a:t>
            </a:r>
            <a:r>
              <a:rPr lang="en-US" sz="1300">
                <a:latin typeface="Consolas" panose="020B0609020204030204" pitchFamily="49" charset="0"/>
              </a:rPr>
              <a:t>);</a:t>
            </a:r>
          </a:p>
          <a:p>
            <a:pPr marL="51435" indent="0" algn="just">
              <a:spcBef>
                <a:spcPts val="0"/>
              </a:spcBef>
              <a:buNone/>
            </a:pPr>
            <a:r>
              <a:rPr lang="en-US" sz="1300">
                <a:latin typeface="Consolas" panose="020B0609020204030204" pitchFamily="49" charset="0"/>
              </a:rPr>
              <a:t>}</a:t>
            </a:r>
          </a:p>
          <a:p>
            <a:pPr marL="51435" indent="0" algn="just">
              <a:spcBef>
                <a:spcPts val="0"/>
              </a:spcBef>
              <a:buNone/>
            </a:pPr>
            <a:endParaRPr lang="en-US" sz="1300">
              <a:solidFill>
                <a:srgbClr val="0000FF"/>
              </a:solidFill>
              <a:latin typeface="Consolas" panose="020B0609020204030204" pitchFamily="49" charset="0"/>
            </a:endParaRPr>
          </a:p>
          <a:p>
            <a:pPr marL="51435" indent="0" algn="just">
              <a:spcBef>
                <a:spcPts val="0"/>
              </a:spcBef>
              <a:buNone/>
            </a:pPr>
            <a:r>
              <a:rPr lang="en-US" sz="1300">
                <a:solidFill>
                  <a:srgbClr val="0000FF"/>
                </a:solidFill>
                <a:latin typeface="Consolas" panose="020B0609020204030204" pitchFamily="49" charset="0"/>
              </a:rPr>
              <a:t>static</a:t>
            </a:r>
            <a:r>
              <a:rPr lang="en-US" sz="1300">
                <a:latin typeface="Consolas" panose="020B0609020204030204" pitchFamily="49" charset="0"/>
              </a:rPr>
              <a:t> </a:t>
            </a:r>
            <a:r>
              <a:rPr lang="en-US" sz="1300">
                <a:solidFill>
                  <a:srgbClr val="0000FF"/>
                </a:solidFill>
                <a:latin typeface="Consolas" panose="020B0609020204030204" pitchFamily="49" charset="0"/>
              </a:rPr>
              <a:t>void</a:t>
            </a:r>
            <a:r>
              <a:rPr lang="en-US" sz="1300">
                <a:latin typeface="Consolas" panose="020B0609020204030204" pitchFamily="49" charset="0"/>
              </a:rPr>
              <a:t> </a:t>
            </a:r>
            <a:r>
              <a:rPr lang="en-US" sz="1300">
                <a:solidFill>
                  <a:srgbClr val="FEA400"/>
                </a:solidFill>
                <a:latin typeface="Consolas" panose="020B0609020204030204" pitchFamily="49" charset="0"/>
              </a:rPr>
              <a:t>Main</a:t>
            </a:r>
            <a:r>
              <a:rPr lang="en-US" sz="1300">
                <a:latin typeface="Consolas" panose="020B0609020204030204" pitchFamily="49" charset="0"/>
              </a:rPr>
              <a:t>(</a:t>
            </a:r>
            <a:r>
              <a:rPr lang="en-US" sz="1300">
                <a:solidFill>
                  <a:srgbClr val="0000FF"/>
                </a:solidFill>
                <a:latin typeface="Consolas" panose="020B0609020204030204" pitchFamily="49" charset="0"/>
              </a:rPr>
              <a:t>string</a:t>
            </a:r>
            <a:r>
              <a:rPr lang="en-US" sz="1300">
                <a:latin typeface="Consolas" panose="020B0609020204030204" pitchFamily="49" charset="0"/>
              </a:rPr>
              <a:t>[] args)</a:t>
            </a:r>
          </a:p>
          <a:p>
            <a:pPr marL="51435" indent="0" algn="just">
              <a:spcBef>
                <a:spcPts val="0"/>
              </a:spcBef>
              <a:buNone/>
            </a:pPr>
            <a:r>
              <a:rPr lang="en-US" sz="1300">
                <a:latin typeface="Consolas" panose="020B0609020204030204" pitchFamily="49" charset="0"/>
              </a:rPr>
              <a:t>{</a:t>
            </a:r>
          </a:p>
          <a:p>
            <a:pPr marL="51435" indent="0">
              <a:spcBef>
                <a:spcPts val="0"/>
              </a:spcBef>
              <a:buNone/>
            </a:pPr>
            <a:r>
              <a:rPr lang="en-US" sz="1300">
                <a:solidFill>
                  <a:srgbClr val="2B91AF"/>
                </a:solidFill>
                <a:latin typeface="Consolas" panose="020B0609020204030204" pitchFamily="49" charset="0"/>
              </a:rPr>
              <a:t>    </a:t>
            </a:r>
            <a:r>
              <a:rPr lang="en-US" sz="1300">
                <a:solidFill>
                  <a:srgbClr val="0432FF"/>
                </a:solidFill>
                <a:latin typeface="Consolas" panose="020B0609020204030204" pitchFamily="49" charset="0"/>
              </a:rPr>
              <a:t>int[]</a:t>
            </a:r>
            <a:r>
              <a:rPr lang="en-US" sz="1300">
                <a:solidFill>
                  <a:schemeClr val="bg1"/>
                </a:solidFill>
                <a:latin typeface="Consolas" panose="020B0609020204030204" pitchFamily="49" charset="0"/>
              </a:rPr>
              <a:t> </a:t>
            </a:r>
            <a:r>
              <a:rPr lang="en-US" sz="1300">
                <a:solidFill>
                  <a:srgbClr val="2B91AF"/>
                </a:solidFill>
                <a:latin typeface="Consolas" panose="020B0609020204030204" pitchFamily="49" charset="0"/>
              </a:rPr>
              <a:t>a</a:t>
            </a:r>
            <a:r>
              <a:rPr lang="en-US" sz="1300">
                <a:solidFill>
                  <a:schemeClr val="bg1"/>
                </a:solidFill>
                <a:latin typeface="Consolas" panose="020B0609020204030204" pitchFamily="49" charset="0"/>
              </a:rPr>
              <a:t> </a:t>
            </a:r>
            <a:r>
              <a:rPr lang="en-US" sz="1300">
                <a:latin typeface="Consolas" panose="020B0609020204030204" pitchFamily="49" charset="0"/>
              </a:rPr>
              <a:t>= </a:t>
            </a:r>
            <a:r>
              <a:rPr lang="en-US" sz="1300">
                <a:solidFill>
                  <a:srgbClr val="0432FF"/>
                </a:solidFill>
                <a:latin typeface="Consolas" panose="020B0609020204030204" pitchFamily="49" charset="0"/>
              </a:rPr>
              <a:t>new int[4] </a:t>
            </a:r>
            <a:r>
              <a:rPr lang="en-US" sz="1300">
                <a:latin typeface="Consolas" panose="020B0609020204030204" pitchFamily="49" charset="0"/>
              </a:rPr>
              <a:t>{5, 8, 2, 7};</a:t>
            </a:r>
          </a:p>
          <a:p>
            <a:pPr marL="51435" indent="0">
              <a:spcBef>
                <a:spcPts val="0"/>
              </a:spcBef>
              <a:buNone/>
            </a:pPr>
            <a:r>
              <a:rPr lang="en-US" sz="1300">
                <a:solidFill>
                  <a:schemeClr val="bg1"/>
                </a:solidFill>
                <a:latin typeface="Consolas" panose="020B0609020204030204" pitchFamily="49" charset="0"/>
                <a:cs typeface="Consolas" panose="020B0609020204030204" pitchFamily="49" charset="0"/>
              </a:rPr>
              <a:t>    </a:t>
            </a:r>
            <a:r>
              <a:rPr lang="en-US" sz="1300">
                <a:solidFill>
                  <a:srgbClr val="2B91AF"/>
                </a:solidFill>
                <a:latin typeface="Consolas" panose="020B0609020204030204" pitchFamily="49" charset="0"/>
              </a:rPr>
              <a:t>Console</a:t>
            </a:r>
            <a:r>
              <a:rPr lang="en-US" sz="1300">
                <a:latin typeface="Consolas" panose="020B0609020204030204" pitchFamily="49" charset="0"/>
              </a:rPr>
              <a:t>.</a:t>
            </a:r>
            <a:r>
              <a:rPr lang="en-US" sz="1300">
                <a:solidFill>
                  <a:srgbClr val="FEA400"/>
                </a:solidFill>
                <a:latin typeface="Consolas" panose="020B0609020204030204" pitchFamily="49" charset="0"/>
              </a:rPr>
              <a:t>WriteLine</a:t>
            </a:r>
            <a:r>
              <a:rPr lang="en-US" sz="1300">
                <a:latin typeface="Consolas" panose="020B0609020204030204" pitchFamily="49" charset="0"/>
                <a:cs typeface="Consolas" panose="020B0609020204030204" pitchFamily="49" charset="0"/>
              </a:rPr>
              <a:t>($</a:t>
            </a:r>
            <a:r>
              <a:rPr lang="en-US" sz="1300">
                <a:solidFill>
                  <a:srgbClr val="A31515"/>
                </a:solidFill>
                <a:latin typeface="Consolas" panose="020B0609020204030204" pitchFamily="49" charset="0"/>
              </a:rPr>
              <a:t>"Before calling method: a[0] = </a:t>
            </a:r>
            <a:r>
              <a:rPr lang="en-US" sz="1300">
                <a:latin typeface="Consolas" panose="020B0609020204030204" pitchFamily="49" charset="0"/>
              </a:rPr>
              <a:t>{</a:t>
            </a:r>
            <a:r>
              <a:rPr lang="en-US" sz="1300">
                <a:solidFill>
                  <a:schemeClr val="accent6">
                    <a:lumMod val="75000"/>
                  </a:schemeClr>
                </a:solidFill>
                <a:latin typeface="Consolas" panose="020B0609020204030204" pitchFamily="49" charset="0"/>
              </a:rPr>
              <a:t>a[0]</a:t>
            </a:r>
            <a:r>
              <a:rPr lang="en-US" sz="1300">
                <a:latin typeface="Consolas" panose="020B0609020204030204" pitchFamily="49" charset="0"/>
              </a:rPr>
              <a:t>}</a:t>
            </a:r>
            <a:r>
              <a:rPr lang="en-US" sz="1300">
                <a:solidFill>
                  <a:srgbClr val="A31515"/>
                </a:solidFill>
                <a:latin typeface="Consolas" panose="020B0609020204030204" pitchFamily="49" charset="0"/>
              </a:rPr>
              <a:t>"</a:t>
            </a:r>
            <a:r>
              <a:rPr lang="en-US" sz="1300">
                <a:latin typeface="Consolas" panose="020B0609020204030204" pitchFamily="49" charset="0"/>
                <a:cs typeface="Consolas" panose="020B0609020204030204" pitchFamily="49" charset="0"/>
              </a:rPr>
              <a:t>);</a:t>
            </a:r>
          </a:p>
          <a:p>
            <a:pPr marL="51435" indent="0">
              <a:spcBef>
                <a:spcPts val="0"/>
              </a:spcBef>
              <a:buNone/>
            </a:pPr>
            <a:r>
              <a:rPr lang="en-US" sz="1300">
                <a:solidFill>
                  <a:schemeClr val="bg1"/>
                </a:solidFill>
                <a:latin typeface="Consolas" panose="020B0609020204030204" pitchFamily="49" charset="0"/>
                <a:cs typeface="Consolas" panose="020B0609020204030204" pitchFamily="49" charset="0"/>
              </a:rPr>
              <a:t>    </a:t>
            </a:r>
            <a:r>
              <a:rPr lang="en-US" sz="1300">
                <a:solidFill>
                  <a:srgbClr val="FEA400"/>
                </a:solidFill>
                <a:latin typeface="Consolas" panose="020B0609020204030204" pitchFamily="49" charset="0"/>
              </a:rPr>
              <a:t>Change</a:t>
            </a:r>
            <a:r>
              <a:rPr lang="en-US" sz="1300">
                <a:latin typeface="Consolas" panose="020B0609020204030204" pitchFamily="49" charset="0"/>
              </a:rPr>
              <a:t>(</a:t>
            </a:r>
            <a:r>
              <a:rPr lang="en-US" sz="1300">
                <a:solidFill>
                  <a:srgbClr val="2B91AF"/>
                </a:solidFill>
                <a:latin typeface="Consolas" panose="020B0609020204030204" pitchFamily="49" charset="0"/>
              </a:rPr>
              <a:t>a</a:t>
            </a:r>
            <a:r>
              <a:rPr lang="en-US" sz="1300">
                <a:latin typeface="Consolas" panose="020B0609020204030204" pitchFamily="49" charset="0"/>
              </a:rPr>
              <a:t>);</a:t>
            </a:r>
          </a:p>
          <a:p>
            <a:pPr marL="51435" indent="0">
              <a:spcBef>
                <a:spcPts val="0"/>
              </a:spcBef>
              <a:buNone/>
            </a:pPr>
            <a:r>
              <a:rPr lang="en-US" sz="1300">
                <a:solidFill>
                  <a:srgbClr val="2B91AF"/>
                </a:solidFill>
                <a:latin typeface="Consolas" panose="020B0609020204030204" pitchFamily="49" charset="0"/>
              </a:rPr>
              <a:t>    Console</a:t>
            </a:r>
            <a:r>
              <a:rPr lang="en-US" sz="1300">
                <a:latin typeface="Consolas" panose="020B0609020204030204" pitchFamily="49" charset="0"/>
              </a:rPr>
              <a:t>.</a:t>
            </a:r>
            <a:r>
              <a:rPr lang="en-US" sz="1300">
                <a:solidFill>
                  <a:srgbClr val="FEA400"/>
                </a:solidFill>
                <a:latin typeface="Consolas" panose="020B0609020204030204" pitchFamily="49" charset="0"/>
              </a:rPr>
              <a:t>WriteLine</a:t>
            </a:r>
            <a:r>
              <a:rPr lang="en-US" sz="1300">
                <a:latin typeface="Consolas" panose="020B0609020204030204" pitchFamily="49" charset="0"/>
                <a:cs typeface="Consolas" panose="020B0609020204030204" pitchFamily="49" charset="0"/>
              </a:rPr>
              <a:t>($</a:t>
            </a:r>
            <a:r>
              <a:rPr lang="en-US" sz="1300">
                <a:solidFill>
                  <a:srgbClr val="A31515"/>
                </a:solidFill>
                <a:latin typeface="Consolas" panose="020B0609020204030204" pitchFamily="49" charset="0"/>
              </a:rPr>
              <a:t>"After calling method: a[0] = </a:t>
            </a:r>
            <a:r>
              <a:rPr lang="en-US" sz="1300">
                <a:latin typeface="Consolas" panose="020B0609020204030204" pitchFamily="49" charset="0"/>
              </a:rPr>
              <a:t>{</a:t>
            </a:r>
            <a:r>
              <a:rPr lang="en-US" sz="1300">
                <a:solidFill>
                  <a:schemeClr val="accent6">
                    <a:lumMod val="75000"/>
                  </a:schemeClr>
                </a:solidFill>
                <a:latin typeface="Consolas" panose="020B0609020204030204" pitchFamily="49" charset="0"/>
              </a:rPr>
              <a:t>a[0]</a:t>
            </a:r>
            <a:r>
              <a:rPr lang="en-US" sz="1300">
                <a:latin typeface="Consolas" panose="020B0609020204030204" pitchFamily="49" charset="0"/>
              </a:rPr>
              <a:t>}</a:t>
            </a:r>
            <a:r>
              <a:rPr lang="en-US" sz="1300">
                <a:solidFill>
                  <a:srgbClr val="A31515"/>
                </a:solidFill>
                <a:latin typeface="Consolas" panose="020B0609020204030204" pitchFamily="49" charset="0"/>
              </a:rPr>
              <a:t>"</a:t>
            </a:r>
            <a:r>
              <a:rPr lang="en-US" sz="1300">
                <a:latin typeface="Consolas" panose="020B0609020204030204" pitchFamily="49" charset="0"/>
                <a:cs typeface="Consolas" panose="020B0609020204030204" pitchFamily="49" charset="0"/>
              </a:rPr>
              <a:t>);</a:t>
            </a:r>
            <a:endParaRPr lang="en-US" sz="1300">
              <a:latin typeface="Consolas" panose="020B0609020204030204" pitchFamily="49" charset="0"/>
            </a:endParaRPr>
          </a:p>
          <a:p>
            <a:pPr marL="51435" indent="0">
              <a:spcBef>
                <a:spcPts val="0"/>
              </a:spcBef>
              <a:buNone/>
            </a:pPr>
            <a:r>
              <a:rPr lang="en-US" sz="1300">
                <a:latin typeface="Consolas" panose="020B0609020204030204" pitchFamily="49" charset="0"/>
              </a:rPr>
              <a:t>}</a:t>
            </a:r>
          </a:p>
        </p:txBody>
      </p:sp>
      <p:sp>
        <p:nvSpPr>
          <p:cNvPr id="7" name="Rectangle 6">
            <a:extLst>
              <a:ext uri="{FF2B5EF4-FFF2-40B4-BE49-F238E27FC236}">
                <a16:creationId xmlns:a16="http://schemas.microsoft.com/office/drawing/2014/main" id="{8EB2CF11-70DA-F347-A0FA-44DB110B806F}"/>
              </a:ext>
            </a:extLst>
          </p:cNvPr>
          <p:cNvSpPr/>
          <p:nvPr/>
        </p:nvSpPr>
        <p:spPr>
          <a:xfrm>
            <a:off x="2411760" y="3558230"/>
            <a:ext cx="1642611" cy="277328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VN"/>
          </a:p>
        </p:txBody>
      </p:sp>
      <p:grpSp>
        <p:nvGrpSpPr>
          <p:cNvPr id="8" name="Group 7">
            <a:extLst>
              <a:ext uri="{FF2B5EF4-FFF2-40B4-BE49-F238E27FC236}">
                <a16:creationId xmlns:a16="http://schemas.microsoft.com/office/drawing/2014/main" id="{9D183396-EF10-3742-96D7-B1C7319E6F98}"/>
              </a:ext>
            </a:extLst>
          </p:cNvPr>
          <p:cNvGrpSpPr/>
          <p:nvPr/>
        </p:nvGrpSpPr>
        <p:grpSpPr>
          <a:xfrm>
            <a:off x="2551168" y="4892386"/>
            <a:ext cx="1363794" cy="1362928"/>
            <a:chOff x="2396996" y="4876740"/>
            <a:chExt cx="1363794" cy="1362928"/>
          </a:xfrm>
        </p:grpSpPr>
        <p:sp>
          <p:nvSpPr>
            <p:cNvPr id="9" name="Rectangle 8">
              <a:extLst>
                <a:ext uri="{FF2B5EF4-FFF2-40B4-BE49-F238E27FC236}">
                  <a16:creationId xmlns:a16="http://schemas.microsoft.com/office/drawing/2014/main" id="{732791BC-18EA-CF40-AF75-E9981CE96A23}"/>
                </a:ext>
              </a:extLst>
            </p:cNvPr>
            <p:cNvSpPr/>
            <p:nvPr/>
          </p:nvSpPr>
          <p:spPr>
            <a:xfrm>
              <a:off x="2396996" y="4954384"/>
              <a:ext cx="1363794" cy="1285284"/>
            </a:xfrm>
            <a:prstGeom prst="rect">
              <a:avLst/>
            </a:prstGeom>
            <a:ln/>
          </p:spPr>
          <p:style>
            <a:lnRef idx="3">
              <a:schemeClr val="lt1"/>
            </a:lnRef>
            <a:fillRef idx="1">
              <a:schemeClr val="accent5"/>
            </a:fillRef>
            <a:effectRef idx="1">
              <a:schemeClr val="accent5"/>
            </a:effectRef>
            <a:fontRef idx="minor">
              <a:schemeClr val="lt1"/>
            </a:fontRef>
          </p:style>
          <p:txBody>
            <a:bodyPr rtlCol="0" anchor="ctr"/>
            <a:lstStyle/>
            <a:p>
              <a:pPr algn="ctr"/>
              <a:endParaRPr lang="en-VN"/>
            </a:p>
          </p:txBody>
        </p:sp>
        <p:grpSp>
          <p:nvGrpSpPr>
            <p:cNvPr id="10" name="Group 9">
              <a:extLst>
                <a:ext uri="{FF2B5EF4-FFF2-40B4-BE49-F238E27FC236}">
                  <a16:creationId xmlns:a16="http://schemas.microsoft.com/office/drawing/2014/main" id="{FC9CDEEC-1768-3348-AA37-EEE17E359EDE}"/>
                </a:ext>
              </a:extLst>
            </p:cNvPr>
            <p:cNvGrpSpPr/>
            <p:nvPr/>
          </p:nvGrpSpPr>
          <p:grpSpPr>
            <a:xfrm>
              <a:off x="2534490" y="4876740"/>
              <a:ext cx="1183922" cy="1290556"/>
              <a:chOff x="2534490" y="4876740"/>
              <a:chExt cx="1183922" cy="1290556"/>
            </a:xfrm>
          </p:grpSpPr>
          <p:grpSp>
            <p:nvGrpSpPr>
              <p:cNvPr id="11" name="Group 10">
                <a:extLst>
                  <a:ext uri="{FF2B5EF4-FFF2-40B4-BE49-F238E27FC236}">
                    <a16:creationId xmlns:a16="http://schemas.microsoft.com/office/drawing/2014/main" id="{BC1926C3-E46A-3149-A11E-BC5252E58F11}"/>
                  </a:ext>
                </a:extLst>
              </p:cNvPr>
              <p:cNvGrpSpPr/>
              <p:nvPr/>
            </p:nvGrpSpPr>
            <p:grpSpPr>
              <a:xfrm>
                <a:off x="2534490" y="5263128"/>
                <a:ext cx="1183922" cy="904168"/>
                <a:chOff x="-1544472" y="5686180"/>
                <a:chExt cx="1183922" cy="904168"/>
              </a:xfrm>
            </p:grpSpPr>
            <p:sp>
              <p:nvSpPr>
                <p:cNvPr id="13" name="Cube 12">
                  <a:extLst>
                    <a:ext uri="{FF2B5EF4-FFF2-40B4-BE49-F238E27FC236}">
                      <a16:creationId xmlns:a16="http://schemas.microsoft.com/office/drawing/2014/main" id="{DB3C522B-D259-5740-A82C-D7B2DEABE137}"/>
                    </a:ext>
                  </a:extLst>
                </p:cNvPr>
                <p:cNvSpPr/>
                <p:nvPr/>
              </p:nvSpPr>
              <p:spPr>
                <a:xfrm>
                  <a:off x="-1544472" y="5686180"/>
                  <a:ext cx="1031924" cy="904168"/>
                </a:xfrm>
                <a:prstGeom prst="cube">
                  <a:avLst>
                    <a:gd name="adj" fmla="val 3817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4" name="TextBox 13">
                  <a:extLst>
                    <a:ext uri="{FF2B5EF4-FFF2-40B4-BE49-F238E27FC236}">
                      <a16:creationId xmlns:a16="http://schemas.microsoft.com/office/drawing/2014/main" id="{6BCB3B93-DDBC-D641-94BF-16983D6B7E9F}"/>
                    </a:ext>
                  </a:extLst>
                </p:cNvPr>
                <p:cNvSpPr txBox="1"/>
                <p:nvPr/>
              </p:nvSpPr>
              <p:spPr>
                <a:xfrm>
                  <a:off x="-1373561" y="6042968"/>
                  <a:ext cx="357808" cy="477054"/>
                </a:xfrm>
                <a:prstGeom prst="rect">
                  <a:avLst/>
                </a:prstGeom>
                <a:noFill/>
              </p:spPr>
              <p:txBody>
                <a:bodyPr wrap="square" rtlCol="0">
                  <a:spAutoFit/>
                </a:bodyPr>
                <a:lstStyle/>
                <a:p>
                  <a:pPr algn="ctr"/>
                  <a:r>
                    <a:rPr lang="en-VN" sz="2500"/>
                    <a:t>a</a:t>
                  </a:r>
                </a:p>
              </p:txBody>
            </p:sp>
            <p:sp>
              <p:nvSpPr>
                <p:cNvPr id="15" name="TextBox 14">
                  <a:extLst>
                    <a:ext uri="{FF2B5EF4-FFF2-40B4-BE49-F238E27FC236}">
                      <a16:creationId xmlns:a16="http://schemas.microsoft.com/office/drawing/2014/main" id="{88300A70-B579-8B43-AFA1-1D7558924C6A}"/>
                    </a:ext>
                  </a:extLst>
                </p:cNvPr>
                <p:cNvSpPr txBox="1"/>
                <p:nvPr/>
              </p:nvSpPr>
              <p:spPr>
                <a:xfrm>
                  <a:off x="-990407" y="5863372"/>
                  <a:ext cx="629857" cy="400110"/>
                </a:xfrm>
                <a:prstGeom prst="rect">
                  <a:avLst/>
                </a:prstGeom>
                <a:noFill/>
                <a:scene3d>
                  <a:camera prst="isometricRightUp">
                    <a:rot lat="1800000" lon="18000000" rev="0"/>
                  </a:camera>
                  <a:lightRig rig="threePt" dir="t"/>
                </a:scene3d>
              </p:spPr>
              <p:txBody>
                <a:bodyPr wrap="square" rtlCol="0">
                  <a:spAutoFit/>
                </a:bodyPr>
                <a:lstStyle/>
                <a:p>
                  <a:pPr algn="ctr"/>
                  <a:r>
                    <a:rPr lang="en-US" sz="2000"/>
                    <a:t>i</a:t>
                  </a:r>
                  <a:r>
                    <a:rPr lang="en-VN" sz="2000"/>
                    <a:t>nt[]</a:t>
                  </a:r>
                </a:p>
              </p:txBody>
            </p:sp>
          </p:grpSp>
          <p:sp>
            <p:nvSpPr>
              <p:cNvPr id="12" name="TextBox 11">
                <a:extLst>
                  <a:ext uri="{FF2B5EF4-FFF2-40B4-BE49-F238E27FC236}">
                    <a16:creationId xmlns:a16="http://schemas.microsoft.com/office/drawing/2014/main" id="{FF413419-F91E-4F49-9E08-5FD48C8A6F46}"/>
                  </a:ext>
                </a:extLst>
              </p:cNvPr>
              <p:cNvSpPr txBox="1"/>
              <p:nvPr/>
            </p:nvSpPr>
            <p:spPr>
              <a:xfrm>
                <a:off x="2687962" y="4876740"/>
                <a:ext cx="724979" cy="369332"/>
              </a:xfrm>
              <a:prstGeom prst="rect">
                <a:avLst/>
              </a:prstGeom>
              <a:noFill/>
            </p:spPr>
            <p:txBody>
              <a:bodyPr wrap="square" rtlCol="0">
                <a:spAutoFit/>
              </a:bodyPr>
              <a:lstStyle/>
              <a:p>
                <a:pPr algn="ctr"/>
                <a:r>
                  <a:rPr lang="en-VN" b="1">
                    <a:solidFill>
                      <a:srgbClr val="0432FF"/>
                    </a:solidFill>
                    <a:latin typeface="Calibri" panose="020F0502020204030204" pitchFamily="34" charset="0"/>
                    <a:cs typeface="Calibri" panose="020F0502020204030204" pitchFamily="34" charset="0"/>
                  </a:rPr>
                  <a:t>Main</a:t>
                </a:r>
              </a:p>
            </p:txBody>
          </p:sp>
        </p:grpSp>
      </p:grpSp>
      <p:sp>
        <p:nvSpPr>
          <p:cNvPr id="16" name="Rectangle 15">
            <a:extLst>
              <a:ext uri="{FF2B5EF4-FFF2-40B4-BE49-F238E27FC236}">
                <a16:creationId xmlns:a16="http://schemas.microsoft.com/office/drawing/2014/main" id="{88F49F68-8E36-7D4E-909A-10111004B720}"/>
              </a:ext>
            </a:extLst>
          </p:cNvPr>
          <p:cNvSpPr/>
          <p:nvPr/>
        </p:nvSpPr>
        <p:spPr>
          <a:xfrm>
            <a:off x="4400992" y="3558230"/>
            <a:ext cx="3475042" cy="277328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VN"/>
          </a:p>
        </p:txBody>
      </p:sp>
      <p:grpSp>
        <p:nvGrpSpPr>
          <p:cNvPr id="17" name="Group 16">
            <a:extLst>
              <a:ext uri="{FF2B5EF4-FFF2-40B4-BE49-F238E27FC236}">
                <a16:creationId xmlns:a16="http://schemas.microsoft.com/office/drawing/2014/main" id="{352BFDC7-FA74-C349-9513-3AE128F57577}"/>
              </a:ext>
            </a:extLst>
          </p:cNvPr>
          <p:cNvGrpSpPr/>
          <p:nvPr/>
        </p:nvGrpSpPr>
        <p:grpSpPr>
          <a:xfrm>
            <a:off x="2551168" y="3561493"/>
            <a:ext cx="1368780" cy="1349627"/>
            <a:chOff x="2551168" y="4087983"/>
            <a:chExt cx="1368780" cy="1349627"/>
          </a:xfrm>
        </p:grpSpPr>
        <p:sp>
          <p:nvSpPr>
            <p:cNvPr id="18" name="Rectangle 17">
              <a:extLst>
                <a:ext uri="{FF2B5EF4-FFF2-40B4-BE49-F238E27FC236}">
                  <a16:creationId xmlns:a16="http://schemas.microsoft.com/office/drawing/2014/main" id="{6E0E6C96-56D8-3D4E-9E10-EF16AE88D9F9}"/>
                </a:ext>
              </a:extLst>
            </p:cNvPr>
            <p:cNvSpPr/>
            <p:nvPr/>
          </p:nvSpPr>
          <p:spPr>
            <a:xfrm>
              <a:off x="2551168" y="4168217"/>
              <a:ext cx="1363794" cy="1269393"/>
            </a:xfrm>
            <a:prstGeom prst="rect">
              <a:avLst/>
            </a:prstGeom>
            <a:ln/>
          </p:spPr>
          <p:style>
            <a:lnRef idx="3">
              <a:schemeClr val="lt1"/>
            </a:lnRef>
            <a:fillRef idx="1">
              <a:schemeClr val="accent5"/>
            </a:fillRef>
            <a:effectRef idx="1">
              <a:schemeClr val="accent5"/>
            </a:effectRef>
            <a:fontRef idx="minor">
              <a:schemeClr val="lt1"/>
            </a:fontRef>
          </p:style>
          <p:txBody>
            <a:bodyPr rtlCol="0" anchor="ctr"/>
            <a:lstStyle/>
            <a:p>
              <a:pPr algn="ctr"/>
              <a:endParaRPr lang="en-VN"/>
            </a:p>
          </p:txBody>
        </p:sp>
        <p:sp>
          <p:nvSpPr>
            <p:cNvPr id="19" name="Cube 18">
              <a:extLst>
                <a:ext uri="{FF2B5EF4-FFF2-40B4-BE49-F238E27FC236}">
                  <a16:creationId xmlns:a16="http://schemas.microsoft.com/office/drawing/2014/main" id="{85971176-AD52-2741-A52B-242CBD8590FF}"/>
                </a:ext>
              </a:extLst>
            </p:cNvPr>
            <p:cNvSpPr/>
            <p:nvPr/>
          </p:nvSpPr>
          <p:spPr>
            <a:xfrm>
              <a:off x="2736026" y="4477580"/>
              <a:ext cx="1031924" cy="904168"/>
            </a:xfrm>
            <a:prstGeom prst="cube">
              <a:avLst>
                <a:gd name="adj" fmla="val 3817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20" name="TextBox 19">
              <a:extLst>
                <a:ext uri="{FF2B5EF4-FFF2-40B4-BE49-F238E27FC236}">
                  <a16:creationId xmlns:a16="http://schemas.microsoft.com/office/drawing/2014/main" id="{2E35D493-EF1C-CD4E-8954-A466379720BE}"/>
                </a:ext>
              </a:extLst>
            </p:cNvPr>
            <p:cNvSpPr txBox="1"/>
            <p:nvPr/>
          </p:nvSpPr>
          <p:spPr>
            <a:xfrm>
              <a:off x="2906937" y="4834368"/>
              <a:ext cx="357808" cy="477054"/>
            </a:xfrm>
            <a:prstGeom prst="rect">
              <a:avLst/>
            </a:prstGeom>
            <a:noFill/>
          </p:spPr>
          <p:txBody>
            <a:bodyPr wrap="square" rtlCol="0">
              <a:spAutoFit/>
            </a:bodyPr>
            <a:lstStyle/>
            <a:p>
              <a:pPr algn="ctr"/>
              <a:r>
                <a:rPr lang="en-VN" sz="2500"/>
                <a:t>a</a:t>
              </a:r>
            </a:p>
          </p:txBody>
        </p:sp>
        <p:sp>
          <p:nvSpPr>
            <p:cNvPr id="21" name="TextBox 20">
              <a:extLst>
                <a:ext uri="{FF2B5EF4-FFF2-40B4-BE49-F238E27FC236}">
                  <a16:creationId xmlns:a16="http://schemas.microsoft.com/office/drawing/2014/main" id="{1C1A3F0F-CA47-DE4E-8220-597C395C84D3}"/>
                </a:ext>
              </a:extLst>
            </p:cNvPr>
            <p:cNvSpPr txBox="1"/>
            <p:nvPr/>
          </p:nvSpPr>
          <p:spPr>
            <a:xfrm>
              <a:off x="3290091" y="4654772"/>
              <a:ext cx="629857" cy="400110"/>
            </a:xfrm>
            <a:prstGeom prst="rect">
              <a:avLst/>
            </a:prstGeom>
            <a:noFill/>
            <a:scene3d>
              <a:camera prst="isometricRightUp">
                <a:rot lat="1800000" lon="18000000" rev="0"/>
              </a:camera>
              <a:lightRig rig="threePt" dir="t"/>
            </a:scene3d>
          </p:spPr>
          <p:txBody>
            <a:bodyPr wrap="square" rtlCol="0">
              <a:spAutoFit/>
            </a:bodyPr>
            <a:lstStyle/>
            <a:p>
              <a:pPr algn="ctr"/>
              <a:r>
                <a:rPr lang="en-US" sz="2000"/>
                <a:t>i</a:t>
              </a:r>
              <a:r>
                <a:rPr lang="en-VN" sz="2000"/>
                <a:t>nt[]</a:t>
              </a:r>
            </a:p>
          </p:txBody>
        </p:sp>
        <p:sp>
          <p:nvSpPr>
            <p:cNvPr id="22" name="TextBox 21">
              <a:extLst>
                <a:ext uri="{FF2B5EF4-FFF2-40B4-BE49-F238E27FC236}">
                  <a16:creationId xmlns:a16="http://schemas.microsoft.com/office/drawing/2014/main" id="{9D5FB269-84A8-B847-9DCD-A1820A61AA97}"/>
                </a:ext>
              </a:extLst>
            </p:cNvPr>
            <p:cNvSpPr txBox="1"/>
            <p:nvPr/>
          </p:nvSpPr>
          <p:spPr>
            <a:xfrm>
              <a:off x="2795063" y="4087983"/>
              <a:ext cx="903798" cy="369332"/>
            </a:xfrm>
            <a:prstGeom prst="rect">
              <a:avLst/>
            </a:prstGeom>
            <a:noFill/>
          </p:spPr>
          <p:txBody>
            <a:bodyPr wrap="square" rtlCol="0">
              <a:spAutoFit/>
            </a:bodyPr>
            <a:lstStyle/>
            <a:p>
              <a:pPr algn="ctr"/>
              <a:r>
                <a:rPr lang="en-VN" b="1">
                  <a:solidFill>
                    <a:srgbClr val="0432FF"/>
                  </a:solidFill>
                  <a:latin typeface="Calibri" panose="020F0502020204030204" pitchFamily="34" charset="0"/>
                  <a:cs typeface="Calibri" panose="020F0502020204030204" pitchFamily="34" charset="0"/>
                </a:rPr>
                <a:t>Change</a:t>
              </a:r>
            </a:p>
          </p:txBody>
        </p:sp>
      </p:grpSp>
      <p:grpSp>
        <p:nvGrpSpPr>
          <p:cNvPr id="23" name="Group 22">
            <a:extLst>
              <a:ext uri="{FF2B5EF4-FFF2-40B4-BE49-F238E27FC236}">
                <a16:creationId xmlns:a16="http://schemas.microsoft.com/office/drawing/2014/main" id="{0571F232-0002-1643-87D4-9B9427918FF5}"/>
              </a:ext>
            </a:extLst>
          </p:cNvPr>
          <p:cNvGrpSpPr/>
          <p:nvPr/>
        </p:nvGrpSpPr>
        <p:grpSpPr>
          <a:xfrm>
            <a:off x="5193662" y="4606803"/>
            <a:ext cx="1889702" cy="601403"/>
            <a:chOff x="6827979" y="5625080"/>
            <a:chExt cx="1889702" cy="601403"/>
          </a:xfrm>
        </p:grpSpPr>
        <p:sp>
          <p:nvSpPr>
            <p:cNvPr id="24" name="Cube 23">
              <a:extLst>
                <a:ext uri="{FF2B5EF4-FFF2-40B4-BE49-F238E27FC236}">
                  <a16:creationId xmlns:a16="http://schemas.microsoft.com/office/drawing/2014/main" id="{F2A906D5-37DF-4841-A575-82657E1D6BA4}"/>
                </a:ext>
              </a:extLst>
            </p:cNvPr>
            <p:cNvSpPr/>
            <p:nvPr/>
          </p:nvSpPr>
          <p:spPr>
            <a:xfrm>
              <a:off x="6827979" y="5625080"/>
              <a:ext cx="647861" cy="601403"/>
            </a:xfrm>
            <a:prstGeom prst="cube">
              <a:avLst>
                <a:gd name="adj" fmla="val 3817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VN"/>
                <a:t>9</a:t>
              </a:r>
            </a:p>
          </p:txBody>
        </p:sp>
        <p:sp>
          <p:nvSpPr>
            <p:cNvPr id="25" name="Cube 24">
              <a:extLst>
                <a:ext uri="{FF2B5EF4-FFF2-40B4-BE49-F238E27FC236}">
                  <a16:creationId xmlns:a16="http://schemas.microsoft.com/office/drawing/2014/main" id="{DBB0CFB7-D84C-2D4C-BD21-C1F96712320D}"/>
                </a:ext>
              </a:extLst>
            </p:cNvPr>
            <p:cNvSpPr/>
            <p:nvPr/>
          </p:nvSpPr>
          <p:spPr>
            <a:xfrm>
              <a:off x="7242682" y="5625080"/>
              <a:ext cx="647861" cy="601403"/>
            </a:xfrm>
            <a:prstGeom prst="cube">
              <a:avLst>
                <a:gd name="adj" fmla="val 3817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VN"/>
                <a:t>8</a:t>
              </a:r>
            </a:p>
          </p:txBody>
        </p:sp>
        <p:sp>
          <p:nvSpPr>
            <p:cNvPr id="26" name="Cube 25">
              <a:extLst>
                <a:ext uri="{FF2B5EF4-FFF2-40B4-BE49-F238E27FC236}">
                  <a16:creationId xmlns:a16="http://schemas.microsoft.com/office/drawing/2014/main" id="{0E91A8A3-177B-1545-8EA8-5AF78161F416}"/>
                </a:ext>
              </a:extLst>
            </p:cNvPr>
            <p:cNvSpPr/>
            <p:nvPr/>
          </p:nvSpPr>
          <p:spPr>
            <a:xfrm>
              <a:off x="7667044" y="5625080"/>
              <a:ext cx="647861" cy="601403"/>
            </a:xfrm>
            <a:prstGeom prst="cube">
              <a:avLst>
                <a:gd name="adj" fmla="val 3817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VN"/>
                <a:t>2</a:t>
              </a:r>
            </a:p>
          </p:txBody>
        </p:sp>
        <p:sp>
          <p:nvSpPr>
            <p:cNvPr id="27" name="Cube 26">
              <a:extLst>
                <a:ext uri="{FF2B5EF4-FFF2-40B4-BE49-F238E27FC236}">
                  <a16:creationId xmlns:a16="http://schemas.microsoft.com/office/drawing/2014/main" id="{492E0B52-FF32-BA45-9E1A-EAEAAAA7C782}"/>
                </a:ext>
              </a:extLst>
            </p:cNvPr>
            <p:cNvSpPr/>
            <p:nvPr/>
          </p:nvSpPr>
          <p:spPr>
            <a:xfrm>
              <a:off x="8069820" y="5625080"/>
              <a:ext cx="647861" cy="601403"/>
            </a:xfrm>
            <a:prstGeom prst="cube">
              <a:avLst>
                <a:gd name="adj" fmla="val 3817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VN"/>
                <a:t>7</a:t>
              </a:r>
            </a:p>
          </p:txBody>
        </p:sp>
      </p:grpSp>
      <p:cxnSp>
        <p:nvCxnSpPr>
          <p:cNvPr id="28" name="Curved Connector 27">
            <a:extLst>
              <a:ext uri="{FF2B5EF4-FFF2-40B4-BE49-F238E27FC236}">
                <a16:creationId xmlns:a16="http://schemas.microsoft.com/office/drawing/2014/main" id="{632A907F-8F04-5C4E-9C38-55E1A84DC77F}"/>
              </a:ext>
            </a:extLst>
          </p:cNvPr>
          <p:cNvCxnSpPr>
            <a:cxnSpLocks/>
          </p:cNvCxnSpPr>
          <p:nvPr/>
        </p:nvCxnSpPr>
        <p:spPr>
          <a:xfrm flipV="1">
            <a:off x="3161180" y="5022297"/>
            <a:ext cx="2032482" cy="442300"/>
          </a:xfrm>
          <a:prstGeom prst="curvedConnector3">
            <a:avLst>
              <a:gd name="adj1" fmla="val 50000"/>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9" name="Curved Connector 28">
            <a:extLst>
              <a:ext uri="{FF2B5EF4-FFF2-40B4-BE49-F238E27FC236}">
                <a16:creationId xmlns:a16="http://schemas.microsoft.com/office/drawing/2014/main" id="{F4C073C7-D362-F847-A999-5E5D4C60AF0B}"/>
              </a:ext>
            </a:extLst>
          </p:cNvPr>
          <p:cNvCxnSpPr>
            <a:cxnSpLocks/>
          </p:cNvCxnSpPr>
          <p:nvPr/>
        </p:nvCxnSpPr>
        <p:spPr>
          <a:xfrm>
            <a:off x="3264745" y="4118047"/>
            <a:ext cx="1928917" cy="810129"/>
          </a:xfrm>
          <a:prstGeom prst="curvedConnector3">
            <a:avLst>
              <a:gd name="adj1" fmla="val 50000"/>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Rectangle 29">
            <a:extLst>
              <a:ext uri="{FF2B5EF4-FFF2-40B4-BE49-F238E27FC236}">
                <a16:creationId xmlns:a16="http://schemas.microsoft.com/office/drawing/2014/main" id="{3BD1AB62-12B1-BB44-928A-667D8AEBF398}"/>
              </a:ext>
            </a:extLst>
          </p:cNvPr>
          <p:cNvSpPr/>
          <p:nvPr/>
        </p:nvSpPr>
        <p:spPr>
          <a:xfrm>
            <a:off x="1691680" y="1246326"/>
            <a:ext cx="5760640" cy="274644"/>
          </a:xfrm>
          <a:prstGeom prst="rect">
            <a:avLst/>
          </a:prstGeom>
          <a:solidFill>
            <a:srgbClr val="FFFF00">
              <a:alpha val="26391"/>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Tree>
    <p:extLst>
      <p:ext uri="{BB962C8B-B14F-4D97-AF65-F5344CB8AC3E}">
        <p14:creationId xmlns:p14="http://schemas.microsoft.com/office/powerpoint/2010/main" val="3080215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09F558-D333-EE4F-BF8A-DD5A2AF8E8E5}"/>
              </a:ext>
            </a:extLst>
          </p:cNvPr>
          <p:cNvSpPr>
            <a:spLocks noGrp="1"/>
          </p:cNvSpPr>
          <p:nvPr>
            <p:ph type="title"/>
          </p:nvPr>
        </p:nvSpPr>
        <p:spPr/>
        <p:txBody>
          <a:bodyPr>
            <a:normAutofit fontScale="90000"/>
          </a:bodyPr>
          <a:lstStyle/>
          <a:p>
            <a:r>
              <a:rPr lang="en-US"/>
              <a:t>T</a:t>
            </a:r>
            <a:r>
              <a:rPr lang="en-VN"/>
              <a:t>RUYỀN THAM TRỊ KIỂU MẢNG</a:t>
            </a:r>
          </a:p>
        </p:txBody>
      </p:sp>
      <p:sp>
        <p:nvSpPr>
          <p:cNvPr id="4" name="Footer Placeholder 3">
            <a:extLst>
              <a:ext uri="{FF2B5EF4-FFF2-40B4-BE49-F238E27FC236}">
                <a16:creationId xmlns:a16="http://schemas.microsoft.com/office/drawing/2014/main" id="{F03246C0-7681-AD48-868A-D72606C1877E}"/>
              </a:ext>
            </a:extLst>
          </p:cNvPr>
          <p:cNvSpPr>
            <a:spLocks noGrp="1"/>
          </p:cNvSpPr>
          <p:nvPr>
            <p:ph type="ftr" sz="quarter" idx="11"/>
          </p:nvPr>
        </p:nvSpPr>
        <p:spPr/>
        <p:txBody>
          <a:bodyPr/>
          <a:lstStyle/>
          <a:p>
            <a:r>
              <a:rPr lang="vi-VN" dirty="0"/>
              <a:t>Bài 6: Mảng một chiều</a:t>
            </a:r>
            <a:endParaRPr lang="en-US" dirty="0"/>
          </a:p>
        </p:txBody>
      </p:sp>
      <p:sp>
        <p:nvSpPr>
          <p:cNvPr id="5" name="Slide Number Placeholder 4">
            <a:extLst>
              <a:ext uri="{FF2B5EF4-FFF2-40B4-BE49-F238E27FC236}">
                <a16:creationId xmlns:a16="http://schemas.microsoft.com/office/drawing/2014/main" id="{AA02F9E7-4A6D-174E-81AE-32936B7114DF}"/>
              </a:ext>
            </a:extLst>
          </p:cNvPr>
          <p:cNvSpPr>
            <a:spLocks noGrp="1"/>
          </p:cNvSpPr>
          <p:nvPr>
            <p:ph type="sldNum" sz="quarter" idx="12"/>
          </p:nvPr>
        </p:nvSpPr>
        <p:spPr/>
        <p:txBody>
          <a:bodyPr/>
          <a:lstStyle/>
          <a:p>
            <a:fld id="{1AD93096-5B34-4342-9326-69289CEAE4C2}" type="slidenum">
              <a:rPr lang="en-US" smtClean="0"/>
              <a:pPr/>
              <a:t>24</a:t>
            </a:fld>
            <a:endParaRPr lang="en-US" dirty="0"/>
          </a:p>
        </p:txBody>
      </p:sp>
      <p:sp>
        <p:nvSpPr>
          <p:cNvPr id="6" name="Content Placeholder 5">
            <a:extLst>
              <a:ext uri="{FF2B5EF4-FFF2-40B4-BE49-F238E27FC236}">
                <a16:creationId xmlns:a16="http://schemas.microsoft.com/office/drawing/2014/main" id="{5A9C55D3-4492-0D46-8D07-29F3359D868A}"/>
              </a:ext>
            </a:extLst>
          </p:cNvPr>
          <p:cNvSpPr txBox="1">
            <a:spLocks/>
          </p:cNvSpPr>
          <p:nvPr/>
        </p:nvSpPr>
        <p:spPr>
          <a:xfrm>
            <a:off x="1547664" y="891145"/>
            <a:ext cx="6048671" cy="2935050"/>
          </a:xfrm>
          <a:prstGeom prst="rect">
            <a:avLst/>
          </a:prstGeom>
        </p:spPr>
        <p:style>
          <a:lnRef idx="2">
            <a:schemeClr val="accent2"/>
          </a:lnRef>
          <a:fillRef idx="1">
            <a:schemeClr val="lt1"/>
          </a:fillRef>
          <a:effectRef idx="0">
            <a:schemeClr val="accent2"/>
          </a:effectRef>
          <a:fontRef idx="minor">
            <a:schemeClr val="dk1"/>
          </a:fontRef>
        </p:style>
        <p:txBody>
          <a:bodyPr>
            <a:noAutofit/>
          </a:bodyPr>
          <a:lstStyle>
            <a:lvl1pPr marL="308610" indent="-257175" algn="l" rtl="0" eaLnBrk="1" latinLnBrk="0" hangingPunct="1">
              <a:spcBef>
                <a:spcPts val="525"/>
              </a:spcBef>
              <a:buSzPct val="95000"/>
              <a:buFont typeface="Wingdings"/>
              <a:buChar char=""/>
              <a:defRPr sz="1500" kern="1200" spc="0">
                <a:solidFill>
                  <a:schemeClr val="tx1"/>
                </a:solidFill>
                <a:latin typeface="+mn-lt"/>
                <a:ea typeface="+mn-ea"/>
                <a:cs typeface="Arial" pitchFamily="34" charset="0"/>
              </a:defRPr>
            </a:lvl1pPr>
            <a:lvl2pPr marL="555498" indent="-214313" algn="l" rtl="0" eaLnBrk="1" latinLnBrk="0" hangingPunct="1">
              <a:spcBef>
                <a:spcPct val="20000"/>
              </a:spcBef>
              <a:buClr>
                <a:schemeClr val="accent2"/>
              </a:buClr>
              <a:buSzPct val="90000"/>
              <a:buFont typeface="Wingdings"/>
              <a:buChar char=""/>
              <a:defRPr sz="1350" kern="1200" spc="0">
                <a:solidFill>
                  <a:schemeClr val="tx1"/>
                </a:solidFill>
                <a:latin typeface="+mn-lt"/>
                <a:ea typeface="+mn-ea"/>
                <a:cs typeface="Arial" pitchFamily="34" charset="0"/>
              </a:defRPr>
            </a:lvl2pPr>
            <a:lvl3pPr marL="747522" indent="-171450" algn="l" rtl="0" eaLnBrk="1" latinLnBrk="0" hangingPunct="1">
              <a:spcBef>
                <a:spcPct val="20000"/>
              </a:spcBef>
              <a:buClr>
                <a:schemeClr val="accent2"/>
              </a:buClr>
              <a:buFont typeface="Wingdings 2"/>
              <a:buChar char=""/>
              <a:defRPr sz="1200" kern="1200" spc="0">
                <a:solidFill>
                  <a:schemeClr val="tx1"/>
                </a:solidFill>
                <a:latin typeface="+mn-lt"/>
                <a:ea typeface="+mn-ea"/>
                <a:cs typeface="Arial" pitchFamily="34" charset="0"/>
              </a:defRPr>
            </a:lvl3pPr>
            <a:lvl4pPr marL="946404" indent="-171450" algn="l" rtl="0" eaLnBrk="1" latinLnBrk="0" hangingPunct="1">
              <a:spcBef>
                <a:spcPct val="20000"/>
              </a:spcBef>
              <a:buClr>
                <a:schemeClr val="accent3"/>
              </a:buClr>
              <a:buFont typeface="Wingdings 3"/>
              <a:buChar char=""/>
              <a:defRPr sz="1200" kern="1200" spc="0">
                <a:solidFill>
                  <a:schemeClr val="tx1"/>
                </a:solidFill>
                <a:latin typeface="+mn-lt"/>
                <a:ea typeface="+mn-ea"/>
                <a:cs typeface="Arial" pitchFamily="34" charset="0"/>
              </a:defRPr>
            </a:lvl4pPr>
            <a:lvl5pPr marL="1110996" indent="-157734" algn="l" rtl="0" eaLnBrk="1" latinLnBrk="0" hangingPunct="1">
              <a:spcBef>
                <a:spcPct val="20000"/>
              </a:spcBef>
              <a:buClr>
                <a:schemeClr val="accent3"/>
              </a:buClr>
              <a:buFont typeface="Wingdings 2"/>
              <a:buChar char=""/>
              <a:defRPr sz="1050" kern="1200" spc="0">
                <a:solidFill>
                  <a:schemeClr val="tx1"/>
                </a:solidFill>
                <a:latin typeface="+mn-lt"/>
                <a:ea typeface="+mn-ea"/>
                <a:cs typeface="Arial" pitchFamily="34" charset="0"/>
              </a:defRPr>
            </a:lvl5pPr>
            <a:lvl6pPr marL="1282446" indent="-157734" algn="l" rtl="0" eaLnBrk="1" latinLnBrk="0" hangingPunct="1">
              <a:spcBef>
                <a:spcPct val="20000"/>
              </a:spcBef>
              <a:buClr>
                <a:schemeClr val="accent3"/>
              </a:buClr>
              <a:buFont typeface="Wingdings 2"/>
              <a:buChar char=""/>
              <a:defRPr sz="1350" kern="1200">
                <a:solidFill>
                  <a:schemeClr val="tx1"/>
                </a:solidFill>
                <a:latin typeface="+mn-lt"/>
                <a:ea typeface="+mn-ea"/>
                <a:cs typeface="+mn-cs"/>
              </a:defRPr>
            </a:lvl6pPr>
            <a:lvl7pPr marL="1426464"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7pPr>
            <a:lvl8pPr marL="1570482"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8pPr>
            <a:lvl9pPr marL="1714500"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9pPr>
            <a:extLst/>
          </a:lstStyle>
          <a:p>
            <a:pPr marL="51435" indent="0" algn="just">
              <a:spcBef>
                <a:spcPts val="0"/>
              </a:spcBef>
              <a:buNone/>
            </a:pPr>
            <a:r>
              <a:rPr lang="en-US" sz="1300">
                <a:solidFill>
                  <a:srgbClr val="0000FF"/>
                </a:solidFill>
                <a:latin typeface="Consolas" panose="020B0609020204030204" pitchFamily="49" charset="0"/>
              </a:rPr>
              <a:t>static</a:t>
            </a:r>
            <a:r>
              <a:rPr lang="en-US" sz="1300">
                <a:latin typeface="Consolas" panose="020B0609020204030204" pitchFamily="49" charset="0"/>
              </a:rPr>
              <a:t> </a:t>
            </a:r>
            <a:r>
              <a:rPr lang="en-US" sz="1300">
                <a:solidFill>
                  <a:srgbClr val="0000FF"/>
                </a:solidFill>
                <a:latin typeface="Consolas" panose="020B0609020204030204" pitchFamily="49" charset="0"/>
              </a:rPr>
              <a:t>void</a:t>
            </a:r>
            <a:r>
              <a:rPr lang="en-US" sz="1300">
                <a:latin typeface="Consolas" panose="020B0609020204030204" pitchFamily="49" charset="0"/>
              </a:rPr>
              <a:t> </a:t>
            </a:r>
            <a:r>
              <a:rPr lang="en-US" sz="1300">
                <a:solidFill>
                  <a:srgbClr val="FEA400"/>
                </a:solidFill>
                <a:latin typeface="Consolas" panose="020B0609020204030204" pitchFamily="49" charset="0"/>
              </a:rPr>
              <a:t>Change</a:t>
            </a:r>
            <a:r>
              <a:rPr lang="en-US" sz="1300">
                <a:latin typeface="Consolas" panose="020B0609020204030204" pitchFamily="49" charset="0"/>
              </a:rPr>
              <a:t>(</a:t>
            </a:r>
            <a:r>
              <a:rPr lang="en-US" sz="1300">
                <a:solidFill>
                  <a:srgbClr val="0000FF"/>
                </a:solidFill>
                <a:latin typeface="Consolas" panose="020B0609020204030204" pitchFamily="49" charset="0"/>
              </a:rPr>
              <a:t>int</a:t>
            </a:r>
            <a:r>
              <a:rPr lang="en-US" sz="1300">
                <a:latin typeface="Consolas" panose="020B0609020204030204" pitchFamily="49" charset="0"/>
              </a:rPr>
              <a:t>[]</a:t>
            </a:r>
            <a:r>
              <a:rPr lang="en-US" sz="1300">
                <a:solidFill>
                  <a:schemeClr val="bg1"/>
                </a:solidFill>
                <a:latin typeface="Consolas" panose="020B0609020204030204" pitchFamily="49" charset="0"/>
              </a:rPr>
              <a:t> </a:t>
            </a:r>
            <a:r>
              <a:rPr lang="en-US" sz="1300">
                <a:solidFill>
                  <a:srgbClr val="2B91AF"/>
                </a:solidFill>
                <a:latin typeface="Consolas" panose="020B0609020204030204" pitchFamily="49" charset="0"/>
              </a:rPr>
              <a:t>a</a:t>
            </a:r>
            <a:r>
              <a:rPr lang="en-US" sz="1300">
                <a:latin typeface="Consolas" panose="020B0609020204030204" pitchFamily="49" charset="0"/>
              </a:rPr>
              <a:t>)</a:t>
            </a:r>
          </a:p>
          <a:p>
            <a:pPr marL="51435" indent="0" algn="just">
              <a:spcBef>
                <a:spcPts val="0"/>
              </a:spcBef>
              <a:buNone/>
            </a:pPr>
            <a:r>
              <a:rPr lang="en-US" sz="1300">
                <a:latin typeface="Consolas" panose="020B0609020204030204" pitchFamily="49" charset="0"/>
              </a:rPr>
              <a:t>{</a:t>
            </a:r>
          </a:p>
          <a:p>
            <a:pPr marL="51435" indent="0" algn="just">
              <a:spcBef>
                <a:spcPts val="0"/>
              </a:spcBef>
              <a:buNone/>
            </a:pPr>
            <a:r>
              <a:rPr lang="en-US" sz="1300">
                <a:solidFill>
                  <a:schemeClr val="bg1"/>
                </a:solidFill>
                <a:latin typeface="Consolas" panose="020B0609020204030204" pitchFamily="49" charset="0"/>
              </a:rPr>
              <a:t>    </a:t>
            </a:r>
            <a:r>
              <a:rPr lang="en-US" sz="1300">
                <a:solidFill>
                  <a:srgbClr val="2B91AF"/>
                </a:solidFill>
                <a:latin typeface="Consolas" panose="020B0609020204030204" pitchFamily="49" charset="0"/>
              </a:rPr>
              <a:t>a[0] </a:t>
            </a:r>
            <a:r>
              <a:rPr lang="en-US" sz="1300">
                <a:latin typeface="Consolas" panose="020B0609020204030204" pitchFamily="49" charset="0"/>
              </a:rPr>
              <a:t>= 9;</a:t>
            </a:r>
          </a:p>
          <a:p>
            <a:pPr marL="51435" indent="0" algn="just">
              <a:spcBef>
                <a:spcPts val="0"/>
              </a:spcBef>
              <a:buNone/>
            </a:pPr>
            <a:r>
              <a:rPr lang="en-US" sz="1300">
                <a:solidFill>
                  <a:schemeClr val="bg1"/>
                </a:solidFill>
                <a:latin typeface="Consolas" panose="020B0609020204030204" pitchFamily="49" charset="0"/>
              </a:rPr>
              <a:t>    </a:t>
            </a:r>
            <a:r>
              <a:rPr lang="en-US" sz="1300">
                <a:solidFill>
                  <a:srgbClr val="2B91AF"/>
                </a:solidFill>
                <a:latin typeface="Consolas" panose="020B0609020204030204" pitchFamily="49" charset="0"/>
              </a:rPr>
              <a:t>a</a:t>
            </a:r>
            <a:r>
              <a:rPr lang="en-US" sz="1300">
                <a:solidFill>
                  <a:schemeClr val="bg1"/>
                </a:solidFill>
                <a:latin typeface="Consolas" panose="020B0609020204030204" pitchFamily="49" charset="0"/>
              </a:rPr>
              <a:t> </a:t>
            </a:r>
            <a:r>
              <a:rPr lang="en-US" sz="1300">
                <a:latin typeface="Consolas" panose="020B0609020204030204" pitchFamily="49" charset="0"/>
              </a:rPr>
              <a:t>= </a:t>
            </a:r>
            <a:r>
              <a:rPr lang="en-US" sz="1300">
                <a:solidFill>
                  <a:srgbClr val="0432FF"/>
                </a:solidFill>
                <a:latin typeface="Consolas" panose="020B0609020204030204" pitchFamily="49" charset="0"/>
              </a:rPr>
              <a:t>new int[2] </a:t>
            </a:r>
            <a:r>
              <a:rPr lang="en-US" sz="1300">
                <a:latin typeface="Consolas" panose="020B0609020204030204" pitchFamily="49" charset="0"/>
              </a:rPr>
              <a:t>{-3, -7};</a:t>
            </a:r>
          </a:p>
          <a:p>
            <a:pPr marL="51435" indent="0" algn="just">
              <a:spcBef>
                <a:spcPts val="0"/>
              </a:spcBef>
              <a:buNone/>
            </a:pPr>
            <a:r>
              <a:rPr lang="en-US" sz="1300">
                <a:solidFill>
                  <a:schemeClr val="bg1"/>
                </a:solidFill>
                <a:latin typeface="Consolas" panose="020B0609020204030204" pitchFamily="49" charset="0"/>
              </a:rPr>
              <a:t>    </a:t>
            </a:r>
            <a:r>
              <a:rPr lang="en-US" sz="1300">
                <a:solidFill>
                  <a:srgbClr val="2B91AF"/>
                </a:solidFill>
                <a:latin typeface="Consolas" panose="020B0609020204030204" pitchFamily="49" charset="0"/>
              </a:rPr>
              <a:t>Console</a:t>
            </a:r>
            <a:r>
              <a:rPr lang="en-US" sz="1300">
                <a:latin typeface="Consolas" panose="020B0609020204030204" pitchFamily="49" charset="0"/>
              </a:rPr>
              <a:t>.</a:t>
            </a:r>
            <a:r>
              <a:rPr lang="en-US" sz="1300">
                <a:solidFill>
                  <a:srgbClr val="FEA400"/>
                </a:solidFill>
                <a:latin typeface="Consolas" panose="020B0609020204030204" pitchFamily="49" charset="0"/>
              </a:rPr>
              <a:t>WriteLine</a:t>
            </a:r>
            <a:r>
              <a:rPr lang="en-US" sz="1300">
                <a:latin typeface="Consolas" panose="020B0609020204030204" pitchFamily="49" charset="0"/>
              </a:rPr>
              <a:t>($</a:t>
            </a:r>
            <a:r>
              <a:rPr lang="en-US" sz="1300">
                <a:solidFill>
                  <a:srgbClr val="A31515"/>
                </a:solidFill>
                <a:latin typeface="Consolas" panose="020B0609020204030204" pitchFamily="49" charset="0"/>
              </a:rPr>
              <a:t>"Inside method: a[0] = </a:t>
            </a:r>
            <a:r>
              <a:rPr lang="en-US" sz="1300">
                <a:latin typeface="Consolas" panose="020B0609020204030204" pitchFamily="49" charset="0"/>
              </a:rPr>
              <a:t>{</a:t>
            </a:r>
            <a:r>
              <a:rPr lang="en-US" sz="1300">
                <a:solidFill>
                  <a:schemeClr val="accent6">
                    <a:lumMod val="75000"/>
                  </a:schemeClr>
                </a:solidFill>
                <a:latin typeface="Consolas" panose="020B0609020204030204" pitchFamily="49" charset="0"/>
              </a:rPr>
              <a:t>a[0]</a:t>
            </a:r>
            <a:r>
              <a:rPr lang="en-US" sz="1300">
                <a:latin typeface="Consolas" panose="020B0609020204030204" pitchFamily="49" charset="0"/>
              </a:rPr>
              <a:t>}</a:t>
            </a:r>
            <a:r>
              <a:rPr lang="en-US" sz="1300">
                <a:solidFill>
                  <a:srgbClr val="A31515"/>
                </a:solidFill>
                <a:latin typeface="Consolas" panose="020B0609020204030204" pitchFamily="49" charset="0"/>
              </a:rPr>
              <a:t>"</a:t>
            </a:r>
            <a:r>
              <a:rPr lang="en-US" sz="1300">
                <a:latin typeface="Consolas" panose="020B0609020204030204" pitchFamily="49" charset="0"/>
              </a:rPr>
              <a:t>);</a:t>
            </a:r>
          </a:p>
          <a:p>
            <a:pPr marL="51435" indent="0" algn="just">
              <a:spcBef>
                <a:spcPts val="0"/>
              </a:spcBef>
              <a:buNone/>
            </a:pPr>
            <a:r>
              <a:rPr lang="en-US" sz="1300">
                <a:latin typeface="Consolas" panose="020B0609020204030204" pitchFamily="49" charset="0"/>
              </a:rPr>
              <a:t>}</a:t>
            </a:r>
          </a:p>
          <a:p>
            <a:pPr marL="51435" indent="0" algn="just">
              <a:spcBef>
                <a:spcPts val="0"/>
              </a:spcBef>
              <a:buNone/>
            </a:pPr>
            <a:endParaRPr lang="en-US" sz="1300">
              <a:solidFill>
                <a:srgbClr val="0000FF"/>
              </a:solidFill>
              <a:latin typeface="Consolas" panose="020B0609020204030204" pitchFamily="49" charset="0"/>
            </a:endParaRPr>
          </a:p>
          <a:p>
            <a:pPr marL="51435" indent="0" algn="just">
              <a:spcBef>
                <a:spcPts val="0"/>
              </a:spcBef>
              <a:buNone/>
            </a:pPr>
            <a:r>
              <a:rPr lang="en-US" sz="1300">
                <a:solidFill>
                  <a:srgbClr val="0000FF"/>
                </a:solidFill>
                <a:latin typeface="Consolas" panose="020B0609020204030204" pitchFamily="49" charset="0"/>
              </a:rPr>
              <a:t>static</a:t>
            </a:r>
            <a:r>
              <a:rPr lang="en-US" sz="1300">
                <a:latin typeface="Consolas" panose="020B0609020204030204" pitchFamily="49" charset="0"/>
              </a:rPr>
              <a:t> </a:t>
            </a:r>
            <a:r>
              <a:rPr lang="en-US" sz="1300">
                <a:solidFill>
                  <a:srgbClr val="0000FF"/>
                </a:solidFill>
                <a:latin typeface="Consolas" panose="020B0609020204030204" pitchFamily="49" charset="0"/>
              </a:rPr>
              <a:t>void</a:t>
            </a:r>
            <a:r>
              <a:rPr lang="en-US" sz="1300">
                <a:latin typeface="Consolas" panose="020B0609020204030204" pitchFamily="49" charset="0"/>
              </a:rPr>
              <a:t> </a:t>
            </a:r>
            <a:r>
              <a:rPr lang="en-US" sz="1300">
                <a:solidFill>
                  <a:srgbClr val="FEA400"/>
                </a:solidFill>
                <a:latin typeface="Consolas" panose="020B0609020204030204" pitchFamily="49" charset="0"/>
              </a:rPr>
              <a:t>Main</a:t>
            </a:r>
            <a:r>
              <a:rPr lang="en-US" sz="1300">
                <a:latin typeface="Consolas" panose="020B0609020204030204" pitchFamily="49" charset="0"/>
              </a:rPr>
              <a:t>(</a:t>
            </a:r>
            <a:r>
              <a:rPr lang="en-US" sz="1300">
                <a:solidFill>
                  <a:srgbClr val="0000FF"/>
                </a:solidFill>
                <a:latin typeface="Consolas" panose="020B0609020204030204" pitchFamily="49" charset="0"/>
              </a:rPr>
              <a:t>string</a:t>
            </a:r>
            <a:r>
              <a:rPr lang="en-US" sz="1300">
                <a:latin typeface="Consolas" panose="020B0609020204030204" pitchFamily="49" charset="0"/>
              </a:rPr>
              <a:t>[] args)</a:t>
            </a:r>
          </a:p>
          <a:p>
            <a:pPr marL="51435" indent="0" algn="just">
              <a:spcBef>
                <a:spcPts val="0"/>
              </a:spcBef>
              <a:buNone/>
            </a:pPr>
            <a:r>
              <a:rPr lang="en-US" sz="1300">
                <a:latin typeface="Consolas" panose="020B0609020204030204" pitchFamily="49" charset="0"/>
              </a:rPr>
              <a:t>{</a:t>
            </a:r>
          </a:p>
          <a:p>
            <a:pPr marL="51435" indent="0">
              <a:spcBef>
                <a:spcPts val="0"/>
              </a:spcBef>
              <a:buNone/>
            </a:pPr>
            <a:r>
              <a:rPr lang="en-US" sz="1300">
                <a:solidFill>
                  <a:srgbClr val="2B91AF"/>
                </a:solidFill>
                <a:latin typeface="Consolas" panose="020B0609020204030204" pitchFamily="49" charset="0"/>
              </a:rPr>
              <a:t>    </a:t>
            </a:r>
            <a:r>
              <a:rPr lang="en-US" sz="1300">
                <a:solidFill>
                  <a:srgbClr val="0432FF"/>
                </a:solidFill>
                <a:latin typeface="Consolas" panose="020B0609020204030204" pitchFamily="49" charset="0"/>
              </a:rPr>
              <a:t>int[]</a:t>
            </a:r>
            <a:r>
              <a:rPr lang="en-US" sz="1300">
                <a:solidFill>
                  <a:schemeClr val="bg1"/>
                </a:solidFill>
                <a:latin typeface="Consolas" panose="020B0609020204030204" pitchFamily="49" charset="0"/>
              </a:rPr>
              <a:t> </a:t>
            </a:r>
            <a:r>
              <a:rPr lang="en-US" sz="1300">
                <a:solidFill>
                  <a:srgbClr val="2B91AF"/>
                </a:solidFill>
                <a:latin typeface="Consolas" panose="020B0609020204030204" pitchFamily="49" charset="0"/>
              </a:rPr>
              <a:t>a</a:t>
            </a:r>
            <a:r>
              <a:rPr lang="en-US" sz="1300">
                <a:solidFill>
                  <a:schemeClr val="bg1"/>
                </a:solidFill>
                <a:latin typeface="Consolas" panose="020B0609020204030204" pitchFamily="49" charset="0"/>
              </a:rPr>
              <a:t> </a:t>
            </a:r>
            <a:r>
              <a:rPr lang="en-US" sz="1300">
                <a:latin typeface="Consolas" panose="020B0609020204030204" pitchFamily="49" charset="0"/>
              </a:rPr>
              <a:t>= </a:t>
            </a:r>
            <a:r>
              <a:rPr lang="en-US" sz="1300">
                <a:solidFill>
                  <a:srgbClr val="0432FF"/>
                </a:solidFill>
                <a:latin typeface="Consolas" panose="020B0609020204030204" pitchFamily="49" charset="0"/>
              </a:rPr>
              <a:t>new int[4] </a:t>
            </a:r>
            <a:r>
              <a:rPr lang="en-US" sz="1300">
                <a:latin typeface="Consolas" panose="020B0609020204030204" pitchFamily="49" charset="0"/>
              </a:rPr>
              <a:t>{5, 8, 2, 7};</a:t>
            </a:r>
          </a:p>
          <a:p>
            <a:pPr marL="51435" indent="0">
              <a:spcBef>
                <a:spcPts val="0"/>
              </a:spcBef>
              <a:buNone/>
            </a:pPr>
            <a:r>
              <a:rPr lang="en-US" sz="1300">
                <a:solidFill>
                  <a:schemeClr val="bg1"/>
                </a:solidFill>
                <a:latin typeface="Consolas" panose="020B0609020204030204" pitchFamily="49" charset="0"/>
                <a:cs typeface="Consolas" panose="020B0609020204030204" pitchFamily="49" charset="0"/>
              </a:rPr>
              <a:t>    </a:t>
            </a:r>
            <a:r>
              <a:rPr lang="en-US" sz="1300">
                <a:solidFill>
                  <a:srgbClr val="2B91AF"/>
                </a:solidFill>
                <a:latin typeface="Consolas" panose="020B0609020204030204" pitchFamily="49" charset="0"/>
              </a:rPr>
              <a:t>Console</a:t>
            </a:r>
            <a:r>
              <a:rPr lang="en-US" sz="1300">
                <a:latin typeface="Consolas" panose="020B0609020204030204" pitchFamily="49" charset="0"/>
              </a:rPr>
              <a:t>.</a:t>
            </a:r>
            <a:r>
              <a:rPr lang="en-US" sz="1300">
                <a:solidFill>
                  <a:srgbClr val="FEA400"/>
                </a:solidFill>
                <a:latin typeface="Consolas" panose="020B0609020204030204" pitchFamily="49" charset="0"/>
              </a:rPr>
              <a:t>WriteLine</a:t>
            </a:r>
            <a:r>
              <a:rPr lang="en-US" sz="1300">
                <a:latin typeface="Consolas" panose="020B0609020204030204" pitchFamily="49" charset="0"/>
                <a:cs typeface="Consolas" panose="020B0609020204030204" pitchFamily="49" charset="0"/>
              </a:rPr>
              <a:t>($</a:t>
            </a:r>
            <a:r>
              <a:rPr lang="en-US" sz="1300">
                <a:solidFill>
                  <a:srgbClr val="A31515"/>
                </a:solidFill>
                <a:latin typeface="Consolas" panose="020B0609020204030204" pitchFamily="49" charset="0"/>
              </a:rPr>
              <a:t>"Before calling method: a[0] = </a:t>
            </a:r>
            <a:r>
              <a:rPr lang="en-US" sz="1300">
                <a:latin typeface="Consolas" panose="020B0609020204030204" pitchFamily="49" charset="0"/>
              </a:rPr>
              <a:t>{</a:t>
            </a:r>
            <a:r>
              <a:rPr lang="en-US" sz="1300">
                <a:solidFill>
                  <a:schemeClr val="accent6">
                    <a:lumMod val="75000"/>
                  </a:schemeClr>
                </a:solidFill>
                <a:latin typeface="Consolas" panose="020B0609020204030204" pitchFamily="49" charset="0"/>
              </a:rPr>
              <a:t>a[0]</a:t>
            </a:r>
            <a:r>
              <a:rPr lang="en-US" sz="1300">
                <a:latin typeface="Consolas" panose="020B0609020204030204" pitchFamily="49" charset="0"/>
              </a:rPr>
              <a:t>}</a:t>
            </a:r>
            <a:r>
              <a:rPr lang="en-US" sz="1300">
                <a:solidFill>
                  <a:srgbClr val="A31515"/>
                </a:solidFill>
                <a:latin typeface="Consolas" panose="020B0609020204030204" pitchFamily="49" charset="0"/>
              </a:rPr>
              <a:t>"</a:t>
            </a:r>
            <a:r>
              <a:rPr lang="en-US" sz="1300">
                <a:latin typeface="Consolas" panose="020B0609020204030204" pitchFamily="49" charset="0"/>
                <a:cs typeface="Consolas" panose="020B0609020204030204" pitchFamily="49" charset="0"/>
              </a:rPr>
              <a:t>);</a:t>
            </a:r>
          </a:p>
          <a:p>
            <a:pPr marL="51435" indent="0">
              <a:spcBef>
                <a:spcPts val="0"/>
              </a:spcBef>
              <a:buNone/>
            </a:pPr>
            <a:r>
              <a:rPr lang="en-US" sz="1300">
                <a:solidFill>
                  <a:schemeClr val="bg1"/>
                </a:solidFill>
                <a:latin typeface="Consolas" panose="020B0609020204030204" pitchFamily="49" charset="0"/>
                <a:cs typeface="Consolas" panose="020B0609020204030204" pitchFamily="49" charset="0"/>
              </a:rPr>
              <a:t>    </a:t>
            </a:r>
            <a:r>
              <a:rPr lang="en-US" sz="1300">
                <a:solidFill>
                  <a:srgbClr val="FEA400"/>
                </a:solidFill>
                <a:latin typeface="Consolas" panose="020B0609020204030204" pitchFamily="49" charset="0"/>
              </a:rPr>
              <a:t>Change</a:t>
            </a:r>
            <a:r>
              <a:rPr lang="en-US" sz="1300">
                <a:latin typeface="Consolas" panose="020B0609020204030204" pitchFamily="49" charset="0"/>
              </a:rPr>
              <a:t>(</a:t>
            </a:r>
            <a:r>
              <a:rPr lang="en-US" sz="1300">
                <a:solidFill>
                  <a:srgbClr val="2B91AF"/>
                </a:solidFill>
                <a:latin typeface="Consolas" panose="020B0609020204030204" pitchFamily="49" charset="0"/>
              </a:rPr>
              <a:t>a</a:t>
            </a:r>
            <a:r>
              <a:rPr lang="en-US" sz="1300">
                <a:latin typeface="Consolas" panose="020B0609020204030204" pitchFamily="49" charset="0"/>
              </a:rPr>
              <a:t>);</a:t>
            </a:r>
          </a:p>
          <a:p>
            <a:pPr marL="51435" indent="0">
              <a:spcBef>
                <a:spcPts val="0"/>
              </a:spcBef>
              <a:buNone/>
            </a:pPr>
            <a:r>
              <a:rPr lang="en-US" sz="1300">
                <a:solidFill>
                  <a:srgbClr val="2B91AF"/>
                </a:solidFill>
                <a:latin typeface="Consolas" panose="020B0609020204030204" pitchFamily="49" charset="0"/>
              </a:rPr>
              <a:t>    Console</a:t>
            </a:r>
            <a:r>
              <a:rPr lang="en-US" sz="1300">
                <a:latin typeface="Consolas" panose="020B0609020204030204" pitchFamily="49" charset="0"/>
              </a:rPr>
              <a:t>.</a:t>
            </a:r>
            <a:r>
              <a:rPr lang="en-US" sz="1300">
                <a:solidFill>
                  <a:srgbClr val="FEA400"/>
                </a:solidFill>
                <a:latin typeface="Consolas" panose="020B0609020204030204" pitchFamily="49" charset="0"/>
              </a:rPr>
              <a:t>WriteLine</a:t>
            </a:r>
            <a:r>
              <a:rPr lang="en-US" sz="1300">
                <a:latin typeface="Consolas" panose="020B0609020204030204" pitchFamily="49" charset="0"/>
                <a:cs typeface="Consolas" panose="020B0609020204030204" pitchFamily="49" charset="0"/>
              </a:rPr>
              <a:t>($</a:t>
            </a:r>
            <a:r>
              <a:rPr lang="en-US" sz="1300">
                <a:solidFill>
                  <a:srgbClr val="A31515"/>
                </a:solidFill>
                <a:latin typeface="Consolas" panose="020B0609020204030204" pitchFamily="49" charset="0"/>
              </a:rPr>
              <a:t>"After calling method: a[0] = </a:t>
            </a:r>
            <a:r>
              <a:rPr lang="en-US" sz="1300">
                <a:latin typeface="Consolas" panose="020B0609020204030204" pitchFamily="49" charset="0"/>
              </a:rPr>
              <a:t>{</a:t>
            </a:r>
            <a:r>
              <a:rPr lang="en-US" sz="1300">
                <a:solidFill>
                  <a:schemeClr val="accent6">
                    <a:lumMod val="75000"/>
                  </a:schemeClr>
                </a:solidFill>
                <a:latin typeface="Consolas" panose="020B0609020204030204" pitchFamily="49" charset="0"/>
              </a:rPr>
              <a:t>a[0]</a:t>
            </a:r>
            <a:r>
              <a:rPr lang="en-US" sz="1300">
                <a:latin typeface="Consolas" panose="020B0609020204030204" pitchFamily="49" charset="0"/>
              </a:rPr>
              <a:t>}</a:t>
            </a:r>
            <a:r>
              <a:rPr lang="en-US" sz="1300">
                <a:solidFill>
                  <a:srgbClr val="A31515"/>
                </a:solidFill>
                <a:latin typeface="Consolas" panose="020B0609020204030204" pitchFamily="49" charset="0"/>
              </a:rPr>
              <a:t>"</a:t>
            </a:r>
            <a:r>
              <a:rPr lang="en-US" sz="1300">
                <a:latin typeface="Consolas" panose="020B0609020204030204" pitchFamily="49" charset="0"/>
                <a:cs typeface="Consolas" panose="020B0609020204030204" pitchFamily="49" charset="0"/>
              </a:rPr>
              <a:t>);</a:t>
            </a:r>
            <a:endParaRPr lang="en-US" sz="1300">
              <a:latin typeface="Consolas" panose="020B0609020204030204" pitchFamily="49" charset="0"/>
            </a:endParaRPr>
          </a:p>
          <a:p>
            <a:pPr marL="51435" indent="0">
              <a:spcBef>
                <a:spcPts val="0"/>
              </a:spcBef>
              <a:buNone/>
            </a:pPr>
            <a:r>
              <a:rPr lang="en-US" sz="1300">
                <a:latin typeface="Consolas" panose="020B0609020204030204" pitchFamily="49" charset="0"/>
              </a:rPr>
              <a:t>}</a:t>
            </a:r>
          </a:p>
        </p:txBody>
      </p:sp>
      <p:sp>
        <p:nvSpPr>
          <p:cNvPr id="7" name="Rectangle 6">
            <a:extLst>
              <a:ext uri="{FF2B5EF4-FFF2-40B4-BE49-F238E27FC236}">
                <a16:creationId xmlns:a16="http://schemas.microsoft.com/office/drawing/2014/main" id="{8EB2CF11-70DA-F347-A0FA-44DB110B806F}"/>
              </a:ext>
            </a:extLst>
          </p:cNvPr>
          <p:cNvSpPr/>
          <p:nvPr/>
        </p:nvSpPr>
        <p:spPr>
          <a:xfrm>
            <a:off x="2411760" y="3572085"/>
            <a:ext cx="1642611" cy="277328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VN"/>
          </a:p>
        </p:txBody>
      </p:sp>
      <p:grpSp>
        <p:nvGrpSpPr>
          <p:cNvPr id="8" name="Group 7">
            <a:extLst>
              <a:ext uri="{FF2B5EF4-FFF2-40B4-BE49-F238E27FC236}">
                <a16:creationId xmlns:a16="http://schemas.microsoft.com/office/drawing/2014/main" id="{9D183396-EF10-3742-96D7-B1C7319E6F98}"/>
              </a:ext>
            </a:extLst>
          </p:cNvPr>
          <p:cNvGrpSpPr/>
          <p:nvPr/>
        </p:nvGrpSpPr>
        <p:grpSpPr>
          <a:xfrm>
            <a:off x="2551168" y="4906241"/>
            <a:ext cx="1363794" cy="1362928"/>
            <a:chOff x="2396996" y="4876740"/>
            <a:chExt cx="1363794" cy="1362928"/>
          </a:xfrm>
        </p:grpSpPr>
        <p:sp>
          <p:nvSpPr>
            <p:cNvPr id="9" name="Rectangle 8">
              <a:extLst>
                <a:ext uri="{FF2B5EF4-FFF2-40B4-BE49-F238E27FC236}">
                  <a16:creationId xmlns:a16="http://schemas.microsoft.com/office/drawing/2014/main" id="{732791BC-18EA-CF40-AF75-E9981CE96A23}"/>
                </a:ext>
              </a:extLst>
            </p:cNvPr>
            <p:cNvSpPr/>
            <p:nvPr/>
          </p:nvSpPr>
          <p:spPr>
            <a:xfrm>
              <a:off x="2396996" y="4954384"/>
              <a:ext cx="1363794" cy="1285284"/>
            </a:xfrm>
            <a:prstGeom prst="rect">
              <a:avLst/>
            </a:prstGeom>
            <a:ln/>
          </p:spPr>
          <p:style>
            <a:lnRef idx="3">
              <a:schemeClr val="lt1"/>
            </a:lnRef>
            <a:fillRef idx="1">
              <a:schemeClr val="accent5"/>
            </a:fillRef>
            <a:effectRef idx="1">
              <a:schemeClr val="accent5"/>
            </a:effectRef>
            <a:fontRef idx="minor">
              <a:schemeClr val="lt1"/>
            </a:fontRef>
          </p:style>
          <p:txBody>
            <a:bodyPr rtlCol="0" anchor="ctr"/>
            <a:lstStyle/>
            <a:p>
              <a:pPr algn="ctr"/>
              <a:endParaRPr lang="en-VN"/>
            </a:p>
          </p:txBody>
        </p:sp>
        <p:grpSp>
          <p:nvGrpSpPr>
            <p:cNvPr id="10" name="Group 9">
              <a:extLst>
                <a:ext uri="{FF2B5EF4-FFF2-40B4-BE49-F238E27FC236}">
                  <a16:creationId xmlns:a16="http://schemas.microsoft.com/office/drawing/2014/main" id="{FC9CDEEC-1768-3348-AA37-EEE17E359EDE}"/>
                </a:ext>
              </a:extLst>
            </p:cNvPr>
            <p:cNvGrpSpPr/>
            <p:nvPr/>
          </p:nvGrpSpPr>
          <p:grpSpPr>
            <a:xfrm>
              <a:off x="2534490" y="4876740"/>
              <a:ext cx="1183922" cy="1290556"/>
              <a:chOff x="2534490" y="4876740"/>
              <a:chExt cx="1183922" cy="1290556"/>
            </a:xfrm>
          </p:grpSpPr>
          <p:grpSp>
            <p:nvGrpSpPr>
              <p:cNvPr id="11" name="Group 10">
                <a:extLst>
                  <a:ext uri="{FF2B5EF4-FFF2-40B4-BE49-F238E27FC236}">
                    <a16:creationId xmlns:a16="http://schemas.microsoft.com/office/drawing/2014/main" id="{BC1926C3-E46A-3149-A11E-BC5252E58F11}"/>
                  </a:ext>
                </a:extLst>
              </p:cNvPr>
              <p:cNvGrpSpPr/>
              <p:nvPr/>
            </p:nvGrpSpPr>
            <p:grpSpPr>
              <a:xfrm>
                <a:off x="2534490" y="5263128"/>
                <a:ext cx="1183922" cy="904168"/>
                <a:chOff x="-1544472" y="5686180"/>
                <a:chExt cx="1183922" cy="904168"/>
              </a:xfrm>
            </p:grpSpPr>
            <p:sp>
              <p:nvSpPr>
                <p:cNvPr id="13" name="Cube 12">
                  <a:extLst>
                    <a:ext uri="{FF2B5EF4-FFF2-40B4-BE49-F238E27FC236}">
                      <a16:creationId xmlns:a16="http://schemas.microsoft.com/office/drawing/2014/main" id="{DB3C522B-D259-5740-A82C-D7B2DEABE137}"/>
                    </a:ext>
                  </a:extLst>
                </p:cNvPr>
                <p:cNvSpPr/>
                <p:nvPr/>
              </p:nvSpPr>
              <p:spPr>
                <a:xfrm>
                  <a:off x="-1544472" y="5686180"/>
                  <a:ext cx="1031924" cy="904168"/>
                </a:xfrm>
                <a:prstGeom prst="cube">
                  <a:avLst>
                    <a:gd name="adj" fmla="val 3817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4" name="TextBox 13">
                  <a:extLst>
                    <a:ext uri="{FF2B5EF4-FFF2-40B4-BE49-F238E27FC236}">
                      <a16:creationId xmlns:a16="http://schemas.microsoft.com/office/drawing/2014/main" id="{6BCB3B93-DDBC-D641-94BF-16983D6B7E9F}"/>
                    </a:ext>
                  </a:extLst>
                </p:cNvPr>
                <p:cNvSpPr txBox="1"/>
                <p:nvPr/>
              </p:nvSpPr>
              <p:spPr>
                <a:xfrm>
                  <a:off x="-1373561" y="6042968"/>
                  <a:ext cx="357808" cy="477054"/>
                </a:xfrm>
                <a:prstGeom prst="rect">
                  <a:avLst/>
                </a:prstGeom>
                <a:noFill/>
              </p:spPr>
              <p:txBody>
                <a:bodyPr wrap="square" rtlCol="0">
                  <a:spAutoFit/>
                </a:bodyPr>
                <a:lstStyle/>
                <a:p>
                  <a:pPr algn="ctr"/>
                  <a:r>
                    <a:rPr lang="en-VN" sz="2500"/>
                    <a:t>a</a:t>
                  </a:r>
                </a:p>
              </p:txBody>
            </p:sp>
            <p:sp>
              <p:nvSpPr>
                <p:cNvPr id="15" name="TextBox 14">
                  <a:extLst>
                    <a:ext uri="{FF2B5EF4-FFF2-40B4-BE49-F238E27FC236}">
                      <a16:creationId xmlns:a16="http://schemas.microsoft.com/office/drawing/2014/main" id="{88300A70-B579-8B43-AFA1-1D7558924C6A}"/>
                    </a:ext>
                  </a:extLst>
                </p:cNvPr>
                <p:cNvSpPr txBox="1"/>
                <p:nvPr/>
              </p:nvSpPr>
              <p:spPr>
                <a:xfrm>
                  <a:off x="-990407" y="5863372"/>
                  <a:ext cx="629857" cy="400110"/>
                </a:xfrm>
                <a:prstGeom prst="rect">
                  <a:avLst/>
                </a:prstGeom>
                <a:noFill/>
                <a:scene3d>
                  <a:camera prst="isometricRightUp">
                    <a:rot lat="1800000" lon="18000000" rev="0"/>
                  </a:camera>
                  <a:lightRig rig="threePt" dir="t"/>
                </a:scene3d>
              </p:spPr>
              <p:txBody>
                <a:bodyPr wrap="square" rtlCol="0">
                  <a:spAutoFit/>
                </a:bodyPr>
                <a:lstStyle/>
                <a:p>
                  <a:pPr algn="ctr"/>
                  <a:r>
                    <a:rPr lang="en-US" sz="2000"/>
                    <a:t>i</a:t>
                  </a:r>
                  <a:r>
                    <a:rPr lang="en-VN" sz="2000"/>
                    <a:t>nt[]</a:t>
                  </a:r>
                </a:p>
              </p:txBody>
            </p:sp>
          </p:grpSp>
          <p:sp>
            <p:nvSpPr>
              <p:cNvPr id="12" name="TextBox 11">
                <a:extLst>
                  <a:ext uri="{FF2B5EF4-FFF2-40B4-BE49-F238E27FC236}">
                    <a16:creationId xmlns:a16="http://schemas.microsoft.com/office/drawing/2014/main" id="{FF413419-F91E-4F49-9E08-5FD48C8A6F46}"/>
                  </a:ext>
                </a:extLst>
              </p:cNvPr>
              <p:cNvSpPr txBox="1"/>
              <p:nvPr/>
            </p:nvSpPr>
            <p:spPr>
              <a:xfrm>
                <a:off x="2687962" y="4876740"/>
                <a:ext cx="724979" cy="369332"/>
              </a:xfrm>
              <a:prstGeom prst="rect">
                <a:avLst/>
              </a:prstGeom>
              <a:noFill/>
            </p:spPr>
            <p:txBody>
              <a:bodyPr wrap="square" rtlCol="0">
                <a:spAutoFit/>
              </a:bodyPr>
              <a:lstStyle/>
              <a:p>
                <a:pPr algn="ctr"/>
                <a:r>
                  <a:rPr lang="en-VN" b="1">
                    <a:solidFill>
                      <a:srgbClr val="0432FF"/>
                    </a:solidFill>
                    <a:latin typeface="Calibri" panose="020F0502020204030204" pitchFamily="34" charset="0"/>
                    <a:cs typeface="Calibri" panose="020F0502020204030204" pitchFamily="34" charset="0"/>
                  </a:rPr>
                  <a:t>Main</a:t>
                </a:r>
              </a:p>
            </p:txBody>
          </p:sp>
        </p:grpSp>
      </p:grpSp>
      <p:sp>
        <p:nvSpPr>
          <p:cNvPr id="16" name="Rectangle 15">
            <a:extLst>
              <a:ext uri="{FF2B5EF4-FFF2-40B4-BE49-F238E27FC236}">
                <a16:creationId xmlns:a16="http://schemas.microsoft.com/office/drawing/2014/main" id="{88F49F68-8E36-7D4E-909A-10111004B720}"/>
              </a:ext>
            </a:extLst>
          </p:cNvPr>
          <p:cNvSpPr/>
          <p:nvPr/>
        </p:nvSpPr>
        <p:spPr>
          <a:xfrm>
            <a:off x="4400992" y="3572085"/>
            <a:ext cx="3475042" cy="277328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VN"/>
          </a:p>
        </p:txBody>
      </p:sp>
      <p:grpSp>
        <p:nvGrpSpPr>
          <p:cNvPr id="17" name="Group 16">
            <a:extLst>
              <a:ext uri="{FF2B5EF4-FFF2-40B4-BE49-F238E27FC236}">
                <a16:creationId xmlns:a16="http://schemas.microsoft.com/office/drawing/2014/main" id="{352BFDC7-FA74-C349-9513-3AE128F57577}"/>
              </a:ext>
            </a:extLst>
          </p:cNvPr>
          <p:cNvGrpSpPr/>
          <p:nvPr/>
        </p:nvGrpSpPr>
        <p:grpSpPr>
          <a:xfrm>
            <a:off x="2551168" y="3575348"/>
            <a:ext cx="1368780" cy="1349627"/>
            <a:chOff x="2551168" y="4087983"/>
            <a:chExt cx="1368780" cy="1349627"/>
          </a:xfrm>
        </p:grpSpPr>
        <p:sp>
          <p:nvSpPr>
            <p:cNvPr id="18" name="Rectangle 17">
              <a:extLst>
                <a:ext uri="{FF2B5EF4-FFF2-40B4-BE49-F238E27FC236}">
                  <a16:creationId xmlns:a16="http://schemas.microsoft.com/office/drawing/2014/main" id="{6E0E6C96-56D8-3D4E-9E10-EF16AE88D9F9}"/>
                </a:ext>
              </a:extLst>
            </p:cNvPr>
            <p:cNvSpPr/>
            <p:nvPr/>
          </p:nvSpPr>
          <p:spPr>
            <a:xfrm>
              <a:off x="2551168" y="4168217"/>
              <a:ext cx="1363794" cy="1269393"/>
            </a:xfrm>
            <a:prstGeom prst="rect">
              <a:avLst/>
            </a:prstGeom>
            <a:ln/>
          </p:spPr>
          <p:style>
            <a:lnRef idx="3">
              <a:schemeClr val="lt1"/>
            </a:lnRef>
            <a:fillRef idx="1">
              <a:schemeClr val="accent5"/>
            </a:fillRef>
            <a:effectRef idx="1">
              <a:schemeClr val="accent5"/>
            </a:effectRef>
            <a:fontRef idx="minor">
              <a:schemeClr val="lt1"/>
            </a:fontRef>
          </p:style>
          <p:txBody>
            <a:bodyPr rtlCol="0" anchor="ctr"/>
            <a:lstStyle/>
            <a:p>
              <a:pPr algn="ctr"/>
              <a:endParaRPr lang="en-VN"/>
            </a:p>
          </p:txBody>
        </p:sp>
        <p:sp>
          <p:nvSpPr>
            <p:cNvPr id="19" name="Cube 18">
              <a:extLst>
                <a:ext uri="{FF2B5EF4-FFF2-40B4-BE49-F238E27FC236}">
                  <a16:creationId xmlns:a16="http://schemas.microsoft.com/office/drawing/2014/main" id="{85971176-AD52-2741-A52B-242CBD8590FF}"/>
                </a:ext>
              </a:extLst>
            </p:cNvPr>
            <p:cNvSpPr/>
            <p:nvPr/>
          </p:nvSpPr>
          <p:spPr>
            <a:xfrm>
              <a:off x="2736026" y="4477580"/>
              <a:ext cx="1031924" cy="904168"/>
            </a:xfrm>
            <a:prstGeom prst="cube">
              <a:avLst>
                <a:gd name="adj" fmla="val 3817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20" name="TextBox 19">
              <a:extLst>
                <a:ext uri="{FF2B5EF4-FFF2-40B4-BE49-F238E27FC236}">
                  <a16:creationId xmlns:a16="http://schemas.microsoft.com/office/drawing/2014/main" id="{2E35D493-EF1C-CD4E-8954-A466379720BE}"/>
                </a:ext>
              </a:extLst>
            </p:cNvPr>
            <p:cNvSpPr txBox="1"/>
            <p:nvPr/>
          </p:nvSpPr>
          <p:spPr>
            <a:xfrm>
              <a:off x="2906937" y="4834368"/>
              <a:ext cx="357808" cy="477054"/>
            </a:xfrm>
            <a:prstGeom prst="rect">
              <a:avLst/>
            </a:prstGeom>
            <a:noFill/>
          </p:spPr>
          <p:txBody>
            <a:bodyPr wrap="square" rtlCol="0">
              <a:spAutoFit/>
            </a:bodyPr>
            <a:lstStyle/>
            <a:p>
              <a:pPr algn="ctr"/>
              <a:r>
                <a:rPr lang="en-VN" sz="2500"/>
                <a:t>a</a:t>
              </a:r>
            </a:p>
          </p:txBody>
        </p:sp>
        <p:sp>
          <p:nvSpPr>
            <p:cNvPr id="21" name="TextBox 20">
              <a:extLst>
                <a:ext uri="{FF2B5EF4-FFF2-40B4-BE49-F238E27FC236}">
                  <a16:creationId xmlns:a16="http://schemas.microsoft.com/office/drawing/2014/main" id="{1C1A3F0F-CA47-DE4E-8220-597C395C84D3}"/>
                </a:ext>
              </a:extLst>
            </p:cNvPr>
            <p:cNvSpPr txBox="1"/>
            <p:nvPr/>
          </p:nvSpPr>
          <p:spPr>
            <a:xfrm>
              <a:off x="3290091" y="4654772"/>
              <a:ext cx="629857" cy="400110"/>
            </a:xfrm>
            <a:prstGeom prst="rect">
              <a:avLst/>
            </a:prstGeom>
            <a:noFill/>
            <a:scene3d>
              <a:camera prst="isometricRightUp">
                <a:rot lat="1800000" lon="18000000" rev="0"/>
              </a:camera>
              <a:lightRig rig="threePt" dir="t"/>
            </a:scene3d>
          </p:spPr>
          <p:txBody>
            <a:bodyPr wrap="square" rtlCol="0">
              <a:spAutoFit/>
            </a:bodyPr>
            <a:lstStyle/>
            <a:p>
              <a:pPr algn="ctr"/>
              <a:r>
                <a:rPr lang="en-US" sz="2000"/>
                <a:t>i</a:t>
              </a:r>
              <a:r>
                <a:rPr lang="en-VN" sz="2000"/>
                <a:t>nt[]</a:t>
              </a:r>
            </a:p>
          </p:txBody>
        </p:sp>
        <p:sp>
          <p:nvSpPr>
            <p:cNvPr id="22" name="TextBox 21">
              <a:extLst>
                <a:ext uri="{FF2B5EF4-FFF2-40B4-BE49-F238E27FC236}">
                  <a16:creationId xmlns:a16="http://schemas.microsoft.com/office/drawing/2014/main" id="{9D5FB269-84A8-B847-9DCD-A1820A61AA97}"/>
                </a:ext>
              </a:extLst>
            </p:cNvPr>
            <p:cNvSpPr txBox="1"/>
            <p:nvPr/>
          </p:nvSpPr>
          <p:spPr>
            <a:xfrm>
              <a:off x="2795063" y="4087983"/>
              <a:ext cx="903798" cy="369332"/>
            </a:xfrm>
            <a:prstGeom prst="rect">
              <a:avLst/>
            </a:prstGeom>
            <a:noFill/>
          </p:spPr>
          <p:txBody>
            <a:bodyPr wrap="square" rtlCol="0">
              <a:spAutoFit/>
            </a:bodyPr>
            <a:lstStyle/>
            <a:p>
              <a:pPr algn="ctr"/>
              <a:r>
                <a:rPr lang="en-VN" b="1">
                  <a:solidFill>
                    <a:srgbClr val="0432FF"/>
                  </a:solidFill>
                  <a:latin typeface="Calibri" panose="020F0502020204030204" pitchFamily="34" charset="0"/>
                  <a:cs typeface="Calibri" panose="020F0502020204030204" pitchFamily="34" charset="0"/>
                </a:rPr>
                <a:t>Change</a:t>
              </a:r>
            </a:p>
          </p:txBody>
        </p:sp>
      </p:grpSp>
      <p:grpSp>
        <p:nvGrpSpPr>
          <p:cNvPr id="23" name="Group 22">
            <a:extLst>
              <a:ext uri="{FF2B5EF4-FFF2-40B4-BE49-F238E27FC236}">
                <a16:creationId xmlns:a16="http://schemas.microsoft.com/office/drawing/2014/main" id="{0571F232-0002-1643-87D4-9B9427918FF5}"/>
              </a:ext>
            </a:extLst>
          </p:cNvPr>
          <p:cNvGrpSpPr/>
          <p:nvPr/>
        </p:nvGrpSpPr>
        <p:grpSpPr>
          <a:xfrm>
            <a:off x="5193662" y="4620658"/>
            <a:ext cx="1889702" cy="601403"/>
            <a:chOff x="6827979" y="5625080"/>
            <a:chExt cx="1889702" cy="601403"/>
          </a:xfrm>
        </p:grpSpPr>
        <p:sp>
          <p:nvSpPr>
            <p:cNvPr id="24" name="Cube 23">
              <a:extLst>
                <a:ext uri="{FF2B5EF4-FFF2-40B4-BE49-F238E27FC236}">
                  <a16:creationId xmlns:a16="http://schemas.microsoft.com/office/drawing/2014/main" id="{F2A906D5-37DF-4841-A575-82657E1D6BA4}"/>
                </a:ext>
              </a:extLst>
            </p:cNvPr>
            <p:cNvSpPr/>
            <p:nvPr/>
          </p:nvSpPr>
          <p:spPr>
            <a:xfrm>
              <a:off x="6827979" y="5625080"/>
              <a:ext cx="647861" cy="601403"/>
            </a:xfrm>
            <a:prstGeom prst="cube">
              <a:avLst>
                <a:gd name="adj" fmla="val 3817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VN"/>
                <a:t>9</a:t>
              </a:r>
            </a:p>
          </p:txBody>
        </p:sp>
        <p:sp>
          <p:nvSpPr>
            <p:cNvPr id="25" name="Cube 24">
              <a:extLst>
                <a:ext uri="{FF2B5EF4-FFF2-40B4-BE49-F238E27FC236}">
                  <a16:creationId xmlns:a16="http://schemas.microsoft.com/office/drawing/2014/main" id="{DBB0CFB7-D84C-2D4C-BD21-C1F96712320D}"/>
                </a:ext>
              </a:extLst>
            </p:cNvPr>
            <p:cNvSpPr/>
            <p:nvPr/>
          </p:nvSpPr>
          <p:spPr>
            <a:xfrm>
              <a:off x="7242682" y="5625080"/>
              <a:ext cx="647861" cy="601403"/>
            </a:xfrm>
            <a:prstGeom prst="cube">
              <a:avLst>
                <a:gd name="adj" fmla="val 3817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VN"/>
                <a:t>8</a:t>
              </a:r>
            </a:p>
          </p:txBody>
        </p:sp>
        <p:sp>
          <p:nvSpPr>
            <p:cNvPr id="26" name="Cube 25">
              <a:extLst>
                <a:ext uri="{FF2B5EF4-FFF2-40B4-BE49-F238E27FC236}">
                  <a16:creationId xmlns:a16="http://schemas.microsoft.com/office/drawing/2014/main" id="{0E91A8A3-177B-1545-8EA8-5AF78161F416}"/>
                </a:ext>
              </a:extLst>
            </p:cNvPr>
            <p:cNvSpPr/>
            <p:nvPr/>
          </p:nvSpPr>
          <p:spPr>
            <a:xfrm>
              <a:off x="7667044" y="5625080"/>
              <a:ext cx="647861" cy="601403"/>
            </a:xfrm>
            <a:prstGeom prst="cube">
              <a:avLst>
                <a:gd name="adj" fmla="val 3817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VN"/>
                <a:t>2</a:t>
              </a:r>
            </a:p>
          </p:txBody>
        </p:sp>
        <p:sp>
          <p:nvSpPr>
            <p:cNvPr id="27" name="Cube 26">
              <a:extLst>
                <a:ext uri="{FF2B5EF4-FFF2-40B4-BE49-F238E27FC236}">
                  <a16:creationId xmlns:a16="http://schemas.microsoft.com/office/drawing/2014/main" id="{492E0B52-FF32-BA45-9E1A-EAEAAAA7C782}"/>
                </a:ext>
              </a:extLst>
            </p:cNvPr>
            <p:cNvSpPr/>
            <p:nvPr/>
          </p:nvSpPr>
          <p:spPr>
            <a:xfrm>
              <a:off x="8069820" y="5625080"/>
              <a:ext cx="647861" cy="601403"/>
            </a:xfrm>
            <a:prstGeom prst="cube">
              <a:avLst>
                <a:gd name="adj" fmla="val 3817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VN"/>
                <a:t>7</a:t>
              </a:r>
            </a:p>
          </p:txBody>
        </p:sp>
      </p:grpSp>
      <p:cxnSp>
        <p:nvCxnSpPr>
          <p:cNvPr id="28" name="Curved Connector 27">
            <a:extLst>
              <a:ext uri="{FF2B5EF4-FFF2-40B4-BE49-F238E27FC236}">
                <a16:creationId xmlns:a16="http://schemas.microsoft.com/office/drawing/2014/main" id="{632A907F-8F04-5C4E-9C38-55E1A84DC77F}"/>
              </a:ext>
            </a:extLst>
          </p:cNvPr>
          <p:cNvCxnSpPr>
            <a:cxnSpLocks/>
          </p:cNvCxnSpPr>
          <p:nvPr/>
        </p:nvCxnSpPr>
        <p:spPr>
          <a:xfrm flipV="1">
            <a:off x="3161180" y="5036152"/>
            <a:ext cx="2032482" cy="442300"/>
          </a:xfrm>
          <a:prstGeom prst="curvedConnector3">
            <a:avLst>
              <a:gd name="adj1" fmla="val 50000"/>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9" name="Curved Connector 28">
            <a:extLst>
              <a:ext uri="{FF2B5EF4-FFF2-40B4-BE49-F238E27FC236}">
                <a16:creationId xmlns:a16="http://schemas.microsoft.com/office/drawing/2014/main" id="{F4C073C7-D362-F847-A999-5E5D4C60AF0B}"/>
              </a:ext>
            </a:extLst>
          </p:cNvPr>
          <p:cNvCxnSpPr>
            <a:cxnSpLocks/>
            <a:endCxn id="32" idx="2"/>
          </p:cNvCxnSpPr>
          <p:nvPr/>
        </p:nvCxnSpPr>
        <p:spPr>
          <a:xfrm>
            <a:off x="3264745" y="4131902"/>
            <a:ext cx="2046630" cy="175533"/>
          </a:xfrm>
          <a:prstGeom prst="curvedConnector3">
            <a:avLst>
              <a:gd name="adj1" fmla="val 50000"/>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Rectangle 29">
            <a:extLst>
              <a:ext uri="{FF2B5EF4-FFF2-40B4-BE49-F238E27FC236}">
                <a16:creationId xmlns:a16="http://schemas.microsoft.com/office/drawing/2014/main" id="{3BD1AB62-12B1-BB44-928A-667D8AEBF398}"/>
              </a:ext>
            </a:extLst>
          </p:cNvPr>
          <p:cNvSpPr/>
          <p:nvPr/>
        </p:nvSpPr>
        <p:spPr>
          <a:xfrm>
            <a:off x="1691680" y="1489593"/>
            <a:ext cx="5760640" cy="274644"/>
          </a:xfrm>
          <a:prstGeom prst="rect">
            <a:avLst/>
          </a:prstGeom>
          <a:solidFill>
            <a:srgbClr val="FFFF00">
              <a:alpha val="26391"/>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grpSp>
        <p:nvGrpSpPr>
          <p:cNvPr id="31" name="Group 30">
            <a:extLst>
              <a:ext uri="{FF2B5EF4-FFF2-40B4-BE49-F238E27FC236}">
                <a16:creationId xmlns:a16="http://schemas.microsoft.com/office/drawing/2014/main" id="{8B812864-5510-0B4D-BF97-3EB038C0A55F}"/>
              </a:ext>
            </a:extLst>
          </p:cNvPr>
          <p:cNvGrpSpPr/>
          <p:nvPr/>
        </p:nvGrpSpPr>
        <p:grpSpPr>
          <a:xfrm>
            <a:off x="5311375" y="3891941"/>
            <a:ext cx="1062564" cy="601403"/>
            <a:chOff x="6827979" y="5625080"/>
            <a:chExt cx="1062564" cy="601403"/>
          </a:xfrm>
        </p:grpSpPr>
        <p:sp>
          <p:nvSpPr>
            <p:cNvPr id="32" name="Cube 31">
              <a:extLst>
                <a:ext uri="{FF2B5EF4-FFF2-40B4-BE49-F238E27FC236}">
                  <a16:creationId xmlns:a16="http://schemas.microsoft.com/office/drawing/2014/main" id="{42ED0E90-CA6C-794C-BF60-7B5728A50254}"/>
                </a:ext>
              </a:extLst>
            </p:cNvPr>
            <p:cNvSpPr/>
            <p:nvPr/>
          </p:nvSpPr>
          <p:spPr>
            <a:xfrm>
              <a:off x="6827979" y="5625080"/>
              <a:ext cx="647861" cy="601403"/>
            </a:xfrm>
            <a:prstGeom prst="cube">
              <a:avLst>
                <a:gd name="adj" fmla="val 3817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VN"/>
                <a:t>-3</a:t>
              </a:r>
            </a:p>
          </p:txBody>
        </p:sp>
        <p:sp>
          <p:nvSpPr>
            <p:cNvPr id="33" name="Cube 32">
              <a:extLst>
                <a:ext uri="{FF2B5EF4-FFF2-40B4-BE49-F238E27FC236}">
                  <a16:creationId xmlns:a16="http://schemas.microsoft.com/office/drawing/2014/main" id="{359EBD54-5A08-EE43-A354-0460ED7CF759}"/>
                </a:ext>
              </a:extLst>
            </p:cNvPr>
            <p:cNvSpPr/>
            <p:nvPr/>
          </p:nvSpPr>
          <p:spPr>
            <a:xfrm>
              <a:off x="7242682" y="5625080"/>
              <a:ext cx="647861" cy="601403"/>
            </a:xfrm>
            <a:prstGeom prst="cube">
              <a:avLst>
                <a:gd name="adj" fmla="val 3817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VN"/>
                <a:t>-7</a:t>
              </a:r>
            </a:p>
          </p:txBody>
        </p:sp>
      </p:grpSp>
    </p:spTree>
    <p:extLst>
      <p:ext uri="{BB962C8B-B14F-4D97-AF65-F5344CB8AC3E}">
        <p14:creationId xmlns:p14="http://schemas.microsoft.com/office/powerpoint/2010/main" val="744621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09F558-D333-EE4F-BF8A-DD5A2AF8E8E5}"/>
              </a:ext>
            </a:extLst>
          </p:cNvPr>
          <p:cNvSpPr>
            <a:spLocks noGrp="1"/>
          </p:cNvSpPr>
          <p:nvPr>
            <p:ph type="title"/>
          </p:nvPr>
        </p:nvSpPr>
        <p:spPr/>
        <p:txBody>
          <a:bodyPr>
            <a:normAutofit fontScale="90000"/>
          </a:bodyPr>
          <a:lstStyle/>
          <a:p>
            <a:r>
              <a:rPr lang="en-US"/>
              <a:t>T</a:t>
            </a:r>
            <a:r>
              <a:rPr lang="en-VN"/>
              <a:t>RUYỀN THAM TRỊ KIỂU MẢNG</a:t>
            </a:r>
          </a:p>
        </p:txBody>
      </p:sp>
      <p:sp>
        <p:nvSpPr>
          <p:cNvPr id="4" name="Footer Placeholder 3">
            <a:extLst>
              <a:ext uri="{FF2B5EF4-FFF2-40B4-BE49-F238E27FC236}">
                <a16:creationId xmlns:a16="http://schemas.microsoft.com/office/drawing/2014/main" id="{F03246C0-7681-AD48-868A-D72606C1877E}"/>
              </a:ext>
            </a:extLst>
          </p:cNvPr>
          <p:cNvSpPr>
            <a:spLocks noGrp="1"/>
          </p:cNvSpPr>
          <p:nvPr>
            <p:ph type="ftr" sz="quarter" idx="11"/>
          </p:nvPr>
        </p:nvSpPr>
        <p:spPr/>
        <p:txBody>
          <a:bodyPr/>
          <a:lstStyle/>
          <a:p>
            <a:r>
              <a:rPr lang="vi-VN" dirty="0"/>
              <a:t>Bài 6: Mảng một chiều</a:t>
            </a:r>
            <a:endParaRPr lang="en-US" dirty="0"/>
          </a:p>
        </p:txBody>
      </p:sp>
      <p:sp>
        <p:nvSpPr>
          <p:cNvPr id="5" name="Slide Number Placeholder 4">
            <a:extLst>
              <a:ext uri="{FF2B5EF4-FFF2-40B4-BE49-F238E27FC236}">
                <a16:creationId xmlns:a16="http://schemas.microsoft.com/office/drawing/2014/main" id="{AA02F9E7-4A6D-174E-81AE-32936B7114DF}"/>
              </a:ext>
            </a:extLst>
          </p:cNvPr>
          <p:cNvSpPr>
            <a:spLocks noGrp="1"/>
          </p:cNvSpPr>
          <p:nvPr>
            <p:ph type="sldNum" sz="quarter" idx="12"/>
          </p:nvPr>
        </p:nvSpPr>
        <p:spPr/>
        <p:txBody>
          <a:bodyPr/>
          <a:lstStyle/>
          <a:p>
            <a:fld id="{1AD93096-5B34-4342-9326-69289CEAE4C2}" type="slidenum">
              <a:rPr lang="en-US" smtClean="0"/>
              <a:pPr/>
              <a:t>25</a:t>
            </a:fld>
            <a:endParaRPr lang="en-US" dirty="0"/>
          </a:p>
        </p:txBody>
      </p:sp>
      <p:sp>
        <p:nvSpPr>
          <p:cNvPr id="6" name="Content Placeholder 5">
            <a:extLst>
              <a:ext uri="{FF2B5EF4-FFF2-40B4-BE49-F238E27FC236}">
                <a16:creationId xmlns:a16="http://schemas.microsoft.com/office/drawing/2014/main" id="{5A9C55D3-4492-0D46-8D07-29F3359D868A}"/>
              </a:ext>
            </a:extLst>
          </p:cNvPr>
          <p:cNvSpPr txBox="1">
            <a:spLocks/>
          </p:cNvSpPr>
          <p:nvPr/>
        </p:nvSpPr>
        <p:spPr>
          <a:xfrm>
            <a:off x="1547664" y="877291"/>
            <a:ext cx="6048671" cy="2935050"/>
          </a:xfrm>
          <a:prstGeom prst="rect">
            <a:avLst/>
          </a:prstGeom>
        </p:spPr>
        <p:style>
          <a:lnRef idx="2">
            <a:schemeClr val="accent2"/>
          </a:lnRef>
          <a:fillRef idx="1">
            <a:schemeClr val="lt1"/>
          </a:fillRef>
          <a:effectRef idx="0">
            <a:schemeClr val="accent2"/>
          </a:effectRef>
          <a:fontRef idx="minor">
            <a:schemeClr val="dk1"/>
          </a:fontRef>
        </p:style>
        <p:txBody>
          <a:bodyPr>
            <a:noAutofit/>
          </a:bodyPr>
          <a:lstStyle>
            <a:lvl1pPr marL="308610" indent="-257175" algn="l" rtl="0" eaLnBrk="1" latinLnBrk="0" hangingPunct="1">
              <a:spcBef>
                <a:spcPts val="525"/>
              </a:spcBef>
              <a:buSzPct val="95000"/>
              <a:buFont typeface="Wingdings"/>
              <a:buChar char=""/>
              <a:defRPr sz="1500" kern="1200" spc="0">
                <a:solidFill>
                  <a:schemeClr val="tx1"/>
                </a:solidFill>
                <a:latin typeface="+mn-lt"/>
                <a:ea typeface="+mn-ea"/>
                <a:cs typeface="Arial" pitchFamily="34" charset="0"/>
              </a:defRPr>
            </a:lvl1pPr>
            <a:lvl2pPr marL="555498" indent="-214313" algn="l" rtl="0" eaLnBrk="1" latinLnBrk="0" hangingPunct="1">
              <a:spcBef>
                <a:spcPct val="20000"/>
              </a:spcBef>
              <a:buClr>
                <a:schemeClr val="accent2"/>
              </a:buClr>
              <a:buSzPct val="90000"/>
              <a:buFont typeface="Wingdings"/>
              <a:buChar char=""/>
              <a:defRPr sz="1350" kern="1200" spc="0">
                <a:solidFill>
                  <a:schemeClr val="tx1"/>
                </a:solidFill>
                <a:latin typeface="+mn-lt"/>
                <a:ea typeface="+mn-ea"/>
                <a:cs typeface="Arial" pitchFamily="34" charset="0"/>
              </a:defRPr>
            </a:lvl2pPr>
            <a:lvl3pPr marL="747522" indent="-171450" algn="l" rtl="0" eaLnBrk="1" latinLnBrk="0" hangingPunct="1">
              <a:spcBef>
                <a:spcPct val="20000"/>
              </a:spcBef>
              <a:buClr>
                <a:schemeClr val="accent2"/>
              </a:buClr>
              <a:buFont typeface="Wingdings 2"/>
              <a:buChar char=""/>
              <a:defRPr sz="1200" kern="1200" spc="0">
                <a:solidFill>
                  <a:schemeClr val="tx1"/>
                </a:solidFill>
                <a:latin typeface="+mn-lt"/>
                <a:ea typeface="+mn-ea"/>
                <a:cs typeface="Arial" pitchFamily="34" charset="0"/>
              </a:defRPr>
            </a:lvl3pPr>
            <a:lvl4pPr marL="946404" indent="-171450" algn="l" rtl="0" eaLnBrk="1" latinLnBrk="0" hangingPunct="1">
              <a:spcBef>
                <a:spcPct val="20000"/>
              </a:spcBef>
              <a:buClr>
                <a:schemeClr val="accent3"/>
              </a:buClr>
              <a:buFont typeface="Wingdings 3"/>
              <a:buChar char=""/>
              <a:defRPr sz="1200" kern="1200" spc="0">
                <a:solidFill>
                  <a:schemeClr val="tx1"/>
                </a:solidFill>
                <a:latin typeface="+mn-lt"/>
                <a:ea typeface="+mn-ea"/>
                <a:cs typeface="Arial" pitchFamily="34" charset="0"/>
              </a:defRPr>
            </a:lvl4pPr>
            <a:lvl5pPr marL="1110996" indent="-157734" algn="l" rtl="0" eaLnBrk="1" latinLnBrk="0" hangingPunct="1">
              <a:spcBef>
                <a:spcPct val="20000"/>
              </a:spcBef>
              <a:buClr>
                <a:schemeClr val="accent3"/>
              </a:buClr>
              <a:buFont typeface="Wingdings 2"/>
              <a:buChar char=""/>
              <a:defRPr sz="1050" kern="1200" spc="0">
                <a:solidFill>
                  <a:schemeClr val="tx1"/>
                </a:solidFill>
                <a:latin typeface="+mn-lt"/>
                <a:ea typeface="+mn-ea"/>
                <a:cs typeface="Arial" pitchFamily="34" charset="0"/>
              </a:defRPr>
            </a:lvl5pPr>
            <a:lvl6pPr marL="1282446" indent="-157734" algn="l" rtl="0" eaLnBrk="1" latinLnBrk="0" hangingPunct="1">
              <a:spcBef>
                <a:spcPct val="20000"/>
              </a:spcBef>
              <a:buClr>
                <a:schemeClr val="accent3"/>
              </a:buClr>
              <a:buFont typeface="Wingdings 2"/>
              <a:buChar char=""/>
              <a:defRPr sz="1350" kern="1200">
                <a:solidFill>
                  <a:schemeClr val="tx1"/>
                </a:solidFill>
                <a:latin typeface="+mn-lt"/>
                <a:ea typeface="+mn-ea"/>
                <a:cs typeface="+mn-cs"/>
              </a:defRPr>
            </a:lvl6pPr>
            <a:lvl7pPr marL="1426464"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7pPr>
            <a:lvl8pPr marL="1570482"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8pPr>
            <a:lvl9pPr marL="1714500"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9pPr>
            <a:extLst/>
          </a:lstStyle>
          <a:p>
            <a:pPr marL="51435" indent="0" algn="just">
              <a:spcBef>
                <a:spcPts val="0"/>
              </a:spcBef>
              <a:buNone/>
            </a:pPr>
            <a:r>
              <a:rPr lang="en-US" sz="1300">
                <a:solidFill>
                  <a:srgbClr val="0000FF"/>
                </a:solidFill>
                <a:latin typeface="Consolas" panose="020B0609020204030204" pitchFamily="49" charset="0"/>
              </a:rPr>
              <a:t>static</a:t>
            </a:r>
            <a:r>
              <a:rPr lang="en-US" sz="1300">
                <a:latin typeface="Consolas" panose="020B0609020204030204" pitchFamily="49" charset="0"/>
              </a:rPr>
              <a:t> </a:t>
            </a:r>
            <a:r>
              <a:rPr lang="en-US" sz="1300">
                <a:solidFill>
                  <a:srgbClr val="0000FF"/>
                </a:solidFill>
                <a:latin typeface="Consolas" panose="020B0609020204030204" pitchFamily="49" charset="0"/>
              </a:rPr>
              <a:t>void</a:t>
            </a:r>
            <a:r>
              <a:rPr lang="en-US" sz="1300">
                <a:latin typeface="Consolas" panose="020B0609020204030204" pitchFamily="49" charset="0"/>
              </a:rPr>
              <a:t> </a:t>
            </a:r>
            <a:r>
              <a:rPr lang="en-US" sz="1300">
                <a:solidFill>
                  <a:srgbClr val="FEA400"/>
                </a:solidFill>
                <a:latin typeface="Consolas" panose="020B0609020204030204" pitchFamily="49" charset="0"/>
              </a:rPr>
              <a:t>Change</a:t>
            </a:r>
            <a:r>
              <a:rPr lang="en-US" sz="1300">
                <a:latin typeface="Consolas" panose="020B0609020204030204" pitchFamily="49" charset="0"/>
              </a:rPr>
              <a:t>(</a:t>
            </a:r>
            <a:r>
              <a:rPr lang="en-US" sz="1300">
                <a:solidFill>
                  <a:srgbClr val="0000FF"/>
                </a:solidFill>
                <a:latin typeface="Consolas" panose="020B0609020204030204" pitchFamily="49" charset="0"/>
              </a:rPr>
              <a:t>int</a:t>
            </a:r>
            <a:r>
              <a:rPr lang="en-US" sz="1300">
                <a:latin typeface="Consolas" panose="020B0609020204030204" pitchFamily="49" charset="0"/>
              </a:rPr>
              <a:t>[]</a:t>
            </a:r>
            <a:r>
              <a:rPr lang="en-US" sz="1300">
                <a:solidFill>
                  <a:schemeClr val="bg1"/>
                </a:solidFill>
                <a:latin typeface="Consolas" panose="020B0609020204030204" pitchFamily="49" charset="0"/>
              </a:rPr>
              <a:t> </a:t>
            </a:r>
            <a:r>
              <a:rPr lang="en-US" sz="1300">
                <a:solidFill>
                  <a:srgbClr val="2B91AF"/>
                </a:solidFill>
                <a:latin typeface="Consolas" panose="020B0609020204030204" pitchFamily="49" charset="0"/>
              </a:rPr>
              <a:t>a</a:t>
            </a:r>
            <a:r>
              <a:rPr lang="en-US" sz="1300">
                <a:latin typeface="Consolas" panose="020B0609020204030204" pitchFamily="49" charset="0"/>
              </a:rPr>
              <a:t>)</a:t>
            </a:r>
          </a:p>
          <a:p>
            <a:pPr marL="51435" indent="0" algn="just">
              <a:spcBef>
                <a:spcPts val="0"/>
              </a:spcBef>
              <a:buNone/>
            </a:pPr>
            <a:r>
              <a:rPr lang="en-US" sz="1300">
                <a:latin typeface="Consolas" panose="020B0609020204030204" pitchFamily="49" charset="0"/>
              </a:rPr>
              <a:t>{</a:t>
            </a:r>
          </a:p>
          <a:p>
            <a:pPr marL="51435" indent="0" algn="just">
              <a:spcBef>
                <a:spcPts val="0"/>
              </a:spcBef>
              <a:buNone/>
            </a:pPr>
            <a:r>
              <a:rPr lang="en-US" sz="1300">
                <a:solidFill>
                  <a:schemeClr val="bg1"/>
                </a:solidFill>
                <a:latin typeface="Consolas" panose="020B0609020204030204" pitchFamily="49" charset="0"/>
              </a:rPr>
              <a:t>    </a:t>
            </a:r>
            <a:r>
              <a:rPr lang="en-US" sz="1300">
                <a:solidFill>
                  <a:srgbClr val="2B91AF"/>
                </a:solidFill>
                <a:latin typeface="Consolas" panose="020B0609020204030204" pitchFamily="49" charset="0"/>
              </a:rPr>
              <a:t>a[0] </a:t>
            </a:r>
            <a:r>
              <a:rPr lang="en-US" sz="1300">
                <a:latin typeface="Consolas" panose="020B0609020204030204" pitchFamily="49" charset="0"/>
              </a:rPr>
              <a:t>= 9;</a:t>
            </a:r>
          </a:p>
          <a:p>
            <a:pPr marL="51435" indent="0" algn="just">
              <a:spcBef>
                <a:spcPts val="0"/>
              </a:spcBef>
              <a:buNone/>
            </a:pPr>
            <a:r>
              <a:rPr lang="en-US" sz="1300">
                <a:solidFill>
                  <a:schemeClr val="bg1"/>
                </a:solidFill>
                <a:latin typeface="Consolas" panose="020B0609020204030204" pitchFamily="49" charset="0"/>
              </a:rPr>
              <a:t>    </a:t>
            </a:r>
            <a:r>
              <a:rPr lang="en-US" sz="1300">
                <a:solidFill>
                  <a:srgbClr val="2B91AF"/>
                </a:solidFill>
                <a:latin typeface="Consolas" panose="020B0609020204030204" pitchFamily="49" charset="0"/>
              </a:rPr>
              <a:t>a</a:t>
            </a:r>
            <a:r>
              <a:rPr lang="en-US" sz="1300">
                <a:solidFill>
                  <a:schemeClr val="bg1"/>
                </a:solidFill>
                <a:latin typeface="Consolas" panose="020B0609020204030204" pitchFamily="49" charset="0"/>
              </a:rPr>
              <a:t> </a:t>
            </a:r>
            <a:r>
              <a:rPr lang="en-US" sz="1300">
                <a:latin typeface="Consolas" panose="020B0609020204030204" pitchFamily="49" charset="0"/>
              </a:rPr>
              <a:t>= </a:t>
            </a:r>
            <a:r>
              <a:rPr lang="en-US" sz="1300">
                <a:solidFill>
                  <a:srgbClr val="0432FF"/>
                </a:solidFill>
                <a:latin typeface="Consolas" panose="020B0609020204030204" pitchFamily="49" charset="0"/>
              </a:rPr>
              <a:t>new int[2] </a:t>
            </a:r>
            <a:r>
              <a:rPr lang="en-US" sz="1300">
                <a:latin typeface="Consolas" panose="020B0609020204030204" pitchFamily="49" charset="0"/>
              </a:rPr>
              <a:t>{-3, -7};</a:t>
            </a:r>
          </a:p>
          <a:p>
            <a:pPr marL="51435" indent="0" algn="just">
              <a:spcBef>
                <a:spcPts val="0"/>
              </a:spcBef>
              <a:buNone/>
            </a:pPr>
            <a:r>
              <a:rPr lang="en-US" sz="1300">
                <a:solidFill>
                  <a:schemeClr val="bg1"/>
                </a:solidFill>
                <a:latin typeface="Consolas" panose="020B0609020204030204" pitchFamily="49" charset="0"/>
              </a:rPr>
              <a:t>    </a:t>
            </a:r>
            <a:r>
              <a:rPr lang="en-US" sz="1300">
                <a:solidFill>
                  <a:srgbClr val="2B91AF"/>
                </a:solidFill>
                <a:latin typeface="Consolas" panose="020B0609020204030204" pitchFamily="49" charset="0"/>
              </a:rPr>
              <a:t>Console</a:t>
            </a:r>
            <a:r>
              <a:rPr lang="en-US" sz="1300">
                <a:latin typeface="Consolas" panose="020B0609020204030204" pitchFamily="49" charset="0"/>
              </a:rPr>
              <a:t>.</a:t>
            </a:r>
            <a:r>
              <a:rPr lang="en-US" sz="1300">
                <a:solidFill>
                  <a:srgbClr val="FEA400"/>
                </a:solidFill>
                <a:latin typeface="Consolas" panose="020B0609020204030204" pitchFamily="49" charset="0"/>
              </a:rPr>
              <a:t>WriteLine</a:t>
            </a:r>
            <a:r>
              <a:rPr lang="en-US" sz="1300">
                <a:latin typeface="Consolas" panose="020B0609020204030204" pitchFamily="49" charset="0"/>
              </a:rPr>
              <a:t>($</a:t>
            </a:r>
            <a:r>
              <a:rPr lang="en-US" sz="1300">
                <a:solidFill>
                  <a:srgbClr val="A31515"/>
                </a:solidFill>
                <a:latin typeface="Consolas" panose="020B0609020204030204" pitchFamily="49" charset="0"/>
              </a:rPr>
              <a:t>"Inside method: a[0] = </a:t>
            </a:r>
            <a:r>
              <a:rPr lang="en-US" sz="1300">
                <a:latin typeface="Consolas" panose="020B0609020204030204" pitchFamily="49" charset="0"/>
              </a:rPr>
              <a:t>{</a:t>
            </a:r>
            <a:r>
              <a:rPr lang="en-US" sz="1300">
                <a:solidFill>
                  <a:schemeClr val="accent6">
                    <a:lumMod val="75000"/>
                  </a:schemeClr>
                </a:solidFill>
                <a:latin typeface="Consolas" panose="020B0609020204030204" pitchFamily="49" charset="0"/>
              </a:rPr>
              <a:t>a[0]</a:t>
            </a:r>
            <a:r>
              <a:rPr lang="en-US" sz="1300">
                <a:latin typeface="Consolas" panose="020B0609020204030204" pitchFamily="49" charset="0"/>
              </a:rPr>
              <a:t>}</a:t>
            </a:r>
            <a:r>
              <a:rPr lang="en-US" sz="1300">
                <a:solidFill>
                  <a:srgbClr val="A31515"/>
                </a:solidFill>
                <a:latin typeface="Consolas" panose="020B0609020204030204" pitchFamily="49" charset="0"/>
              </a:rPr>
              <a:t>"</a:t>
            </a:r>
            <a:r>
              <a:rPr lang="en-US" sz="1300">
                <a:latin typeface="Consolas" panose="020B0609020204030204" pitchFamily="49" charset="0"/>
              </a:rPr>
              <a:t>);</a:t>
            </a:r>
          </a:p>
          <a:p>
            <a:pPr marL="51435" indent="0" algn="just">
              <a:spcBef>
                <a:spcPts val="0"/>
              </a:spcBef>
              <a:buNone/>
            </a:pPr>
            <a:r>
              <a:rPr lang="en-US" sz="1300">
                <a:latin typeface="Consolas" panose="020B0609020204030204" pitchFamily="49" charset="0"/>
              </a:rPr>
              <a:t>}</a:t>
            </a:r>
          </a:p>
          <a:p>
            <a:pPr marL="51435" indent="0" algn="just">
              <a:spcBef>
                <a:spcPts val="0"/>
              </a:spcBef>
              <a:buNone/>
            </a:pPr>
            <a:endParaRPr lang="en-US" sz="1300">
              <a:solidFill>
                <a:srgbClr val="0000FF"/>
              </a:solidFill>
              <a:latin typeface="Consolas" panose="020B0609020204030204" pitchFamily="49" charset="0"/>
            </a:endParaRPr>
          </a:p>
          <a:p>
            <a:pPr marL="51435" indent="0" algn="just">
              <a:spcBef>
                <a:spcPts val="0"/>
              </a:spcBef>
              <a:buNone/>
            </a:pPr>
            <a:r>
              <a:rPr lang="en-US" sz="1300">
                <a:solidFill>
                  <a:srgbClr val="0000FF"/>
                </a:solidFill>
                <a:latin typeface="Consolas" panose="020B0609020204030204" pitchFamily="49" charset="0"/>
              </a:rPr>
              <a:t>static</a:t>
            </a:r>
            <a:r>
              <a:rPr lang="en-US" sz="1300">
                <a:latin typeface="Consolas" panose="020B0609020204030204" pitchFamily="49" charset="0"/>
              </a:rPr>
              <a:t> </a:t>
            </a:r>
            <a:r>
              <a:rPr lang="en-US" sz="1300">
                <a:solidFill>
                  <a:srgbClr val="0000FF"/>
                </a:solidFill>
                <a:latin typeface="Consolas" panose="020B0609020204030204" pitchFamily="49" charset="0"/>
              </a:rPr>
              <a:t>void</a:t>
            </a:r>
            <a:r>
              <a:rPr lang="en-US" sz="1300">
                <a:latin typeface="Consolas" panose="020B0609020204030204" pitchFamily="49" charset="0"/>
              </a:rPr>
              <a:t> </a:t>
            </a:r>
            <a:r>
              <a:rPr lang="en-US" sz="1300">
                <a:solidFill>
                  <a:srgbClr val="FEA400"/>
                </a:solidFill>
                <a:latin typeface="Consolas" panose="020B0609020204030204" pitchFamily="49" charset="0"/>
              </a:rPr>
              <a:t>Main</a:t>
            </a:r>
            <a:r>
              <a:rPr lang="en-US" sz="1300">
                <a:latin typeface="Consolas" panose="020B0609020204030204" pitchFamily="49" charset="0"/>
              </a:rPr>
              <a:t>(</a:t>
            </a:r>
            <a:r>
              <a:rPr lang="en-US" sz="1300">
                <a:solidFill>
                  <a:srgbClr val="0000FF"/>
                </a:solidFill>
                <a:latin typeface="Consolas" panose="020B0609020204030204" pitchFamily="49" charset="0"/>
              </a:rPr>
              <a:t>string</a:t>
            </a:r>
            <a:r>
              <a:rPr lang="en-US" sz="1300">
                <a:latin typeface="Consolas" panose="020B0609020204030204" pitchFamily="49" charset="0"/>
              </a:rPr>
              <a:t>[] args)</a:t>
            </a:r>
          </a:p>
          <a:p>
            <a:pPr marL="51435" indent="0" algn="just">
              <a:spcBef>
                <a:spcPts val="0"/>
              </a:spcBef>
              <a:buNone/>
            </a:pPr>
            <a:r>
              <a:rPr lang="en-US" sz="1300">
                <a:latin typeface="Consolas" panose="020B0609020204030204" pitchFamily="49" charset="0"/>
              </a:rPr>
              <a:t>{</a:t>
            </a:r>
          </a:p>
          <a:p>
            <a:pPr marL="51435" indent="0">
              <a:spcBef>
                <a:spcPts val="0"/>
              </a:spcBef>
              <a:buNone/>
            </a:pPr>
            <a:r>
              <a:rPr lang="en-US" sz="1300">
                <a:solidFill>
                  <a:srgbClr val="2B91AF"/>
                </a:solidFill>
                <a:latin typeface="Consolas" panose="020B0609020204030204" pitchFamily="49" charset="0"/>
              </a:rPr>
              <a:t>    </a:t>
            </a:r>
            <a:r>
              <a:rPr lang="en-US" sz="1300">
                <a:solidFill>
                  <a:srgbClr val="0432FF"/>
                </a:solidFill>
                <a:latin typeface="Consolas" panose="020B0609020204030204" pitchFamily="49" charset="0"/>
              </a:rPr>
              <a:t>int[]</a:t>
            </a:r>
            <a:r>
              <a:rPr lang="en-US" sz="1300">
                <a:solidFill>
                  <a:schemeClr val="bg1"/>
                </a:solidFill>
                <a:latin typeface="Consolas" panose="020B0609020204030204" pitchFamily="49" charset="0"/>
              </a:rPr>
              <a:t> </a:t>
            </a:r>
            <a:r>
              <a:rPr lang="en-US" sz="1300">
                <a:solidFill>
                  <a:srgbClr val="2B91AF"/>
                </a:solidFill>
                <a:latin typeface="Consolas" panose="020B0609020204030204" pitchFamily="49" charset="0"/>
              </a:rPr>
              <a:t>a</a:t>
            </a:r>
            <a:r>
              <a:rPr lang="en-US" sz="1300">
                <a:solidFill>
                  <a:schemeClr val="bg1"/>
                </a:solidFill>
                <a:latin typeface="Consolas" panose="020B0609020204030204" pitchFamily="49" charset="0"/>
              </a:rPr>
              <a:t> </a:t>
            </a:r>
            <a:r>
              <a:rPr lang="en-US" sz="1300">
                <a:latin typeface="Consolas" panose="020B0609020204030204" pitchFamily="49" charset="0"/>
              </a:rPr>
              <a:t>= </a:t>
            </a:r>
            <a:r>
              <a:rPr lang="en-US" sz="1300">
                <a:solidFill>
                  <a:srgbClr val="0432FF"/>
                </a:solidFill>
                <a:latin typeface="Consolas" panose="020B0609020204030204" pitchFamily="49" charset="0"/>
              </a:rPr>
              <a:t>new int[4] </a:t>
            </a:r>
            <a:r>
              <a:rPr lang="en-US" sz="1300">
                <a:latin typeface="Consolas" panose="020B0609020204030204" pitchFamily="49" charset="0"/>
              </a:rPr>
              <a:t>{5, 8, 2, 7};</a:t>
            </a:r>
          </a:p>
          <a:p>
            <a:pPr marL="51435" indent="0">
              <a:spcBef>
                <a:spcPts val="0"/>
              </a:spcBef>
              <a:buNone/>
            </a:pPr>
            <a:r>
              <a:rPr lang="en-US" sz="1300">
                <a:solidFill>
                  <a:schemeClr val="bg1"/>
                </a:solidFill>
                <a:latin typeface="Consolas" panose="020B0609020204030204" pitchFamily="49" charset="0"/>
                <a:cs typeface="Consolas" panose="020B0609020204030204" pitchFamily="49" charset="0"/>
              </a:rPr>
              <a:t>    </a:t>
            </a:r>
            <a:r>
              <a:rPr lang="en-US" sz="1300">
                <a:solidFill>
                  <a:srgbClr val="2B91AF"/>
                </a:solidFill>
                <a:latin typeface="Consolas" panose="020B0609020204030204" pitchFamily="49" charset="0"/>
              </a:rPr>
              <a:t>Console</a:t>
            </a:r>
            <a:r>
              <a:rPr lang="en-US" sz="1300">
                <a:latin typeface="Consolas" panose="020B0609020204030204" pitchFamily="49" charset="0"/>
              </a:rPr>
              <a:t>.</a:t>
            </a:r>
            <a:r>
              <a:rPr lang="en-US" sz="1300">
                <a:solidFill>
                  <a:srgbClr val="FEA400"/>
                </a:solidFill>
                <a:latin typeface="Consolas" panose="020B0609020204030204" pitchFamily="49" charset="0"/>
              </a:rPr>
              <a:t>WriteLine</a:t>
            </a:r>
            <a:r>
              <a:rPr lang="en-US" sz="1300">
                <a:latin typeface="Consolas" panose="020B0609020204030204" pitchFamily="49" charset="0"/>
                <a:cs typeface="Consolas" panose="020B0609020204030204" pitchFamily="49" charset="0"/>
              </a:rPr>
              <a:t>($</a:t>
            </a:r>
            <a:r>
              <a:rPr lang="en-US" sz="1300">
                <a:solidFill>
                  <a:srgbClr val="A31515"/>
                </a:solidFill>
                <a:latin typeface="Consolas" panose="020B0609020204030204" pitchFamily="49" charset="0"/>
              </a:rPr>
              <a:t>"Before calling method: a[0] = </a:t>
            </a:r>
            <a:r>
              <a:rPr lang="en-US" sz="1300">
                <a:latin typeface="Consolas" panose="020B0609020204030204" pitchFamily="49" charset="0"/>
              </a:rPr>
              <a:t>{</a:t>
            </a:r>
            <a:r>
              <a:rPr lang="en-US" sz="1300">
                <a:solidFill>
                  <a:schemeClr val="accent6">
                    <a:lumMod val="75000"/>
                  </a:schemeClr>
                </a:solidFill>
                <a:latin typeface="Consolas" panose="020B0609020204030204" pitchFamily="49" charset="0"/>
              </a:rPr>
              <a:t>a[0]</a:t>
            </a:r>
            <a:r>
              <a:rPr lang="en-US" sz="1300">
                <a:latin typeface="Consolas" panose="020B0609020204030204" pitchFamily="49" charset="0"/>
              </a:rPr>
              <a:t>}</a:t>
            </a:r>
            <a:r>
              <a:rPr lang="en-US" sz="1300">
                <a:solidFill>
                  <a:srgbClr val="A31515"/>
                </a:solidFill>
                <a:latin typeface="Consolas" panose="020B0609020204030204" pitchFamily="49" charset="0"/>
              </a:rPr>
              <a:t>"</a:t>
            </a:r>
            <a:r>
              <a:rPr lang="en-US" sz="1300">
                <a:latin typeface="Consolas" panose="020B0609020204030204" pitchFamily="49" charset="0"/>
                <a:cs typeface="Consolas" panose="020B0609020204030204" pitchFamily="49" charset="0"/>
              </a:rPr>
              <a:t>);</a:t>
            </a:r>
          </a:p>
          <a:p>
            <a:pPr marL="51435" indent="0">
              <a:spcBef>
                <a:spcPts val="0"/>
              </a:spcBef>
              <a:buNone/>
            </a:pPr>
            <a:r>
              <a:rPr lang="en-US" sz="1300">
                <a:solidFill>
                  <a:schemeClr val="bg1"/>
                </a:solidFill>
                <a:latin typeface="Consolas" panose="020B0609020204030204" pitchFamily="49" charset="0"/>
                <a:cs typeface="Consolas" panose="020B0609020204030204" pitchFamily="49" charset="0"/>
              </a:rPr>
              <a:t>    </a:t>
            </a:r>
            <a:r>
              <a:rPr lang="en-US" sz="1300">
                <a:solidFill>
                  <a:srgbClr val="FEA400"/>
                </a:solidFill>
                <a:latin typeface="Consolas" panose="020B0609020204030204" pitchFamily="49" charset="0"/>
              </a:rPr>
              <a:t>Change</a:t>
            </a:r>
            <a:r>
              <a:rPr lang="en-US" sz="1300">
                <a:latin typeface="Consolas" panose="020B0609020204030204" pitchFamily="49" charset="0"/>
              </a:rPr>
              <a:t>(</a:t>
            </a:r>
            <a:r>
              <a:rPr lang="en-US" sz="1300">
                <a:solidFill>
                  <a:srgbClr val="2B91AF"/>
                </a:solidFill>
                <a:latin typeface="Consolas" panose="020B0609020204030204" pitchFamily="49" charset="0"/>
              </a:rPr>
              <a:t>a</a:t>
            </a:r>
            <a:r>
              <a:rPr lang="en-US" sz="1300">
                <a:latin typeface="Consolas" panose="020B0609020204030204" pitchFamily="49" charset="0"/>
              </a:rPr>
              <a:t>);</a:t>
            </a:r>
          </a:p>
          <a:p>
            <a:pPr marL="51435" indent="0">
              <a:spcBef>
                <a:spcPts val="0"/>
              </a:spcBef>
              <a:buNone/>
            </a:pPr>
            <a:r>
              <a:rPr lang="en-US" sz="1300">
                <a:solidFill>
                  <a:srgbClr val="2B91AF"/>
                </a:solidFill>
                <a:latin typeface="Consolas" panose="020B0609020204030204" pitchFamily="49" charset="0"/>
              </a:rPr>
              <a:t>    Console</a:t>
            </a:r>
            <a:r>
              <a:rPr lang="en-US" sz="1300">
                <a:latin typeface="Consolas" panose="020B0609020204030204" pitchFamily="49" charset="0"/>
              </a:rPr>
              <a:t>.</a:t>
            </a:r>
            <a:r>
              <a:rPr lang="en-US" sz="1300">
                <a:solidFill>
                  <a:srgbClr val="FEA400"/>
                </a:solidFill>
                <a:latin typeface="Consolas" panose="020B0609020204030204" pitchFamily="49" charset="0"/>
              </a:rPr>
              <a:t>WriteLine</a:t>
            </a:r>
            <a:r>
              <a:rPr lang="en-US" sz="1300">
                <a:latin typeface="Consolas" panose="020B0609020204030204" pitchFamily="49" charset="0"/>
                <a:cs typeface="Consolas" panose="020B0609020204030204" pitchFamily="49" charset="0"/>
              </a:rPr>
              <a:t>($</a:t>
            </a:r>
            <a:r>
              <a:rPr lang="en-US" sz="1300">
                <a:solidFill>
                  <a:srgbClr val="A31515"/>
                </a:solidFill>
                <a:latin typeface="Consolas" panose="020B0609020204030204" pitchFamily="49" charset="0"/>
              </a:rPr>
              <a:t>"After calling method: a[0] = </a:t>
            </a:r>
            <a:r>
              <a:rPr lang="en-US" sz="1300">
                <a:latin typeface="Consolas" panose="020B0609020204030204" pitchFamily="49" charset="0"/>
              </a:rPr>
              <a:t>{</a:t>
            </a:r>
            <a:r>
              <a:rPr lang="en-US" sz="1300">
                <a:solidFill>
                  <a:schemeClr val="accent6">
                    <a:lumMod val="75000"/>
                  </a:schemeClr>
                </a:solidFill>
                <a:latin typeface="Consolas" panose="020B0609020204030204" pitchFamily="49" charset="0"/>
              </a:rPr>
              <a:t>a[0]</a:t>
            </a:r>
            <a:r>
              <a:rPr lang="en-US" sz="1300">
                <a:latin typeface="Consolas" panose="020B0609020204030204" pitchFamily="49" charset="0"/>
              </a:rPr>
              <a:t>}</a:t>
            </a:r>
            <a:r>
              <a:rPr lang="en-US" sz="1300">
                <a:solidFill>
                  <a:srgbClr val="A31515"/>
                </a:solidFill>
                <a:latin typeface="Consolas" panose="020B0609020204030204" pitchFamily="49" charset="0"/>
              </a:rPr>
              <a:t>"</a:t>
            </a:r>
            <a:r>
              <a:rPr lang="en-US" sz="1300">
                <a:latin typeface="Consolas" panose="020B0609020204030204" pitchFamily="49" charset="0"/>
                <a:cs typeface="Consolas" panose="020B0609020204030204" pitchFamily="49" charset="0"/>
              </a:rPr>
              <a:t>);</a:t>
            </a:r>
            <a:endParaRPr lang="en-US" sz="1300">
              <a:latin typeface="Consolas" panose="020B0609020204030204" pitchFamily="49" charset="0"/>
            </a:endParaRPr>
          </a:p>
          <a:p>
            <a:pPr marL="51435" indent="0">
              <a:spcBef>
                <a:spcPts val="0"/>
              </a:spcBef>
              <a:buNone/>
            </a:pPr>
            <a:r>
              <a:rPr lang="en-US" sz="1300">
                <a:latin typeface="Consolas" panose="020B0609020204030204" pitchFamily="49" charset="0"/>
              </a:rPr>
              <a:t>}</a:t>
            </a:r>
          </a:p>
        </p:txBody>
      </p:sp>
      <p:sp>
        <p:nvSpPr>
          <p:cNvPr id="7" name="Rectangle 6">
            <a:extLst>
              <a:ext uri="{FF2B5EF4-FFF2-40B4-BE49-F238E27FC236}">
                <a16:creationId xmlns:a16="http://schemas.microsoft.com/office/drawing/2014/main" id="{8EB2CF11-70DA-F347-A0FA-44DB110B806F}"/>
              </a:ext>
            </a:extLst>
          </p:cNvPr>
          <p:cNvSpPr/>
          <p:nvPr/>
        </p:nvSpPr>
        <p:spPr>
          <a:xfrm>
            <a:off x="2411760" y="3558231"/>
            <a:ext cx="1642611" cy="277328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VN"/>
          </a:p>
        </p:txBody>
      </p:sp>
      <p:grpSp>
        <p:nvGrpSpPr>
          <p:cNvPr id="8" name="Group 7">
            <a:extLst>
              <a:ext uri="{FF2B5EF4-FFF2-40B4-BE49-F238E27FC236}">
                <a16:creationId xmlns:a16="http://schemas.microsoft.com/office/drawing/2014/main" id="{9D183396-EF10-3742-96D7-B1C7319E6F98}"/>
              </a:ext>
            </a:extLst>
          </p:cNvPr>
          <p:cNvGrpSpPr/>
          <p:nvPr/>
        </p:nvGrpSpPr>
        <p:grpSpPr>
          <a:xfrm>
            <a:off x="2551168" y="4892387"/>
            <a:ext cx="1363794" cy="1362928"/>
            <a:chOff x="2396996" y="4876740"/>
            <a:chExt cx="1363794" cy="1362928"/>
          </a:xfrm>
        </p:grpSpPr>
        <p:sp>
          <p:nvSpPr>
            <p:cNvPr id="9" name="Rectangle 8">
              <a:extLst>
                <a:ext uri="{FF2B5EF4-FFF2-40B4-BE49-F238E27FC236}">
                  <a16:creationId xmlns:a16="http://schemas.microsoft.com/office/drawing/2014/main" id="{732791BC-18EA-CF40-AF75-E9981CE96A23}"/>
                </a:ext>
              </a:extLst>
            </p:cNvPr>
            <p:cNvSpPr/>
            <p:nvPr/>
          </p:nvSpPr>
          <p:spPr>
            <a:xfrm>
              <a:off x="2396996" y="4954384"/>
              <a:ext cx="1363794" cy="1285284"/>
            </a:xfrm>
            <a:prstGeom prst="rect">
              <a:avLst/>
            </a:prstGeom>
            <a:ln/>
          </p:spPr>
          <p:style>
            <a:lnRef idx="3">
              <a:schemeClr val="lt1"/>
            </a:lnRef>
            <a:fillRef idx="1">
              <a:schemeClr val="accent5"/>
            </a:fillRef>
            <a:effectRef idx="1">
              <a:schemeClr val="accent5"/>
            </a:effectRef>
            <a:fontRef idx="minor">
              <a:schemeClr val="lt1"/>
            </a:fontRef>
          </p:style>
          <p:txBody>
            <a:bodyPr rtlCol="0" anchor="ctr"/>
            <a:lstStyle/>
            <a:p>
              <a:pPr algn="ctr"/>
              <a:endParaRPr lang="en-VN"/>
            </a:p>
          </p:txBody>
        </p:sp>
        <p:grpSp>
          <p:nvGrpSpPr>
            <p:cNvPr id="10" name="Group 9">
              <a:extLst>
                <a:ext uri="{FF2B5EF4-FFF2-40B4-BE49-F238E27FC236}">
                  <a16:creationId xmlns:a16="http://schemas.microsoft.com/office/drawing/2014/main" id="{FC9CDEEC-1768-3348-AA37-EEE17E359EDE}"/>
                </a:ext>
              </a:extLst>
            </p:cNvPr>
            <p:cNvGrpSpPr/>
            <p:nvPr/>
          </p:nvGrpSpPr>
          <p:grpSpPr>
            <a:xfrm>
              <a:off x="2534490" y="4876740"/>
              <a:ext cx="1183922" cy="1290556"/>
              <a:chOff x="2534490" y="4876740"/>
              <a:chExt cx="1183922" cy="1290556"/>
            </a:xfrm>
          </p:grpSpPr>
          <p:grpSp>
            <p:nvGrpSpPr>
              <p:cNvPr id="11" name="Group 10">
                <a:extLst>
                  <a:ext uri="{FF2B5EF4-FFF2-40B4-BE49-F238E27FC236}">
                    <a16:creationId xmlns:a16="http://schemas.microsoft.com/office/drawing/2014/main" id="{BC1926C3-E46A-3149-A11E-BC5252E58F11}"/>
                  </a:ext>
                </a:extLst>
              </p:cNvPr>
              <p:cNvGrpSpPr/>
              <p:nvPr/>
            </p:nvGrpSpPr>
            <p:grpSpPr>
              <a:xfrm>
                <a:off x="2534490" y="5263128"/>
                <a:ext cx="1183922" cy="904168"/>
                <a:chOff x="-1544472" y="5686180"/>
                <a:chExt cx="1183922" cy="904168"/>
              </a:xfrm>
            </p:grpSpPr>
            <p:sp>
              <p:nvSpPr>
                <p:cNvPr id="13" name="Cube 12">
                  <a:extLst>
                    <a:ext uri="{FF2B5EF4-FFF2-40B4-BE49-F238E27FC236}">
                      <a16:creationId xmlns:a16="http://schemas.microsoft.com/office/drawing/2014/main" id="{DB3C522B-D259-5740-A82C-D7B2DEABE137}"/>
                    </a:ext>
                  </a:extLst>
                </p:cNvPr>
                <p:cNvSpPr/>
                <p:nvPr/>
              </p:nvSpPr>
              <p:spPr>
                <a:xfrm>
                  <a:off x="-1544472" y="5686180"/>
                  <a:ext cx="1031924" cy="904168"/>
                </a:xfrm>
                <a:prstGeom prst="cube">
                  <a:avLst>
                    <a:gd name="adj" fmla="val 3817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4" name="TextBox 13">
                  <a:extLst>
                    <a:ext uri="{FF2B5EF4-FFF2-40B4-BE49-F238E27FC236}">
                      <a16:creationId xmlns:a16="http://schemas.microsoft.com/office/drawing/2014/main" id="{6BCB3B93-DDBC-D641-94BF-16983D6B7E9F}"/>
                    </a:ext>
                  </a:extLst>
                </p:cNvPr>
                <p:cNvSpPr txBox="1"/>
                <p:nvPr/>
              </p:nvSpPr>
              <p:spPr>
                <a:xfrm>
                  <a:off x="-1373561" y="6042968"/>
                  <a:ext cx="357808" cy="477054"/>
                </a:xfrm>
                <a:prstGeom prst="rect">
                  <a:avLst/>
                </a:prstGeom>
                <a:noFill/>
              </p:spPr>
              <p:txBody>
                <a:bodyPr wrap="square" rtlCol="0">
                  <a:spAutoFit/>
                </a:bodyPr>
                <a:lstStyle/>
                <a:p>
                  <a:pPr algn="ctr"/>
                  <a:r>
                    <a:rPr lang="en-VN" sz="2500"/>
                    <a:t>a</a:t>
                  </a:r>
                </a:p>
              </p:txBody>
            </p:sp>
            <p:sp>
              <p:nvSpPr>
                <p:cNvPr id="15" name="TextBox 14">
                  <a:extLst>
                    <a:ext uri="{FF2B5EF4-FFF2-40B4-BE49-F238E27FC236}">
                      <a16:creationId xmlns:a16="http://schemas.microsoft.com/office/drawing/2014/main" id="{88300A70-B579-8B43-AFA1-1D7558924C6A}"/>
                    </a:ext>
                  </a:extLst>
                </p:cNvPr>
                <p:cNvSpPr txBox="1"/>
                <p:nvPr/>
              </p:nvSpPr>
              <p:spPr>
                <a:xfrm>
                  <a:off x="-990407" y="5863372"/>
                  <a:ext cx="629857" cy="400110"/>
                </a:xfrm>
                <a:prstGeom prst="rect">
                  <a:avLst/>
                </a:prstGeom>
                <a:noFill/>
                <a:scene3d>
                  <a:camera prst="isometricRightUp">
                    <a:rot lat="1800000" lon="18000000" rev="0"/>
                  </a:camera>
                  <a:lightRig rig="threePt" dir="t"/>
                </a:scene3d>
              </p:spPr>
              <p:txBody>
                <a:bodyPr wrap="square" rtlCol="0">
                  <a:spAutoFit/>
                </a:bodyPr>
                <a:lstStyle/>
                <a:p>
                  <a:pPr algn="ctr"/>
                  <a:r>
                    <a:rPr lang="en-US" sz="2000"/>
                    <a:t>i</a:t>
                  </a:r>
                  <a:r>
                    <a:rPr lang="en-VN" sz="2000"/>
                    <a:t>nt[]</a:t>
                  </a:r>
                </a:p>
              </p:txBody>
            </p:sp>
          </p:grpSp>
          <p:sp>
            <p:nvSpPr>
              <p:cNvPr id="12" name="TextBox 11">
                <a:extLst>
                  <a:ext uri="{FF2B5EF4-FFF2-40B4-BE49-F238E27FC236}">
                    <a16:creationId xmlns:a16="http://schemas.microsoft.com/office/drawing/2014/main" id="{FF413419-F91E-4F49-9E08-5FD48C8A6F46}"/>
                  </a:ext>
                </a:extLst>
              </p:cNvPr>
              <p:cNvSpPr txBox="1"/>
              <p:nvPr/>
            </p:nvSpPr>
            <p:spPr>
              <a:xfrm>
                <a:off x="2687962" y="4876740"/>
                <a:ext cx="724979" cy="369332"/>
              </a:xfrm>
              <a:prstGeom prst="rect">
                <a:avLst/>
              </a:prstGeom>
              <a:noFill/>
            </p:spPr>
            <p:txBody>
              <a:bodyPr wrap="square" rtlCol="0">
                <a:spAutoFit/>
              </a:bodyPr>
              <a:lstStyle/>
              <a:p>
                <a:pPr algn="ctr"/>
                <a:r>
                  <a:rPr lang="en-VN" b="1">
                    <a:solidFill>
                      <a:srgbClr val="0432FF"/>
                    </a:solidFill>
                    <a:latin typeface="Calibri" panose="020F0502020204030204" pitchFamily="34" charset="0"/>
                    <a:cs typeface="Calibri" panose="020F0502020204030204" pitchFamily="34" charset="0"/>
                  </a:rPr>
                  <a:t>Main</a:t>
                </a:r>
              </a:p>
            </p:txBody>
          </p:sp>
        </p:grpSp>
      </p:grpSp>
      <p:sp>
        <p:nvSpPr>
          <p:cNvPr id="16" name="Rectangle 15">
            <a:extLst>
              <a:ext uri="{FF2B5EF4-FFF2-40B4-BE49-F238E27FC236}">
                <a16:creationId xmlns:a16="http://schemas.microsoft.com/office/drawing/2014/main" id="{88F49F68-8E36-7D4E-909A-10111004B720}"/>
              </a:ext>
            </a:extLst>
          </p:cNvPr>
          <p:cNvSpPr/>
          <p:nvPr/>
        </p:nvSpPr>
        <p:spPr>
          <a:xfrm>
            <a:off x="4400992" y="3558231"/>
            <a:ext cx="3475042" cy="277328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VN"/>
          </a:p>
        </p:txBody>
      </p:sp>
      <p:grpSp>
        <p:nvGrpSpPr>
          <p:cNvPr id="17" name="Group 16">
            <a:extLst>
              <a:ext uri="{FF2B5EF4-FFF2-40B4-BE49-F238E27FC236}">
                <a16:creationId xmlns:a16="http://schemas.microsoft.com/office/drawing/2014/main" id="{352BFDC7-FA74-C349-9513-3AE128F57577}"/>
              </a:ext>
            </a:extLst>
          </p:cNvPr>
          <p:cNvGrpSpPr/>
          <p:nvPr/>
        </p:nvGrpSpPr>
        <p:grpSpPr>
          <a:xfrm>
            <a:off x="2551168" y="3561494"/>
            <a:ext cx="1368780" cy="1349627"/>
            <a:chOff x="2551168" y="4087983"/>
            <a:chExt cx="1368780" cy="1349627"/>
          </a:xfrm>
        </p:grpSpPr>
        <p:sp>
          <p:nvSpPr>
            <p:cNvPr id="18" name="Rectangle 17">
              <a:extLst>
                <a:ext uri="{FF2B5EF4-FFF2-40B4-BE49-F238E27FC236}">
                  <a16:creationId xmlns:a16="http://schemas.microsoft.com/office/drawing/2014/main" id="{6E0E6C96-56D8-3D4E-9E10-EF16AE88D9F9}"/>
                </a:ext>
              </a:extLst>
            </p:cNvPr>
            <p:cNvSpPr/>
            <p:nvPr/>
          </p:nvSpPr>
          <p:spPr>
            <a:xfrm>
              <a:off x="2551168" y="4168217"/>
              <a:ext cx="1363794" cy="1269393"/>
            </a:xfrm>
            <a:prstGeom prst="rect">
              <a:avLst/>
            </a:prstGeom>
            <a:ln/>
          </p:spPr>
          <p:style>
            <a:lnRef idx="3">
              <a:schemeClr val="lt1"/>
            </a:lnRef>
            <a:fillRef idx="1">
              <a:schemeClr val="accent5"/>
            </a:fillRef>
            <a:effectRef idx="1">
              <a:schemeClr val="accent5"/>
            </a:effectRef>
            <a:fontRef idx="minor">
              <a:schemeClr val="lt1"/>
            </a:fontRef>
          </p:style>
          <p:txBody>
            <a:bodyPr rtlCol="0" anchor="ctr"/>
            <a:lstStyle/>
            <a:p>
              <a:pPr algn="ctr"/>
              <a:endParaRPr lang="en-VN"/>
            </a:p>
          </p:txBody>
        </p:sp>
        <p:sp>
          <p:nvSpPr>
            <p:cNvPr id="19" name="Cube 18">
              <a:extLst>
                <a:ext uri="{FF2B5EF4-FFF2-40B4-BE49-F238E27FC236}">
                  <a16:creationId xmlns:a16="http://schemas.microsoft.com/office/drawing/2014/main" id="{85971176-AD52-2741-A52B-242CBD8590FF}"/>
                </a:ext>
              </a:extLst>
            </p:cNvPr>
            <p:cNvSpPr/>
            <p:nvPr/>
          </p:nvSpPr>
          <p:spPr>
            <a:xfrm>
              <a:off x="2736026" y="4477580"/>
              <a:ext cx="1031924" cy="904168"/>
            </a:xfrm>
            <a:prstGeom prst="cube">
              <a:avLst>
                <a:gd name="adj" fmla="val 3817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20" name="TextBox 19">
              <a:extLst>
                <a:ext uri="{FF2B5EF4-FFF2-40B4-BE49-F238E27FC236}">
                  <a16:creationId xmlns:a16="http://schemas.microsoft.com/office/drawing/2014/main" id="{2E35D493-EF1C-CD4E-8954-A466379720BE}"/>
                </a:ext>
              </a:extLst>
            </p:cNvPr>
            <p:cNvSpPr txBox="1"/>
            <p:nvPr/>
          </p:nvSpPr>
          <p:spPr>
            <a:xfrm>
              <a:off x="2906937" y="4834368"/>
              <a:ext cx="357808" cy="477054"/>
            </a:xfrm>
            <a:prstGeom prst="rect">
              <a:avLst/>
            </a:prstGeom>
            <a:noFill/>
          </p:spPr>
          <p:txBody>
            <a:bodyPr wrap="square" rtlCol="0">
              <a:spAutoFit/>
            </a:bodyPr>
            <a:lstStyle/>
            <a:p>
              <a:pPr algn="ctr"/>
              <a:r>
                <a:rPr lang="en-VN" sz="2500"/>
                <a:t>a</a:t>
              </a:r>
            </a:p>
          </p:txBody>
        </p:sp>
        <p:sp>
          <p:nvSpPr>
            <p:cNvPr id="21" name="TextBox 20">
              <a:extLst>
                <a:ext uri="{FF2B5EF4-FFF2-40B4-BE49-F238E27FC236}">
                  <a16:creationId xmlns:a16="http://schemas.microsoft.com/office/drawing/2014/main" id="{1C1A3F0F-CA47-DE4E-8220-597C395C84D3}"/>
                </a:ext>
              </a:extLst>
            </p:cNvPr>
            <p:cNvSpPr txBox="1"/>
            <p:nvPr/>
          </p:nvSpPr>
          <p:spPr>
            <a:xfrm>
              <a:off x="3290091" y="4654772"/>
              <a:ext cx="629857" cy="400110"/>
            </a:xfrm>
            <a:prstGeom prst="rect">
              <a:avLst/>
            </a:prstGeom>
            <a:noFill/>
            <a:scene3d>
              <a:camera prst="isometricRightUp">
                <a:rot lat="1800000" lon="18000000" rev="0"/>
              </a:camera>
              <a:lightRig rig="threePt" dir="t"/>
            </a:scene3d>
          </p:spPr>
          <p:txBody>
            <a:bodyPr wrap="square" rtlCol="0">
              <a:spAutoFit/>
            </a:bodyPr>
            <a:lstStyle/>
            <a:p>
              <a:pPr algn="ctr"/>
              <a:r>
                <a:rPr lang="en-US" sz="2000"/>
                <a:t>i</a:t>
              </a:r>
              <a:r>
                <a:rPr lang="en-VN" sz="2000"/>
                <a:t>nt[]</a:t>
              </a:r>
            </a:p>
          </p:txBody>
        </p:sp>
        <p:sp>
          <p:nvSpPr>
            <p:cNvPr id="22" name="TextBox 21">
              <a:extLst>
                <a:ext uri="{FF2B5EF4-FFF2-40B4-BE49-F238E27FC236}">
                  <a16:creationId xmlns:a16="http://schemas.microsoft.com/office/drawing/2014/main" id="{9D5FB269-84A8-B847-9DCD-A1820A61AA97}"/>
                </a:ext>
              </a:extLst>
            </p:cNvPr>
            <p:cNvSpPr txBox="1"/>
            <p:nvPr/>
          </p:nvSpPr>
          <p:spPr>
            <a:xfrm>
              <a:off x="2795063" y="4087983"/>
              <a:ext cx="903798" cy="369332"/>
            </a:xfrm>
            <a:prstGeom prst="rect">
              <a:avLst/>
            </a:prstGeom>
            <a:noFill/>
          </p:spPr>
          <p:txBody>
            <a:bodyPr wrap="square" rtlCol="0">
              <a:spAutoFit/>
            </a:bodyPr>
            <a:lstStyle/>
            <a:p>
              <a:pPr algn="ctr"/>
              <a:r>
                <a:rPr lang="en-VN" b="1">
                  <a:solidFill>
                    <a:srgbClr val="0432FF"/>
                  </a:solidFill>
                  <a:latin typeface="Calibri" panose="020F0502020204030204" pitchFamily="34" charset="0"/>
                  <a:cs typeface="Calibri" panose="020F0502020204030204" pitchFamily="34" charset="0"/>
                </a:rPr>
                <a:t>Change</a:t>
              </a:r>
            </a:p>
          </p:txBody>
        </p:sp>
      </p:grpSp>
      <p:grpSp>
        <p:nvGrpSpPr>
          <p:cNvPr id="23" name="Group 22">
            <a:extLst>
              <a:ext uri="{FF2B5EF4-FFF2-40B4-BE49-F238E27FC236}">
                <a16:creationId xmlns:a16="http://schemas.microsoft.com/office/drawing/2014/main" id="{0571F232-0002-1643-87D4-9B9427918FF5}"/>
              </a:ext>
            </a:extLst>
          </p:cNvPr>
          <p:cNvGrpSpPr/>
          <p:nvPr/>
        </p:nvGrpSpPr>
        <p:grpSpPr>
          <a:xfrm>
            <a:off x="5193662" y="4606804"/>
            <a:ext cx="1889702" cy="601403"/>
            <a:chOff x="6827979" y="5625080"/>
            <a:chExt cx="1889702" cy="601403"/>
          </a:xfrm>
        </p:grpSpPr>
        <p:sp>
          <p:nvSpPr>
            <p:cNvPr id="24" name="Cube 23">
              <a:extLst>
                <a:ext uri="{FF2B5EF4-FFF2-40B4-BE49-F238E27FC236}">
                  <a16:creationId xmlns:a16="http://schemas.microsoft.com/office/drawing/2014/main" id="{F2A906D5-37DF-4841-A575-82657E1D6BA4}"/>
                </a:ext>
              </a:extLst>
            </p:cNvPr>
            <p:cNvSpPr/>
            <p:nvPr/>
          </p:nvSpPr>
          <p:spPr>
            <a:xfrm>
              <a:off x="6827979" y="5625080"/>
              <a:ext cx="647861" cy="601403"/>
            </a:xfrm>
            <a:prstGeom prst="cube">
              <a:avLst>
                <a:gd name="adj" fmla="val 3817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VN"/>
                <a:t>9</a:t>
              </a:r>
            </a:p>
          </p:txBody>
        </p:sp>
        <p:sp>
          <p:nvSpPr>
            <p:cNvPr id="25" name="Cube 24">
              <a:extLst>
                <a:ext uri="{FF2B5EF4-FFF2-40B4-BE49-F238E27FC236}">
                  <a16:creationId xmlns:a16="http://schemas.microsoft.com/office/drawing/2014/main" id="{DBB0CFB7-D84C-2D4C-BD21-C1F96712320D}"/>
                </a:ext>
              </a:extLst>
            </p:cNvPr>
            <p:cNvSpPr/>
            <p:nvPr/>
          </p:nvSpPr>
          <p:spPr>
            <a:xfrm>
              <a:off x="7242682" y="5625080"/>
              <a:ext cx="647861" cy="601403"/>
            </a:xfrm>
            <a:prstGeom prst="cube">
              <a:avLst>
                <a:gd name="adj" fmla="val 3817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VN"/>
                <a:t>8</a:t>
              </a:r>
            </a:p>
          </p:txBody>
        </p:sp>
        <p:sp>
          <p:nvSpPr>
            <p:cNvPr id="26" name="Cube 25">
              <a:extLst>
                <a:ext uri="{FF2B5EF4-FFF2-40B4-BE49-F238E27FC236}">
                  <a16:creationId xmlns:a16="http://schemas.microsoft.com/office/drawing/2014/main" id="{0E91A8A3-177B-1545-8EA8-5AF78161F416}"/>
                </a:ext>
              </a:extLst>
            </p:cNvPr>
            <p:cNvSpPr/>
            <p:nvPr/>
          </p:nvSpPr>
          <p:spPr>
            <a:xfrm>
              <a:off x="7667044" y="5625080"/>
              <a:ext cx="647861" cy="601403"/>
            </a:xfrm>
            <a:prstGeom prst="cube">
              <a:avLst>
                <a:gd name="adj" fmla="val 3817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VN"/>
                <a:t>2</a:t>
              </a:r>
            </a:p>
          </p:txBody>
        </p:sp>
        <p:sp>
          <p:nvSpPr>
            <p:cNvPr id="27" name="Cube 26">
              <a:extLst>
                <a:ext uri="{FF2B5EF4-FFF2-40B4-BE49-F238E27FC236}">
                  <a16:creationId xmlns:a16="http://schemas.microsoft.com/office/drawing/2014/main" id="{492E0B52-FF32-BA45-9E1A-EAEAAAA7C782}"/>
                </a:ext>
              </a:extLst>
            </p:cNvPr>
            <p:cNvSpPr/>
            <p:nvPr/>
          </p:nvSpPr>
          <p:spPr>
            <a:xfrm>
              <a:off x="8069820" y="5625080"/>
              <a:ext cx="647861" cy="601403"/>
            </a:xfrm>
            <a:prstGeom prst="cube">
              <a:avLst>
                <a:gd name="adj" fmla="val 3817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VN"/>
                <a:t>7</a:t>
              </a:r>
            </a:p>
          </p:txBody>
        </p:sp>
      </p:grpSp>
      <p:cxnSp>
        <p:nvCxnSpPr>
          <p:cNvPr id="28" name="Curved Connector 27">
            <a:extLst>
              <a:ext uri="{FF2B5EF4-FFF2-40B4-BE49-F238E27FC236}">
                <a16:creationId xmlns:a16="http://schemas.microsoft.com/office/drawing/2014/main" id="{632A907F-8F04-5C4E-9C38-55E1A84DC77F}"/>
              </a:ext>
            </a:extLst>
          </p:cNvPr>
          <p:cNvCxnSpPr>
            <a:cxnSpLocks/>
          </p:cNvCxnSpPr>
          <p:nvPr/>
        </p:nvCxnSpPr>
        <p:spPr>
          <a:xfrm flipV="1">
            <a:off x="3161180" y="5022298"/>
            <a:ext cx="2032482" cy="442300"/>
          </a:xfrm>
          <a:prstGeom prst="curvedConnector3">
            <a:avLst>
              <a:gd name="adj1" fmla="val 50000"/>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9" name="Curved Connector 28">
            <a:extLst>
              <a:ext uri="{FF2B5EF4-FFF2-40B4-BE49-F238E27FC236}">
                <a16:creationId xmlns:a16="http://schemas.microsoft.com/office/drawing/2014/main" id="{F4C073C7-D362-F847-A999-5E5D4C60AF0B}"/>
              </a:ext>
            </a:extLst>
          </p:cNvPr>
          <p:cNvCxnSpPr>
            <a:cxnSpLocks/>
            <a:endCxn id="32" idx="2"/>
          </p:cNvCxnSpPr>
          <p:nvPr/>
        </p:nvCxnSpPr>
        <p:spPr>
          <a:xfrm>
            <a:off x="3264745" y="4118048"/>
            <a:ext cx="2046630" cy="175533"/>
          </a:xfrm>
          <a:prstGeom prst="curvedConnector3">
            <a:avLst>
              <a:gd name="adj1" fmla="val 50000"/>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Rectangle 29">
            <a:extLst>
              <a:ext uri="{FF2B5EF4-FFF2-40B4-BE49-F238E27FC236}">
                <a16:creationId xmlns:a16="http://schemas.microsoft.com/office/drawing/2014/main" id="{3BD1AB62-12B1-BB44-928A-667D8AEBF398}"/>
              </a:ext>
            </a:extLst>
          </p:cNvPr>
          <p:cNvSpPr/>
          <p:nvPr/>
        </p:nvSpPr>
        <p:spPr>
          <a:xfrm>
            <a:off x="1691680" y="1691763"/>
            <a:ext cx="5760640" cy="274644"/>
          </a:xfrm>
          <a:prstGeom prst="rect">
            <a:avLst/>
          </a:prstGeom>
          <a:solidFill>
            <a:srgbClr val="FFFF00">
              <a:alpha val="26391"/>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grpSp>
        <p:nvGrpSpPr>
          <p:cNvPr id="31" name="Group 30">
            <a:extLst>
              <a:ext uri="{FF2B5EF4-FFF2-40B4-BE49-F238E27FC236}">
                <a16:creationId xmlns:a16="http://schemas.microsoft.com/office/drawing/2014/main" id="{8B812864-5510-0B4D-BF97-3EB038C0A55F}"/>
              </a:ext>
            </a:extLst>
          </p:cNvPr>
          <p:cNvGrpSpPr/>
          <p:nvPr/>
        </p:nvGrpSpPr>
        <p:grpSpPr>
          <a:xfrm>
            <a:off x="5311375" y="3878087"/>
            <a:ext cx="1062564" cy="601403"/>
            <a:chOff x="6827979" y="5625080"/>
            <a:chExt cx="1062564" cy="601403"/>
          </a:xfrm>
        </p:grpSpPr>
        <p:sp>
          <p:nvSpPr>
            <p:cNvPr id="32" name="Cube 31">
              <a:extLst>
                <a:ext uri="{FF2B5EF4-FFF2-40B4-BE49-F238E27FC236}">
                  <a16:creationId xmlns:a16="http://schemas.microsoft.com/office/drawing/2014/main" id="{42ED0E90-CA6C-794C-BF60-7B5728A50254}"/>
                </a:ext>
              </a:extLst>
            </p:cNvPr>
            <p:cNvSpPr/>
            <p:nvPr/>
          </p:nvSpPr>
          <p:spPr>
            <a:xfrm>
              <a:off x="6827979" y="5625080"/>
              <a:ext cx="647861" cy="601403"/>
            </a:xfrm>
            <a:prstGeom prst="cube">
              <a:avLst>
                <a:gd name="adj" fmla="val 3817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VN"/>
                <a:t>-3</a:t>
              </a:r>
            </a:p>
          </p:txBody>
        </p:sp>
        <p:sp>
          <p:nvSpPr>
            <p:cNvPr id="33" name="Cube 32">
              <a:extLst>
                <a:ext uri="{FF2B5EF4-FFF2-40B4-BE49-F238E27FC236}">
                  <a16:creationId xmlns:a16="http://schemas.microsoft.com/office/drawing/2014/main" id="{359EBD54-5A08-EE43-A354-0460ED7CF759}"/>
                </a:ext>
              </a:extLst>
            </p:cNvPr>
            <p:cNvSpPr/>
            <p:nvPr/>
          </p:nvSpPr>
          <p:spPr>
            <a:xfrm>
              <a:off x="7242682" y="5625080"/>
              <a:ext cx="647861" cy="601403"/>
            </a:xfrm>
            <a:prstGeom prst="cube">
              <a:avLst>
                <a:gd name="adj" fmla="val 3817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VN"/>
                <a:t>-7</a:t>
              </a:r>
            </a:p>
          </p:txBody>
        </p:sp>
      </p:grpSp>
      <p:sp>
        <p:nvSpPr>
          <p:cNvPr id="34" name="Line Callout 1 33">
            <a:extLst>
              <a:ext uri="{FF2B5EF4-FFF2-40B4-BE49-F238E27FC236}">
                <a16:creationId xmlns:a16="http://schemas.microsoft.com/office/drawing/2014/main" id="{26EBB5D3-FFDE-CB4E-AB02-AE32032A04A2}"/>
              </a:ext>
            </a:extLst>
          </p:cNvPr>
          <p:cNvSpPr/>
          <p:nvPr/>
        </p:nvSpPr>
        <p:spPr>
          <a:xfrm>
            <a:off x="4803564" y="2058838"/>
            <a:ext cx="4264236" cy="609600"/>
          </a:xfrm>
          <a:prstGeom prst="borderCallout1">
            <a:avLst>
              <a:gd name="adj1" fmla="val 663"/>
              <a:gd name="adj2" fmla="val 39114"/>
              <a:gd name="adj3" fmla="val -24399"/>
              <a:gd name="adj4" fmla="val 17810"/>
            </a:avLst>
          </a:prstGeom>
          <a:ln/>
        </p:spPr>
        <p:style>
          <a:lnRef idx="1">
            <a:schemeClr val="accent2"/>
          </a:lnRef>
          <a:fillRef idx="2">
            <a:schemeClr val="accent2"/>
          </a:fillRef>
          <a:effectRef idx="1">
            <a:schemeClr val="accent2"/>
          </a:effectRef>
          <a:fontRef idx="minor">
            <a:schemeClr val="dk1"/>
          </a:fontRef>
        </p:style>
        <p:txBody>
          <a:bodyPr rtlCol="0" anchor="ctr"/>
          <a:lstStyle/>
          <a:p>
            <a:r>
              <a:rPr lang="en-US">
                <a:solidFill>
                  <a:schemeClr val="tx1"/>
                </a:solidFill>
                <a:latin typeface="Consolas" panose="020B0609020204030204" pitchFamily="49" charset="0"/>
              </a:rPr>
              <a:t>Before calling method: </a:t>
            </a:r>
            <a:r>
              <a:rPr lang="en-GB" dirty="0">
                <a:solidFill>
                  <a:schemeClr val="tx1"/>
                </a:solidFill>
                <a:latin typeface="Consolas" pitchFamily="49" charset="0"/>
                <a:cs typeface="Consolas" pitchFamily="49" charset="0"/>
              </a:rPr>
              <a:t>a[0] = 5</a:t>
            </a:r>
          </a:p>
          <a:p>
            <a:r>
              <a:rPr lang="en-US">
                <a:solidFill>
                  <a:schemeClr val="tx1"/>
                </a:solidFill>
                <a:latin typeface="Consolas" panose="020B0609020204030204" pitchFamily="49" charset="0"/>
              </a:rPr>
              <a:t>Inside method: </a:t>
            </a:r>
            <a:r>
              <a:rPr lang="en-GB" dirty="0">
                <a:solidFill>
                  <a:schemeClr val="tx1"/>
                </a:solidFill>
                <a:latin typeface="Consolas" pitchFamily="49" charset="0"/>
                <a:cs typeface="Consolas" pitchFamily="49" charset="0"/>
              </a:rPr>
              <a:t>a[0] = -3</a:t>
            </a:r>
          </a:p>
        </p:txBody>
      </p:sp>
    </p:spTree>
    <p:extLst>
      <p:ext uri="{BB962C8B-B14F-4D97-AF65-F5344CB8AC3E}">
        <p14:creationId xmlns:p14="http://schemas.microsoft.com/office/powerpoint/2010/main" val="348580956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dissolve">
                                      <p:cBhvr>
                                        <p:cTn id="7"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09F558-D333-EE4F-BF8A-DD5A2AF8E8E5}"/>
              </a:ext>
            </a:extLst>
          </p:cNvPr>
          <p:cNvSpPr>
            <a:spLocks noGrp="1"/>
          </p:cNvSpPr>
          <p:nvPr>
            <p:ph type="title"/>
          </p:nvPr>
        </p:nvSpPr>
        <p:spPr/>
        <p:txBody>
          <a:bodyPr>
            <a:normAutofit fontScale="90000"/>
          </a:bodyPr>
          <a:lstStyle/>
          <a:p>
            <a:r>
              <a:rPr lang="en-US"/>
              <a:t>T</a:t>
            </a:r>
            <a:r>
              <a:rPr lang="en-VN"/>
              <a:t>RUYỀN THAM TRỊ KIỂU MẢNG</a:t>
            </a:r>
          </a:p>
        </p:txBody>
      </p:sp>
      <p:sp>
        <p:nvSpPr>
          <p:cNvPr id="4" name="Footer Placeholder 3">
            <a:extLst>
              <a:ext uri="{FF2B5EF4-FFF2-40B4-BE49-F238E27FC236}">
                <a16:creationId xmlns:a16="http://schemas.microsoft.com/office/drawing/2014/main" id="{F03246C0-7681-AD48-868A-D72606C1877E}"/>
              </a:ext>
            </a:extLst>
          </p:cNvPr>
          <p:cNvSpPr>
            <a:spLocks noGrp="1"/>
          </p:cNvSpPr>
          <p:nvPr>
            <p:ph type="ftr" sz="quarter" idx="11"/>
          </p:nvPr>
        </p:nvSpPr>
        <p:spPr/>
        <p:txBody>
          <a:bodyPr/>
          <a:lstStyle/>
          <a:p>
            <a:r>
              <a:rPr lang="vi-VN" dirty="0"/>
              <a:t>Bài 6: Mảng một chiều</a:t>
            </a:r>
            <a:endParaRPr lang="en-US" dirty="0"/>
          </a:p>
        </p:txBody>
      </p:sp>
      <p:sp>
        <p:nvSpPr>
          <p:cNvPr id="5" name="Slide Number Placeholder 4">
            <a:extLst>
              <a:ext uri="{FF2B5EF4-FFF2-40B4-BE49-F238E27FC236}">
                <a16:creationId xmlns:a16="http://schemas.microsoft.com/office/drawing/2014/main" id="{AA02F9E7-4A6D-174E-81AE-32936B7114DF}"/>
              </a:ext>
            </a:extLst>
          </p:cNvPr>
          <p:cNvSpPr>
            <a:spLocks noGrp="1"/>
          </p:cNvSpPr>
          <p:nvPr>
            <p:ph type="sldNum" sz="quarter" idx="12"/>
          </p:nvPr>
        </p:nvSpPr>
        <p:spPr/>
        <p:txBody>
          <a:bodyPr/>
          <a:lstStyle/>
          <a:p>
            <a:fld id="{1AD93096-5B34-4342-9326-69289CEAE4C2}" type="slidenum">
              <a:rPr lang="en-US" smtClean="0"/>
              <a:pPr/>
              <a:t>26</a:t>
            </a:fld>
            <a:endParaRPr lang="en-US" dirty="0"/>
          </a:p>
        </p:txBody>
      </p:sp>
      <p:sp>
        <p:nvSpPr>
          <p:cNvPr id="6" name="Content Placeholder 5">
            <a:extLst>
              <a:ext uri="{FF2B5EF4-FFF2-40B4-BE49-F238E27FC236}">
                <a16:creationId xmlns:a16="http://schemas.microsoft.com/office/drawing/2014/main" id="{5A9C55D3-4492-0D46-8D07-29F3359D868A}"/>
              </a:ext>
            </a:extLst>
          </p:cNvPr>
          <p:cNvSpPr txBox="1">
            <a:spLocks/>
          </p:cNvSpPr>
          <p:nvPr/>
        </p:nvSpPr>
        <p:spPr>
          <a:xfrm>
            <a:off x="1547664" y="891145"/>
            <a:ext cx="6048671" cy="2935050"/>
          </a:xfrm>
          <a:prstGeom prst="rect">
            <a:avLst/>
          </a:prstGeom>
        </p:spPr>
        <p:style>
          <a:lnRef idx="2">
            <a:schemeClr val="accent2"/>
          </a:lnRef>
          <a:fillRef idx="1">
            <a:schemeClr val="lt1"/>
          </a:fillRef>
          <a:effectRef idx="0">
            <a:schemeClr val="accent2"/>
          </a:effectRef>
          <a:fontRef idx="minor">
            <a:schemeClr val="dk1"/>
          </a:fontRef>
        </p:style>
        <p:txBody>
          <a:bodyPr>
            <a:noAutofit/>
          </a:bodyPr>
          <a:lstStyle>
            <a:lvl1pPr marL="308610" indent="-257175" algn="l" rtl="0" eaLnBrk="1" latinLnBrk="0" hangingPunct="1">
              <a:spcBef>
                <a:spcPts val="525"/>
              </a:spcBef>
              <a:buSzPct val="95000"/>
              <a:buFont typeface="Wingdings"/>
              <a:buChar char=""/>
              <a:defRPr sz="1500" kern="1200" spc="0">
                <a:solidFill>
                  <a:schemeClr val="tx1"/>
                </a:solidFill>
                <a:latin typeface="+mn-lt"/>
                <a:ea typeface="+mn-ea"/>
                <a:cs typeface="Arial" pitchFamily="34" charset="0"/>
              </a:defRPr>
            </a:lvl1pPr>
            <a:lvl2pPr marL="555498" indent="-214313" algn="l" rtl="0" eaLnBrk="1" latinLnBrk="0" hangingPunct="1">
              <a:spcBef>
                <a:spcPct val="20000"/>
              </a:spcBef>
              <a:buClr>
                <a:schemeClr val="accent2"/>
              </a:buClr>
              <a:buSzPct val="90000"/>
              <a:buFont typeface="Wingdings"/>
              <a:buChar char=""/>
              <a:defRPr sz="1350" kern="1200" spc="0">
                <a:solidFill>
                  <a:schemeClr val="tx1"/>
                </a:solidFill>
                <a:latin typeface="+mn-lt"/>
                <a:ea typeface="+mn-ea"/>
                <a:cs typeface="Arial" pitchFamily="34" charset="0"/>
              </a:defRPr>
            </a:lvl2pPr>
            <a:lvl3pPr marL="747522" indent="-171450" algn="l" rtl="0" eaLnBrk="1" latinLnBrk="0" hangingPunct="1">
              <a:spcBef>
                <a:spcPct val="20000"/>
              </a:spcBef>
              <a:buClr>
                <a:schemeClr val="accent2"/>
              </a:buClr>
              <a:buFont typeface="Wingdings 2"/>
              <a:buChar char=""/>
              <a:defRPr sz="1200" kern="1200" spc="0">
                <a:solidFill>
                  <a:schemeClr val="tx1"/>
                </a:solidFill>
                <a:latin typeface="+mn-lt"/>
                <a:ea typeface="+mn-ea"/>
                <a:cs typeface="Arial" pitchFamily="34" charset="0"/>
              </a:defRPr>
            </a:lvl3pPr>
            <a:lvl4pPr marL="946404" indent="-171450" algn="l" rtl="0" eaLnBrk="1" latinLnBrk="0" hangingPunct="1">
              <a:spcBef>
                <a:spcPct val="20000"/>
              </a:spcBef>
              <a:buClr>
                <a:schemeClr val="accent3"/>
              </a:buClr>
              <a:buFont typeface="Wingdings 3"/>
              <a:buChar char=""/>
              <a:defRPr sz="1200" kern="1200" spc="0">
                <a:solidFill>
                  <a:schemeClr val="tx1"/>
                </a:solidFill>
                <a:latin typeface="+mn-lt"/>
                <a:ea typeface="+mn-ea"/>
                <a:cs typeface="Arial" pitchFamily="34" charset="0"/>
              </a:defRPr>
            </a:lvl4pPr>
            <a:lvl5pPr marL="1110996" indent="-157734" algn="l" rtl="0" eaLnBrk="1" latinLnBrk="0" hangingPunct="1">
              <a:spcBef>
                <a:spcPct val="20000"/>
              </a:spcBef>
              <a:buClr>
                <a:schemeClr val="accent3"/>
              </a:buClr>
              <a:buFont typeface="Wingdings 2"/>
              <a:buChar char=""/>
              <a:defRPr sz="1050" kern="1200" spc="0">
                <a:solidFill>
                  <a:schemeClr val="tx1"/>
                </a:solidFill>
                <a:latin typeface="+mn-lt"/>
                <a:ea typeface="+mn-ea"/>
                <a:cs typeface="Arial" pitchFamily="34" charset="0"/>
              </a:defRPr>
            </a:lvl5pPr>
            <a:lvl6pPr marL="1282446" indent="-157734" algn="l" rtl="0" eaLnBrk="1" latinLnBrk="0" hangingPunct="1">
              <a:spcBef>
                <a:spcPct val="20000"/>
              </a:spcBef>
              <a:buClr>
                <a:schemeClr val="accent3"/>
              </a:buClr>
              <a:buFont typeface="Wingdings 2"/>
              <a:buChar char=""/>
              <a:defRPr sz="1350" kern="1200">
                <a:solidFill>
                  <a:schemeClr val="tx1"/>
                </a:solidFill>
                <a:latin typeface="+mn-lt"/>
                <a:ea typeface="+mn-ea"/>
                <a:cs typeface="+mn-cs"/>
              </a:defRPr>
            </a:lvl6pPr>
            <a:lvl7pPr marL="1426464"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7pPr>
            <a:lvl8pPr marL="1570482"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8pPr>
            <a:lvl9pPr marL="1714500"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9pPr>
            <a:extLst/>
          </a:lstStyle>
          <a:p>
            <a:pPr marL="51435" indent="0" algn="just">
              <a:spcBef>
                <a:spcPts val="0"/>
              </a:spcBef>
              <a:buNone/>
            </a:pPr>
            <a:r>
              <a:rPr lang="en-US" sz="1300">
                <a:solidFill>
                  <a:srgbClr val="0000FF"/>
                </a:solidFill>
                <a:latin typeface="Consolas" panose="020B0609020204030204" pitchFamily="49" charset="0"/>
              </a:rPr>
              <a:t>static</a:t>
            </a:r>
            <a:r>
              <a:rPr lang="en-US" sz="1300">
                <a:latin typeface="Consolas" panose="020B0609020204030204" pitchFamily="49" charset="0"/>
              </a:rPr>
              <a:t> </a:t>
            </a:r>
            <a:r>
              <a:rPr lang="en-US" sz="1300">
                <a:solidFill>
                  <a:srgbClr val="0000FF"/>
                </a:solidFill>
                <a:latin typeface="Consolas" panose="020B0609020204030204" pitchFamily="49" charset="0"/>
              </a:rPr>
              <a:t>void</a:t>
            </a:r>
            <a:r>
              <a:rPr lang="en-US" sz="1300">
                <a:latin typeface="Consolas" panose="020B0609020204030204" pitchFamily="49" charset="0"/>
              </a:rPr>
              <a:t> </a:t>
            </a:r>
            <a:r>
              <a:rPr lang="en-US" sz="1300">
                <a:solidFill>
                  <a:srgbClr val="FEA400"/>
                </a:solidFill>
                <a:latin typeface="Consolas" panose="020B0609020204030204" pitchFamily="49" charset="0"/>
              </a:rPr>
              <a:t>Change</a:t>
            </a:r>
            <a:r>
              <a:rPr lang="en-US" sz="1300">
                <a:latin typeface="Consolas" panose="020B0609020204030204" pitchFamily="49" charset="0"/>
              </a:rPr>
              <a:t>(</a:t>
            </a:r>
            <a:r>
              <a:rPr lang="en-US" sz="1300">
                <a:solidFill>
                  <a:srgbClr val="0000FF"/>
                </a:solidFill>
                <a:latin typeface="Consolas" panose="020B0609020204030204" pitchFamily="49" charset="0"/>
              </a:rPr>
              <a:t>int</a:t>
            </a:r>
            <a:r>
              <a:rPr lang="en-US" sz="1300">
                <a:latin typeface="Consolas" panose="020B0609020204030204" pitchFamily="49" charset="0"/>
              </a:rPr>
              <a:t>[]</a:t>
            </a:r>
            <a:r>
              <a:rPr lang="en-US" sz="1300">
                <a:solidFill>
                  <a:schemeClr val="bg1"/>
                </a:solidFill>
                <a:latin typeface="Consolas" panose="020B0609020204030204" pitchFamily="49" charset="0"/>
              </a:rPr>
              <a:t> </a:t>
            </a:r>
            <a:r>
              <a:rPr lang="en-US" sz="1300">
                <a:solidFill>
                  <a:srgbClr val="2B91AF"/>
                </a:solidFill>
                <a:latin typeface="Consolas" panose="020B0609020204030204" pitchFamily="49" charset="0"/>
              </a:rPr>
              <a:t>a</a:t>
            </a:r>
            <a:r>
              <a:rPr lang="en-US" sz="1300">
                <a:latin typeface="Consolas" panose="020B0609020204030204" pitchFamily="49" charset="0"/>
              </a:rPr>
              <a:t>)</a:t>
            </a:r>
          </a:p>
          <a:p>
            <a:pPr marL="51435" indent="0" algn="just">
              <a:spcBef>
                <a:spcPts val="0"/>
              </a:spcBef>
              <a:buNone/>
            </a:pPr>
            <a:r>
              <a:rPr lang="en-US" sz="1300">
                <a:latin typeface="Consolas" panose="020B0609020204030204" pitchFamily="49" charset="0"/>
              </a:rPr>
              <a:t>{</a:t>
            </a:r>
          </a:p>
          <a:p>
            <a:pPr marL="51435" indent="0" algn="just">
              <a:spcBef>
                <a:spcPts val="0"/>
              </a:spcBef>
              <a:buNone/>
            </a:pPr>
            <a:r>
              <a:rPr lang="en-US" sz="1300">
                <a:solidFill>
                  <a:schemeClr val="bg1"/>
                </a:solidFill>
                <a:latin typeface="Consolas" panose="020B0609020204030204" pitchFamily="49" charset="0"/>
              </a:rPr>
              <a:t>    </a:t>
            </a:r>
            <a:r>
              <a:rPr lang="en-US" sz="1300">
                <a:solidFill>
                  <a:srgbClr val="2B91AF"/>
                </a:solidFill>
                <a:latin typeface="Consolas" panose="020B0609020204030204" pitchFamily="49" charset="0"/>
              </a:rPr>
              <a:t>a[0] </a:t>
            </a:r>
            <a:r>
              <a:rPr lang="en-US" sz="1300">
                <a:latin typeface="Consolas" panose="020B0609020204030204" pitchFamily="49" charset="0"/>
              </a:rPr>
              <a:t>= 9;</a:t>
            </a:r>
          </a:p>
          <a:p>
            <a:pPr marL="51435" indent="0" algn="just">
              <a:spcBef>
                <a:spcPts val="0"/>
              </a:spcBef>
              <a:buNone/>
            </a:pPr>
            <a:r>
              <a:rPr lang="en-US" sz="1300">
                <a:solidFill>
                  <a:schemeClr val="bg1"/>
                </a:solidFill>
                <a:latin typeface="Consolas" panose="020B0609020204030204" pitchFamily="49" charset="0"/>
              </a:rPr>
              <a:t>    </a:t>
            </a:r>
            <a:r>
              <a:rPr lang="en-US" sz="1300">
                <a:solidFill>
                  <a:srgbClr val="2B91AF"/>
                </a:solidFill>
                <a:latin typeface="Consolas" panose="020B0609020204030204" pitchFamily="49" charset="0"/>
              </a:rPr>
              <a:t>a</a:t>
            </a:r>
            <a:r>
              <a:rPr lang="en-US" sz="1300">
                <a:solidFill>
                  <a:schemeClr val="bg1"/>
                </a:solidFill>
                <a:latin typeface="Consolas" panose="020B0609020204030204" pitchFamily="49" charset="0"/>
              </a:rPr>
              <a:t> </a:t>
            </a:r>
            <a:r>
              <a:rPr lang="en-US" sz="1300">
                <a:latin typeface="Consolas" panose="020B0609020204030204" pitchFamily="49" charset="0"/>
              </a:rPr>
              <a:t>= </a:t>
            </a:r>
            <a:r>
              <a:rPr lang="en-US" sz="1300">
                <a:solidFill>
                  <a:srgbClr val="0432FF"/>
                </a:solidFill>
                <a:latin typeface="Consolas" panose="020B0609020204030204" pitchFamily="49" charset="0"/>
              </a:rPr>
              <a:t>new int[2] </a:t>
            </a:r>
            <a:r>
              <a:rPr lang="en-US" sz="1300">
                <a:latin typeface="Consolas" panose="020B0609020204030204" pitchFamily="49" charset="0"/>
              </a:rPr>
              <a:t>{-3, -7};</a:t>
            </a:r>
          </a:p>
          <a:p>
            <a:pPr marL="51435" indent="0" algn="just">
              <a:spcBef>
                <a:spcPts val="0"/>
              </a:spcBef>
              <a:buNone/>
            </a:pPr>
            <a:r>
              <a:rPr lang="en-US" sz="1300">
                <a:solidFill>
                  <a:schemeClr val="bg1"/>
                </a:solidFill>
                <a:latin typeface="Consolas" panose="020B0609020204030204" pitchFamily="49" charset="0"/>
              </a:rPr>
              <a:t>    </a:t>
            </a:r>
            <a:r>
              <a:rPr lang="en-US" sz="1300">
                <a:solidFill>
                  <a:srgbClr val="2B91AF"/>
                </a:solidFill>
                <a:latin typeface="Consolas" panose="020B0609020204030204" pitchFamily="49" charset="0"/>
              </a:rPr>
              <a:t>Console</a:t>
            </a:r>
            <a:r>
              <a:rPr lang="en-US" sz="1300">
                <a:latin typeface="Consolas" panose="020B0609020204030204" pitchFamily="49" charset="0"/>
              </a:rPr>
              <a:t>.</a:t>
            </a:r>
            <a:r>
              <a:rPr lang="en-US" sz="1300">
                <a:solidFill>
                  <a:srgbClr val="FEA400"/>
                </a:solidFill>
                <a:latin typeface="Consolas" panose="020B0609020204030204" pitchFamily="49" charset="0"/>
              </a:rPr>
              <a:t>WriteLine</a:t>
            </a:r>
            <a:r>
              <a:rPr lang="en-US" sz="1300">
                <a:latin typeface="Consolas" panose="020B0609020204030204" pitchFamily="49" charset="0"/>
              </a:rPr>
              <a:t>($</a:t>
            </a:r>
            <a:r>
              <a:rPr lang="en-US" sz="1300">
                <a:solidFill>
                  <a:srgbClr val="A31515"/>
                </a:solidFill>
                <a:latin typeface="Consolas" panose="020B0609020204030204" pitchFamily="49" charset="0"/>
              </a:rPr>
              <a:t>"Inside method: a[0] = </a:t>
            </a:r>
            <a:r>
              <a:rPr lang="en-US" sz="1300">
                <a:latin typeface="Consolas" panose="020B0609020204030204" pitchFamily="49" charset="0"/>
              </a:rPr>
              <a:t>{</a:t>
            </a:r>
            <a:r>
              <a:rPr lang="en-US" sz="1300">
                <a:solidFill>
                  <a:schemeClr val="accent6">
                    <a:lumMod val="75000"/>
                  </a:schemeClr>
                </a:solidFill>
                <a:latin typeface="Consolas" panose="020B0609020204030204" pitchFamily="49" charset="0"/>
              </a:rPr>
              <a:t>a[0]</a:t>
            </a:r>
            <a:r>
              <a:rPr lang="en-US" sz="1300">
                <a:latin typeface="Consolas" panose="020B0609020204030204" pitchFamily="49" charset="0"/>
              </a:rPr>
              <a:t>}</a:t>
            </a:r>
            <a:r>
              <a:rPr lang="en-US" sz="1300">
                <a:solidFill>
                  <a:srgbClr val="A31515"/>
                </a:solidFill>
                <a:latin typeface="Consolas" panose="020B0609020204030204" pitchFamily="49" charset="0"/>
              </a:rPr>
              <a:t>"</a:t>
            </a:r>
            <a:r>
              <a:rPr lang="en-US" sz="1300">
                <a:latin typeface="Consolas" panose="020B0609020204030204" pitchFamily="49" charset="0"/>
              </a:rPr>
              <a:t>);</a:t>
            </a:r>
          </a:p>
          <a:p>
            <a:pPr marL="51435" indent="0" algn="just">
              <a:spcBef>
                <a:spcPts val="0"/>
              </a:spcBef>
              <a:buNone/>
            </a:pPr>
            <a:r>
              <a:rPr lang="en-US" sz="1300">
                <a:latin typeface="Consolas" panose="020B0609020204030204" pitchFamily="49" charset="0"/>
              </a:rPr>
              <a:t>}</a:t>
            </a:r>
          </a:p>
          <a:p>
            <a:pPr marL="51435" indent="0" algn="just">
              <a:spcBef>
                <a:spcPts val="0"/>
              </a:spcBef>
              <a:buNone/>
            </a:pPr>
            <a:endParaRPr lang="en-US" sz="1300">
              <a:solidFill>
                <a:srgbClr val="0000FF"/>
              </a:solidFill>
              <a:latin typeface="Consolas" panose="020B0609020204030204" pitchFamily="49" charset="0"/>
            </a:endParaRPr>
          </a:p>
          <a:p>
            <a:pPr marL="51435" indent="0" algn="just">
              <a:spcBef>
                <a:spcPts val="0"/>
              </a:spcBef>
              <a:buNone/>
            </a:pPr>
            <a:r>
              <a:rPr lang="en-US" sz="1300">
                <a:solidFill>
                  <a:srgbClr val="0000FF"/>
                </a:solidFill>
                <a:latin typeface="Consolas" panose="020B0609020204030204" pitchFamily="49" charset="0"/>
              </a:rPr>
              <a:t>static</a:t>
            </a:r>
            <a:r>
              <a:rPr lang="en-US" sz="1300">
                <a:latin typeface="Consolas" panose="020B0609020204030204" pitchFamily="49" charset="0"/>
              </a:rPr>
              <a:t> </a:t>
            </a:r>
            <a:r>
              <a:rPr lang="en-US" sz="1300">
                <a:solidFill>
                  <a:srgbClr val="0000FF"/>
                </a:solidFill>
                <a:latin typeface="Consolas" panose="020B0609020204030204" pitchFamily="49" charset="0"/>
              </a:rPr>
              <a:t>void</a:t>
            </a:r>
            <a:r>
              <a:rPr lang="en-US" sz="1300">
                <a:latin typeface="Consolas" panose="020B0609020204030204" pitchFamily="49" charset="0"/>
              </a:rPr>
              <a:t> </a:t>
            </a:r>
            <a:r>
              <a:rPr lang="en-US" sz="1300">
                <a:solidFill>
                  <a:srgbClr val="FEA400"/>
                </a:solidFill>
                <a:latin typeface="Consolas" panose="020B0609020204030204" pitchFamily="49" charset="0"/>
              </a:rPr>
              <a:t>Main</a:t>
            </a:r>
            <a:r>
              <a:rPr lang="en-US" sz="1300">
                <a:latin typeface="Consolas" panose="020B0609020204030204" pitchFamily="49" charset="0"/>
              </a:rPr>
              <a:t>(</a:t>
            </a:r>
            <a:r>
              <a:rPr lang="en-US" sz="1300">
                <a:solidFill>
                  <a:srgbClr val="0000FF"/>
                </a:solidFill>
                <a:latin typeface="Consolas" panose="020B0609020204030204" pitchFamily="49" charset="0"/>
              </a:rPr>
              <a:t>string</a:t>
            </a:r>
            <a:r>
              <a:rPr lang="en-US" sz="1300">
                <a:latin typeface="Consolas" panose="020B0609020204030204" pitchFamily="49" charset="0"/>
              </a:rPr>
              <a:t>[] args)</a:t>
            </a:r>
          </a:p>
          <a:p>
            <a:pPr marL="51435" indent="0" algn="just">
              <a:spcBef>
                <a:spcPts val="0"/>
              </a:spcBef>
              <a:buNone/>
            </a:pPr>
            <a:r>
              <a:rPr lang="en-US" sz="1300">
                <a:latin typeface="Consolas" panose="020B0609020204030204" pitchFamily="49" charset="0"/>
              </a:rPr>
              <a:t>{</a:t>
            </a:r>
          </a:p>
          <a:p>
            <a:pPr marL="51435" indent="0">
              <a:spcBef>
                <a:spcPts val="0"/>
              </a:spcBef>
              <a:buNone/>
            </a:pPr>
            <a:r>
              <a:rPr lang="en-US" sz="1300">
                <a:solidFill>
                  <a:srgbClr val="2B91AF"/>
                </a:solidFill>
                <a:latin typeface="Consolas" panose="020B0609020204030204" pitchFamily="49" charset="0"/>
              </a:rPr>
              <a:t>    </a:t>
            </a:r>
            <a:r>
              <a:rPr lang="en-US" sz="1300">
                <a:solidFill>
                  <a:srgbClr val="0432FF"/>
                </a:solidFill>
                <a:latin typeface="Consolas" panose="020B0609020204030204" pitchFamily="49" charset="0"/>
              </a:rPr>
              <a:t>int[]</a:t>
            </a:r>
            <a:r>
              <a:rPr lang="en-US" sz="1300">
                <a:solidFill>
                  <a:schemeClr val="bg1"/>
                </a:solidFill>
                <a:latin typeface="Consolas" panose="020B0609020204030204" pitchFamily="49" charset="0"/>
              </a:rPr>
              <a:t> </a:t>
            </a:r>
            <a:r>
              <a:rPr lang="en-US" sz="1300">
                <a:solidFill>
                  <a:srgbClr val="2B91AF"/>
                </a:solidFill>
                <a:latin typeface="Consolas" panose="020B0609020204030204" pitchFamily="49" charset="0"/>
              </a:rPr>
              <a:t>a</a:t>
            </a:r>
            <a:r>
              <a:rPr lang="en-US" sz="1300">
                <a:solidFill>
                  <a:schemeClr val="bg1"/>
                </a:solidFill>
                <a:latin typeface="Consolas" panose="020B0609020204030204" pitchFamily="49" charset="0"/>
              </a:rPr>
              <a:t> </a:t>
            </a:r>
            <a:r>
              <a:rPr lang="en-US" sz="1300">
                <a:latin typeface="Consolas" panose="020B0609020204030204" pitchFamily="49" charset="0"/>
              </a:rPr>
              <a:t>= </a:t>
            </a:r>
            <a:r>
              <a:rPr lang="en-US" sz="1300">
                <a:solidFill>
                  <a:srgbClr val="0432FF"/>
                </a:solidFill>
                <a:latin typeface="Consolas" panose="020B0609020204030204" pitchFamily="49" charset="0"/>
              </a:rPr>
              <a:t>new int[4] </a:t>
            </a:r>
            <a:r>
              <a:rPr lang="en-US" sz="1300">
                <a:latin typeface="Consolas" panose="020B0609020204030204" pitchFamily="49" charset="0"/>
              </a:rPr>
              <a:t>{5, 8, 2, 7};</a:t>
            </a:r>
          </a:p>
          <a:p>
            <a:pPr marL="51435" indent="0">
              <a:spcBef>
                <a:spcPts val="0"/>
              </a:spcBef>
              <a:buNone/>
            </a:pPr>
            <a:r>
              <a:rPr lang="en-US" sz="1300">
                <a:solidFill>
                  <a:schemeClr val="bg1"/>
                </a:solidFill>
                <a:latin typeface="Consolas" panose="020B0609020204030204" pitchFamily="49" charset="0"/>
                <a:cs typeface="Consolas" panose="020B0609020204030204" pitchFamily="49" charset="0"/>
              </a:rPr>
              <a:t>    </a:t>
            </a:r>
            <a:r>
              <a:rPr lang="en-US" sz="1300">
                <a:solidFill>
                  <a:srgbClr val="2B91AF"/>
                </a:solidFill>
                <a:latin typeface="Consolas" panose="020B0609020204030204" pitchFamily="49" charset="0"/>
              </a:rPr>
              <a:t>Console</a:t>
            </a:r>
            <a:r>
              <a:rPr lang="en-US" sz="1300">
                <a:latin typeface="Consolas" panose="020B0609020204030204" pitchFamily="49" charset="0"/>
              </a:rPr>
              <a:t>.</a:t>
            </a:r>
            <a:r>
              <a:rPr lang="en-US" sz="1300">
                <a:solidFill>
                  <a:srgbClr val="FEA400"/>
                </a:solidFill>
                <a:latin typeface="Consolas" panose="020B0609020204030204" pitchFamily="49" charset="0"/>
              </a:rPr>
              <a:t>WriteLine</a:t>
            </a:r>
            <a:r>
              <a:rPr lang="en-US" sz="1300">
                <a:latin typeface="Consolas" panose="020B0609020204030204" pitchFamily="49" charset="0"/>
                <a:cs typeface="Consolas" panose="020B0609020204030204" pitchFamily="49" charset="0"/>
              </a:rPr>
              <a:t>($</a:t>
            </a:r>
            <a:r>
              <a:rPr lang="en-US" sz="1300">
                <a:solidFill>
                  <a:srgbClr val="A31515"/>
                </a:solidFill>
                <a:latin typeface="Consolas" panose="020B0609020204030204" pitchFamily="49" charset="0"/>
              </a:rPr>
              <a:t>"Before calling method: a[0] = </a:t>
            </a:r>
            <a:r>
              <a:rPr lang="en-US" sz="1300">
                <a:latin typeface="Consolas" panose="020B0609020204030204" pitchFamily="49" charset="0"/>
              </a:rPr>
              <a:t>{</a:t>
            </a:r>
            <a:r>
              <a:rPr lang="en-US" sz="1300">
                <a:solidFill>
                  <a:schemeClr val="accent6">
                    <a:lumMod val="75000"/>
                  </a:schemeClr>
                </a:solidFill>
                <a:latin typeface="Consolas" panose="020B0609020204030204" pitchFamily="49" charset="0"/>
              </a:rPr>
              <a:t>a[0]</a:t>
            </a:r>
            <a:r>
              <a:rPr lang="en-US" sz="1300">
                <a:latin typeface="Consolas" panose="020B0609020204030204" pitchFamily="49" charset="0"/>
              </a:rPr>
              <a:t>}</a:t>
            </a:r>
            <a:r>
              <a:rPr lang="en-US" sz="1300">
                <a:solidFill>
                  <a:srgbClr val="A31515"/>
                </a:solidFill>
                <a:latin typeface="Consolas" panose="020B0609020204030204" pitchFamily="49" charset="0"/>
              </a:rPr>
              <a:t>"</a:t>
            </a:r>
            <a:r>
              <a:rPr lang="en-US" sz="1300">
                <a:latin typeface="Consolas" panose="020B0609020204030204" pitchFamily="49" charset="0"/>
                <a:cs typeface="Consolas" panose="020B0609020204030204" pitchFamily="49" charset="0"/>
              </a:rPr>
              <a:t>);</a:t>
            </a:r>
          </a:p>
          <a:p>
            <a:pPr marL="51435" indent="0">
              <a:spcBef>
                <a:spcPts val="0"/>
              </a:spcBef>
              <a:buNone/>
            </a:pPr>
            <a:r>
              <a:rPr lang="en-US" sz="1300">
                <a:solidFill>
                  <a:schemeClr val="bg1"/>
                </a:solidFill>
                <a:latin typeface="Consolas" panose="020B0609020204030204" pitchFamily="49" charset="0"/>
                <a:cs typeface="Consolas" panose="020B0609020204030204" pitchFamily="49" charset="0"/>
              </a:rPr>
              <a:t>    </a:t>
            </a:r>
            <a:r>
              <a:rPr lang="en-US" sz="1300">
                <a:solidFill>
                  <a:srgbClr val="FEA400"/>
                </a:solidFill>
                <a:latin typeface="Consolas" panose="020B0609020204030204" pitchFamily="49" charset="0"/>
              </a:rPr>
              <a:t>Change</a:t>
            </a:r>
            <a:r>
              <a:rPr lang="en-US" sz="1300">
                <a:latin typeface="Consolas" panose="020B0609020204030204" pitchFamily="49" charset="0"/>
              </a:rPr>
              <a:t>(</a:t>
            </a:r>
            <a:r>
              <a:rPr lang="en-US" sz="1300">
                <a:solidFill>
                  <a:srgbClr val="2B91AF"/>
                </a:solidFill>
                <a:latin typeface="Consolas" panose="020B0609020204030204" pitchFamily="49" charset="0"/>
              </a:rPr>
              <a:t>a</a:t>
            </a:r>
            <a:r>
              <a:rPr lang="en-US" sz="1300">
                <a:latin typeface="Consolas" panose="020B0609020204030204" pitchFamily="49" charset="0"/>
              </a:rPr>
              <a:t>);</a:t>
            </a:r>
          </a:p>
          <a:p>
            <a:pPr marL="51435" indent="0">
              <a:spcBef>
                <a:spcPts val="0"/>
              </a:spcBef>
              <a:buNone/>
            </a:pPr>
            <a:r>
              <a:rPr lang="en-US" sz="1300">
                <a:solidFill>
                  <a:srgbClr val="2B91AF"/>
                </a:solidFill>
                <a:latin typeface="Consolas" panose="020B0609020204030204" pitchFamily="49" charset="0"/>
              </a:rPr>
              <a:t>    Console</a:t>
            </a:r>
            <a:r>
              <a:rPr lang="en-US" sz="1300">
                <a:latin typeface="Consolas" panose="020B0609020204030204" pitchFamily="49" charset="0"/>
              </a:rPr>
              <a:t>.</a:t>
            </a:r>
            <a:r>
              <a:rPr lang="en-US" sz="1300">
                <a:solidFill>
                  <a:srgbClr val="FEA400"/>
                </a:solidFill>
                <a:latin typeface="Consolas" panose="020B0609020204030204" pitchFamily="49" charset="0"/>
              </a:rPr>
              <a:t>WriteLine</a:t>
            </a:r>
            <a:r>
              <a:rPr lang="en-US" sz="1300">
                <a:latin typeface="Consolas" panose="020B0609020204030204" pitchFamily="49" charset="0"/>
                <a:cs typeface="Consolas" panose="020B0609020204030204" pitchFamily="49" charset="0"/>
              </a:rPr>
              <a:t>($</a:t>
            </a:r>
            <a:r>
              <a:rPr lang="en-US" sz="1300">
                <a:solidFill>
                  <a:srgbClr val="A31515"/>
                </a:solidFill>
                <a:latin typeface="Consolas" panose="020B0609020204030204" pitchFamily="49" charset="0"/>
              </a:rPr>
              <a:t>"After calling method: a[0] = </a:t>
            </a:r>
            <a:r>
              <a:rPr lang="en-US" sz="1300">
                <a:latin typeface="Consolas" panose="020B0609020204030204" pitchFamily="49" charset="0"/>
              </a:rPr>
              <a:t>{</a:t>
            </a:r>
            <a:r>
              <a:rPr lang="en-US" sz="1300">
                <a:solidFill>
                  <a:schemeClr val="accent6">
                    <a:lumMod val="75000"/>
                  </a:schemeClr>
                </a:solidFill>
                <a:latin typeface="Consolas" panose="020B0609020204030204" pitchFamily="49" charset="0"/>
              </a:rPr>
              <a:t>a[0]</a:t>
            </a:r>
            <a:r>
              <a:rPr lang="en-US" sz="1300">
                <a:latin typeface="Consolas" panose="020B0609020204030204" pitchFamily="49" charset="0"/>
              </a:rPr>
              <a:t>}</a:t>
            </a:r>
            <a:r>
              <a:rPr lang="en-US" sz="1300">
                <a:solidFill>
                  <a:srgbClr val="A31515"/>
                </a:solidFill>
                <a:latin typeface="Consolas" panose="020B0609020204030204" pitchFamily="49" charset="0"/>
              </a:rPr>
              <a:t>"</a:t>
            </a:r>
            <a:r>
              <a:rPr lang="en-US" sz="1300">
                <a:latin typeface="Consolas" panose="020B0609020204030204" pitchFamily="49" charset="0"/>
                <a:cs typeface="Consolas" panose="020B0609020204030204" pitchFamily="49" charset="0"/>
              </a:rPr>
              <a:t>);</a:t>
            </a:r>
            <a:endParaRPr lang="en-US" sz="1300">
              <a:latin typeface="Consolas" panose="020B0609020204030204" pitchFamily="49" charset="0"/>
            </a:endParaRPr>
          </a:p>
          <a:p>
            <a:pPr marL="51435" indent="0">
              <a:spcBef>
                <a:spcPts val="0"/>
              </a:spcBef>
              <a:buNone/>
            </a:pPr>
            <a:r>
              <a:rPr lang="en-US" sz="1300">
                <a:latin typeface="Consolas" panose="020B0609020204030204" pitchFamily="49" charset="0"/>
              </a:rPr>
              <a:t>}</a:t>
            </a:r>
          </a:p>
        </p:txBody>
      </p:sp>
      <p:sp>
        <p:nvSpPr>
          <p:cNvPr id="7" name="Rectangle 6">
            <a:extLst>
              <a:ext uri="{FF2B5EF4-FFF2-40B4-BE49-F238E27FC236}">
                <a16:creationId xmlns:a16="http://schemas.microsoft.com/office/drawing/2014/main" id="{8EB2CF11-70DA-F347-A0FA-44DB110B806F}"/>
              </a:ext>
            </a:extLst>
          </p:cNvPr>
          <p:cNvSpPr/>
          <p:nvPr/>
        </p:nvSpPr>
        <p:spPr>
          <a:xfrm>
            <a:off x="2411760" y="3572085"/>
            <a:ext cx="1642611" cy="277328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VN"/>
          </a:p>
        </p:txBody>
      </p:sp>
      <p:grpSp>
        <p:nvGrpSpPr>
          <p:cNvPr id="8" name="Group 7">
            <a:extLst>
              <a:ext uri="{FF2B5EF4-FFF2-40B4-BE49-F238E27FC236}">
                <a16:creationId xmlns:a16="http://schemas.microsoft.com/office/drawing/2014/main" id="{9D183396-EF10-3742-96D7-B1C7319E6F98}"/>
              </a:ext>
            </a:extLst>
          </p:cNvPr>
          <p:cNvGrpSpPr/>
          <p:nvPr/>
        </p:nvGrpSpPr>
        <p:grpSpPr>
          <a:xfrm>
            <a:off x="2551168" y="4906241"/>
            <a:ext cx="1363794" cy="1362928"/>
            <a:chOff x="2396996" y="4876740"/>
            <a:chExt cx="1363794" cy="1362928"/>
          </a:xfrm>
        </p:grpSpPr>
        <p:sp>
          <p:nvSpPr>
            <p:cNvPr id="9" name="Rectangle 8">
              <a:extLst>
                <a:ext uri="{FF2B5EF4-FFF2-40B4-BE49-F238E27FC236}">
                  <a16:creationId xmlns:a16="http://schemas.microsoft.com/office/drawing/2014/main" id="{732791BC-18EA-CF40-AF75-E9981CE96A23}"/>
                </a:ext>
              </a:extLst>
            </p:cNvPr>
            <p:cNvSpPr/>
            <p:nvPr/>
          </p:nvSpPr>
          <p:spPr>
            <a:xfrm>
              <a:off x="2396996" y="4954384"/>
              <a:ext cx="1363794" cy="1285284"/>
            </a:xfrm>
            <a:prstGeom prst="rect">
              <a:avLst/>
            </a:prstGeom>
            <a:ln/>
          </p:spPr>
          <p:style>
            <a:lnRef idx="3">
              <a:schemeClr val="lt1"/>
            </a:lnRef>
            <a:fillRef idx="1">
              <a:schemeClr val="accent5"/>
            </a:fillRef>
            <a:effectRef idx="1">
              <a:schemeClr val="accent5"/>
            </a:effectRef>
            <a:fontRef idx="minor">
              <a:schemeClr val="lt1"/>
            </a:fontRef>
          </p:style>
          <p:txBody>
            <a:bodyPr rtlCol="0" anchor="ctr"/>
            <a:lstStyle/>
            <a:p>
              <a:pPr algn="ctr"/>
              <a:endParaRPr lang="en-VN"/>
            </a:p>
          </p:txBody>
        </p:sp>
        <p:grpSp>
          <p:nvGrpSpPr>
            <p:cNvPr id="10" name="Group 9">
              <a:extLst>
                <a:ext uri="{FF2B5EF4-FFF2-40B4-BE49-F238E27FC236}">
                  <a16:creationId xmlns:a16="http://schemas.microsoft.com/office/drawing/2014/main" id="{FC9CDEEC-1768-3348-AA37-EEE17E359EDE}"/>
                </a:ext>
              </a:extLst>
            </p:cNvPr>
            <p:cNvGrpSpPr/>
            <p:nvPr/>
          </p:nvGrpSpPr>
          <p:grpSpPr>
            <a:xfrm>
              <a:off x="2534490" y="4876740"/>
              <a:ext cx="1183922" cy="1290556"/>
              <a:chOff x="2534490" y="4876740"/>
              <a:chExt cx="1183922" cy="1290556"/>
            </a:xfrm>
          </p:grpSpPr>
          <p:grpSp>
            <p:nvGrpSpPr>
              <p:cNvPr id="11" name="Group 10">
                <a:extLst>
                  <a:ext uri="{FF2B5EF4-FFF2-40B4-BE49-F238E27FC236}">
                    <a16:creationId xmlns:a16="http://schemas.microsoft.com/office/drawing/2014/main" id="{BC1926C3-E46A-3149-A11E-BC5252E58F11}"/>
                  </a:ext>
                </a:extLst>
              </p:cNvPr>
              <p:cNvGrpSpPr/>
              <p:nvPr/>
            </p:nvGrpSpPr>
            <p:grpSpPr>
              <a:xfrm>
                <a:off x="2534490" y="5263128"/>
                <a:ext cx="1183922" cy="904168"/>
                <a:chOff x="-1544472" y="5686180"/>
                <a:chExt cx="1183922" cy="904168"/>
              </a:xfrm>
            </p:grpSpPr>
            <p:sp>
              <p:nvSpPr>
                <p:cNvPr id="13" name="Cube 12">
                  <a:extLst>
                    <a:ext uri="{FF2B5EF4-FFF2-40B4-BE49-F238E27FC236}">
                      <a16:creationId xmlns:a16="http://schemas.microsoft.com/office/drawing/2014/main" id="{DB3C522B-D259-5740-A82C-D7B2DEABE137}"/>
                    </a:ext>
                  </a:extLst>
                </p:cNvPr>
                <p:cNvSpPr/>
                <p:nvPr/>
              </p:nvSpPr>
              <p:spPr>
                <a:xfrm>
                  <a:off x="-1544472" y="5686180"/>
                  <a:ext cx="1031924" cy="904168"/>
                </a:xfrm>
                <a:prstGeom prst="cube">
                  <a:avLst>
                    <a:gd name="adj" fmla="val 3817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4" name="TextBox 13">
                  <a:extLst>
                    <a:ext uri="{FF2B5EF4-FFF2-40B4-BE49-F238E27FC236}">
                      <a16:creationId xmlns:a16="http://schemas.microsoft.com/office/drawing/2014/main" id="{6BCB3B93-DDBC-D641-94BF-16983D6B7E9F}"/>
                    </a:ext>
                  </a:extLst>
                </p:cNvPr>
                <p:cNvSpPr txBox="1"/>
                <p:nvPr/>
              </p:nvSpPr>
              <p:spPr>
                <a:xfrm>
                  <a:off x="-1373561" y="6042968"/>
                  <a:ext cx="357808" cy="477054"/>
                </a:xfrm>
                <a:prstGeom prst="rect">
                  <a:avLst/>
                </a:prstGeom>
                <a:noFill/>
              </p:spPr>
              <p:txBody>
                <a:bodyPr wrap="square" rtlCol="0">
                  <a:spAutoFit/>
                </a:bodyPr>
                <a:lstStyle/>
                <a:p>
                  <a:pPr algn="ctr"/>
                  <a:r>
                    <a:rPr lang="en-VN" sz="2500"/>
                    <a:t>a</a:t>
                  </a:r>
                </a:p>
              </p:txBody>
            </p:sp>
            <p:sp>
              <p:nvSpPr>
                <p:cNvPr id="15" name="TextBox 14">
                  <a:extLst>
                    <a:ext uri="{FF2B5EF4-FFF2-40B4-BE49-F238E27FC236}">
                      <a16:creationId xmlns:a16="http://schemas.microsoft.com/office/drawing/2014/main" id="{88300A70-B579-8B43-AFA1-1D7558924C6A}"/>
                    </a:ext>
                  </a:extLst>
                </p:cNvPr>
                <p:cNvSpPr txBox="1"/>
                <p:nvPr/>
              </p:nvSpPr>
              <p:spPr>
                <a:xfrm>
                  <a:off x="-990407" y="5863372"/>
                  <a:ext cx="629857" cy="400110"/>
                </a:xfrm>
                <a:prstGeom prst="rect">
                  <a:avLst/>
                </a:prstGeom>
                <a:noFill/>
                <a:scene3d>
                  <a:camera prst="isometricRightUp">
                    <a:rot lat="1800000" lon="18000000" rev="0"/>
                  </a:camera>
                  <a:lightRig rig="threePt" dir="t"/>
                </a:scene3d>
              </p:spPr>
              <p:txBody>
                <a:bodyPr wrap="square" rtlCol="0">
                  <a:spAutoFit/>
                </a:bodyPr>
                <a:lstStyle/>
                <a:p>
                  <a:pPr algn="ctr"/>
                  <a:r>
                    <a:rPr lang="en-US" sz="2000"/>
                    <a:t>i</a:t>
                  </a:r>
                  <a:r>
                    <a:rPr lang="en-VN" sz="2000"/>
                    <a:t>nt[]</a:t>
                  </a:r>
                </a:p>
              </p:txBody>
            </p:sp>
          </p:grpSp>
          <p:sp>
            <p:nvSpPr>
              <p:cNvPr id="12" name="TextBox 11">
                <a:extLst>
                  <a:ext uri="{FF2B5EF4-FFF2-40B4-BE49-F238E27FC236}">
                    <a16:creationId xmlns:a16="http://schemas.microsoft.com/office/drawing/2014/main" id="{FF413419-F91E-4F49-9E08-5FD48C8A6F46}"/>
                  </a:ext>
                </a:extLst>
              </p:cNvPr>
              <p:cNvSpPr txBox="1"/>
              <p:nvPr/>
            </p:nvSpPr>
            <p:spPr>
              <a:xfrm>
                <a:off x="2687962" y="4876740"/>
                <a:ext cx="724979" cy="369332"/>
              </a:xfrm>
              <a:prstGeom prst="rect">
                <a:avLst/>
              </a:prstGeom>
              <a:noFill/>
            </p:spPr>
            <p:txBody>
              <a:bodyPr wrap="square" rtlCol="0">
                <a:spAutoFit/>
              </a:bodyPr>
              <a:lstStyle/>
              <a:p>
                <a:pPr algn="ctr"/>
                <a:r>
                  <a:rPr lang="en-VN" b="1">
                    <a:solidFill>
                      <a:srgbClr val="0432FF"/>
                    </a:solidFill>
                    <a:latin typeface="Calibri" panose="020F0502020204030204" pitchFamily="34" charset="0"/>
                    <a:cs typeface="Calibri" panose="020F0502020204030204" pitchFamily="34" charset="0"/>
                  </a:rPr>
                  <a:t>Main</a:t>
                </a:r>
              </a:p>
            </p:txBody>
          </p:sp>
        </p:grpSp>
      </p:grpSp>
      <p:sp>
        <p:nvSpPr>
          <p:cNvPr id="16" name="Rectangle 15">
            <a:extLst>
              <a:ext uri="{FF2B5EF4-FFF2-40B4-BE49-F238E27FC236}">
                <a16:creationId xmlns:a16="http://schemas.microsoft.com/office/drawing/2014/main" id="{88F49F68-8E36-7D4E-909A-10111004B720}"/>
              </a:ext>
            </a:extLst>
          </p:cNvPr>
          <p:cNvSpPr/>
          <p:nvPr/>
        </p:nvSpPr>
        <p:spPr>
          <a:xfrm>
            <a:off x="4400992" y="3572085"/>
            <a:ext cx="3475042" cy="277328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VN"/>
          </a:p>
        </p:txBody>
      </p:sp>
      <p:grpSp>
        <p:nvGrpSpPr>
          <p:cNvPr id="23" name="Group 22">
            <a:extLst>
              <a:ext uri="{FF2B5EF4-FFF2-40B4-BE49-F238E27FC236}">
                <a16:creationId xmlns:a16="http://schemas.microsoft.com/office/drawing/2014/main" id="{0571F232-0002-1643-87D4-9B9427918FF5}"/>
              </a:ext>
            </a:extLst>
          </p:cNvPr>
          <p:cNvGrpSpPr/>
          <p:nvPr/>
        </p:nvGrpSpPr>
        <p:grpSpPr>
          <a:xfrm>
            <a:off x="5193662" y="4620658"/>
            <a:ext cx="1889702" cy="601403"/>
            <a:chOff x="6827979" y="5625080"/>
            <a:chExt cx="1889702" cy="601403"/>
          </a:xfrm>
        </p:grpSpPr>
        <p:sp>
          <p:nvSpPr>
            <p:cNvPr id="24" name="Cube 23">
              <a:extLst>
                <a:ext uri="{FF2B5EF4-FFF2-40B4-BE49-F238E27FC236}">
                  <a16:creationId xmlns:a16="http://schemas.microsoft.com/office/drawing/2014/main" id="{F2A906D5-37DF-4841-A575-82657E1D6BA4}"/>
                </a:ext>
              </a:extLst>
            </p:cNvPr>
            <p:cNvSpPr/>
            <p:nvPr/>
          </p:nvSpPr>
          <p:spPr>
            <a:xfrm>
              <a:off x="6827979" y="5625080"/>
              <a:ext cx="647861" cy="601403"/>
            </a:xfrm>
            <a:prstGeom prst="cube">
              <a:avLst>
                <a:gd name="adj" fmla="val 3817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VN"/>
                <a:t>9</a:t>
              </a:r>
            </a:p>
          </p:txBody>
        </p:sp>
        <p:sp>
          <p:nvSpPr>
            <p:cNvPr id="25" name="Cube 24">
              <a:extLst>
                <a:ext uri="{FF2B5EF4-FFF2-40B4-BE49-F238E27FC236}">
                  <a16:creationId xmlns:a16="http://schemas.microsoft.com/office/drawing/2014/main" id="{DBB0CFB7-D84C-2D4C-BD21-C1F96712320D}"/>
                </a:ext>
              </a:extLst>
            </p:cNvPr>
            <p:cNvSpPr/>
            <p:nvPr/>
          </p:nvSpPr>
          <p:spPr>
            <a:xfrm>
              <a:off x="7242682" y="5625080"/>
              <a:ext cx="647861" cy="601403"/>
            </a:xfrm>
            <a:prstGeom prst="cube">
              <a:avLst>
                <a:gd name="adj" fmla="val 3817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VN"/>
                <a:t>8</a:t>
              </a:r>
            </a:p>
          </p:txBody>
        </p:sp>
        <p:sp>
          <p:nvSpPr>
            <p:cNvPr id="26" name="Cube 25">
              <a:extLst>
                <a:ext uri="{FF2B5EF4-FFF2-40B4-BE49-F238E27FC236}">
                  <a16:creationId xmlns:a16="http://schemas.microsoft.com/office/drawing/2014/main" id="{0E91A8A3-177B-1545-8EA8-5AF78161F416}"/>
                </a:ext>
              </a:extLst>
            </p:cNvPr>
            <p:cNvSpPr/>
            <p:nvPr/>
          </p:nvSpPr>
          <p:spPr>
            <a:xfrm>
              <a:off x="7667044" y="5625080"/>
              <a:ext cx="647861" cy="601403"/>
            </a:xfrm>
            <a:prstGeom prst="cube">
              <a:avLst>
                <a:gd name="adj" fmla="val 3817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VN"/>
                <a:t>2</a:t>
              </a:r>
            </a:p>
          </p:txBody>
        </p:sp>
        <p:sp>
          <p:nvSpPr>
            <p:cNvPr id="27" name="Cube 26">
              <a:extLst>
                <a:ext uri="{FF2B5EF4-FFF2-40B4-BE49-F238E27FC236}">
                  <a16:creationId xmlns:a16="http://schemas.microsoft.com/office/drawing/2014/main" id="{492E0B52-FF32-BA45-9E1A-EAEAAAA7C782}"/>
                </a:ext>
              </a:extLst>
            </p:cNvPr>
            <p:cNvSpPr/>
            <p:nvPr/>
          </p:nvSpPr>
          <p:spPr>
            <a:xfrm>
              <a:off x="8069820" y="5625080"/>
              <a:ext cx="647861" cy="601403"/>
            </a:xfrm>
            <a:prstGeom prst="cube">
              <a:avLst>
                <a:gd name="adj" fmla="val 3817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VN"/>
                <a:t>7</a:t>
              </a:r>
            </a:p>
          </p:txBody>
        </p:sp>
      </p:grpSp>
      <p:cxnSp>
        <p:nvCxnSpPr>
          <p:cNvPr id="28" name="Curved Connector 27">
            <a:extLst>
              <a:ext uri="{FF2B5EF4-FFF2-40B4-BE49-F238E27FC236}">
                <a16:creationId xmlns:a16="http://schemas.microsoft.com/office/drawing/2014/main" id="{632A907F-8F04-5C4E-9C38-55E1A84DC77F}"/>
              </a:ext>
            </a:extLst>
          </p:cNvPr>
          <p:cNvCxnSpPr>
            <a:cxnSpLocks/>
          </p:cNvCxnSpPr>
          <p:nvPr/>
        </p:nvCxnSpPr>
        <p:spPr>
          <a:xfrm flipV="1">
            <a:off x="3161180" y="5036152"/>
            <a:ext cx="2032482" cy="442300"/>
          </a:xfrm>
          <a:prstGeom prst="curvedConnector3">
            <a:avLst>
              <a:gd name="adj1" fmla="val 50000"/>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Rectangle 29">
            <a:extLst>
              <a:ext uri="{FF2B5EF4-FFF2-40B4-BE49-F238E27FC236}">
                <a16:creationId xmlns:a16="http://schemas.microsoft.com/office/drawing/2014/main" id="{3BD1AB62-12B1-BB44-928A-667D8AEBF398}"/>
              </a:ext>
            </a:extLst>
          </p:cNvPr>
          <p:cNvSpPr/>
          <p:nvPr/>
        </p:nvSpPr>
        <p:spPr>
          <a:xfrm>
            <a:off x="1691680" y="3289793"/>
            <a:ext cx="5760640" cy="274644"/>
          </a:xfrm>
          <a:prstGeom prst="rect">
            <a:avLst/>
          </a:prstGeom>
          <a:solidFill>
            <a:srgbClr val="FFFF00">
              <a:alpha val="26391"/>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35" name="Line Callout 1 34">
            <a:extLst>
              <a:ext uri="{FF2B5EF4-FFF2-40B4-BE49-F238E27FC236}">
                <a16:creationId xmlns:a16="http://schemas.microsoft.com/office/drawing/2014/main" id="{C84EA0F6-7D11-8949-A0AB-E83173F7ACCA}"/>
              </a:ext>
            </a:extLst>
          </p:cNvPr>
          <p:cNvSpPr/>
          <p:nvPr/>
        </p:nvSpPr>
        <p:spPr>
          <a:xfrm>
            <a:off x="4788024" y="1911355"/>
            <a:ext cx="4245566" cy="901563"/>
          </a:xfrm>
          <a:prstGeom prst="borderCallout1">
            <a:avLst>
              <a:gd name="adj1" fmla="val 100424"/>
              <a:gd name="adj2" fmla="val 55677"/>
              <a:gd name="adj3" fmla="val 147864"/>
              <a:gd name="adj4" fmla="val 35593"/>
            </a:avLst>
          </a:prstGeom>
          <a:ln/>
        </p:spPr>
        <p:style>
          <a:lnRef idx="1">
            <a:schemeClr val="accent2"/>
          </a:lnRef>
          <a:fillRef idx="2">
            <a:schemeClr val="accent2"/>
          </a:fillRef>
          <a:effectRef idx="1">
            <a:schemeClr val="accent2"/>
          </a:effectRef>
          <a:fontRef idx="minor">
            <a:schemeClr val="dk1"/>
          </a:fontRef>
        </p:style>
        <p:txBody>
          <a:bodyPr rtlCol="0" anchor="ctr"/>
          <a:lstStyle/>
          <a:p>
            <a:r>
              <a:rPr lang="en-US">
                <a:solidFill>
                  <a:schemeClr val="tx1"/>
                </a:solidFill>
                <a:latin typeface="Consolas" panose="020B0609020204030204" pitchFamily="49" charset="0"/>
              </a:rPr>
              <a:t>Before calling method: </a:t>
            </a:r>
            <a:r>
              <a:rPr lang="en-GB" dirty="0">
                <a:solidFill>
                  <a:schemeClr val="tx1"/>
                </a:solidFill>
                <a:latin typeface="Consolas" pitchFamily="49" charset="0"/>
                <a:cs typeface="Consolas" pitchFamily="49" charset="0"/>
              </a:rPr>
              <a:t>a[0] = 5</a:t>
            </a:r>
          </a:p>
          <a:p>
            <a:r>
              <a:rPr lang="en-US">
                <a:solidFill>
                  <a:schemeClr val="tx1"/>
                </a:solidFill>
                <a:latin typeface="Consolas" panose="020B0609020204030204" pitchFamily="49" charset="0"/>
              </a:rPr>
              <a:t>Inside method: </a:t>
            </a:r>
            <a:r>
              <a:rPr lang="en-GB" dirty="0">
                <a:solidFill>
                  <a:schemeClr val="tx1"/>
                </a:solidFill>
                <a:latin typeface="Consolas" pitchFamily="49" charset="0"/>
                <a:cs typeface="Consolas" pitchFamily="49" charset="0"/>
              </a:rPr>
              <a:t>a[0] = -3</a:t>
            </a:r>
          </a:p>
          <a:p>
            <a:r>
              <a:rPr lang="en-US">
                <a:solidFill>
                  <a:schemeClr val="tx1"/>
                </a:solidFill>
                <a:latin typeface="Consolas" panose="020B0609020204030204" pitchFamily="49" charset="0"/>
              </a:rPr>
              <a:t>After calling method: </a:t>
            </a:r>
            <a:r>
              <a:rPr lang="en-GB" dirty="0">
                <a:solidFill>
                  <a:schemeClr val="tx1"/>
                </a:solidFill>
                <a:latin typeface="Consolas" pitchFamily="49" charset="0"/>
                <a:cs typeface="Consolas" pitchFamily="49" charset="0"/>
              </a:rPr>
              <a:t>a[0] = 9</a:t>
            </a:r>
          </a:p>
        </p:txBody>
      </p:sp>
    </p:spTree>
    <p:extLst>
      <p:ext uri="{BB962C8B-B14F-4D97-AF65-F5344CB8AC3E}">
        <p14:creationId xmlns:p14="http://schemas.microsoft.com/office/powerpoint/2010/main" val="31703093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dissolve">
                                      <p:cBhvr>
                                        <p:cTn id="7"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09F558-D333-EE4F-BF8A-DD5A2AF8E8E5}"/>
              </a:ext>
            </a:extLst>
          </p:cNvPr>
          <p:cNvSpPr>
            <a:spLocks noGrp="1"/>
          </p:cNvSpPr>
          <p:nvPr>
            <p:ph type="title"/>
          </p:nvPr>
        </p:nvSpPr>
        <p:spPr/>
        <p:txBody>
          <a:bodyPr>
            <a:normAutofit fontScale="90000"/>
          </a:bodyPr>
          <a:lstStyle/>
          <a:p>
            <a:r>
              <a:rPr lang="en-US"/>
              <a:t>T</a:t>
            </a:r>
            <a:r>
              <a:rPr lang="en-VN"/>
              <a:t>RUYỀN THAM TRỊ KIỂU MẢNG</a:t>
            </a:r>
          </a:p>
        </p:txBody>
      </p:sp>
      <p:sp>
        <p:nvSpPr>
          <p:cNvPr id="3" name="Content Placeholder 2">
            <a:extLst>
              <a:ext uri="{FF2B5EF4-FFF2-40B4-BE49-F238E27FC236}">
                <a16:creationId xmlns:a16="http://schemas.microsoft.com/office/drawing/2014/main" id="{46E931EB-84F8-664B-A670-FCDDEF319EBC}"/>
              </a:ext>
            </a:extLst>
          </p:cNvPr>
          <p:cNvSpPr>
            <a:spLocks noGrp="1"/>
          </p:cNvSpPr>
          <p:nvPr>
            <p:ph idx="1"/>
          </p:nvPr>
        </p:nvSpPr>
        <p:spPr/>
        <p:txBody>
          <a:bodyPr/>
          <a:lstStyle/>
          <a:p>
            <a:pPr algn="just"/>
            <a:r>
              <a:rPr lang="en-VN">
                <a:sym typeface="Wingdings" pitchFamily="2" charset="2"/>
              </a:rPr>
              <a:t>Nhận xét:</a:t>
            </a:r>
          </a:p>
          <a:p>
            <a:pPr lvl="1" algn="just"/>
            <a:r>
              <a:rPr lang="en-VN">
                <a:solidFill>
                  <a:srgbClr val="C00000"/>
                </a:solidFill>
                <a:sym typeface="Wingdings" pitchFamily="2" charset="2"/>
              </a:rPr>
              <a:t>Đối số phải là một mảng đã được khởi tạo</a:t>
            </a:r>
            <a:r>
              <a:rPr lang="en-VN">
                <a:sym typeface="Wingdings" pitchFamily="2" charset="2"/>
              </a:rPr>
              <a:t>;</a:t>
            </a:r>
          </a:p>
          <a:p>
            <a:pPr lvl="1" algn="just"/>
            <a:r>
              <a:rPr lang="en-VN">
                <a:sym typeface="Wingdings" pitchFamily="2" charset="2"/>
              </a:rPr>
              <a:t>Tham số nhận giá trị là </a:t>
            </a:r>
            <a:r>
              <a:rPr lang="en-VN">
                <a:solidFill>
                  <a:srgbClr val="17459E"/>
                </a:solidFill>
                <a:sym typeface="Wingdings" pitchFamily="2" charset="2"/>
              </a:rPr>
              <a:t>tham chiếu đến vùng giá trị của đối số </a:t>
            </a:r>
            <a:r>
              <a:rPr lang="en-VN">
                <a:sym typeface="Wingdings" pitchFamily="2" charset="2"/>
              </a:rPr>
              <a:t> </a:t>
            </a:r>
            <a:r>
              <a:rPr lang="en-VN" i="1">
                <a:sym typeface="Wingdings" pitchFamily="2" charset="2"/>
              </a:rPr>
              <a:t>tham số và đối số cùng tham chiếu đến 1 vùng giá trị;</a:t>
            </a:r>
          </a:p>
          <a:p>
            <a:pPr lvl="1" algn="just"/>
            <a:r>
              <a:rPr lang="en-VN">
                <a:sym typeface="Wingdings" pitchFamily="2" charset="2"/>
              </a:rPr>
              <a:t>Khi có câu lệnh </a:t>
            </a:r>
            <a:r>
              <a:rPr lang="en-VN">
                <a:solidFill>
                  <a:srgbClr val="C00000"/>
                </a:solidFill>
                <a:sym typeface="Wingdings" pitchFamily="2" charset="2"/>
              </a:rPr>
              <a:t>thay đổi tham chiếu của tham số thì không ảnh hưởng đến đối số</a:t>
            </a:r>
            <a:r>
              <a:rPr lang="en-VN">
                <a:sym typeface="Wingdings" pitchFamily="2" charset="2"/>
              </a:rPr>
              <a:t>.</a:t>
            </a:r>
          </a:p>
        </p:txBody>
      </p:sp>
      <p:sp>
        <p:nvSpPr>
          <p:cNvPr id="4" name="Footer Placeholder 3">
            <a:extLst>
              <a:ext uri="{FF2B5EF4-FFF2-40B4-BE49-F238E27FC236}">
                <a16:creationId xmlns:a16="http://schemas.microsoft.com/office/drawing/2014/main" id="{F03246C0-7681-AD48-868A-D72606C1877E}"/>
              </a:ext>
            </a:extLst>
          </p:cNvPr>
          <p:cNvSpPr>
            <a:spLocks noGrp="1"/>
          </p:cNvSpPr>
          <p:nvPr>
            <p:ph type="ftr" sz="quarter" idx="11"/>
          </p:nvPr>
        </p:nvSpPr>
        <p:spPr/>
        <p:txBody>
          <a:bodyPr/>
          <a:lstStyle/>
          <a:p>
            <a:r>
              <a:rPr lang="vi-VN" dirty="0"/>
              <a:t>Bài 6: Mảng một chiều</a:t>
            </a:r>
            <a:endParaRPr lang="en-US" dirty="0"/>
          </a:p>
        </p:txBody>
      </p:sp>
      <p:sp>
        <p:nvSpPr>
          <p:cNvPr id="5" name="Slide Number Placeholder 4">
            <a:extLst>
              <a:ext uri="{FF2B5EF4-FFF2-40B4-BE49-F238E27FC236}">
                <a16:creationId xmlns:a16="http://schemas.microsoft.com/office/drawing/2014/main" id="{AA02F9E7-4A6D-174E-81AE-32936B7114DF}"/>
              </a:ext>
            </a:extLst>
          </p:cNvPr>
          <p:cNvSpPr>
            <a:spLocks noGrp="1"/>
          </p:cNvSpPr>
          <p:nvPr>
            <p:ph type="sldNum" sz="quarter" idx="12"/>
          </p:nvPr>
        </p:nvSpPr>
        <p:spPr/>
        <p:txBody>
          <a:bodyPr/>
          <a:lstStyle/>
          <a:p>
            <a:fld id="{1AD93096-5B34-4342-9326-69289CEAE4C2}" type="slidenum">
              <a:rPr lang="en-US" smtClean="0"/>
              <a:pPr/>
              <a:t>27</a:t>
            </a:fld>
            <a:endParaRPr lang="en-US" dirty="0"/>
          </a:p>
        </p:txBody>
      </p:sp>
    </p:spTree>
    <p:extLst>
      <p:ext uri="{BB962C8B-B14F-4D97-AF65-F5344CB8AC3E}">
        <p14:creationId xmlns:p14="http://schemas.microsoft.com/office/powerpoint/2010/main" val="40769348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09F558-D333-EE4F-BF8A-DD5A2AF8E8E5}"/>
              </a:ext>
            </a:extLst>
          </p:cNvPr>
          <p:cNvSpPr>
            <a:spLocks noGrp="1"/>
          </p:cNvSpPr>
          <p:nvPr>
            <p:ph type="title"/>
          </p:nvPr>
        </p:nvSpPr>
        <p:spPr/>
        <p:txBody>
          <a:bodyPr>
            <a:normAutofit fontScale="90000"/>
          </a:bodyPr>
          <a:lstStyle/>
          <a:p>
            <a:r>
              <a:rPr lang="en-US"/>
              <a:t>T</a:t>
            </a:r>
            <a:r>
              <a:rPr lang="en-VN"/>
              <a:t>RUYỀN THAM CHIẾU KIỂU MẢNG</a:t>
            </a:r>
          </a:p>
        </p:txBody>
      </p:sp>
      <p:sp>
        <p:nvSpPr>
          <p:cNvPr id="31" name="Rectangle 30">
            <a:extLst>
              <a:ext uri="{FF2B5EF4-FFF2-40B4-BE49-F238E27FC236}">
                <a16:creationId xmlns:a16="http://schemas.microsoft.com/office/drawing/2014/main" id="{E831C06C-F1C9-A743-B0AB-4EC34C07E8EA}"/>
              </a:ext>
            </a:extLst>
          </p:cNvPr>
          <p:cNvSpPr/>
          <p:nvPr/>
        </p:nvSpPr>
        <p:spPr>
          <a:xfrm>
            <a:off x="2411760" y="2988191"/>
            <a:ext cx="1642611" cy="277328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VN"/>
          </a:p>
        </p:txBody>
      </p:sp>
      <p:sp>
        <p:nvSpPr>
          <p:cNvPr id="3" name="Content Placeholder 2">
            <a:extLst>
              <a:ext uri="{FF2B5EF4-FFF2-40B4-BE49-F238E27FC236}">
                <a16:creationId xmlns:a16="http://schemas.microsoft.com/office/drawing/2014/main" id="{46E931EB-84F8-664B-A670-FCDDEF319EBC}"/>
              </a:ext>
            </a:extLst>
          </p:cNvPr>
          <p:cNvSpPr>
            <a:spLocks noGrp="1"/>
          </p:cNvSpPr>
          <p:nvPr>
            <p:ph idx="1"/>
          </p:nvPr>
        </p:nvSpPr>
        <p:spPr/>
        <p:txBody>
          <a:bodyPr/>
          <a:lstStyle/>
          <a:p>
            <a:r>
              <a:rPr lang="en-VN">
                <a:sym typeface="Wingdings" pitchFamily="2" charset="2"/>
              </a:rPr>
              <a:t>Sử dụng từ khóa: </a:t>
            </a:r>
            <a:r>
              <a:rPr lang="en-VN">
                <a:solidFill>
                  <a:srgbClr val="0432FF"/>
                </a:solidFill>
                <a:sym typeface="Wingdings" pitchFamily="2" charset="2"/>
              </a:rPr>
              <a:t>ref</a:t>
            </a:r>
            <a:r>
              <a:rPr lang="en-VN">
                <a:sym typeface="Wingdings" pitchFamily="2" charset="2"/>
              </a:rPr>
              <a:t> / </a:t>
            </a:r>
            <a:r>
              <a:rPr lang="en-VN">
                <a:solidFill>
                  <a:srgbClr val="0432FF"/>
                </a:solidFill>
                <a:sym typeface="Wingdings" pitchFamily="2" charset="2"/>
              </a:rPr>
              <a:t>out</a:t>
            </a:r>
            <a:r>
              <a:rPr lang="en-VN">
                <a:solidFill>
                  <a:srgbClr val="FFFF00"/>
                </a:solidFill>
                <a:sym typeface="Wingdings" pitchFamily="2" charset="2"/>
              </a:rPr>
              <a:t> </a:t>
            </a:r>
            <a:r>
              <a:rPr lang="en-VN">
                <a:sym typeface="Wingdings" pitchFamily="2" charset="2"/>
              </a:rPr>
              <a:t>tương tự như kiểu dữ liệu giá trị</a:t>
            </a:r>
            <a:endParaRPr lang="en-VN">
              <a:solidFill>
                <a:srgbClr val="FFFF00"/>
              </a:solidFill>
              <a:sym typeface="Wingdings" pitchFamily="2" charset="2"/>
            </a:endParaRPr>
          </a:p>
        </p:txBody>
      </p:sp>
      <p:sp>
        <p:nvSpPr>
          <p:cNvPr id="4" name="Footer Placeholder 3">
            <a:extLst>
              <a:ext uri="{FF2B5EF4-FFF2-40B4-BE49-F238E27FC236}">
                <a16:creationId xmlns:a16="http://schemas.microsoft.com/office/drawing/2014/main" id="{F03246C0-7681-AD48-868A-D72606C1877E}"/>
              </a:ext>
            </a:extLst>
          </p:cNvPr>
          <p:cNvSpPr>
            <a:spLocks noGrp="1"/>
          </p:cNvSpPr>
          <p:nvPr>
            <p:ph type="ftr" sz="quarter" idx="11"/>
          </p:nvPr>
        </p:nvSpPr>
        <p:spPr/>
        <p:txBody>
          <a:bodyPr/>
          <a:lstStyle/>
          <a:p>
            <a:r>
              <a:rPr lang="vi-VN" dirty="0"/>
              <a:t>Bài 6: Mảng một chiều</a:t>
            </a:r>
            <a:endParaRPr lang="en-US" dirty="0"/>
          </a:p>
        </p:txBody>
      </p:sp>
      <p:sp>
        <p:nvSpPr>
          <p:cNvPr id="5" name="Slide Number Placeholder 4">
            <a:extLst>
              <a:ext uri="{FF2B5EF4-FFF2-40B4-BE49-F238E27FC236}">
                <a16:creationId xmlns:a16="http://schemas.microsoft.com/office/drawing/2014/main" id="{C86FE9AC-512C-EE4C-BA91-6B5D02DAC74C}"/>
              </a:ext>
            </a:extLst>
          </p:cNvPr>
          <p:cNvSpPr>
            <a:spLocks noGrp="1"/>
          </p:cNvSpPr>
          <p:nvPr>
            <p:ph type="sldNum" sz="quarter" idx="12"/>
          </p:nvPr>
        </p:nvSpPr>
        <p:spPr/>
        <p:txBody>
          <a:bodyPr/>
          <a:lstStyle/>
          <a:p>
            <a:fld id="{1AD93096-5B34-4342-9326-69289CEAE4C2}" type="slidenum">
              <a:rPr lang="en-US" smtClean="0"/>
              <a:pPr/>
              <a:t>28</a:t>
            </a:fld>
            <a:endParaRPr lang="en-US" dirty="0"/>
          </a:p>
        </p:txBody>
      </p:sp>
      <p:grpSp>
        <p:nvGrpSpPr>
          <p:cNvPr id="6" name="Group 5">
            <a:extLst>
              <a:ext uri="{FF2B5EF4-FFF2-40B4-BE49-F238E27FC236}">
                <a16:creationId xmlns:a16="http://schemas.microsoft.com/office/drawing/2014/main" id="{CAF859FE-A3C4-D345-B5F6-601D37EC629F}"/>
              </a:ext>
            </a:extLst>
          </p:cNvPr>
          <p:cNvGrpSpPr/>
          <p:nvPr/>
        </p:nvGrpSpPr>
        <p:grpSpPr>
          <a:xfrm>
            <a:off x="2468304" y="4332459"/>
            <a:ext cx="1401642" cy="1362928"/>
            <a:chOff x="2359148" y="4876740"/>
            <a:chExt cx="1401642" cy="1362928"/>
          </a:xfrm>
        </p:grpSpPr>
        <p:sp>
          <p:nvSpPr>
            <p:cNvPr id="7" name="Rectangle 6">
              <a:extLst>
                <a:ext uri="{FF2B5EF4-FFF2-40B4-BE49-F238E27FC236}">
                  <a16:creationId xmlns:a16="http://schemas.microsoft.com/office/drawing/2014/main" id="{7ED1A023-8231-DB45-8E61-CB8EA8F144A8}"/>
                </a:ext>
              </a:extLst>
            </p:cNvPr>
            <p:cNvSpPr/>
            <p:nvPr/>
          </p:nvSpPr>
          <p:spPr>
            <a:xfrm>
              <a:off x="2396996" y="4954384"/>
              <a:ext cx="1363794" cy="1285284"/>
            </a:xfrm>
            <a:prstGeom prst="rect">
              <a:avLst/>
            </a:prstGeom>
            <a:ln/>
          </p:spPr>
          <p:style>
            <a:lnRef idx="3">
              <a:schemeClr val="lt1"/>
            </a:lnRef>
            <a:fillRef idx="1">
              <a:schemeClr val="accent5"/>
            </a:fillRef>
            <a:effectRef idx="1">
              <a:schemeClr val="accent5"/>
            </a:effectRef>
            <a:fontRef idx="minor">
              <a:schemeClr val="lt1"/>
            </a:fontRef>
          </p:style>
          <p:txBody>
            <a:bodyPr rtlCol="0" anchor="ctr"/>
            <a:lstStyle/>
            <a:p>
              <a:pPr algn="ctr"/>
              <a:endParaRPr lang="en-VN"/>
            </a:p>
          </p:txBody>
        </p:sp>
        <p:grpSp>
          <p:nvGrpSpPr>
            <p:cNvPr id="8" name="Group 7">
              <a:extLst>
                <a:ext uri="{FF2B5EF4-FFF2-40B4-BE49-F238E27FC236}">
                  <a16:creationId xmlns:a16="http://schemas.microsoft.com/office/drawing/2014/main" id="{B612F07B-4129-3249-AB32-B38E85DC83DC}"/>
                </a:ext>
              </a:extLst>
            </p:cNvPr>
            <p:cNvGrpSpPr/>
            <p:nvPr/>
          </p:nvGrpSpPr>
          <p:grpSpPr>
            <a:xfrm>
              <a:off x="2359148" y="4876740"/>
              <a:ext cx="1401642" cy="1290556"/>
              <a:chOff x="2359148" y="4876740"/>
              <a:chExt cx="1401642" cy="1290556"/>
            </a:xfrm>
          </p:grpSpPr>
          <p:grpSp>
            <p:nvGrpSpPr>
              <p:cNvPr id="9" name="Group 8">
                <a:extLst>
                  <a:ext uri="{FF2B5EF4-FFF2-40B4-BE49-F238E27FC236}">
                    <a16:creationId xmlns:a16="http://schemas.microsoft.com/office/drawing/2014/main" id="{636E0C4D-AE5B-C442-950A-E5EF73A0CF9C}"/>
                  </a:ext>
                </a:extLst>
              </p:cNvPr>
              <p:cNvGrpSpPr/>
              <p:nvPr/>
            </p:nvGrpSpPr>
            <p:grpSpPr>
              <a:xfrm>
                <a:off x="2534490" y="5263128"/>
                <a:ext cx="1183922" cy="904168"/>
                <a:chOff x="-1544472" y="5686180"/>
                <a:chExt cx="1183922" cy="904168"/>
              </a:xfrm>
            </p:grpSpPr>
            <p:sp>
              <p:nvSpPr>
                <p:cNvPr id="11" name="Cube 10">
                  <a:extLst>
                    <a:ext uri="{FF2B5EF4-FFF2-40B4-BE49-F238E27FC236}">
                      <a16:creationId xmlns:a16="http://schemas.microsoft.com/office/drawing/2014/main" id="{FBBAE89F-B7E6-BA40-9421-977130101F2A}"/>
                    </a:ext>
                  </a:extLst>
                </p:cNvPr>
                <p:cNvSpPr/>
                <p:nvPr/>
              </p:nvSpPr>
              <p:spPr>
                <a:xfrm>
                  <a:off x="-1544472" y="5686180"/>
                  <a:ext cx="1031924" cy="904168"/>
                </a:xfrm>
                <a:prstGeom prst="cube">
                  <a:avLst>
                    <a:gd name="adj" fmla="val 3817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2" name="TextBox 11">
                  <a:extLst>
                    <a:ext uri="{FF2B5EF4-FFF2-40B4-BE49-F238E27FC236}">
                      <a16:creationId xmlns:a16="http://schemas.microsoft.com/office/drawing/2014/main" id="{59A9CA99-B863-E446-809E-BC3DF4613445}"/>
                    </a:ext>
                  </a:extLst>
                </p:cNvPr>
                <p:cNvSpPr txBox="1"/>
                <p:nvPr/>
              </p:nvSpPr>
              <p:spPr>
                <a:xfrm>
                  <a:off x="-1373561" y="6042968"/>
                  <a:ext cx="357808" cy="477054"/>
                </a:xfrm>
                <a:prstGeom prst="rect">
                  <a:avLst/>
                </a:prstGeom>
                <a:noFill/>
              </p:spPr>
              <p:txBody>
                <a:bodyPr wrap="square" rtlCol="0">
                  <a:spAutoFit/>
                </a:bodyPr>
                <a:lstStyle/>
                <a:p>
                  <a:pPr algn="ctr"/>
                  <a:r>
                    <a:rPr lang="en-VN" sz="2500"/>
                    <a:t>a</a:t>
                  </a:r>
                </a:p>
              </p:txBody>
            </p:sp>
            <p:sp>
              <p:nvSpPr>
                <p:cNvPr id="13" name="TextBox 12">
                  <a:extLst>
                    <a:ext uri="{FF2B5EF4-FFF2-40B4-BE49-F238E27FC236}">
                      <a16:creationId xmlns:a16="http://schemas.microsoft.com/office/drawing/2014/main" id="{BF1169D1-9630-9044-9806-0BCBDFE2548E}"/>
                    </a:ext>
                  </a:extLst>
                </p:cNvPr>
                <p:cNvSpPr txBox="1"/>
                <p:nvPr/>
              </p:nvSpPr>
              <p:spPr>
                <a:xfrm>
                  <a:off x="-990407" y="5863372"/>
                  <a:ext cx="629857" cy="400110"/>
                </a:xfrm>
                <a:prstGeom prst="rect">
                  <a:avLst/>
                </a:prstGeom>
                <a:noFill/>
                <a:scene3d>
                  <a:camera prst="isometricRightUp">
                    <a:rot lat="1800000" lon="18000000" rev="0"/>
                  </a:camera>
                  <a:lightRig rig="threePt" dir="t"/>
                </a:scene3d>
              </p:spPr>
              <p:txBody>
                <a:bodyPr wrap="square" rtlCol="0">
                  <a:spAutoFit/>
                </a:bodyPr>
                <a:lstStyle/>
                <a:p>
                  <a:pPr algn="ctr"/>
                  <a:r>
                    <a:rPr lang="en-US" sz="2000"/>
                    <a:t>i</a:t>
                  </a:r>
                  <a:r>
                    <a:rPr lang="en-VN" sz="2000"/>
                    <a:t>nt[]</a:t>
                  </a:r>
                </a:p>
              </p:txBody>
            </p:sp>
          </p:grpSp>
          <p:sp>
            <p:nvSpPr>
              <p:cNvPr id="10" name="TextBox 9">
                <a:extLst>
                  <a:ext uri="{FF2B5EF4-FFF2-40B4-BE49-F238E27FC236}">
                    <a16:creationId xmlns:a16="http://schemas.microsoft.com/office/drawing/2014/main" id="{998BF656-F9BA-5A46-8229-E5C9DECE0629}"/>
                  </a:ext>
                </a:extLst>
              </p:cNvPr>
              <p:cNvSpPr txBox="1"/>
              <p:nvPr/>
            </p:nvSpPr>
            <p:spPr>
              <a:xfrm>
                <a:off x="2359148" y="4876740"/>
                <a:ext cx="1401642" cy="369332"/>
              </a:xfrm>
              <a:prstGeom prst="rect">
                <a:avLst/>
              </a:prstGeom>
              <a:noFill/>
            </p:spPr>
            <p:txBody>
              <a:bodyPr wrap="square" rtlCol="0">
                <a:spAutoFit/>
              </a:bodyPr>
              <a:lstStyle/>
              <a:p>
                <a:pPr algn="ctr"/>
                <a:r>
                  <a:rPr lang="en-VN" b="1">
                    <a:solidFill>
                      <a:srgbClr val="0432FF"/>
                    </a:solidFill>
                    <a:latin typeface="Calibri" panose="020F0502020204030204" pitchFamily="34" charset="0"/>
                    <a:cs typeface="Calibri" panose="020F0502020204030204" pitchFamily="34" charset="0"/>
                  </a:rPr>
                  <a:t>argument</a:t>
                </a:r>
              </a:p>
            </p:txBody>
          </p:sp>
        </p:grpSp>
      </p:grpSp>
      <p:sp>
        <p:nvSpPr>
          <p:cNvPr id="14" name="Rectangle 13">
            <a:extLst>
              <a:ext uri="{FF2B5EF4-FFF2-40B4-BE49-F238E27FC236}">
                <a16:creationId xmlns:a16="http://schemas.microsoft.com/office/drawing/2014/main" id="{DDEDA72D-3E86-BB4E-9897-1E0EE72DD814}"/>
              </a:ext>
            </a:extLst>
          </p:cNvPr>
          <p:cNvSpPr/>
          <p:nvPr/>
        </p:nvSpPr>
        <p:spPr>
          <a:xfrm>
            <a:off x="4355976" y="2998303"/>
            <a:ext cx="3475042" cy="277328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VN"/>
          </a:p>
        </p:txBody>
      </p:sp>
      <p:grpSp>
        <p:nvGrpSpPr>
          <p:cNvPr id="15" name="Group 14">
            <a:extLst>
              <a:ext uri="{FF2B5EF4-FFF2-40B4-BE49-F238E27FC236}">
                <a16:creationId xmlns:a16="http://schemas.microsoft.com/office/drawing/2014/main" id="{1E78C782-EDB1-B443-94BB-B86DD5454D64}"/>
              </a:ext>
            </a:extLst>
          </p:cNvPr>
          <p:cNvGrpSpPr/>
          <p:nvPr/>
        </p:nvGrpSpPr>
        <p:grpSpPr>
          <a:xfrm>
            <a:off x="2501166" y="3001566"/>
            <a:ext cx="1373766" cy="1349627"/>
            <a:chOff x="2546182" y="4087983"/>
            <a:chExt cx="1373766" cy="1349627"/>
          </a:xfrm>
        </p:grpSpPr>
        <p:sp>
          <p:nvSpPr>
            <p:cNvPr id="16" name="Rectangle 15">
              <a:extLst>
                <a:ext uri="{FF2B5EF4-FFF2-40B4-BE49-F238E27FC236}">
                  <a16:creationId xmlns:a16="http://schemas.microsoft.com/office/drawing/2014/main" id="{55328962-1662-EA4E-9B6F-2A8BD83EEEC2}"/>
                </a:ext>
              </a:extLst>
            </p:cNvPr>
            <p:cNvSpPr/>
            <p:nvPr/>
          </p:nvSpPr>
          <p:spPr>
            <a:xfrm>
              <a:off x="2551168" y="4168217"/>
              <a:ext cx="1363794" cy="1269393"/>
            </a:xfrm>
            <a:prstGeom prst="rect">
              <a:avLst/>
            </a:prstGeom>
            <a:ln/>
          </p:spPr>
          <p:style>
            <a:lnRef idx="3">
              <a:schemeClr val="lt1"/>
            </a:lnRef>
            <a:fillRef idx="1">
              <a:schemeClr val="accent5"/>
            </a:fillRef>
            <a:effectRef idx="1">
              <a:schemeClr val="accent5"/>
            </a:effectRef>
            <a:fontRef idx="minor">
              <a:schemeClr val="lt1"/>
            </a:fontRef>
          </p:style>
          <p:txBody>
            <a:bodyPr rtlCol="0" anchor="ctr"/>
            <a:lstStyle/>
            <a:p>
              <a:pPr algn="ctr"/>
              <a:endParaRPr lang="en-VN"/>
            </a:p>
          </p:txBody>
        </p:sp>
        <p:sp>
          <p:nvSpPr>
            <p:cNvPr id="17" name="Cube 16">
              <a:extLst>
                <a:ext uri="{FF2B5EF4-FFF2-40B4-BE49-F238E27FC236}">
                  <a16:creationId xmlns:a16="http://schemas.microsoft.com/office/drawing/2014/main" id="{3E7CD4EF-983A-CB42-9050-2599D7D761B3}"/>
                </a:ext>
              </a:extLst>
            </p:cNvPr>
            <p:cNvSpPr/>
            <p:nvPr/>
          </p:nvSpPr>
          <p:spPr>
            <a:xfrm>
              <a:off x="2736026" y="4477580"/>
              <a:ext cx="1031924" cy="904168"/>
            </a:xfrm>
            <a:prstGeom prst="cube">
              <a:avLst>
                <a:gd name="adj" fmla="val 3817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8" name="TextBox 17">
              <a:extLst>
                <a:ext uri="{FF2B5EF4-FFF2-40B4-BE49-F238E27FC236}">
                  <a16:creationId xmlns:a16="http://schemas.microsoft.com/office/drawing/2014/main" id="{FE2EBEE0-2191-AA47-9AA4-0C805CCF0DD3}"/>
                </a:ext>
              </a:extLst>
            </p:cNvPr>
            <p:cNvSpPr txBox="1"/>
            <p:nvPr/>
          </p:nvSpPr>
          <p:spPr>
            <a:xfrm>
              <a:off x="2906937" y="4834368"/>
              <a:ext cx="357808" cy="477054"/>
            </a:xfrm>
            <a:prstGeom prst="rect">
              <a:avLst/>
            </a:prstGeom>
            <a:noFill/>
          </p:spPr>
          <p:txBody>
            <a:bodyPr wrap="square" rtlCol="0">
              <a:spAutoFit/>
            </a:bodyPr>
            <a:lstStyle/>
            <a:p>
              <a:pPr algn="ctr"/>
              <a:r>
                <a:rPr lang="en-VN" sz="2500"/>
                <a:t>a</a:t>
              </a:r>
            </a:p>
          </p:txBody>
        </p:sp>
        <p:sp>
          <p:nvSpPr>
            <p:cNvPr id="19" name="TextBox 18">
              <a:extLst>
                <a:ext uri="{FF2B5EF4-FFF2-40B4-BE49-F238E27FC236}">
                  <a16:creationId xmlns:a16="http://schemas.microsoft.com/office/drawing/2014/main" id="{50C8AAC0-99EC-E347-A3DD-1F6137C621FE}"/>
                </a:ext>
              </a:extLst>
            </p:cNvPr>
            <p:cNvSpPr txBox="1"/>
            <p:nvPr/>
          </p:nvSpPr>
          <p:spPr>
            <a:xfrm>
              <a:off x="3290091" y="4654772"/>
              <a:ext cx="629857" cy="400110"/>
            </a:xfrm>
            <a:prstGeom prst="rect">
              <a:avLst/>
            </a:prstGeom>
            <a:noFill/>
            <a:scene3d>
              <a:camera prst="isometricRightUp">
                <a:rot lat="1800000" lon="18000000" rev="0"/>
              </a:camera>
              <a:lightRig rig="threePt" dir="t"/>
            </a:scene3d>
          </p:spPr>
          <p:txBody>
            <a:bodyPr wrap="square" rtlCol="0">
              <a:spAutoFit/>
            </a:bodyPr>
            <a:lstStyle/>
            <a:p>
              <a:pPr algn="ctr"/>
              <a:r>
                <a:rPr lang="en-US" sz="2000"/>
                <a:t>i</a:t>
              </a:r>
              <a:r>
                <a:rPr lang="en-VN" sz="2000"/>
                <a:t>nt[]</a:t>
              </a:r>
            </a:p>
          </p:txBody>
        </p:sp>
        <p:sp>
          <p:nvSpPr>
            <p:cNvPr id="20" name="TextBox 19">
              <a:extLst>
                <a:ext uri="{FF2B5EF4-FFF2-40B4-BE49-F238E27FC236}">
                  <a16:creationId xmlns:a16="http://schemas.microsoft.com/office/drawing/2014/main" id="{DA3970C6-0779-8F4D-A87D-A1B2BD421D75}"/>
                </a:ext>
              </a:extLst>
            </p:cNvPr>
            <p:cNvSpPr txBox="1"/>
            <p:nvPr/>
          </p:nvSpPr>
          <p:spPr>
            <a:xfrm>
              <a:off x="2546182" y="4087983"/>
              <a:ext cx="1326402" cy="369332"/>
            </a:xfrm>
            <a:prstGeom prst="rect">
              <a:avLst/>
            </a:prstGeom>
            <a:noFill/>
          </p:spPr>
          <p:txBody>
            <a:bodyPr wrap="square" rtlCol="0">
              <a:spAutoFit/>
            </a:bodyPr>
            <a:lstStyle/>
            <a:p>
              <a:pPr algn="ctr"/>
              <a:r>
                <a:rPr lang="en-VN" b="1">
                  <a:solidFill>
                    <a:srgbClr val="0432FF"/>
                  </a:solidFill>
                  <a:latin typeface="Calibri" panose="020F0502020204030204" pitchFamily="34" charset="0"/>
                  <a:cs typeface="Calibri" panose="020F0502020204030204" pitchFamily="34" charset="0"/>
                </a:rPr>
                <a:t>parameter</a:t>
              </a:r>
            </a:p>
          </p:txBody>
        </p:sp>
      </p:grpSp>
      <p:grpSp>
        <p:nvGrpSpPr>
          <p:cNvPr id="21" name="Group 20">
            <a:extLst>
              <a:ext uri="{FF2B5EF4-FFF2-40B4-BE49-F238E27FC236}">
                <a16:creationId xmlns:a16="http://schemas.microsoft.com/office/drawing/2014/main" id="{A5DDE433-A334-624E-8280-F6133E7C3342}"/>
              </a:ext>
            </a:extLst>
          </p:cNvPr>
          <p:cNvGrpSpPr/>
          <p:nvPr/>
        </p:nvGrpSpPr>
        <p:grpSpPr>
          <a:xfrm>
            <a:off x="5148646" y="4046876"/>
            <a:ext cx="1889702" cy="601403"/>
            <a:chOff x="6827979" y="5625080"/>
            <a:chExt cx="1889702" cy="601403"/>
          </a:xfrm>
        </p:grpSpPr>
        <p:sp>
          <p:nvSpPr>
            <p:cNvPr id="22" name="Cube 21">
              <a:extLst>
                <a:ext uri="{FF2B5EF4-FFF2-40B4-BE49-F238E27FC236}">
                  <a16:creationId xmlns:a16="http://schemas.microsoft.com/office/drawing/2014/main" id="{DCE9B3EF-6492-D34F-B779-768339A003E3}"/>
                </a:ext>
              </a:extLst>
            </p:cNvPr>
            <p:cNvSpPr/>
            <p:nvPr/>
          </p:nvSpPr>
          <p:spPr>
            <a:xfrm>
              <a:off x="6827979" y="5625080"/>
              <a:ext cx="647861" cy="601403"/>
            </a:xfrm>
            <a:prstGeom prst="cube">
              <a:avLst>
                <a:gd name="adj" fmla="val 3817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VN"/>
                <a:t>5</a:t>
              </a:r>
            </a:p>
          </p:txBody>
        </p:sp>
        <p:sp>
          <p:nvSpPr>
            <p:cNvPr id="23" name="Cube 22">
              <a:extLst>
                <a:ext uri="{FF2B5EF4-FFF2-40B4-BE49-F238E27FC236}">
                  <a16:creationId xmlns:a16="http://schemas.microsoft.com/office/drawing/2014/main" id="{C1D47C6E-50CD-2C44-9D66-1B18C16087A4}"/>
                </a:ext>
              </a:extLst>
            </p:cNvPr>
            <p:cNvSpPr/>
            <p:nvPr/>
          </p:nvSpPr>
          <p:spPr>
            <a:xfrm>
              <a:off x="7242682" y="5625080"/>
              <a:ext cx="647861" cy="601403"/>
            </a:xfrm>
            <a:prstGeom prst="cube">
              <a:avLst>
                <a:gd name="adj" fmla="val 3817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VN"/>
                <a:t>8</a:t>
              </a:r>
            </a:p>
          </p:txBody>
        </p:sp>
        <p:sp>
          <p:nvSpPr>
            <p:cNvPr id="24" name="Cube 23">
              <a:extLst>
                <a:ext uri="{FF2B5EF4-FFF2-40B4-BE49-F238E27FC236}">
                  <a16:creationId xmlns:a16="http://schemas.microsoft.com/office/drawing/2014/main" id="{2A4650A7-AA12-CF4C-A9E9-BC8583602284}"/>
                </a:ext>
              </a:extLst>
            </p:cNvPr>
            <p:cNvSpPr/>
            <p:nvPr/>
          </p:nvSpPr>
          <p:spPr>
            <a:xfrm>
              <a:off x="7667044" y="5625080"/>
              <a:ext cx="647861" cy="601403"/>
            </a:xfrm>
            <a:prstGeom prst="cube">
              <a:avLst>
                <a:gd name="adj" fmla="val 3817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VN"/>
                <a:t>2</a:t>
              </a:r>
            </a:p>
          </p:txBody>
        </p:sp>
        <p:sp>
          <p:nvSpPr>
            <p:cNvPr id="25" name="Cube 24">
              <a:extLst>
                <a:ext uri="{FF2B5EF4-FFF2-40B4-BE49-F238E27FC236}">
                  <a16:creationId xmlns:a16="http://schemas.microsoft.com/office/drawing/2014/main" id="{5FABA5C8-7241-CC46-A9CC-ACA342885532}"/>
                </a:ext>
              </a:extLst>
            </p:cNvPr>
            <p:cNvSpPr/>
            <p:nvPr/>
          </p:nvSpPr>
          <p:spPr>
            <a:xfrm>
              <a:off x="8069820" y="5625080"/>
              <a:ext cx="647861" cy="601403"/>
            </a:xfrm>
            <a:prstGeom prst="cube">
              <a:avLst>
                <a:gd name="adj" fmla="val 3817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VN"/>
                <a:t>7</a:t>
              </a:r>
            </a:p>
          </p:txBody>
        </p:sp>
      </p:grpSp>
      <p:cxnSp>
        <p:nvCxnSpPr>
          <p:cNvPr id="26" name="Curved Connector 25">
            <a:extLst>
              <a:ext uri="{FF2B5EF4-FFF2-40B4-BE49-F238E27FC236}">
                <a16:creationId xmlns:a16="http://schemas.microsoft.com/office/drawing/2014/main" id="{0C543A11-ABC9-C94B-9843-CDDC9D87230A}"/>
              </a:ext>
            </a:extLst>
          </p:cNvPr>
          <p:cNvCxnSpPr>
            <a:cxnSpLocks/>
          </p:cNvCxnSpPr>
          <p:nvPr/>
        </p:nvCxnSpPr>
        <p:spPr>
          <a:xfrm flipV="1">
            <a:off x="3116164" y="4462370"/>
            <a:ext cx="2032482" cy="442300"/>
          </a:xfrm>
          <a:prstGeom prst="curvedConnector3">
            <a:avLst>
              <a:gd name="adj1" fmla="val 50000"/>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6" name="U-Turn Arrow 35">
            <a:extLst>
              <a:ext uri="{FF2B5EF4-FFF2-40B4-BE49-F238E27FC236}">
                <a16:creationId xmlns:a16="http://schemas.microsoft.com/office/drawing/2014/main" id="{6C22481E-A6D1-3142-AA91-A289F99B1B28}"/>
              </a:ext>
            </a:extLst>
          </p:cNvPr>
          <p:cNvSpPr/>
          <p:nvPr/>
        </p:nvSpPr>
        <p:spPr>
          <a:xfrm rot="5400000" flipV="1">
            <a:off x="1773246" y="4221885"/>
            <a:ext cx="2035588" cy="537583"/>
          </a:xfrm>
          <a:prstGeom prst="uturnArrow">
            <a:avLst>
              <a:gd name="adj1" fmla="val 8459"/>
              <a:gd name="adj2" fmla="val 25000"/>
              <a:gd name="adj3" fmla="val 20865"/>
              <a:gd name="adj4" fmla="val 39615"/>
              <a:gd name="adj5" fmla="val 75000"/>
            </a:avLst>
          </a:prstGeom>
          <a:solidFill>
            <a:srgbClr val="FF0000"/>
          </a:solidFill>
          <a:ln w="12700">
            <a:solidFill>
              <a:schemeClr val="accent1"/>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en-VN">
              <a:solidFill>
                <a:schemeClr val="tx1"/>
              </a:solidFill>
            </a:endParaRPr>
          </a:p>
        </p:txBody>
      </p:sp>
    </p:spTree>
    <p:extLst>
      <p:ext uri="{BB962C8B-B14F-4D97-AF65-F5344CB8AC3E}">
        <p14:creationId xmlns:p14="http://schemas.microsoft.com/office/powerpoint/2010/main" val="140918592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09F558-D333-EE4F-BF8A-DD5A2AF8E8E5}"/>
              </a:ext>
            </a:extLst>
          </p:cNvPr>
          <p:cNvSpPr>
            <a:spLocks noGrp="1"/>
          </p:cNvSpPr>
          <p:nvPr>
            <p:ph type="title"/>
          </p:nvPr>
        </p:nvSpPr>
        <p:spPr/>
        <p:txBody>
          <a:bodyPr>
            <a:normAutofit fontScale="90000"/>
          </a:bodyPr>
          <a:lstStyle/>
          <a:p>
            <a:r>
              <a:rPr lang="en-US"/>
              <a:t>T</a:t>
            </a:r>
            <a:r>
              <a:rPr lang="en-VN"/>
              <a:t>RUYỀN THAM CHIẾU KIỂU MẢNG</a:t>
            </a:r>
          </a:p>
        </p:txBody>
      </p:sp>
      <p:sp>
        <p:nvSpPr>
          <p:cNvPr id="4" name="Footer Placeholder 3">
            <a:extLst>
              <a:ext uri="{FF2B5EF4-FFF2-40B4-BE49-F238E27FC236}">
                <a16:creationId xmlns:a16="http://schemas.microsoft.com/office/drawing/2014/main" id="{F03246C0-7681-AD48-868A-D72606C1877E}"/>
              </a:ext>
            </a:extLst>
          </p:cNvPr>
          <p:cNvSpPr>
            <a:spLocks noGrp="1"/>
          </p:cNvSpPr>
          <p:nvPr>
            <p:ph type="ftr" sz="quarter" idx="11"/>
          </p:nvPr>
        </p:nvSpPr>
        <p:spPr/>
        <p:txBody>
          <a:bodyPr/>
          <a:lstStyle/>
          <a:p>
            <a:r>
              <a:rPr lang="vi-VN" dirty="0"/>
              <a:t>Bài 6: Mảng một chiều</a:t>
            </a:r>
            <a:endParaRPr lang="en-US" dirty="0"/>
          </a:p>
        </p:txBody>
      </p:sp>
      <p:sp>
        <p:nvSpPr>
          <p:cNvPr id="5" name="Slide Number Placeholder 4">
            <a:extLst>
              <a:ext uri="{FF2B5EF4-FFF2-40B4-BE49-F238E27FC236}">
                <a16:creationId xmlns:a16="http://schemas.microsoft.com/office/drawing/2014/main" id="{AA02F9E7-4A6D-174E-81AE-32936B7114DF}"/>
              </a:ext>
            </a:extLst>
          </p:cNvPr>
          <p:cNvSpPr>
            <a:spLocks noGrp="1"/>
          </p:cNvSpPr>
          <p:nvPr>
            <p:ph type="sldNum" sz="quarter" idx="12"/>
          </p:nvPr>
        </p:nvSpPr>
        <p:spPr/>
        <p:txBody>
          <a:bodyPr/>
          <a:lstStyle/>
          <a:p>
            <a:fld id="{1AD93096-5B34-4342-9326-69289CEAE4C2}" type="slidenum">
              <a:rPr lang="en-US" smtClean="0"/>
              <a:pPr/>
              <a:t>29</a:t>
            </a:fld>
            <a:endParaRPr lang="en-US" dirty="0"/>
          </a:p>
        </p:txBody>
      </p:sp>
      <p:sp>
        <p:nvSpPr>
          <p:cNvPr id="6" name="Content Placeholder 5">
            <a:extLst>
              <a:ext uri="{FF2B5EF4-FFF2-40B4-BE49-F238E27FC236}">
                <a16:creationId xmlns:a16="http://schemas.microsoft.com/office/drawing/2014/main" id="{5A9C55D3-4492-0D46-8D07-29F3359D868A}"/>
              </a:ext>
            </a:extLst>
          </p:cNvPr>
          <p:cNvSpPr txBox="1">
            <a:spLocks/>
          </p:cNvSpPr>
          <p:nvPr/>
        </p:nvSpPr>
        <p:spPr>
          <a:xfrm>
            <a:off x="1547664" y="849580"/>
            <a:ext cx="6048671" cy="2935050"/>
          </a:xfrm>
          <a:prstGeom prst="rect">
            <a:avLst/>
          </a:prstGeom>
        </p:spPr>
        <p:style>
          <a:lnRef idx="2">
            <a:schemeClr val="accent2"/>
          </a:lnRef>
          <a:fillRef idx="1">
            <a:schemeClr val="lt1"/>
          </a:fillRef>
          <a:effectRef idx="0">
            <a:schemeClr val="accent2"/>
          </a:effectRef>
          <a:fontRef idx="minor">
            <a:schemeClr val="dk1"/>
          </a:fontRef>
        </p:style>
        <p:txBody>
          <a:bodyPr>
            <a:noAutofit/>
          </a:bodyPr>
          <a:lstStyle>
            <a:lvl1pPr marL="308610" indent="-257175" algn="l" rtl="0" eaLnBrk="1" latinLnBrk="0" hangingPunct="1">
              <a:spcBef>
                <a:spcPts val="525"/>
              </a:spcBef>
              <a:buSzPct val="95000"/>
              <a:buFont typeface="Wingdings"/>
              <a:buChar char=""/>
              <a:defRPr sz="1500" kern="1200" spc="0">
                <a:solidFill>
                  <a:schemeClr val="tx1"/>
                </a:solidFill>
                <a:latin typeface="+mn-lt"/>
                <a:ea typeface="+mn-ea"/>
                <a:cs typeface="Arial" pitchFamily="34" charset="0"/>
              </a:defRPr>
            </a:lvl1pPr>
            <a:lvl2pPr marL="555498" indent="-214313" algn="l" rtl="0" eaLnBrk="1" latinLnBrk="0" hangingPunct="1">
              <a:spcBef>
                <a:spcPct val="20000"/>
              </a:spcBef>
              <a:buClr>
                <a:schemeClr val="accent2"/>
              </a:buClr>
              <a:buSzPct val="90000"/>
              <a:buFont typeface="Wingdings"/>
              <a:buChar char=""/>
              <a:defRPr sz="1350" kern="1200" spc="0">
                <a:solidFill>
                  <a:schemeClr val="tx1"/>
                </a:solidFill>
                <a:latin typeface="+mn-lt"/>
                <a:ea typeface="+mn-ea"/>
                <a:cs typeface="Arial" pitchFamily="34" charset="0"/>
              </a:defRPr>
            </a:lvl2pPr>
            <a:lvl3pPr marL="747522" indent="-171450" algn="l" rtl="0" eaLnBrk="1" latinLnBrk="0" hangingPunct="1">
              <a:spcBef>
                <a:spcPct val="20000"/>
              </a:spcBef>
              <a:buClr>
                <a:schemeClr val="accent2"/>
              </a:buClr>
              <a:buFont typeface="Wingdings 2"/>
              <a:buChar char=""/>
              <a:defRPr sz="1200" kern="1200" spc="0">
                <a:solidFill>
                  <a:schemeClr val="tx1"/>
                </a:solidFill>
                <a:latin typeface="+mn-lt"/>
                <a:ea typeface="+mn-ea"/>
                <a:cs typeface="Arial" pitchFamily="34" charset="0"/>
              </a:defRPr>
            </a:lvl3pPr>
            <a:lvl4pPr marL="946404" indent="-171450" algn="l" rtl="0" eaLnBrk="1" latinLnBrk="0" hangingPunct="1">
              <a:spcBef>
                <a:spcPct val="20000"/>
              </a:spcBef>
              <a:buClr>
                <a:schemeClr val="accent3"/>
              </a:buClr>
              <a:buFont typeface="Wingdings 3"/>
              <a:buChar char=""/>
              <a:defRPr sz="1200" kern="1200" spc="0">
                <a:solidFill>
                  <a:schemeClr val="tx1"/>
                </a:solidFill>
                <a:latin typeface="+mn-lt"/>
                <a:ea typeface="+mn-ea"/>
                <a:cs typeface="Arial" pitchFamily="34" charset="0"/>
              </a:defRPr>
            </a:lvl4pPr>
            <a:lvl5pPr marL="1110996" indent="-157734" algn="l" rtl="0" eaLnBrk="1" latinLnBrk="0" hangingPunct="1">
              <a:spcBef>
                <a:spcPct val="20000"/>
              </a:spcBef>
              <a:buClr>
                <a:schemeClr val="accent3"/>
              </a:buClr>
              <a:buFont typeface="Wingdings 2"/>
              <a:buChar char=""/>
              <a:defRPr sz="1050" kern="1200" spc="0">
                <a:solidFill>
                  <a:schemeClr val="tx1"/>
                </a:solidFill>
                <a:latin typeface="+mn-lt"/>
                <a:ea typeface="+mn-ea"/>
                <a:cs typeface="Arial" pitchFamily="34" charset="0"/>
              </a:defRPr>
            </a:lvl5pPr>
            <a:lvl6pPr marL="1282446" indent="-157734" algn="l" rtl="0" eaLnBrk="1" latinLnBrk="0" hangingPunct="1">
              <a:spcBef>
                <a:spcPct val="20000"/>
              </a:spcBef>
              <a:buClr>
                <a:schemeClr val="accent3"/>
              </a:buClr>
              <a:buFont typeface="Wingdings 2"/>
              <a:buChar char=""/>
              <a:defRPr sz="1350" kern="1200">
                <a:solidFill>
                  <a:schemeClr val="tx1"/>
                </a:solidFill>
                <a:latin typeface="+mn-lt"/>
                <a:ea typeface="+mn-ea"/>
                <a:cs typeface="+mn-cs"/>
              </a:defRPr>
            </a:lvl6pPr>
            <a:lvl7pPr marL="1426464"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7pPr>
            <a:lvl8pPr marL="1570482"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8pPr>
            <a:lvl9pPr marL="1714500"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9pPr>
            <a:extLst/>
          </a:lstStyle>
          <a:p>
            <a:pPr marL="51435" indent="0" algn="just">
              <a:spcBef>
                <a:spcPts val="0"/>
              </a:spcBef>
              <a:buNone/>
            </a:pPr>
            <a:r>
              <a:rPr lang="en-US" sz="1300">
                <a:solidFill>
                  <a:srgbClr val="0000FF"/>
                </a:solidFill>
                <a:latin typeface="Consolas" panose="020B0609020204030204" pitchFamily="49" charset="0"/>
              </a:rPr>
              <a:t>static</a:t>
            </a:r>
            <a:r>
              <a:rPr lang="en-US" sz="1300">
                <a:latin typeface="Consolas" panose="020B0609020204030204" pitchFamily="49" charset="0"/>
              </a:rPr>
              <a:t> </a:t>
            </a:r>
            <a:r>
              <a:rPr lang="en-US" sz="1300">
                <a:solidFill>
                  <a:srgbClr val="0000FF"/>
                </a:solidFill>
                <a:latin typeface="Consolas" panose="020B0609020204030204" pitchFamily="49" charset="0"/>
              </a:rPr>
              <a:t>void</a:t>
            </a:r>
            <a:r>
              <a:rPr lang="en-US" sz="1300">
                <a:latin typeface="Consolas" panose="020B0609020204030204" pitchFamily="49" charset="0"/>
              </a:rPr>
              <a:t> </a:t>
            </a:r>
            <a:r>
              <a:rPr lang="en-US" sz="1300">
                <a:solidFill>
                  <a:srgbClr val="FEA400"/>
                </a:solidFill>
                <a:latin typeface="Consolas" panose="020B0609020204030204" pitchFamily="49" charset="0"/>
              </a:rPr>
              <a:t>Change</a:t>
            </a:r>
            <a:r>
              <a:rPr lang="en-US" sz="1300">
                <a:latin typeface="Consolas" panose="020B0609020204030204" pitchFamily="49" charset="0"/>
              </a:rPr>
              <a:t>(</a:t>
            </a:r>
            <a:r>
              <a:rPr lang="en-US" sz="1300">
                <a:solidFill>
                  <a:srgbClr val="0432FF"/>
                </a:solidFill>
                <a:highlight>
                  <a:srgbClr val="FFFF00"/>
                </a:highlight>
                <a:latin typeface="Consolas" panose="020B0609020204030204" pitchFamily="49" charset="0"/>
              </a:rPr>
              <a:t>ref</a:t>
            </a:r>
            <a:r>
              <a:rPr lang="en-US" sz="1300">
                <a:solidFill>
                  <a:schemeClr val="bg1"/>
                </a:solidFill>
                <a:highlight>
                  <a:srgbClr val="FFFF00"/>
                </a:highlight>
                <a:latin typeface="Consolas" panose="020B0609020204030204" pitchFamily="49" charset="0"/>
              </a:rPr>
              <a:t> </a:t>
            </a:r>
            <a:r>
              <a:rPr lang="en-US" sz="1300">
                <a:solidFill>
                  <a:srgbClr val="0000FF"/>
                </a:solidFill>
                <a:highlight>
                  <a:srgbClr val="FFFF00"/>
                </a:highlight>
                <a:latin typeface="Consolas" panose="020B0609020204030204" pitchFamily="49" charset="0"/>
              </a:rPr>
              <a:t>int</a:t>
            </a:r>
            <a:r>
              <a:rPr lang="en-US" sz="1300">
                <a:highlight>
                  <a:srgbClr val="FFFF00"/>
                </a:highlight>
                <a:latin typeface="Consolas" panose="020B0609020204030204" pitchFamily="49" charset="0"/>
              </a:rPr>
              <a:t>[]</a:t>
            </a:r>
            <a:r>
              <a:rPr lang="en-US" sz="1300">
                <a:solidFill>
                  <a:schemeClr val="bg1"/>
                </a:solidFill>
                <a:highlight>
                  <a:srgbClr val="FFFF00"/>
                </a:highlight>
                <a:latin typeface="Consolas" panose="020B0609020204030204" pitchFamily="49" charset="0"/>
              </a:rPr>
              <a:t> </a:t>
            </a:r>
            <a:r>
              <a:rPr lang="en-US" sz="1300">
                <a:solidFill>
                  <a:srgbClr val="2B91AF"/>
                </a:solidFill>
                <a:highlight>
                  <a:srgbClr val="FFFF00"/>
                </a:highlight>
                <a:latin typeface="Consolas" panose="020B0609020204030204" pitchFamily="49" charset="0"/>
              </a:rPr>
              <a:t>a</a:t>
            </a:r>
            <a:r>
              <a:rPr lang="en-US" sz="1300">
                <a:latin typeface="Consolas" panose="020B0609020204030204" pitchFamily="49" charset="0"/>
              </a:rPr>
              <a:t>)</a:t>
            </a:r>
          </a:p>
          <a:p>
            <a:pPr marL="51435" indent="0" algn="just">
              <a:spcBef>
                <a:spcPts val="0"/>
              </a:spcBef>
              <a:buNone/>
            </a:pPr>
            <a:r>
              <a:rPr lang="en-US" sz="1300">
                <a:latin typeface="Consolas" panose="020B0609020204030204" pitchFamily="49" charset="0"/>
              </a:rPr>
              <a:t>{</a:t>
            </a:r>
          </a:p>
          <a:p>
            <a:pPr marL="51435" indent="0" algn="just">
              <a:spcBef>
                <a:spcPts val="0"/>
              </a:spcBef>
              <a:buNone/>
            </a:pPr>
            <a:r>
              <a:rPr lang="en-US" sz="1300">
                <a:solidFill>
                  <a:schemeClr val="bg1"/>
                </a:solidFill>
                <a:latin typeface="Consolas" panose="020B0609020204030204" pitchFamily="49" charset="0"/>
              </a:rPr>
              <a:t>    </a:t>
            </a:r>
            <a:r>
              <a:rPr lang="en-US" sz="1300">
                <a:solidFill>
                  <a:srgbClr val="2B91AF"/>
                </a:solidFill>
                <a:latin typeface="Consolas" panose="020B0609020204030204" pitchFamily="49" charset="0"/>
              </a:rPr>
              <a:t>a[0] </a:t>
            </a:r>
            <a:r>
              <a:rPr lang="en-US" sz="1300">
                <a:latin typeface="Consolas" panose="020B0609020204030204" pitchFamily="49" charset="0"/>
              </a:rPr>
              <a:t>= 9;</a:t>
            </a:r>
          </a:p>
          <a:p>
            <a:pPr marL="51435" indent="0" algn="just">
              <a:spcBef>
                <a:spcPts val="0"/>
              </a:spcBef>
              <a:buNone/>
            </a:pPr>
            <a:r>
              <a:rPr lang="en-US" sz="1300">
                <a:solidFill>
                  <a:schemeClr val="bg1"/>
                </a:solidFill>
                <a:latin typeface="Consolas" panose="020B0609020204030204" pitchFamily="49" charset="0"/>
              </a:rPr>
              <a:t>    </a:t>
            </a:r>
            <a:r>
              <a:rPr lang="en-US" sz="1300">
                <a:solidFill>
                  <a:srgbClr val="2B91AF"/>
                </a:solidFill>
                <a:latin typeface="Consolas" panose="020B0609020204030204" pitchFamily="49" charset="0"/>
              </a:rPr>
              <a:t>a</a:t>
            </a:r>
            <a:r>
              <a:rPr lang="en-US" sz="1300">
                <a:solidFill>
                  <a:schemeClr val="bg1"/>
                </a:solidFill>
                <a:latin typeface="Consolas" panose="020B0609020204030204" pitchFamily="49" charset="0"/>
              </a:rPr>
              <a:t> </a:t>
            </a:r>
            <a:r>
              <a:rPr lang="en-US" sz="1300">
                <a:latin typeface="Consolas" panose="020B0609020204030204" pitchFamily="49" charset="0"/>
              </a:rPr>
              <a:t>=</a:t>
            </a:r>
            <a:r>
              <a:rPr lang="en-US" sz="1300">
                <a:solidFill>
                  <a:schemeClr val="bg1"/>
                </a:solidFill>
                <a:latin typeface="Consolas" panose="020B0609020204030204" pitchFamily="49" charset="0"/>
              </a:rPr>
              <a:t> </a:t>
            </a:r>
            <a:r>
              <a:rPr lang="en-US" sz="1300">
                <a:solidFill>
                  <a:srgbClr val="0432FF"/>
                </a:solidFill>
                <a:latin typeface="Consolas" panose="020B0609020204030204" pitchFamily="49" charset="0"/>
              </a:rPr>
              <a:t>new int[2] </a:t>
            </a:r>
            <a:r>
              <a:rPr lang="en-US" sz="1300">
                <a:latin typeface="Consolas" panose="020B0609020204030204" pitchFamily="49" charset="0"/>
              </a:rPr>
              <a:t>{-3, -7};</a:t>
            </a:r>
          </a:p>
          <a:p>
            <a:pPr marL="51435" indent="0" algn="just">
              <a:spcBef>
                <a:spcPts val="0"/>
              </a:spcBef>
              <a:buNone/>
            </a:pPr>
            <a:r>
              <a:rPr lang="en-US" sz="1300">
                <a:solidFill>
                  <a:schemeClr val="bg1"/>
                </a:solidFill>
                <a:latin typeface="Consolas" panose="020B0609020204030204" pitchFamily="49" charset="0"/>
              </a:rPr>
              <a:t>    </a:t>
            </a:r>
            <a:r>
              <a:rPr lang="en-US" sz="1300">
                <a:solidFill>
                  <a:srgbClr val="2B91AF"/>
                </a:solidFill>
                <a:latin typeface="Consolas" panose="020B0609020204030204" pitchFamily="49" charset="0"/>
              </a:rPr>
              <a:t>Console</a:t>
            </a:r>
            <a:r>
              <a:rPr lang="en-US" sz="1300">
                <a:solidFill>
                  <a:schemeClr val="bg1"/>
                </a:solidFill>
                <a:latin typeface="Consolas" panose="020B0609020204030204" pitchFamily="49" charset="0"/>
              </a:rPr>
              <a:t>.</a:t>
            </a:r>
            <a:r>
              <a:rPr lang="en-US" sz="1300">
                <a:solidFill>
                  <a:srgbClr val="FEA400"/>
                </a:solidFill>
                <a:latin typeface="Consolas" panose="020B0609020204030204" pitchFamily="49" charset="0"/>
              </a:rPr>
              <a:t>WriteLine</a:t>
            </a:r>
            <a:r>
              <a:rPr lang="en-US" sz="1300">
                <a:latin typeface="Consolas" panose="020B0609020204030204" pitchFamily="49" charset="0"/>
                <a:cs typeface="Consolas" panose="020B0609020204030204" pitchFamily="49" charset="0"/>
              </a:rPr>
              <a:t>($</a:t>
            </a:r>
            <a:r>
              <a:rPr lang="en-US" sz="1300">
                <a:solidFill>
                  <a:srgbClr val="A31515"/>
                </a:solidFill>
                <a:latin typeface="Consolas" panose="020B0609020204030204" pitchFamily="49" charset="0"/>
              </a:rPr>
              <a:t>"Inside method: a[0] = </a:t>
            </a:r>
            <a:r>
              <a:rPr lang="en-US" sz="1300">
                <a:latin typeface="Consolas" panose="020B0609020204030204" pitchFamily="49" charset="0"/>
              </a:rPr>
              <a:t>{</a:t>
            </a:r>
            <a:r>
              <a:rPr lang="en-US" sz="1300">
                <a:solidFill>
                  <a:schemeClr val="accent6">
                    <a:lumMod val="75000"/>
                  </a:schemeClr>
                </a:solidFill>
                <a:latin typeface="Consolas" panose="020B0609020204030204" pitchFamily="49" charset="0"/>
              </a:rPr>
              <a:t>a[0]</a:t>
            </a:r>
            <a:r>
              <a:rPr lang="en-US" sz="1300">
                <a:latin typeface="Consolas" panose="020B0609020204030204" pitchFamily="49" charset="0"/>
              </a:rPr>
              <a:t>}</a:t>
            </a:r>
            <a:r>
              <a:rPr lang="en-US" sz="1300">
                <a:solidFill>
                  <a:srgbClr val="A31515"/>
                </a:solidFill>
                <a:latin typeface="Consolas" panose="020B0609020204030204" pitchFamily="49" charset="0"/>
              </a:rPr>
              <a:t>"</a:t>
            </a:r>
            <a:r>
              <a:rPr lang="en-US" sz="1300">
                <a:latin typeface="Consolas" panose="020B0609020204030204" pitchFamily="49" charset="0"/>
                <a:cs typeface="Consolas" panose="020B0609020204030204" pitchFamily="49" charset="0"/>
              </a:rPr>
              <a:t>);</a:t>
            </a:r>
            <a:endParaRPr lang="en-US" sz="1300">
              <a:latin typeface="Consolas" panose="020B0609020204030204" pitchFamily="49" charset="0"/>
            </a:endParaRPr>
          </a:p>
          <a:p>
            <a:pPr marL="51435" indent="0" algn="just">
              <a:spcBef>
                <a:spcPts val="0"/>
              </a:spcBef>
              <a:buNone/>
            </a:pPr>
            <a:r>
              <a:rPr lang="en-US" sz="1300">
                <a:latin typeface="Consolas" panose="020B0609020204030204" pitchFamily="49" charset="0"/>
              </a:rPr>
              <a:t>}</a:t>
            </a:r>
          </a:p>
          <a:p>
            <a:pPr marL="51435" indent="0" algn="just">
              <a:spcBef>
                <a:spcPts val="0"/>
              </a:spcBef>
              <a:buNone/>
            </a:pPr>
            <a:endParaRPr lang="en-US" sz="1300">
              <a:solidFill>
                <a:srgbClr val="0000FF"/>
              </a:solidFill>
              <a:latin typeface="Consolas" panose="020B0609020204030204" pitchFamily="49" charset="0"/>
            </a:endParaRPr>
          </a:p>
          <a:p>
            <a:pPr marL="51435" indent="0" algn="just">
              <a:spcBef>
                <a:spcPts val="0"/>
              </a:spcBef>
              <a:buNone/>
            </a:pPr>
            <a:r>
              <a:rPr lang="en-US" sz="1300">
                <a:solidFill>
                  <a:srgbClr val="0000FF"/>
                </a:solidFill>
                <a:latin typeface="Consolas" panose="020B0609020204030204" pitchFamily="49" charset="0"/>
              </a:rPr>
              <a:t>static</a:t>
            </a:r>
            <a:r>
              <a:rPr lang="en-US" sz="1300">
                <a:latin typeface="Consolas" panose="020B0609020204030204" pitchFamily="49" charset="0"/>
              </a:rPr>
              <a:t> </a:t>
            </a:r>
            <a:r>
              <a:rPr lang="en-US" sz="1300">
                <a:solidFill>
                  <a:srgbClr val="0000FF"/>
                </a:solidFill>
                <a:latin typeface="Consolas" panose="020B0609020204030204" pitchFamily="49" charset="0"/>
              </a:rPr>
              <a:t>void</a:t>
            </a:r>
            <a:r>
              <a:rPr lang="en-US" sz="1300">
                <a:latin typeface="Consolas" panose="020B0609020204030204" pitchFamily="49" charset="0"/>
              </a:rPr>
              <a:t> </a:t>
            </a:r>
            <a:r>
              <a:rPr lang="en-US" sz="1300">
                <a:solidFill>
                  <a:srgbClr val="FEA400"/>
                </a:solidFill>
                <a:latin typeface="Consolas" panose="020B0609020204030204" pitchFamily="49" charset="0"/>
              </a:rPr>
              <a:t>Main</a:t>
            </a:r>
            <a:r>
              <a:rPr lang="en-US" sz="1300">
                <a:latin typeface="Consolas" panose="020B0609020204030204" pitchFamily="49" charset="0"/>
              </a:rPr>
              <a:t>(</a:t>
            </a:r>
            <a:r>
              <a:rPr lang="en-US" sz="1300">
                <a:solidFill>
                  <a:srgbClr val="0000FF"/>
                </a:solidFill>
                <a:latin typeface="Consolas" panose="020B0609020204030204" pitchFamily="49" charset="0"/>
              </a:rPr>
              <a:t>string</a:t>
            </a:r>
            <a:r>
              <a:rPr lang="en-US" sz="1300">
                <a:latin typeface="Consolas" panose="020B0609020204030204" pitchFamily="49" charset="0"/>
              </a:rPr>
              <a:t>[] args)</a:t>
            </a:r>
          </a:p>
          <a:p>
            <a:pPr marL="51435" indent="0" algn="just">
              <a:spcBef>
                <a:spcPts val="0"/>
              </a:spcBef>
              <a:buNone/>
            </a:pPr>
            <a:r>
              <a:rPr lang="en-US" sz="1300">
                <a:latin typeface="Consolas" panose="020B0609020204030204" pitchFamily="49" charset="0"/>
              </a:rPr>
              <a:t>{</a:t>
            </a:r>
          </a:p>
          <a:p>
            <a:pPr marL="51435" indent="0">
              <a:spcBef>
                <a:spcPts val="0"/>
              </a:spcBef>
              <a:buNone/>
            </a:pPr>
            <a:r>
              <a:rPr lang="en-US" sz="1300">
                <a:solidFill>
                  <a:srgbClr val="2B91AF"/>
                </a:solidFill>
                <a:latin typeface="Consolas" panose="020B0609020204030204" pitchFamily="49" charset="0"/>
              </a:rPr>
              <a:t>    </a:t>
            </a:r>
            <a:r>
              <a:rPr lang="en-US" sz="1300">
                <a:solidFill>
                  <a:srgbClr val="0432FF"/>
                </a:solidFill>
                <a:latin typeface="Consolas" panose="020B0609020204030204" pitchFamily="49" charset="0"/>
              </a:rPr>
              <a:t>int[]</a:t>
            </a:r>
            <a:r>
              <a:rPr lang="en-US" sz="1300">
                <a:solidFill>
                  <a:schemeClr val="bg1"/>
                </a:solidFill>
                <a:latin typeface="Consolas" panose="020B0609020204030204" pitchFamily="49" charset="0"/>
              </a:rPr>
              <a:t> </a:t>
            </a:r>
            <a:r>
              <a:rPr lang="en-US" sz="1300">
                <a:solidFill>
                  <a:srgbClr val="2B91AF"/>
                </a:solidFill>
                <a:latin typeface="Consolas" panose="020B0609020204030204" pitchFamily="49" charset="0"/>
              </a:rPr>
              <a:t>a</a:t>
            </a:r>
            <a:r>
              <a:rPr lang="en-US" sz="1300">
                <a:solidFill>
                  <a:schemeClr val="bg1"/>
                </a:solidFill>
                <a:latin typeface="Consolas" panose="020B0609020204030204" pitchFamily="49" charset="0"/>
              </a:rPr>
              <a:t> </a:t>
            </a:r>
            <a:r>
              <a:rPr lang="en-US" sz="1300">
                <a:latin typeface="Consolas" panose="020B0609020204030204" pitchFamily="49" charset="0"/>
              </a:rPr>
              <a:t>=</a:t>
            </a:r>
            <a:r>
              <a:rPr lang="en-US" sz="1300">
                <a:solidFill>
                  <a:schemeClr val="bg1"/>
                </a:solidFill>
                <a:latin typeface="Consolas" panose="020B0609020204030204" pitchFamily="49" charset="0"/>
              </a:rPr>
              <a:t> </a:t>
            </a:r>
            <a:r>
              <a:rPr lang="en-US" sz="1300">
                <a:solidFill>
                  <a:srgbClr val="0432FF"/>
                </a:solidFill>
                <a:latin typeface="Consolas" panose="020B0609020204030204" pitchFamily="49" charset="0"/>
              </a:rPr>
              <a:t>new int[4] </a:t>
            </a:r>
            <a:r>
              <a:rPr lang="en-US" sz="1300">
                <a:latin typeface="Consolas" panose="020B0609020204030204" pitchFamily="49" charset="0"/>
              </a:rPr>
              <a:t>{5, 8, 2, 7}</a:t>
            </a:r>
            <a:r>
              <a:rPr lang="en-US" sz="1300">
                <a:latin typeface="Consolas" panose="020B0609020204030204" pitchFamily="49" charset="0"/>
                <a:cs typeface="Consolas" panose="020B0609020204030204" pitchFamily="49" charset="0"/>
              </a:rPr>
              <a:t>;</a:t>
            </a:r>
          </a:p>
          <a:p>
            <a:pPr marL="51435" indent="0">
              <a:spcBef>
                <a:spcPts val="0"/>
              </a:spcBef>
              <a:buNone/>
            </a:pPr>
            <a:r>
              <a:rPr lang="en-US" sz="1300">
                <a:solidFill>
                  <a:schemeClr val="bg1"/>
                </a:solidFill>
                <a:latin typeface="Consolas" panose="020B0609020204030204" pitchFamily="49" charset="0"/>
                <a:cs typeface="Consolas" panose="020B0609020204030204" pitchFamily="49" charset="0"/>
              </a:rPr>
              <a:t>    </a:t>
            </a:r>
            <a:r>
              <a:rPr lang="en-US" sz="1300">
                <a:solidFill>
                  <a:srgbClr val="2B91AF"/>
                </a:solidFill>
                <a:latin typeface="Consolas" panose="020B0609020204030204" pitchFamily="49" charset="0"/>
              </a:rPr>
              <a:t>Console</a:t>
            </a:r>
            <a:r>
              <a:rPr lang="en-US" sz="1300">
                <a:latin typeface="Consolas" panose="020B0609020204030204" pitchFamily="49" charset="0"/>
              </a:rPr>
              <a:t>.</a:t>
            </a:r>
            <a:r>
              <a:rPr lang="en-US" sz="1300">
                <a:solidFill>
                  <a:srgbClr val="FEA400"/>
                </a:solidFill>
                <a:latin typeface="Consolas" panose="020B0609020204030204" pitchFamily="49" charset="0"/>
              </a:rPr>
              <a:t>WriteLine</a:t>
            </a:r>
            <a:r>
              <a:rPr lang="en-US" sz="1300">
                <a:latin typeface="Consolas" panose="020B0609020204030204" pitchFamily="49" charset="0"/>
                <a:cs typeface="Consolas" panose="020B0609020204030204" pitchFamily="49" charset="0"/>
              </a:rPr>
              <a:t>($</a:t>
            </a:r>
            <a:r>
              <a:rPr lang="en-US" sz="1300">
                <a:solidFill>
                  <a:srgbClr val="A31515"/>
                </a:solidFill>
                <a:latin typeface="Consolas" panose="020B0609020204030204" pitchFamily="49" charset="0"/>
              </a:rPr>
              <a:t>"Before calling method: a[0] = </a:t>
            </a:r>
            <a:r>
              <a:rPr lang="en-US" sz="1300">
                <a:latin typeface="Consolas" panose="020B0609020204030204" pitchFamily="49" charset="0"/>
              </a:rPr>
              <a:t>{</a:t>
            </a:r>
            <a:r>
              <a:rPr lang="en-US" sz="1300">
                <a:solidFill>
                  <a:schemeClr val="accent6">
                    <a:lumMod val="75000"/>
                  </a:schemeClr>
                </a:solidFill>
                <a:latin typeface="Consolas" panose="020B0609020204030204" pitchFamily="49" charset="0"/>
              </a:rPr>
              <a:t>a[0]</a:t>
            </a:r>
            <a:r>
              <a:rPr lang="en-US" sz="1300">
                <a:latin typeface="Consolas" panose="020B0609020204030204" pitchFamily="49" charset="0"/>
              </a:rPr>
              <a:t>}</a:t>
            </a:r>
            <a:r>
              <a:rPr lang="en-US" sz="1300">
                <a:solidFill>
                  <a:srgbClr val="A31515"/>
                </a:solidFill>
                <a:latin typeface="Consolas" panose="020B0609020204030204" pitchFamily="49" charset="0"/>
              </a:rPr>
              <a:t>"</a:t>
            </a:r>
            <a:r>
              <a:rPr lang="en-US" sz="1300">
                <a:latin typeface="Consolas" panose="020B0609020204030204" pitchFamily="49" charset="0"/>
                <a:cs typeface="Consolas" panose="020B0609020204030204" pitchFamily="49" charset="0"/>
              </a:rPr>
              <a:t>);</a:t>
            </a:r>
          </a:p>
          <a:p>
            <a:pPr marL="51435" indent="0">
              <a:spcBef>
                <a:spcPts val="0"/>
              </a:spcBef>
              <a:buNone/>
            </a:pPr>
            <a:r>
              <a:rPr lang="en-US" sz="1300">
                <a:solidFill>
                  <a:schemeClr val="bg1"/>
                </a:solidFill>
                <a:latin typeface="Consolas" panose="020B0609020204030204" pitchFamily="49" charset="0"/>
                <a:cs typeface="Consolas" panose="020B0609020204030204" pitchFamily="49" charset="0"/>
              </a:rPr>
              <a:t>    </a:t>
            </a:r>
            <a:r>
              <a:rPr lang="en-US" sz="1300">
                <a:solidFill>
                  <a:srgbClr val="FEA400"/>
                </a:solidFill>
                <a:latin typeface="Consolas" panose="020B0609020204030204" pitchFamily="49" charset="0"/>
              </a:rPr>
              <a:t>Change</a:t>
            </a:r>
            <a:r>
              <a:rPr lang="en-US" sz="1300">
                <a:latin typeface="Consolas" panose="020B0609020204030204" pitchFamily="49" charset="0"/>
              </a:rPr>
              <a:t>(</a:t>
            </a:r>
            <a:r>
              <a:rPr lang="en-US" sz="1300">
                <a:solidFill>
                  <a:srgbClr val="0432FF"/>
                </a:solidFill>
                <a:highlight>
                  <a:srgbClr val="FFFF00"/>
                </a:highlight>
                <a:latin typeface="Consolas" panose="020B0609020204030204" pitchFamily="49" charset="0"/>
              </a:rPr>
              <a:t>ref</a:t>
            </a:r>
            <a:r>
              <a:rPr lang="en-US" sz="1300">
                <a:solidFill>
                  <a:schemeClr val="bg1"/>
                </a:solidFill>
                <a:highlight>
                  <a:srgbClr val="FFFF00"/>
                </a:highlight>
                <a:latin typeface="Consolas" panose="020B0609020204030204" pitchFamily="49" charset="0"/>
              </a:rPr>
              <a:t> </a:t>
            </a:r>
            <a:r>
              <a:rPr lang="en-US" sz="1300">
                <a:solidFill>
                  <a:srgbClr val="2B91AF"/>
                </a:solidFill>
                <a:highlight>
                  <a:srgbClr val="FFFF00"/>
                </a:highlight>
                <a:latin typeface="Consolas" panose="020B0609020204030204" pitchFamily="49" charset="0"/>
              </a:rPr>
              <a:t>a</a:t>
            </a:r>
            <a:r>
              <a:rPr lang="en-US" sz="1300">
                <a:latin typeface="Consolas" panose="020B0609020204030204" pitchFamily="49" charset="0"/>
              </a:rPr>
              <a:t>);</a:t>
            </a:r>
          </a:p>
          <a:p>
            <a:pPr marL="51435" indent="0">
              <a:spcBef>
                <a:spcPts val="0"/>
              </a:spcBef>
              <a:buNone/>
            </a:pPr>
            <a:r>
              <a:rPr lang="en-US" sz="1300">
                <a:solidFill>
                  <a:srgbClr val="2B91AF"/>
                </a:solidFill>
                <a:latin typeface="Consolas" panose="020B0609020204030204" pitchFamily="49" charset="0"/>
              </a:rPr>
              <a:t>    Console</a:t>
            </a:r>
            <a:r>
              <a:rPr lang="en-US" sz="1300">
                <a:solidFill>
                  <a:schemeClr val="bg1"/>
                </a:solidFill>
                <a:latin typeface="Consolas" panose="020B0609020204030204" pitchFamily="49" charset="0"/>
              </a:rPr>
              <a:t>.</a:t>
            </a:r>
            <a:r>
              <a:rPr lang="en-US" sz="1300">
                <a:solidFill>
                  <a:srgbClr val="FEA400"/>
                </a:solidFill>
                <a:latin typeface="Consolas" panose="020B0609020204030204" pitchFamily="49" charset="0"/>
              </a:rPr>
              <a:t>WriteLine</a:t>
            </a:r>
            <a:r>
              <a:rPr lang="en-US" sz="1300">
                <a:latin typeface="Consolas" panose="020B0609020204030204" pitchFamily="49" charset="0"/>
                <a:cs typeface="Consolas" panose="020B0609020204030204" pitchFamily="49" charset="0"/>
              </a:rPr>
              <a:t>($</a:t>
            </a:r>
            <a:r>
              <a:rPr lang="en-US" sz="1300">
                <a:solidFill>
                  <a:srgbClr val="A31515"/>
                </a:solidFill>
                <a:latin typeface="Consolas" panose="020B0609020204030204" pitchFamily="49" charset="0"/>
                <a:cs typeface="Consolas" panose="020B0609020204030204" pitchFamily="49" charset="0"/>
              </a:rPr>
              <a:t>"</a:t>
            </a:r>
            <a:r>
              <a:rPr lang="en-US" sz="1300">
                <a:solidFill>
                  <a:srgbClr val="A31515"/>
                </a:solidFill>
                <a:latin typeface="Consolas" panose="020B0609020204030204" pitchFamily="49" charset="0"/>
              </a:rPr>
              <a:t>After calling method: a[0] = </a:t>
            </a:r>
            <a:r>
              <a:rPr lang="en-US" sz="1300">
                <a:latin typeface="Consolas" panose="020B0609020204030204" pitchFamily="49" charset="0"/>
              </a:rPr>
              <a:t>{</a:t>
            </a:r>
            <a:r>
              <a:rPr lang="en-US" sz="1300">
                <a:solidFill>
                  <a:schemeClr val="accent6">
                    <a:lumMod val="75000"/>
                  </a:schemeClr>
                </a:solidFill>
                <a:latin typeface="Consolas" panose="020B0609020204030204" pitchFamily="49" charset="0"/>
              </a:rPr>
              <a:t>a[0]</a:t>
            </a:r>
            <a:r>
              <a:rPr lang="en-US" sz="1300">
                <a:latin typeface="Consolas" panose="020B0609020204030204" pitchFamily="49" charset="0"/>
              </a:rPr>
              <a:t>}</a:t>
            </a:r>
            <a:r>
              <a:rPr lang="en-US" sz="1300">
                <a:solidFill>
                  <a:srgbClr val="A31515"/>
                </a:solidFill>
                <a:latin typeface="Consolas" panose="020B0609020204030204" pitchFamily="49" charset="0"/>
              </a:rPr>
              <a:t>"</a:t>
            </a:r>
            <a:r>
              <a:rPr lang="en-US" sz="1300">
                <a:latin typeface="Consolas" panose="020B0609020204030204" pitchFamily="49" charset="0"/>
                <a:cs typeface="Consolas" panose="020B0609020204030204" pitchFamily="49" charset="0"/>
              </a:rPr>
              <a:t>);</a:t>
            </a:r>
            <a:endParaRPr lang="en-US" sz="1300">
              <a:latin typeface="Consolas" panose="020B0609020204030204" pitchFamily="49" charset="0"/>
            </a:endParaRPr>
          </a:p>
          <a:p>
            <a:pPr marL="51435" indent="0">
              <a:spcBef>
                <a:spcPts val="0"/>
              </a:spcBef>
              <a:buNone/>
            </a:pPr>
            <a:r>
              <a:rPr lang="en-US" sz="1300">
                <a:latin typeface="Consolas" panose="020B0609020204030204" pitchFamily="49" charset="0"/>
              </a:rPr>
              <a:t>}</a:t>
            </a:r>
          </a:p>
        </p:txBody>
      </p:sp>
      <p:sp>
        <p:nvSpPr>
          <p:cNvPr id="7" name="Rectangle 6">
            <a:extLst>
              <a:ext uri="{FF2B5EF4-FFF2-40B4-BE49-F238E27FC236}">
                <a16:creationId xmlns:a16="http://schemas.microsoft.com/office/drawing/2014/main" id="{8EB2CF11-70DA-F347-A0FA-44DB110B806F}"/>
              </a:ext>
            </a:extLst>
          </p:cNvPr>
          <p:cNvSpPr/>
          <p:nvPr/>
        </p:nvSpPr>
        <p:spPr>
          <a:xfrm>
            <a:off x="2411760" y="3558230"/>
            <a:ext cx="1642611" cy="277328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VN"/>
          </a:p>
        </p:txBody>
      </p:sp>
      <p:grpSp>
        <p:nvGrpSpPr>
          <p:cNvPr id="8" name="Group 7">
            <a:extLst>
              <a:ext uri="{FF2B5EF4-FFF2-40B4-BE49-F238E27FC236}">
                <a16:creationId xmlns:a16="http://schemas.microsoft.com/office/drawing/2014/main" id="{9D183396-EF10-3742-96D7-B1C7319E6F98}"/>
              </a:ext>
            </a:extLst>
          </p:cNvPr>
          <p:cNvGrpSpPr/>
          <p:nvPr/>
        </p:nvGrpSpPr>
        <p:grpSpPr>
          <a:xfrm>
            <a:off x="2551168" y="4864676"/>
            <a:ext cx="1363794" cy="1362928"/>
            <a:chOff x="2396996" y="4876740"/>
            <a:chExt cx="1363794" cy="1362928"/>
          </a:xfrm>
        </p:grpSpPr>
        <p:sp>
          <p:nvSpPr>
            <p:cNvPr id="9" name="Rectangle 8">
              <a:extLst>
                <a:ext uri="{FF2B5EF4-FFF2-40B4-BE49-F238E27FC236}">
                  <a16:creationId xmlns:a16="http://schemas.microsoft.com/office/drawing/2014/main" id="{732791BC-18EA-CF40-AF75-E9981CE96A23}"/>
                </a:ext>
              </a:extLst>
            </p:cNvPr>
            <p:cNvSpPr/>
            <p:nvPr/>
          </p:nvSpPr>
          <p:spPr>
            <a:xfrm>
              <a:off x="2396996" y="4954384"/>
              <a:ext cx="1363794" cy="1285284"/>
            </a:xfrm>
            <a:prstGeom prst="rect">
              <a:avLst/>
            </a:prstGeom>
            <a:ln/>
          </p:spPr>
          <p:style>
            <a:lnRef idx="3">
              <a:schemeClr val="lt1"/>
            </a:lnRef>
            <a:fillRef idx="1">
              <a:schemeClr val="accent5"/>
            </a:fillRef>
            <a:effectRef idx="1">
              <a:schemeClr val="accent5"/>
            </a:effectRef>
            <a:fontRef idx="minor">
              <a:schemeClr val="lt1"/>
            </a:fontRef>
          </p:style>
          <p:txBody>
            <a:bodyPr rtlCol="0" anchor="ctr"/>
            <a:lstStyle/>
            <a:p>
              <a:pPr algn="ctr"/>
              <a:endParaRPr lang="en-VN"/>
            </a:p>
          </p:txBody>
        </p:sp>
        <p:grpSp>
          <p:nvGrpSpPr>
            <p:cNvPr id="10" name="Group 9">
              <a:extLst>
                <a:ext uri="{FF2B5EF4-FFF2-40B4-BE49-F238E27FC236}">
                  <a16:creationId xmlns:a16="http://schemas.microsoft.com/office/drawing/2014/main" id="{FC9CDEEC-1768-3348-AA37-EEE17E359EDE}"/>
                </a:ext>
              </a:extLst>
            </p:cNvPr>
            <p:cNvGrpSpPr/>
            <p:nvPr/>
          </p:nvGrpSpPr>
          <p:grpSpPr>
            <a:xfrm>
              <a:off x="2534490" y="4876740"/>
              <a:ext cx="1183922" cy="1290556"/>
              <a:chOff x="2534490" y="4876740"/>
              <a:chExt cx="1183922" cy="1290556"/>
            </a:xfrm>
          </p:grpSpPr>
          <p:grpSp>
            <p:nvGrpSpPr>
              <p:cNvPr id="11" name="Group 10">
                <a:extLst>
                  <a:ext uri="{FF2B5EF4-FFF2-40B4-BE49-F238E27FC236}">
                    <a16:creationId xmlns:a16="http://schemas.microsoft.com/office/drawing/2014/main" id="{BC1926C3-E46A-3149-A11E-BC5252E58F11}"/>
                  </a:ext>
                </a:extLst>
              </p:cNvPr>
              <p:cNvGrpSpPr/>
              <p:nvPr/>
            </p:nvGrpSpPr>
            <p:grpSpPr>
              <a:xfrm>
                <a:off x="2534490" y="5263128"/>
                <a:ext cx="1183922" cy="904168"/>
                <a:chOff x="-1544472" y="5686180"/>
                <a:chExt cx="1183922" cy="904168"/>
              </a:xfrm>
            </p:grpSpPr>
            <p:sp>
              <p:nvSpPr>
                <p:cNvPr id="13" name="Cube 12">
                  <a:extLst>
                    <a:ext uri="{FF2B5EF4-FFF2-40B4-BE49-F238E27FC236}">
                      <a16:creationId xmlns:a16="http://schemas.microsoft.com/office/drawing/2014/main" id="{DB3C522B-D259-5740-A82C-D7B2DEABE137}"/>
                    </a:ext>
                  </a:extLst>
                </p:cNvPr>
                <p:cNvSpPr/>
                <p:nvPr/>
              </p:nvSpPr>
              <p:spPr>
                <a:xfrm>
                  <a:off x="-1544472" y="5686180"/>
                  <a:ext cx="1031924" cy="904168"/>
                </a:xfrm>
                <a:prstGeom prst="cube">
                  <a:avLst>
                    <a:gd name="adj" fmla="val 3817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4" name="TextBox 13">
                  <a:extLst>
                    <a:ext uri="{FF2B5EF4-FFF2-40B4-BE49-F238E27FC236}">
                      <a16:creationId xmlns:a16="http://schemas.microsoft.com/office/drawing/2014/main" id="{6BCB3B93-DDBC-D641-94BF-16983D6B7E9F}"/>
                    </a:ext>
                  </a:extLst>
                </p:cNvPr>
                <p:cNvSpPr txBox="1"/>
                <p:nvPr/>
              </p:nvSpPr>
              <p:spPr>
                <a:xfrm>
                  <a:off x="-1373561" y="6042968"/>
                  <a:ext cx="357808" cy="477054"/>
                </a:xfrm>
                <a:prstGeom prst="rect">
                  <a:avLst/>
                </a:prstGeom>
                <a:noFill/>
              </p:spPr>
              <p:txBody>
                <a:bodyPr wrap="square" rtlCol="0">
                  <a:spAutoFit/>
                </a:bodyPr>
                <a:lstStyle/>
                <a:p>
                  <a:pPr algn="ctr"/>
                  <a:r>
                    <a:rPr lang="en-VN" sz="2500"/>
                    <a:t>a</a:t>
                  </a:r>
                </a:p>
              </p:txBody>
            </p:sp>
            <p:sp>
              <p:nvSpPr>
                <p:cNvPr id="15" name="TextBox 14">
                  <a:extLst>
                    <a:ext uri="{FF2B5EF4-FFF2-40B4-BE49-F238E27FC236}">
                      <a16:creationId xmlns:a16="http://schemas.microsoft.com/office/drawing/2014/main" id="{88300A70-B579-8B43-AFA1-1D7558924C6A}"/>
                    </a:ext>
                  </a:extLst>
                </p:cNvPr>
                <p:cNvSpPr txBox="1"/>
                <p:nvPr/>
              </p:nvSpPr>
              <p:spPr>
                <a:xfrm>
                  <a:off x="-990407" y="5863372"/>
                  <a:ext cx="629857" cy="400110"/>
                </a:xfrm>
                <a:prstGeom prst="rect">
                  <a:avLst/>
                </a:prstGeom>
                <a:noFill/>
                <a:scene3d>
                  <a:camera prst="isometricRightUp">
                    <a:rot lat="1800000" lon="18000000" rev="0"/>
                  </a:camera>
                  <a:lightRig rig="threePt" dir="t"/>
                </a:scene3d>
              </p:spPr>
              <p:txBody>
                <a:bodyPr wrap="square" rtlCol="0">
                  <a:spAutoFit/>
                </a:bodyPr>
                <a:lstStyle/>
                <a:p>
                  <a:pPr algn="ctr"/>
                  <a:r>
                    <a:rPr lang="en-US" sz="2000"/>
                    <a:t>i</a:t>
                  </a:r>
                  <a:r>
                    <a:rPr lang="en-VN" sz="2000"/>
                    <a:t>nt[]</a:t>
                  </a:r>
                </a:p>
              </p:txBody>
            </p:sp>
          </p:grpSp>
          <p:sp>
            <p:nvSpPr>
              <p:cNvPr id="12" name="TextBox 11">
                <a:extLst>
                  <a:ext uri="{FF2B5EF4-FFF2-40B4-BE49-F238E27FC236}">
                    <a16:creationId xmlns:a16="http://schemas.microsoft.com/office/drawing/2014/main" id="{FF413419-F91E-4F49-9E08-5FD48C8A6F46}"/>
                  </a:ext>
                </a:extLst>
              </p:cNvPr>
              <p:cNvSpPr txBox="1"/>
              <p:nvPr/>
            </p:nvSpPr>
            <p:spPr>
              <a:xfrm>
                <a:off x="2687962" y="4876740"/>
                <a:ext cx="724979" cy="369332"/>
              </a:xfrm>
              <a:prstGeom prst="rect">
                <a:avLst/>
              </a:prstGeom>
              <a:noFill/>
            </p:spPr>
            <p:txBody>
              <a:bodyPr wrap="square" rtlCol="0">
                <a:spAutoFit/>
              </a:bodyPr>
              <a:lstStyle/>
              <a:p>
                <a:pPr algn="ctr"/>
                <a:r>
                  <a:rPr lang="en-VN" b="1">
                    <a:solidFill>
                      <a:srgbClr val="0432FF"/>
                    </a:solidFill>
                    <a:latin typeface="Calibri" panose="020F0502020204030204" pitchFamily="34" charset="0"/>
                    <a:cs typeface="Calibri" panose="020F0502020204030204" pitchFamily="34" charset="0"/>
                  </a:rPr>
                  <a:t>Main</a:t>
                </a:r>
              </a:p>
            </p:txBody>
          </p:sp>
        </p:grpSp>
      </p:grpSp>
      <p:sp>
        <p:nvSpPr>
          <p:cNvPr id="16" name="Rectangle 15">
            <a:extLst>
              <a:ext uri="{FF2B5EF4-FFF2-40B4-BE49-F238E27FC236}">
                <a16:creationId xmlns:a16="http://schemas.microsoft.com/office/drawing/2014/main" id="{88F49F68-8E36-7D4E-909A-10111004B720}"/>
              </a:ext>
            </a:extLst>
          </p:cNvPr>
          <p:cNvSpPr/>
          <p:nvPr/>
        </p:nvSpPr>
        <p:spPr>
          <a:xfrm>
            <a:off x="4400992" y="3558230"/>
            <a:ext cx="3475042" cy="277328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VN"/>
          </a:p>
        </p:txBody>
      </p:sp>
      <p:grpSp>
        <p:nvGrpSpPr>
          <p:cNvPr id="17" name="Group 16">
            <a:extLst>
              <a:ext uri="{FF2B5EF4-FFF2-40B4-BE49-F238E27FC236}">
                <a16:creationId xmlns:a16="http://schemas.microsoft.com/office/drawing/2014/main" id="{352BFDC7-FA74-C349-9513-3AE128F57577}"/>
              </a:ext>
            </a:extLst>
          </p:cNvPr>
          <p:cNvGrpSpPr/>
          <p:nvPr/>
        </p:nvGrpSpPr>
        <p:grpSpPr>
          <a:xfrm>
            <a:off x="2551168" y="3533783"/>
            <a:ext cx="1368780" cy="1349627"/>
            <a:chOff x="2551168" y="4087983"/>
            <a:chExt cx="1368780" cy="1349627"/>
          </a:xfrm>
        </p:grpSpPr>
        <p:sp>
          <p:nvSpPr>
            <p:cNvPr id="18" name="Rectangle 17">
              <a:extLst>
                <a:ext uri="{FF2B5EF4-FFF2-40B4-BE49-F238E27FC236}">
                  <a16:creationId xmlns:a16="http://schemas.microsoft.com/office/drawing/2014/main" id="{6E0E6C96-56D8-3D4E-9E10-EF16AE88D9F9}"/>
                </a:ext>
              </a:extLst>
            </p:cNvPr>
            <p:cNvSpPr/>
            <p:nvPr/>
          </p:nvSpPr>
          <p:spPr>
            <a:xfrm>
              <a:off x="2551168" y="4168217"/>
              <a:ext cx="1363794" cy="1269393"/>
            </a:xfrm>
            <a:prstGeom prst="rect">
              <a:avLst/>
            </a:prstGeom>
            <a:ln/>
          </p:spPr>
          <p:style>
            <a:lnRef idx="3">
              <a:schemeClr val="lt1"/>
            </a:lnRef>
            <a:fillRef idx="1">
              <a:schemeClr val="accent5"/>
            </a:fillRef>
            <a:effectRef idx="1">
              <a:schemeClr val="accent5"/>
            </a:effectRef>
            <a:fontRef idx="minor">
              <a:schemeClr val="lt1"/>
            </a:fontRef>
          </p:style>
          <p:txBody>
            <a:bodyPr rtlCol="0" anchor="ctr"/>
            <a:lstStyle/>
            <a:p>
              <a:pPr algn="ctr"/>
              <a:endParaRPr lang="en-VN"/>
            </a:p>
          </p:txBody>
        </p:sp>
        <p:sp>
          <p:nvSpPr>
            <p:cNvPr id="19" name="Cube 18">
              <a:extLst>
                <a:ext uri="{FF2B5EF4-FFF2-40B4-BE49-F238E27FC236}">
                  <a16:creationId xmlns:a16="http://schemas.microsoft.com/office/drawing/2014/main" id="{85971176-AD52-2741-A52B-242CBD8590FF}"/>
                </a:ext>
              </a:extLst>
            </p:cNvPr>
            <p:cNvSpPr/>
            <p:nvPr/>
          </p:nvSpPr>
          <p:spPr>
            <a:xfrm>
              <a:off x="2736026" y="4477580"/>
              <a:ext cx="1031924" cy="904168"/>
            </a:xfrm>
            <a:prstGeom prst="cube">
              <a:avLst>
                <a:gd name="adj" fmla="val 3817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20" name="TextBox 19">
              <a:extLst>
                <a:ext uri="{FF2B5EF4-FFF2-40B4-BE49-F238E27FC236}">
                  <a16:creationId xmlns:a16="http://schemas.microsoft.com/office/drawing/2014/main" id="{2E35D493-EF1C-CD4E-8954-A466379720BE}"/>
                </a:ext>
              </a:extLst>
            </p:cNvPr>
            <p:cNvSpPr txBox="1"/>
            <p:nvPr/>
          </p:nvSpPr>
          <p:spPr>
            <a:xfrm>
              <a:off x="2906937" y="4834368"/>
              <a:ext cx="357808" cy="477054"/>
            </a:xfrm>
            <a:prstGeom prst="rect">
              <a:avLst/>
            </a:prstGeom>
            <a:noFill/>
          </p:spPr>
          <p:txBody>
            <a:bodyPr wrap="square" rtlCol="0">
              <a:spAutoFit/>
            </a:bodyPr>
            <a:lstStyle/>
            <a:p>
              <a:pPr algn="ctr"/>
              <a:r>
                <a:rPr lang="en-VN" sz="2500"/>
                <a:t>a</a:t>
              </a:r>
            </a:p>
          </p:txBody>
        </p:sp>
        <p:sp>
          <p:nvSpPr>
            <p:cNvPr id="21" name="TextBox 20">
              <a:extLst>
                <a:ext uri="{FF2B5EF4-FFF2-40B4-BE49-F238E27FC236}">
                  <a16:creationId xmlns:a16="http://schemas.microsoft.com/office/drawing/2014/main" id="{1C1A3F0F-CA47-DE4E-8220-597C395C84D3}"/>
                </a:ext>
              </a:extLst>
            </p:cNvPr>
            <p:cNvSpPr txBox="1"/>
            <p:nvPr/>
          </p:nvSpPr>
          <p:spPr>
            <a:xfrm>
              <a:off x="3290091" y="4654772"/>
              <a:ext cx="629857" cy="400110"/>
            </a:xfrm>
            <a:prstGeom prst="rect">
              <a:avLst/>
            </a:prstGeom>
            <a:noFill/>
            <a:scene3d>
              <a:camera prst="isometricRightUp">
                <a:rot lat="1800000" lon="18000000" rev="0"/>
              </a:camera>
              <a:lightRig rig="threePt" dir="t"/>
            </a:scene3d>
          </p:spPr>
          <p:txBody>
            <a:bodyPr wrap="square" rtlCol="0">
              <a:spAutoFit/>
            </a:bodyPr>
            <a:lstStyle/>
            <a:p>
              <a:pPr algn="ctr"/>
              <a:r>
                <a:rPr lang="en-US" sz="2000"/>
                <a:t>i</a:t>
              </a:r>
              <a:r>
                <a:rPr lang="en-VN" sz="2000"/>
                <a:t>nt[]</a:t>
              </a:r>
            </a:p>
          </p:txBody>
        </p:sp>
        <p:sp>
          <p:nvSpPr>
            <p:cNvPr id="22" name="TextBox 21">
              <a:extLst>
                <a:ext uri="{FF2B5EF4-FFF2-40B4-BE49-F238E27FC236}">
                  <a16:creationId xmlns:a16="http://schemas.microsoft.com/office/drawing/2014/main" id="{9D5FB269-84A8-B847-9DCD-A1820A61AA97}"/>
                </a:ext>
              </a:extLst>
            </p:cNvPr>
            <p:cNvSpPr txBox="1"/>
            <p:nvPr/>
          </p:nvSpPr>
          <p:spPr>
            <a:xfrm>
              <a:off x="2795063" y="4087983"/>
              <a:ext cx="903798" cy="369332"/>
            </a:xfrm>
            <a:prstGeom prst="rect">
              <a:avLst/>
            </a:prstGeom>
            <a:noFill/>
          </p:spPr>
          <p:txBody>
            <a:bodyPr wrap="square" rtlCol="0">
              <a:spAutoFit/>
            </a:bodyPr>
            <a:lstStyle/>
            <a:p>
              <a:pPr algn="ctr"/>
              <a:r>
                <a:rPr lang="en-VN" b="1">
                  <a:solidFill>
                    <a:srgbClr val="0432FF"/>
                  </a:solidFill>
                  <a:latin typeface="Calibri" panose="020F0502020204030204" pitchFamily="34" charset="0"/>
                  <a:cs typeface="Calibri" panose="020F0502020204030204" pitchFamily="34" charset="0"/>
                </a:rPr>
                <a:t>Change</a:t>
              </a:r>
            </a:p>
          </p:txBody>
        </p:sp>
      </p:grpSp>
      <p:grpSp>
        <p:nvGrpSpPr>
          <p:cNvPr id="23" name="Group 22">
            <a:extLst>
              <a:ext uri="{FF2B5EF4-FFF2-40B4-BE49-F238E27FC236}">
                <a16:creationId xmlns:a16="http://schemas.microsoft.com/office/drawing/2014/main" id="{0571F232-0002-1643-87D4-9B9427918FF5}"/>
              </a:ext>
            </a:extLst>
          </p:cNvPr>
          <p:cNvGrpSpPr/>
          <p:nvPr/>
        </p:nvGrpSpPr>
        <p:grpSpPr>
          <a:xfrm>
            <a:off x="5193662" y="4579093"/>
            <a:ext cx="1889702" cy="601403"/>
            <a:chOff x="6827979" y="5625080"/>
            <a:chExt cx="1889702" cy="601403"/>
          </a:xfrm>
        </p:grpSpPr>
        <p:sp>
          <p:nvSpPr>
            <p:cNvPr id="24" name="Cube 23">
              <a:extLst>
                <a:ext uri="{FF2B5EF4-FFF2-40B4-BE49-F238E27FC236}">
                  <a16:creationId xmlns:a16="http://schemas.microsoft.com/office/drawing/2014/main" id="{F2A906D5-37DF-4841-A575-82657E1D6BA4}"/>
                </a:ext>
              </a:extLst>
            </p:cNvPr>
            <p:cNvSpPr/>
            <p:nvPr/>
          </p:nvSpPr>
          <p:spPr>
            <a:xfrm>
              <a:off x="6827979" y="5625080"/>
              <a:ext cx="647861" cy="601403"/>
            </a:xfrm>
            <a:prstGeom prst="cube">
              <a:avLst>
                <a:gd name="adj" fmla="val 3817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VN"/>
                <a:t>9</a:t>
              </a:r>
            </a:p>
          </p:txBody>
        </p:sp>
        <p:sp>
          <p:nvSpPr>
            <p:cNvPr id="25" name="Cube 24">
              <a:extLst>
                <a:ext uri="{FF2B5EF4-FFF2-40B4-BE49-F238E27FC236}">
                  <a16:creationId xmlns:a16="http://schemas.microsoft.com/office/drawing/2014/main" id="{DBB0CFB7-D84C-2D4C-BD21-C1F96712320D}"/>
                </a:ext>
              </a:extLst>
            </p:cNvPr>
            <p:cNvSpPr/>
            <p:nvPr/>
          </p:nvSpPr>
          <p:spPr>
            <a:xfrm>
              <a:off x="7242682" y="5625080"/>
              <a:ext cx="647861" cy="601403"/>
            </a:xfrm>
            <a:prstGeom prst="cube">
              <a:avLst>
                <a:gd name="adj" fmla="val 3817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VN"/>
                <a:t>8</a:t>
              </a:r>
            </a:p>
          </p:txBody>
        </p:sp>
        <p:sp>
          <p:nvSpPr>
            <p:cNvPr id="26" name="Cube 25">
              <a:extLst>
                <a:ext uri="{FF2B5EF4-FFF2-40B4-BE49-F238E27FC236}">
                  <a16:creationId xmlns:a16="http://schemas.microsoft.com/office/drawing/2014/main" id="{0E91A8A3-177B-1545-8EA8-5AF78161F416}"/>
                </a:ext>
              </a:extLst>
            </p:cNvPr>
            <p:cNvSpPr/>
            <p:nvPr/>
          </p:nvSpPr>
          <p:spPr>
            <a:xfrm>
              <a:off x="7667044" y="5625080"/>
              <a:ext cx="647861" cy="601403"/>
            </a:xfrm>
            <a:prstGeom prst="cube">
              <a:avLst>
                <a:gd name="adj" fmla="val 3817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VN"/>
                <a:t>2</a:t>
              </a:r>
            </a:p>
          </p:txBody>
        </p:sp>
        <p:sp>
          <p:nvSpPr>
            <p:cNvPr id="27" name="Cube 26">
              <a:extLst>
                <a:ext uri="{FF2B5EF4-FFF2-40B4-BE49-F238E27FC236}">
                  <a16:creationId xmlns:a16="http://schemas.microsoft.com/office/drawing/2014/main" id="{492E0B52-FF32-BA45-9E1A-EAEAAAA7C782}"/>
                </a:ext>
              </a:extLst>
            </p:cNvPr>
            <p:cNvSpPr/>
            <p:nvPr/>
          </p:nvSpPr>
          <p:spPr>
            <a:xfrm>
              <a:off x="8069820" y="5625080"/>
              <a:ext cx="647861" cy="601403"/>
            </a:xfrm>
            <a:prstGeom prst="cube">
              <a:avLst>
                <a:gd name="adj" fmla="val 3817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VN"/>
                <a:t>7</a:t>
              </a:r>
            </a:p>
          </p:txBody>
        </p:sp>
      </p:grpSp>
      <p:cxnSp>
        <p:nvCxnSpPr>
          <p:cNvPr id="28" name="Curved Connector 27">
            <a:extLst>
              <a:ext uri="{FF2B5EF4-FFF2-40B4-BE49-F238E27FC236}">
                <a16:creationId xmlns:a16="http://schemas.microsoft.com/office/drawing/2014/main" id="{632A907F-8F04-5C4E-9C38-55E1A84DC77F}"/>
              </a:ext>
            </a:extLst>
          </p:cNvPr>
          <p:cNvCxnSpPr>
            <a:cxnSpLocks/>
            <a:endCxn id="24" idx="2"/>
          </p:cNvCxnSpPr>
          <p:nvPr/>
        </p:nvCxnSpPr>
        <p:spPr>
          <a:xfrm flipV="1">
            <a:off x="3161180" y="4994587"/>
            <a:ext cx="2032482" cy="442302"/>
          </a:xfrm>
          <a:prstGeom prst="curvedConnector3">
            <a:avLst>
              <a:gd name="adj1" fmla="val 50000"/>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Rectangle 29">
            <a:extLst>
              <a:ext uri="{FF2B5EF4-FFF2-40B4-BE49-F238E27FC236}">
                <a16:creationId xmlns:a16="http://schemas.microsoft.com/office/drawing/2014/main" id="{3BD1AB62-12B1-BB44-928A-667D8AEBF398}"/>
              </a:ext>
            </a:extLst>
          </p:cNvPr>
          <p:cNvSpPr/>
          <p:nvPr/>
        </p:nvSpPr>
        <p:spPr>
          <a:xfrm>
            <a:off x="1691680" y="1244670"/>
            <a:ext cx="5760640" cy="290919"/>
          </a:xfrm>
          <a:prstGeom prst="rect">
            <a:avLst/>
          </a:prstGeom>
          <a:solidFill>
            <a:srgbClr val="FFFF00">
              <a:alpha val="26391"/>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35" name="U-Turn Arrow 34">
            <a:extLst>
              <a:ext uri="{FF2B5EF4-FFF2-40B4-BE49-F238E27FC236}">
                <a16:creationId xmlns:a16="http://schemas.microsoft.com/office/drawing/2014/main" id="{31A5A204-160D-2542-9399-9B922D8B4F6E}"/>
              </a:ext>
            </a:extLst>
          </p:cNvPr>
          <p:cNvSpPr/>
          <p:nvPr/>
        </p:nvSpPr>
        <p:spPr>
          <a:xfrm rot="5400000" flipV="1">
            <a:off x="1839168" y="4782018"/>
            <a:ext cx="1903746" cy="537583"/>
          </a:xfrm>
          <a:prstGeom prst="uturnArrow">
            <a:avLst>
              <a:gd name="adj1" fmla="val 8459"/>
              <a:gd name="adj2" fmla="val 25000"/>
              <a:gd name="adj3" fmla="val 20865"/>
              <a:gd name="adj4" fmla="val 39615"/>
              <a:gd name="adj5" fmla="val 75000"/>
            </a:avLst>
          </a:prstGeom>
          <a:solidFill>
            <a:srgbClr val="FF0000"/>
          </a:solidFill>
          <a:ln w="12700">
            <a:solidFill>
              <a:schemeClr val="accent1"/>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en-VN">
              <a:solidFill>
                <a:schemeClr val="tx1"/>
              </a:solidFill>
            </a:endParaRPr>
          </a:p>
        </p:txBody>
      </p:sp>
    </p:spTree>
    <p:extLst>
      <p:ext uri="{BB962C8B-B14F-4D97-AF65-F5344CB8AC3E}">
        <p14:creationId xmlns:p14="http://schemas.microsoft.com/office/powerpoint/2010/main" val="15792503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09F558-D333-EE4F-BF8A-DD5A2AF8E8E5}"/>
              </a:ext>
            </a:extLst>
          </p:cNvPr>
          <p:cNvSpPr>
            <a:spLocks noGrp="1"/>
          </p:cNvSpPr>
          <p:nvPr>
            <p:ph type="title"/>
          </p:nvPr>
        </p:nvSpPr>
        <p:spPr/>
        <p:txBody>
          <a:bodyPr>
            <a:normAutofit fontScale="90000"/>
          </a:bodyPr>
          <a:lstStyle/>
          <a:p>
            <a:r>
              <a:rPr lang="en-US"/>
              <a:t>T</a:t>
            </a:r>
            <a:r>
              <a:rPr lang="en-VN"/>
              <a:t>RUYỀN THAM CHIẾU KIỂU MẢNG</a:t>
            </a:r>
          </a:p>
        </p:txBody>
      </p:sp>
      <p:sp>
        <p:nvSpPr>
          <p:cNvPr id="4" name="Footer Placeholder 3">
            <a:extLst>
              <a:ext uri="{FF2B5EF4-FFF2-40B4-BE49-F238E27FC236}">
                <a16:creationId xmlns:a16="http://schemas.microsoft.com/office/drawing/2014/main" id="{F03246C0-7681-AD48-868A-D72606C1877E}"/>
              </a:ext>
            </a:extLst>
          </p:cNvPr>
          <p:cNvSpPr>
            <a:spLocks noGrp="1"/>
          </p:cNvSpPr>
          <p:nvPr>
            <p:ph type="ftr" sz="quarter" idx="11"/>
          </p:nvPr>
        </p:nvSpPr>
        <p:spPr/>
        <p:txBody>
          <a:bodyPr/>
          <a:lstStyle/>
          <a:p>
            <a:r>
              <a:rPr lang="vi-VN" dirty="0"/>
              <a:t>Bài 6: Mảng một chiều</a:t>
            </a:r>
            <a:endParaRPr lang="en-US" dirty="0"/>
          </a:p>
        </p:txBody>
      </p:sp>
      <p:sp>
        <p:nvSpPr>
          <p:cNvPr id="5" name="Slide Number Placeholder 4">
            <a:extLst>
              <a:ext uri="{FF2B5EF4-FFF2-40B4-BE49-F238E27FC236}">
                <a16:creationId xmlns:a16="http://schemas.microsoft.com/office/drawing/2014/main" id="{AA02F9E7-4A6D-174E-81AE-32936B7114DF}"/>
              </a:ext>
            </a:extLst>
          </p:cNvPr>
          <p:cNvSpPr>
            <a:spLocks noGrp="1"/>
          </p:cNvSpPr>
          <p:nvPr>
            <p:ph type="sldNum" sz="quarter" idx="12"/>
          </p:nvPr>
        </p:nvSpPr>
        <p:spPr/>
        <p:txBody>
          <a:bodyPr/>
          <a:lstStyle/>
          <a:p>
            <a:fld id="{1AD93096-5B34-4342-9326-69289CEAE4C2}" type="slidenum">
              <a:rPr lang="en-US" smtClean="0"/>
              <a:pPr/>
              <a:t>30</a:t>
            </a:fld>
            <a:endParaRPr lang="en-US" dirty="0"/>
          </a:p>
        </p:txBody>
      </p:sp>
      <p:sp>
        <p:nvSpPr>
          <p:cNvPr id="6" name="Content Placeholder 5">
            <a:extLst>
              <a:ext uri="{FF2B5EF4-FFF2-40B4-BE49-F238E27FC236}">
                <a16:creationId xmlns:a16="http://schemas.microsoft.com/office/drawing/2014/main" id="{5A9C55D3-4492-0D46-8D07-29F3359D868A}"/>
              </a:ext>
            </a:extLst>
          </p:cNvPr>
          <p:cNvSpPr txBox="1">
            <a:spLocks/>
          </p:cNvSpPr>
          <p:nvPr/>
        </p:nvSpPr>
        <p:spPr>
          <a:xfrm>
            <a:off x="1547664" y="863435"/>
            <a:ext cx="6048671" cy="2935050"/>
          </a:xfrm>
          <a:prstGeom prst="rect">
            <a:avLst/>
          </a:prstGeom>
        </p:spPr>
        <p:style>
          <a:lnRef idx="2">
            <a:schemeClr val="accent2"/>
          </a:lnRef>
          <a:fillRef idx="1">
            <a:schemeClr val="lt1"/>
          </a:fillRef>
          <a:effectRef idx="0">
            <a:schemeClr val="accent2"/>
          </a:effectRef>
          <a:fontRef idx="minor">
            <a:schemeClr val="dk1"/>
          </a:fontRef>
        </p:style>
        <p:txBody>
          <a:bodyPr>
            <a:noAutofit/>
          </a:bodyPr>
          <a:lstStyle>
            <a:lvl1pPr marL="308610" indent="-257175" algn="l" rtl="0" eaLnBrk="1" latinLnBrk="0" hangingPunct="1">
              <a:spcBef>
                <a:spcPts val="525"/>
              </a:spcBef>
              <a:buSzPct val="95000"/>
              <a:buFont typeface="Wingdings"/>
              <a:buChar char=""/>
              <a:defRPr sz="1500" kern="1200" spc="0">
                <a:solidFill>
                  <a:schemeClr val="tx1"/>
                </a:solidFill>
                <a:latin typeface="+mn-lt"/>
                <a:ea typeface="+mn-ea"/>
                <a:cs typeface="Arial" pitchFamily="34" charset="0"/>
              </a:defRPr>
            </a:lvl1pPr>
            <a:lvl2pPr marL="555498" indent="-214313" algn="l" rtl="0" eaLnBrk="1" latinLnBrk="0" hangingPunct="1">
              <a:spcBef>
                <a:spcPct val="20000"/>
              </a:spcBef>
              <a:buClr>
                <a:schemeClr val="accent2"/>
              </a:buClr>
              <a:buSzPct val="90000"/>
              <a:buFont typeface="Wingdings"/>
              <a:buChar char=""/>
              <a:defRPr sz="1350" kern="1200" spc="0">
                <a:solidFill>
                  <a:schemeClr val="tx1"/>
                </a:solidFill>
                <a:latin typeface="+mn-lt"/>
                <a:ea typeface="+mn-ea"/>
                <a:cs typeface="Arial" pitchFamily="34" charset="0"/>
              </a:defRPr>
            </a:lvl2pPr>
            <a:lvl3pPr marL="747522" indent="-171450" algn="l" rtl="0" eaLnBrk="1" latinLnBrk="0" hangingPunct="1">
              <a:spcBef>
                <a:spcPct val="20000"/>
              </a:spcBef>
              <a:buClr>
                <a:schemeClr val="accent2"/>
              </a:buClr>
              <a:buFont typeface="Wingdings 2"/>
              <a:buChar char=""/>
              <a:defRPr sz="1200" kern="1200" spc="0">
                <a:solidFill>
                  <a:schemeClr val="tx1"/>
                </a:solidFill>
                <a:latin typeface="+mn-lt"/>
                <a:ea typeface="+mn-ea"/>
                <a:cs typeface="Arial" pitchFamily="34" charset="0"/>
              </a:defRPr>
            </a:lvl3pPr>
            <a:lvl4pPr marL="946404" indent="-171450" algn="l" rtl="0" eaLnBrk="1" latinLnBrk="0" hangingPunct="1">
              <a:spcBef>
                <a:spcPct val="20000"/>
              </a:spcBef>
              <a:buClr>
                <a:schemeClr val="accent3"/>
              </a:buClr>
              <a:buFont typeface="Wingdings 3"/>
              <a:buChar char=""/>
              <a:defRPr sz="1200" kern="1200" spc="0">
                <a:solidFill>
                  <a:schemeClr val="tx1"/>
                </a:solidFill>
                <a:latin typeface="+mn-lt"/>
                <a:ea typeface="+mn-ea"/>
                <a:cs typeface="Arial" pitchFamily="34" charset="0"/>
              </a:defRPr>
            </a:lvl4pPr>
            <a:lvl5pPr marL="1110996" indent="-157734" algn="l" rtl="0" eaLnBrk="1" latinLnBrk="0" hangingPunct="1">
              <a:spcBef>
                <a:spcPct val="20000"/>
              </a:spcBef>
              <a:buClr>
                <a:schemeClr val="accent3"/>
              </a:buClr>
              <a:buFont typeface="Wingdings 2"/>
              <a:buChar char=""/>
              <a:defRPr sz="1050" kern="1200" spc="0">
                <a:solidFill>
                  <a:schemeClr val="tx1"/>
                </a:solidFill>
                <a:latin typeface="+mn-lt"/>
                <a:ea typeface="+mn-ea"/>
                <a:cs typeface="Arial" pitchFamily="34" charset="0"/>
              </a:defRPr>
            </a:lvl5pPr>
            <a:lvl6pPr marL="1282446" indent="-157734" algn="l" rtl="0" eaLnBrk="1" latinLnBrk="0" hangingPunct="1">
              <a:spcBef>
                <a:spcPct val="20000"/>
              </a:spcBef>
              <a:buClr>
                <a:schemeClr val="accent3"/>
              </a:buClr>
              <a:buFont typeface="Wingdings 2"/>
              <a:buChar char=""/>
              <a:defRPr sz="1350" kern="1200">
                <a:solidFill>
                  <a:schemeClr val="tx1"/>
                </a:solidFill>
                <a:latin typeface="+mn-lt"/>
                <a:ea typeface="+mn-ea"/>
                <a:cs typeface="+mn-cs"/>
              </a:defRPr>
            </a:lvl6pPr>
            <a:lvl7pPr marL="1426464"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7pPr>
            <a:lvl8pPr marL="1570482"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8pPr>
            <a:lvl9pPr marL="1714500"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9pPr>
            <a:extLst/>
          </a:lstStyle>
          <a:p>
            <a:pPr marL="51435" indent="0" algn="just">
              <a:spcBef>
                <a:spcPts val="0"/>
              </a:spcBef>
              <a:buNone/>
            </a:pPr>
            <a:r>
              <a:rPr lang="en-US" sz="1300">
                <a:solidFill>
                  <a:srgbClr val="0000FF"/>
                </a:solidFill>
                <a:latin typeface="Consolas" panose="020B0609020204030204" pitchFamily="49" charset="0"/>
              </a:rPr>
              <a:t>static</a:t>
            </a:r>
            <a:r>
              <a:rPr lang="en-US" sz="1300">
                <a:latin typeface="Consolas" panose="020B0609020204030204" pitchFamily="49" charset="0"/>
              </a:rPr>
              <a:t> </a:t>
            </a:r>
            <a:r>
              <a:rPr lang="en-US" sz="1300">
                <a:solidFill>
                  <a:srgbClr val="0000FF"/>
                </a:solidFill>
                <a:latin typeface="Consolas" panose="020B0609020204030204" pitchFamily="49" charset="0"/>
              </a:rPr>
              <a:t>void</a:t>
            </a:r>
            <a:r>
              <a:rPr lang="en-US" sz="1300">
                <a:latin typeface="Consolas" panose="020B0609020204030204" pitchFamily="49" charset="0"/>
              </a:rPr>
              <a:t> </a:t>
            </a:r>
            <a:r>
              <a:rPr lang="en-US" sz="1300">
                <a:solidFill>
                  <a:srgbClr val="FEA400"/>
                </a:solidFill>
                <a:latin typeface="Consolas" panose="020B0609020204030204" pitchFamily="49" charset="0"/>
              </a:rPr>
              <a:t>Change</a:t>
            </a:r>
            <a:r>
              <a:rPr lang="en-US" sz="1300">
                <a:latin typeface="Consolas" panose="020B0609020204030204" pitchFamily="49" charset="0"/>
              </a:rPr>
              <a:t>(</a:t>
            </a:r>
            <a:r>
              <a:rPr lang="en-US" sz="1300">
                <a:solidFill>
                  <a:srgbClr val="0432FF"/>
                </a:solidFill>
                <a:highlight>
                  <a:srgbClr val="FFFF00"/>
                </a:highlight>
                <a:latin typeface="Consolas" panose="020B0609020204030204" pitchFamily="49" charset="0"/>
              </a:rPr>
              <a:t>ref</a:t>
            </a:r>
            <a:r>
              <a:rPr lang="en-US" sz="1300">
                <a:solidFill>
                  <a:schemeClr val="bg1"/>
                </a:solidFill>
                <a:highlight>
                  <a:srgbClr val="FFFF00"/>
                </a:highlight>
                <a:latin typeface="Consolas" panose="020B0609020204030204" pitchFamily="49" charset="0"/>
              </a:rPr>
              <a:t> </a:t>
            </a:r>
            <a:r>
              <a:rPr lang="en-US" sz="1300">
                <a:solidFill>
                  <a:srgbClr val="0000FF"/>
                </a:solidFill>
                <a:highlight>
                  <a:srgbClr val="FFFF00"/>
                </a:highlight>
                <a:latin typeface="Consolas" panose="020B0609020204030204" pitchFamily="49" charset="0"/>
              </a:rPr>
              <a:t>int</a:t>
            </a:r>
            <a:r>
              <a:rPr lang="en-US" sz="1300">
                <a:highlight>
                  <a:srgbClr val="FFFF00"/>
                </a:highlight>
                <a:latin typeface="Consolas" panose="020B0609020204030204" pitchFamily="49" charset="0"/>
              </a:rPr>
              <a:t>[]</a:t>
            </a:r>
            <a:r>
              <a:rPr lang="en-US" sz="1300">
                <a:solidFill>
                  <a:schemeClr val="bg1"/>
                </a:solidFill>
                <a:highlight>
                  <a:srgbClr val="FFFF00"/>
                </a:highlight>
                <a:latin typeface="Consolas" panose="020B0609020204030204" pitchFamily="49" charset="0"/>
              </a:rPr>
              <a:t> </a:t>
            </a:r>
            <a:r>
              <a:rPr lang="en-US" sz="1300">
                <a:solidFill>
                  <a:srgbClr val="2B91AF"/>
                </a:solidFill>
                <a:highlight>
                  <a:srgbClr val="FFFF00"/>
                </a:highlight>
                <a:latin typeface="Consolas" panose="020B0609020204030204" pitchFamily="49" charset="0"/>
              </a:rPr>
              <a:t>a</a:t>
            </a:r>
            <a:r>
              <a:rPr lang="en-US" sz="1300">
                <a:latin typeface="Consolas" panose="020B0609020204030204" pitchFamily="49" charset="0"/>
              </a:rPr>
              <a:t>)</a:t>
            </a:r>
          </a:p>
          <a:p>
            <a:pPr marL="51435" indent="0" algn="just">
              <a:spcBef>
                <a:spcPts val="0"/>
              </a:spcBef>
              <a:buNone/>
            </a:pPr>
            <a:r>
              <a:rPr lang="en-US" sz="1300">
                <a:latin typeface="Consolas" panose="020B0609020204030204" pitchFamily="49" charset="0"/>
              </a:rPr>
              <a:t>{</a:t>
            </a:r>
          </a:p>
          <a:p>
            <a:pPr marL="51435" indent="0" algn="just">
              <a:spcBef>
                <a:spcPts val="0"/>
              </a:spcBef>
              <a:buNone/>
            </a:pPr>
            <a:r>
              <a:rPr lang="en-US" sz="1300">
                <a:solidFill>
                  <a:schemeClr val="bg1"/>
                </a:solidFill>
                <a:latin typeface="Consolas" panose="020B0609020204030204" pitchFamily="49" charset="0"/>
              </a:rPr>
              <a:t>    </a:t>
            </a:r>
            <a:r>
              <a:rPr lang="en-US" sz="1300">
                <a:solidFill>
                  <a:srgbClr val="2B91AF"/>
                </a:solidFill>
                <a:latin typeface="Consolas" panose="020B0609020204030204" pitchFamily="49" charset="0"/>
              </a:rPr>
              <a:t>a[0] </a:t>
            </a:r>
            <a:r>
              <a:rPr lang="en-US" sz="1300">
                <a:latin typeface="Consolas" panose="020B0609020204030204" pitchFamily="49" charset="0"/>
              </a:rPr>
              <a:t>= 9;</a:t>
            </a:r>
          </a:p>
          <a:p>
            <a:pPr marL="51435" indent="0" algn="just">
              <a:spcBef>
                <a:spcPts val="0"/>
              </a:spcBef>
              <a:buNone/>
            </a:pPr>
            <a:r>
              <a:rPr lang="en-US" sz="1300">
                <a:solidFill>
                  <a:schemeClr val="bg1"/>
                </a:solidFill>
                <a:latin typeface="Consolas" panose="020B0609020204030204" pitchFamily="49" charset="0"/>
              </a:rPr>
              <a:t>    </a:t>
            </a:r>
            <a:r>
              <a:rPr lang="en-US" sz="1300">
                <a:solidFill>
                  <a:srgbClr val="2B91AF"/>
                </a:solidFill>
                <a:latin typeface="Consolas" panose="020B0609020204030204" pitchFamily="49" charset="0"/>
              </a:rPr>
              <a:t>a</a:t>
            </a:r>
            <a:r>
              <a:rPr lang="en-US" sz="1300">
                <a:solidFill>
                  <a:schemeClr val="bg1"/>
                </a:solidFill>
                <a:latin typeface="Consolas" panose="020B0609020204030204" pitchFamily="49" charset="0"/>
              </a:rPr>
              <a:t> </a:t>
            </a:r>
            <a:r>
              <a:rPr lang="en-US" sz="1300">
                <a:latin typeface="Consolas" panose="020B0609020204030204" pitchFamily="49" charset="0"/>
              </a:rPr>
              <a:t>=</a:t>
            </a:r>
            <a:r>
              <a:rPr lang="en-US" sz="1300">
                <a:solidFill>
                  <a:schemeClr val="bg1"/>
                </a:solidFill>
                <a:latin typeface="Consolas" panose="020B0609020204030204" pitchFamily="49" charset="0"/>
              </a:rPr>
              <a:t> </a:t>
            </a:r>
            <a:r>
              <a:rPr lang="en-US" sz="1300">
                <a:solidFill>
                  <a:srgbClr val="0432FF"/>
                </a:solidFill>
                <a:latin typeface="Consolas" panose="020B0609020204030204" pitchFamily="49" charset="0"/>
              </a:rPr>
              <a:t>new int[2] </a:t>
            </a:r>
            <a:r>
              <a:rPr lang="en-US" sz="1300">
                <a:latin typeface="Consolas" panose="020B0609020204030204" pitchFamily="49" charset="0"/>
              </a:rPr>
              <a:t>{-3, -7};</a:t>
            </a:r>
          </a:p>
          <a:p>
            <a:pPr marL="51435" indent="0" algn="just">
              <a:spcBef>
                <a:spcPts val="0"/>
              </a:spcBef>
              <a:buNone/>
            </a:pPr>
            <a:r>
              <a:rPr lang="en-US" sz="1300">
                <a:solidFill>
                  <a:schemeClr val="bg1"/>
                </a:solidFill>
                <a:latin typeface="Consolas" panose="020B0609020204030204" pitchFamily="49" charset="0"/>
              </a:rPr>
              <a:t>    </a:t>
            </a:r>
            <a:r>
              <a:rPr lang="en-US" sz="1300">
                <a:solidFill>
                  <a:srgbClr val="2B91AF"/>
                </a:solidFill>
                <a:latin typeface="Consolas" panose="020B0609020204030204" pitchFamily="49" charset="0"/>
              </a:rPr>
              <a:t>Console</a:t>
            </a:r>
            <a:r>
              <a:rPr lang="en-US" sz="1300">
                <a:solidFill>
                  <a:schemeClr val="bg1"/>
                </a:solidFill>
                <a:latin typeface="Consolas" panose="020B0609020204030204" pitchFamily="49" charset="0"/>
              </a:rPr>
              <a:t>.</a:t>
            </a:r>
            <a:r>
              <a:rPr lang="en-US" sz="1300">
                <a:solidFill>
                  <a:srgbClr val="FEA400"/>
                </a:solidFill>
                <a:latin typeface="Consolas" panose="020B0609020204030204" pitchFamily="49" charset="0"/>
              </a:rPr>
              <a:t>WriteLine</a:t>
            </a:r>
            <a:r>
              <a:rPr lang="en-US" sz="1300">
                <a:latin typeface="Consolas" panose="020B0609020204030204" pitchFamily="49" charset="0"/>
                <a:cs typeface="Consolas" panose="020B0609020204030204" pitchFamily="49" charset="0"/>
              </a:rPr>
              <a:t>($</a:t>
            </a:r>
            <a:r>
              <a:rPr lang="en-US" sz="1300">
                <a:solidFill>
                  <a:srgbClr val="A31515"/>
                </a:solidFill>
                <a:latin typeface="Consolas" panose="020B0609020204030204" pitchFamily="49" charset="0"/>
              </a:rPr>
              <a:t>"Inside method: a[0] = </a:t>
            </a:r>
            <a:r>
              <a:rPr lang="en-US" sz="1300">
                <a:latin typeface="Consolas" panose="020B0609020204030204" pitchFamily="49" charset="0"/>
              </a:rPr>
              <a:t>{</a:t>
            </a:r>
            <a:r>
              <a:rPr lang="en-US" sz="1300">
                <a:solidFill>
                  <a:schemeClr val="accent6">
                    <a:lumMod val="75000"/>
                  </a:schemeClr>
                </a:solidFill>
                <a:latin typeface="Consolas" panose="020B0609020204030204" pitchFamily="49" charset="0"/>
              </a:rPr>
              <a:t>a[0]</a:t>
            </a:r>
            <a:r>
              <a:rPr lang="en-US" sz="1300">
                <a:latin typeface="Consolas" panose="020B0609020204030204" pitchFamily="49" charset="0"/>
              </a:rPr>
              <a:t>}</a:t>
            </a:r>
            <a:r>
              <a:rPr lang="en-US" sz="1300">
                <a:solidFill>
                  <a:srgbClr val="A31515"/>
                </a:solidFill>
                <a:latin typeface="Consolas" panose="020B0609020204030204" pitchFamily="49" charset="0"/>
              </a:rPr>
              <a:t>"</a:t>
            </a:r>
            <a:r>
              <a:rPr lang="en-US" sz="1300">
                <a:latin typeface="Consolas" panose="020B0609020204030204" pitchFamily="49" charset="0"/>
                <a:cs typeface="Consolas" panose="020B0609020204030204" pitchFamily="49" charset="0"/>
              </a:rPr>
              <a:t>);</a:t>
            </a:r>
            <a:endParaRPr lang="en-US" sz="1300">
              <a:latin typeface="Consolas" panose="020B0609020204030204" pitchFamily="49" charset="0"/>
            </a:endParaRPr>
          </a:p>
          <a:p>
            <a:pPr marL="51435" indent="0" algn="just">
              <a:spcBef>
                <a:spcPts val="0"/>
              </a:spcBef>
              <a:buNone/>
            </a:pPr>
            <a:r>
              <a:rPr lang="en-US" sz="1300">
                <a:latin typeface="Consolas" panose="020B0609020204030204" pitchFamily="49" charset="0"/>
              </a:rPr>
              <a:t>}</a:t>
            </a:r>
          </a:p>
          <a:p>
            <a:pPr marL="51435" indent="0" algn="just">
              <a:spcBef>
                <a:spcPts val="0"/>
              </a:spcBef>
              <a:buNone/>
            </a:pPr>
            <a:endParaRPr lang="en-US" sz="1300">
              <a:solidFill>
                <a:srgbClr val="0000FF"/>
              </a:solidFill>
              <a:latin typeface="Consolas" panose="020B0609020204030204" pitchFamily="49" charset="0"/>
            </a:endParaRPr>
          </a:p>
          <a:p>
            <a:pPr marL="51435" indent="0" algn="just">
              <a:spcBef>
                <a:spcPts val="0"/>
              </a:spcBef>
              <a:buNone/>
            </a:pPr>
            <a:r>
              <a:rPr lang="en-US" sz="1300">
                <a:solidFill>
                  <a:srgbClr val="0000FF"/>
                </a:solidFill>
                <a:latin typeface="Consolas" panose="020B0609020204030204" pitchFamily="49" charset="0"/>
              </a:rPr>
              <a:t>static</a:t>
            </a:r>
            <a:r>
              <a:rPr lang="en-US" sz="1300">
                <a:latin typeface="Consolas" panose="020B0609020204030204" pitchFamily="49" charset="0"/>
              </a:rPr>
              <a:t> </a:t>
            </a:r>
            <a:r>
              <a:rPr lang="en-US" sz="1300">
                <a:solidFill>
                  <a:srgbClr val="0000FF"/>
                </a:solidFill>
                <a:latin typeface="Consolas" panose="020B0609020204030204" pitchFamily="49" charset="0"/>
              </a:rPr>
              <a:t>void</a:t>
            </a:r>
            <a:r>
              <a:rPr lang="en-US" sz="1300">
                <a:latin typeface="Consolas" panose="020B0609020204030204" pitchFamily="49" charset="0"/>
              </a:rPr>
              <a:t> </a:t>
            </a:r>
            <a:r>
              <a:rPr lang="en-US" sz="1300">
                <a:solidFill>
                  <a:srgbClr val="FEA400"/>
                </a:solidFill>
                <a:latin typeface="Consolas" panose="020B0609020204030204" pitchFamily="49" charset="0"/>
              </a:rPr>
              <a:t>Main</a:t>
            </a:r>
            <a:r>
              <a:rPr lang="en-US" sz="1300">
                <a:latin typeface="Consolas" panose="020B0609020204030204" pitchFamily="49" charset="0"/>
              </a:rPr>
              <a:t>(</a:t>
            </a:r>
            <a:r>
              <a:rPr lang="en-US" sz="1300">
                <a:solidFill>
                  <a:srgbClr val="0000FF"/>
                </a:solidFill>
                <a:latin typeface="Consolas" panose="020B0609020204030204" pitchFamily="49" charset="0"/>
              </a:rPr>
              <a:t>string</a:t>
            </a:r>
            <a:r>
              <a:rPr lang="en-US" sz="1300">
                <a:latin typeface="Consolas" panose="020B0609020204030204" pitchFamily="49" charset="0"/>
              </a:rPr>
              <a:t>[] args)</a:t>
            </a:r>
          </a:p>
          <a:p>
            <a:pPr marL="51435" indent="0" algn="just">
              <a:spcBef>
                <a:spcPts val="0"/>
              </a:spcBef>
              <a:buNone/>
            </a:pPr>
            <a:r>
              <a:rPr lang="en-US" sz="1300">
                <a:latin typeface="Consolas" panose="020B0609020204030204" pitchFamily="49" charset="0"/>
              </a:rPr>
              <a:t>{</a:t>
            </a:r>
          </a:p>
          <a:p>
            <a:pPr marL="51435" indent="0">
              <a:spcBef>
                <a:spcPts val="0"/>
              </a:spcBef>
              <a:buNone/>
            </a:pPr>
            <a:r>
              <a:rPr lang="en-US" sz="1300">
                <a:solidFill>
                  <a:srgbClr val="2B91AF"/>
                </a:solidFill>
                <a:latin typeface="Consolas" panose="020B0609020204030204" pitchFamily="49" charset="0"/>
              </a:rPr>
              <a:t>    </a:t>
            </a:r>
            <a:r>
              <a:rPr lang="en-US" sz="1300">
                <a:solidFill>
                  <a:srgbClr val="0432FF"/>
                </a:solidFill>
                <a:latin typeface="Consolas" panose="020B0609020204030204" pitchFamily="49" charset="0"/>
              </a:rPr>
              <a:t>int[]</a:t>
            </a:r>
            <a:r>
              <a:rPr lang="en-US" sz="1300">
                <a:solidFill>
                  <a:schemeClr val="bg1"/>
                </a:solidFill>
                <a:latin typeface="Consolas" panose="020B0609020204030204" pitchFamily="49" charset="0"/>
              </a:rPr>
              <a:t> </a:t>
            </a:r>
            <a:r>
              <a:rPr lang="en-US" sz="1300">
                <a:solidFill>
                  <a:srgbClr val="2B91AF"/>
                </a:solidFill>
                <a:latin typeface="Consolas" panose="020B0609020204030204" pitchFamily="49" charset="0"/>
              </a:rPr>
              <a:t>a</a:t>
            </a:r>
            <a:r>
              <a:rPr lang="en-US" sz="1300">
                <a:solidFill>
                  <a:schemeClr val="bg1"/>
                </a:solidFill>
                <a:latin typeface="Consolas" panose="020B0609020204030204" pitchFamily="49" charset="0"/>
              </a:rPr>
              <a:t> </a:t>
            </a:r>
            <a:r>
              <a:rPr lang="en-US" sz="1300">
                <a:latin typeface="Consolas" panose="020B0609020204030204" pitchFamily="49" charset="0"/>
              </a:rPr>
              <a:t>=</a:t>
            </a:r>
            <a:r>
              <a:rPr lang="en-US" sz="1300">
                <a:solidFill>
                  <a:schemeClr val="bg1"/>
                </a:solidFill>
                <a:latin typeface="Consolas" panose="020B0609020204030204" pitchFamily="49" charset="0"/>
              </a:rPr>
              <a:t> </a:t>
            </a:r>
            <a:r>
              <a:rPr lang="en-US" sz="1300">
                <a:solidFill>
                  <a:srgbClr val="0432FF"/>
                </a:solidFill>
                <a:latin typeface="Consolas" panose="020B0609020204030204" pitchFamily="49" charset="0"/>
              </a:rPr>
              <a:t>new int[4] </a:t>
            </a:r>
            <a:r>
              <a:rPr lang="en-US" sz="1300">
                <a:latin typeface="Consolas" panose="020B0609020204030204" pitchFamily="49" charset="0"/>
              </a:rPr>
              <a:t>{5, 8, 2, 7}</a:t>
            </a:r>
            <a:r>
              <a:rPr lang="en-US" sz="1300">
                <a:latin typeface="Consolas" panose="020B0609020204030204" pitchFamily="49" charset="0"/>
                <a:cs typeface="Consolas" panose="020B0609020204030204" pitchFamily="49" charset="0"/>
              </a:rPr>
              <a:t>;</a:t>
            </a:r>
          </a:p>
          <a:p>
            <a:pPr marL="51435" indent="0">
              <a:spcBef>
                <a:spcPts val="0"/>
              </a:spcBef>
              <a:buNone/>
            </a:pPr>
            <a:r>
              <a:rPr lang="en-US" sz="1300">
                <a:solidFill>
                  <a:schemeClr val="bg1"/>
                </a:solidFill>
                <a:latin typeface="Consolas" panose="020B0609020204030204" pitchFamily="49" charset="0"/>
                <a:cs typeface="Consolas" panose="020B0609020204030204" pitchFamily="49" charset="0"/>
              </a:rPr>
              <a:t>    </a:t>
            </a:r>
            <a:r>
              <a:rPr lang="en-US" sz="1300">
                <a:solidFill>
                  <a:srgbClr val="2B91AF"/>
                </a:solidFill>
                <a:latin typeface="Consolas" panose="020B0609020204030204" pitchFamily="49" charset="0"/>
              </a:rPr>
              <a:t>Console</a:t>
            </a:r>
            <a:r>
              <a:rPr lang="en-US" sz="1300">
                <a:latin typeface="Consolas" panose="020B0609020204030204" pitchFamily="49" charset="0"/>
              </a:rPr>
              <a:t>.</a:t>
            </a:r>
            <a:r>
              <a:rPr lang="en-US" sz="1300">
                <a:solidFill>
                  <a:srgbClr val="FEA400"/>
                </a:solidFill>
                <a:latin typeface="Consolas" panose="020B0609020204030204" pitchFamily="49" charset="0"/>
              </a:rPr>
              <a:t>WriteLine</a:t>
            </a:r>
            <a:r>
              <a:rPr lang="en-US" sz="1300">
                <a:latin typeface="Consolas" panose="020B0609020204030204" pitchFamily="49" charset="0"/>
                <a:cs typeface="Consolas" panose="020B0609020204030204" pitchFamily="49" charset="0"/>
              </a:rPr>
              <a:t>($</a:t>
            </a:r>
            <a:r>
              <a:rPr lang="en-US" sz="1300">
                <a:solidFill>
                  <a:srgbClr val="A31515"/>
                </a:solidFill>
                <a:latin typeface="Consolas" panose="020B0609020204030204" pitchFamily="49" charset="0"/>
              </a:rPr>
              <a:t>"Before calling method: a[0] = </a:t>
            </a:r>
            <a:r>
              <a:rPr lang="en-US" sz="1300">
                <a:latin typeface="Consolas" panose="020B0609020204030204" pitchFamily="49" charset="0"/>
              </a:rPr>
              <a:t>{</a:t>
            </a:r>
            <a:r>
              <a:rPr lang="en-US" sz="1300">
                <a:solidFill>
                  <a:schemeClr val="accent6">
                    <a:lumMod val="75000"/>
                  </a:schemeClr>
                </a:solidFill>
                <a:latin typeface="Consolas" panose="020B0609020204030204" pitchFamily="49" charset="0"/>
              </a:rPr>
              <a:t>a[0]</a:t>
            </a:r>
            <a:r>
              <a:rPr lang="en-US" sz="1300">
                <a:latin typeface="Consolas" panose="020B0609020204030204" pitchFamily="49" charset="0"/>
              </a:rPr>
              <a:t>}</a:t>
            </a:r>
            <a:r>
              <a:rPr lang="en-US" sz="1300">
                <a:solidFill>
                  <a:srgbClr val="A31515"/>
                </a:solidFill>
                <a:latin typeface="Consolas" panose="020B0609020204030204" pitchFamily="49" charset="0"/>
              </a:rPr>
              <a:t>"</a:t>
            </a:r>
            <a:r>
              <a:rPr lang="en-US" sz="1300">
                <a:latin typeface="Consolas" panose="020B0609020204030204" pitchFamily="49" charset="0"/>
                <a:cs typeface="Consolas" panose="020B0609020204030204" pitchFamily="49" charset="0"/>
              </a:rPr>
              <a:t>);</a:t>
            </a:r>
          </a:p>
          <a:p>
            <a:pPr marL="51435" indent="0">
              <a:spcBef>
                <a:spcPts val="0"/>
              </a:spcBef>
              <a:buNone/>
            </a:pPr>
            <a:r>
              <a:rPr lang="en-US" sz="1300">
                <a:solidFill>
                  <a:schemeClr val="bg1"/>
                </a:solidFill>
                <a:latin typeface="Consolas" panose="020B0609020204030204" pitchFamily="49" charset="0"/>
                <a:cs typeface="Consolas" panose="020B0609020204030204" pitchFamily="49" charset="0"/>
              </a:rPr>
              <a:t>    </a:t>
            </a:r>
            <a:r>
              <a:rPr lang="en-US" sz="1300">
                <a:solidFill>
                  <a:srgbClr val="FEA400"/>
                </a:solidFill>
                <a:latin typeface="Consolas" panose="020B0609020204030204" pitchFamily="49" charset="0"/>
              </a:rPr>
              <a:t>Change</a:t>
            </a:r>
            <a:r>
              <a:rPr lang="en-US" sz="1300">
                <a:latin typeface="Consolas" panose="020B0609020204030204" pitchFamily="49" charset="0"/>
              </a:rPr>
              <a:t>(</a:t>
            </a:r>
            <a:r>
              <a:rPr lang="en-US" sz="1300">
                <a:solidFill>
                  <a:srgbClr val="0432FF"/>
                </a:solidFill>
                <a:highlight>
                  <a:srgbClr val="FFFF00"/>
                </a:highlight>
                <a:latin typeface="Consolas" panose="020B0609020204030204" pitchFamily="49" charset="0"/>
              </a:rPr>
              <a:t>ref</a:t>
            </a:r>
            <a:r>
              <a:rPr lang="en-US" sz="1300">
                <a:solidFill>
                  <a:schemeClr val="bg1"/>
                </a:solidFill>
                <a:highlight>
                  <a:srgbClr val="FFFF00"/>
                </a:highlight>
                <a:latin typeface="Consolas" panose="020B0609020204030204" pitchFamily="49" charset="0"/>
              </a:rPr>
              <a:t> </a:t>
            </a:r>
            <a:r>
              <a:rPr lang="en-US" sz="1300">
                <a:solidFill>
                  <a:srgbClr val="2B91AF"/>
                </a:solidFill>
                <a:highlight>
                  <a:srgbClr val="FFFF00"/>
                </a:highlight>
                <a:latin typeface="Consolas" panose="020B0609020204030204" pitchFamily="49" charset="0"/>
              </a:rPr>
              <a:t>a</a:t>
            </a:r>
            <a:r>
              <a:rPr lang="en-US" sz="1300">
                <a:latin typeface="Consolas" panose="020B0609020204030204" pitchFamily="49" charset="0"/>
              </a:rPr>
              <a:t>);</a:t>
            </a:r>
          </a:p>
          <a:p>
            <a:pPr marL="51435" indent="0">
              <a:spcBef>
                <a:spcPts val="0"/>
              </a:spcBef>
              <a:buNone/>
            </a:pPr>
            <a:r>
              <a:rPr lang="en-US" sz="1300">
                <a:solidFill>
                  <a:srgbClr val="2B91AF"/>
                </a:solidFill>
                <a:latin typeface="Consolas" panose="020B0609020204030204" pitchFamily="49" charset="0"/>
              </a:rPr>
              <a:t>    Console</a:t>
            </a:r>
            <a:r>
              <a:rPr lang="en-US" sz="1300">
                <a:solidFill>
                  <a:schemeClr val="bg1"/>
                </a:solidFill>
                <a:latin typeface="Consolas" panose="020B0609020204030204" pitchFamily="49" charset="0"/>
              </a:rPr>
              <a:t>.</a:t>
            </a:r>
            <a:r>
              <a:rPr lang="en-US" sz="1300">
                <a:solidFill>
                  <a:srgbClr val="FEA400"/>
                </a:solidFill>
                <a:latin typeface="Consolas" panose="020B0609020204030204" pitchFamily="49" charset="0"/>
              </a:rPr>
              <a:t>WriteLine</a:t>
            </a:r>
            <a:r>
              <a:rPr lang="en-US" sz="1300">
                <a:latin typeface="Consolas" panose="020B0609020204030204" pitchFamily="49" charset="0"/>
                <a:cs typeface="Consolas" panose="020B0609020204030204" pitchFamily="49" charset="0"/>
              </a:rPr>
              <a:t>($</a:t>
            </a:r>
            <a:r>
              <a:rPr lang="en-US" sz="1300">
                <a:solidFill>
                  <a:srgbClr val="A31515"/>
                </a:solidFill>
                <a:latin typeface="Consolas" panose="020B0609020204030204" pitchFamily="49" charset="0"/>
                <a:cs typeface="Consolas" panose="020B0609020204030204" pitchFamily="49" charset="0"/>
              </a:rPr>
              <a:t>"</a:t>
            </a:r>
            <a:r>
              <a:rPr lang="en-US" sz="1300">
                <a:solidFill>
                  <a:srgbClr val="A31515"/>
                </a:solidFill>
                <a:latin typeface="Consolas" panose="020B0609020204030204" pitchFamily="49" charset="0"/>
              </a:rPr>
              <a:t>After calling method: a[0] = </a:t>
            </a:r>
            <a:r>
              <a:rPr lang="en-US" sz="1300">
                <a:latin typeface="Consolas" panose="020B0609020204030204" pitchFamily="49" charset="0"/>
              </a:rPr>
              <a:t>{</a:t>
            </a:r>
            <a:r>
              <a:rPr lang="en-US" sz="1300">
                <a:solidFill>
                  <a:schemeClr val="accent6">
                    <a:lumMod val="75000"/>
                  </a:schemeClr>
                </a:solidFill>
                <a:latin typeface="Consolas" panose="020B0609020204030204" pitchFamily="49" charset="0"/>
              </a:rPr>
              <a:t>a[0]</a:t>
            </a:r>
            <a:r>
              <a:rPr lang="en-US" sz="1300">
                <a:latin typeface="Consolas" panose="020B0609020204030204" pitchFamily="49" charset="0"/>
              </a:rPr>
              <a:t>}</a:t>
            </a:r>
            <a:r>
              <a:rPr lang="en-US" sz="1300">
                <a:solidFill>
                  <a:srgbClr val="A31515"/>
                </a:solidFill>
                <a:latin typeface="Consolas" panose="020B0609020204030204" pitchFamily="49" charset="0"/>
              </a:rPr>
              <a:t>"</a:t>
            </a:r>
            <a:r>
              <a:rPr lang="en-US" sz="1300">
                <a:latin typeface="Consolas" panose="020B0609020204030204" pitchFamily="49" charset="0"/>
                <a:cs typeface="Consolas" panose="020B0609020204030204" pitchFamily="49" charset="0"/>
              </a:rPr>
              <a:t>);</a:t>
            </a:r>
            <a:endParaRPr lang="en-US" sz="1300">
              <a:latin typeface="Consolas" panose="020B0609020204030204" pitchFamily="49" charset="0"/>
            </a:endParaRPr>
          </a:p>
          <a:p>
            <a:pPr marL="51435" indent="0">
              <a:spcBef>
                <a:spcPts val="0"/>
              </a:spcBef>
              <a:buNone/>
            </a:pPr>
            <a:r>
              <a:rPr lang="en-US" sz="1300">
                <a:latin typeface="Consolas" panose="020B0609020204030204" pitchFamily="49" charset="0"/>
              </a:rPr>
              <a:t>}</a:t>
            </a:r>
          </a:p>
        </p:txBody>
      </p:sp>
      <p:sp>
        <p:nvSpPr>
          <p:cNvPr id="7" name="Rectangle 6">
            <a:extLst>
              <a:ext uri="{FF2B5EF4-FFF2-40B4-BE49-F238E27FC236}">
                <a16:creationId xmlns:a16="http://schemas.microsoft.com/office/drawing/2014/main" id="{8EB2CF11-70DA-F347-A0FA-44DB110B806F}"/>
              </a:ext>
            </a:extLst>
          </p:cNvPr>
          <p:cNvSpPr/>
          <p:nvPr/>
        </p:nvSpPr>
        <p:spPr>
          <a:xfrm>
            <a:off x="2411760" y="3544375"/>
            <a:ext cx="1642611" cy="277328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VN"/>
          </a:p>
        </p:txBody>
      </p:sp>
      <p:grpSp>
        <p:nvGrpSpPr>
          <p:cNvPr id="8" name="Group 7">
            <a:extLst>
              <a:ext uri="{FF2B5EF4-FFF2-40B4-BE49-F238E27FC236}">
                <a16:creationId xmlns:a16="http://schemas.microsoft.com/office/drawing/2014/main" id="{9D183396-EF10-3742-96D7-B1C7319E6F98}"/>
              </a:ext>
            </a:extLst>
          </p:cNvPr>
          <p:cNvGrpSpPr/>
          <p:nvPr/>
        </p:nvGrpSpPr>
        <p:grpSpPr>
          <a:xfrm>
            <a:off x="2551168" y="4878531"/>
            <a:ext cx="1363794" cy="1362928"/>
            <a:chOff x="2396996" y="4876740"/>
            <a:chExt cx="1363794" cy="1362928"/>
          </a:xfrm>
        </p:grpSpPr>
        <p:sp>
          <p:nvSpPr>
            <p:cNvPr id="9" name="Rectangle 8">
              <a:extLst>
                <a:ext uri="{FF2B5EF4-FFF2-40B4-BE49-F238E27FC236}">
                  <a16:creationId xmlns:a16="http://schemas.microsoft.com/office/drawing/2014/main" id="{732791BC-18EA-CF40-AF75-E9981CE96A23}"/>
                </a:ext>
              </a:extLst>
            </p:cNvPr>
            <p:cNvSpPr/>
            <p:nvPr/>
          </p:nvSpPr>
          <p:spPr>
            <a:xfrm>
              <a:off x="2396996" y="4954384"/>
              <a:ext cx="1363794" cy="1285284"/>
            </a:xfrm>
            <a:prstGeom prst="rect">
              <a:avLst/>
            </a:prstGeom>
            <a:ln/>
          </p:spPr>
          <p:style>
            <a:lnRef idx="3">
              <a:schemeClr val="lt1"/>
            </a:lnRef>
            <a:fillRef idx="1">
              <a:schemeClr val="accent5"/>
            </a:fillRef>
            <a:effectRef idx="1">
              <a:schemeClr val="accent5"/>
            </a:effectRef>
            <a:fontRef idx="minor">
              <a:schemeClr val="lt1"/>
            </a:fontRef>
          </p:style>
          <p:txBody>
            <a:bodyPr rtlCol="0" anchor="ctr"/>
            <a:lstStyle/>
            <a:p>
              <a:pPr algn="ctr"/>
              <a:endParaRPr lang="en-VN"/>
            </a:p>
          </p:txBody>
        </p:sp>
        <p:grpSp>
          <p:nvGrpSpPr>
            <p:cNvPr id="10" name="Group 9">
              <a:extLst>
                <a:ext uri="{FF2B5EF4-FFF2-40B4-BE49-F238E27FC236}">
                  <a16:creationId xmlns:a16="http://schemas.microsoft.com/office/drawing/2014/main" id="{FC9CDEEC-1768-3348-AA37-EEE17E359EDE}"/>
                </a:ext>
              </a:extLst>
            </p:cNvPr>
            <p:cNvGrpSpPr/>
            <p:nvPr/>
          </p:nvGrpSpPr>
          <p:grpSpPr>
            <a:xfrm>
              <a:off x="2534490" y="4876740"/>
              <a:ext cx="1183922" cy="1290556"/>
              <a:chOff x="2534490" y="4876740"/>
              <a:chExt cx="1183922" cy="1290556"/>
            </a:xfrm>
          </p:grpSpPr>
          <p:grpSp>
            <p:nvGrpSpPr>
              <p:cNvPr id="11" name="Group 10">
                <a:extLst>
                  <a:ext uri="{FF2B5EF4-FFF2-40B4-BE49-F238E27FC236}">
                    <a16:creationId xmlns:a16="http://schemas.microsoft.com/office/drawing/2014/main" id="{BC1926C3-E46A-3149-A11E-BC5252E58F11}"/>
                  </a:ext>
                </a:extLst>
              </p:cNvPr>
              <p:cNvGrpSpPr/>
              <p:nvPr/>
            </p:nvGrpSpPr>
            <p:grpSpPr>
              <a:xfrm>
                <a:off x="2534490" y="5263128"/>
                <a:ext cx="1183922" cy="904168"/>
                <a:chOff x="-1544472" y="5686180"/>
                <a:chExt cx="1183922" cy="904168"/>
              </a:xfrm>
            </p:grpSpPr>
            <p:sp>
              <p:nvSpPr>
                <p:cNvPr id="13" name="Cube 12">
                  <a:extLst>
                    <a:ext uri="{FF2B5EF4-FFF2-40B4-BE49-F238E27FC236}">
                      <a16:creationId xmlns:a16="http://schemas.microsoft.com/office/drawing/2014/main" id="{DB3C522B-D259-5740-A82C-D7B2DEABE137}"/>
                    </a:ext>
                  </a:extLst>
                </p:cNvPr>
                <p:cNvSpPr/>
                <p:nvPr/>
              </p:nvSpPr>
              <p:spPr>
                <a:xfrm>
                  <a:off x="-1544472" y="5686180"/>
                  <a:ext cx="1031924" cy="904168"/>
                </a:xfrm>
                <a:prstGeom prst="cube">
                  <a:avLst>
                    <a:gd name="adj" fmla="val 3817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4" name="TextBox 13">
                  <a:extLst>
                    <a:ext uri="{FF2B5EF4-FFF2-40B4-BE49-F238E27FC236}">
                      <a16:creationId xmlns:a16="http://schemas.microsoft.com/office/drawing/2014/main" id="{6BCB3B93-DDBC-D641-94BF-16983D6B7E9F}"/>
                    </a:ext>
                  </a:extLst>
                </p:cNvPr>
                <p:cNvSpPr txBox="1"/>
                <p:nvPr/>
              </p:nvSpPr>
              <p:spPr>
                <a:xfrm>
                  <a:off x="-1373561" y="6042968"/>
                  <a:ext cx="357808" cy="477054"/>
                </a:xfrm>
                <a:prstGeom prst="rect">
                  <a:avLst/>
                </a:prstGeom>
                <a:noFill/>
              </p:spPr>
              <p:txBody>
                <a:bodyPr wrap="square" rtlCol="0">
                  <a:spAutoFit/>
                </a:bodyPr>
                <a:lstStyle/>
                <a:p>
                  <a:pPr algn="ctr"/>
                  <a:r>
                    <a:rPr lang="en-VN" sz="2500"/>
                    <a:t>a</a:t>
                  </a:r>
                </a:p>
              </p:txBody>
            </p:sp>
            <p:sp>
              <p:nvSpPr>
                <p:cNvPr id="15" name="TextBox 14">
                  <a:extLst>
                    <a:ext uri="{FF2B5EF4-FFF2-40B4-BE49-F238E27FC236}">
                      <a16:creationId xmlns:a16="http://schemas.microsoft.com/office/drawing/2014/main" id="{88300A70-B579-8B43-AFA1-1D7558924C6A}"/>
                    </a:ext>
                  </a:extLst>
                </p:cNvPr>
                <p:cNvSpPr txBox="1"/>
                <p:nvPr/>
              </p:nvSpPr>
              <p:spPr>
                <a:xfrm>
                  <a:off x="-990407" y="5863372"/>
                  <a:ext cx="629857" cy="400110"/>
                </a:xfrm>
                <a:prstGeom prst="rect">
                  <a:avLst/>
                </a:prstGeom>
                <a:noFill/>
                <a:scene3d>
                  <a:camera prst="isometricRightUp">
                    <a:rot lat="1800000" lon="18000000" rev="0"/>
                  </a:camera>
                  <a:lightRig rig="threePt" dir="t"/>
                </a:scene3d>
              </p:spPr>
              <p:txBody>
                <a:bodyPr wrap="square" rtlCol="0">
                  <a:spAutoFit/>
                </a:bodyPr>
                <a:lstStyle/>
                <a:p>
                  <a:pPr algn="ctr"/>
                  <a:r>
                    <a:rPr lang="en-US" sz="2000"/>
                    <a:t>i</a:t>
                  </a:r>
                  <a:r>
                    <a:rPr lang="en-VN" sz="2000"/>
                    <a:t>nt[]</a:t>
                  </a:r>
                </a:p>
              </p:txBody>
            </p:sp>
          </p:grpSp>
          <p:sp>
            <p:nvSpPr>
              <p:cNvPr id="12" name="TextBox 11">
                <a:extLst>
                  <a:ext uri="{FF2B5EF4-FFF2-40B4-BE49-F238E27FC236}">
                    <a16:creationId xmlns:a16="http://schemas.microsoft.com/office/drawing/2014/main" id="{FF413419-F91E-4F49-9E08-5FD48C8A6F46}"/>
                  </a:ext>
                </a:extLst>
              </p:cNvPr>
              <p:cNvSpPr txBox="1"/>
              <p:nvPr/>
            </p:nvSpPr>
            <p:spPr>
              <a:xfrm>
                <a:off x="2687962" y="4876740"/>
                <a:ext cx="724979" cy="369332"/>
              </a:xfrm>
              <a:prstGeom prst="rect">
                <a:avLst/>
              </a:prstGeom>
              <a:noFill/>
            </p:spPr>
            <p:txBody>
              <a:bodyPr wrap="square" rtlCol="0">
                <a:spAutoFit/>
              </a:bodyPr>
              <a:lstStyle/>
              <a:p>
                <a:pPr algn="ctr"/>
                <a:r>
                  <a:rPr lang="en-VN" b="1">
                    <a:solidFill>
                      <a:srgbClr val="0432FF"/>
                    </a:solidFill>
                    <a:latin typeface="Calibri" panose="020F0502020204030204" pitchFamily="34" charset="0"/>
                    <a:cs typeface="Calibri" panose="020F0502020204030204" pitchFamily="34" charset="0"/>
                  </a:rPr>
                  <a:t>Main</a:t>
                </a:r>
              </a:p>
            </p:txBody>
          </p:sp>
        </p:grpSp>
      </p:grpSp>
      <p:sp>
        <p:nvSpPr>
          <p:cNvPr id="16" name="Rectangle 15">
            <a:extLst>
              <a:ext uri="{FF2B5EF4-FFF2-40B4-BE49-F238E27FC236}">
                <a16:creationId xmlns:a16="http://schemas.microsoft.com/office/drawing/2014/main" id="{88F49F68-8E36-7D4E-909A-10111004B720}"/>
              </a:ext>
            </a:extLst>
          </p:cNvPr>
          <p:cNvSpPr/>
          <p:nvPr/>
        </p:nvSpPr>
        <p:spPr>
          <a:xfrm>
            <a:off x="4400992" y="3544375"/>
            <a:ext cx="3475042" cy="277328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VN"/>
          </a:p>
        </p:txBody>
      </p:sp>
      <p:grpSp>
        <p:nvGrpSpPr>
          <p:cNvPr id="17" name="Group 16">
            <a:extLst>
              <a:ext uri="{FF2B5EF4-FFF2-40B4-BE49-F238E27FC236}">
                <a16:creationId xmlns:a16="http://schemas.microsoft.com/office/drawing/2014/main" id="{352BFDC7-FA74-C349-9513-3AE128F57577}"/>
              </a:ext>
            </a:extLst>
          </p:cNvPr>
          <p:cNvGrpSpPr/>
          <p:nvPr/>
        </p:nvGrpSpPr>
        <p:grpSpPr>
          <a:xfrm>
            <a:off x="2551168" y="3547638"/>
            <a:ext cx="1368780" cy="1349627"/>
            <a:chOff x="2551168" y="4087983"/>
            <a:chExt cx="1368780" cy="1349627"/>
          </a:xfrm>
        </p:grpSpPr>
        <p:sp>
          <p:nvSpPr>
            <p:cNvPr id="18" name="Rectangle 17">
              <a:extLst>
                <a:ext uri="{FF2B5EF4-FFF2-40B4-BE49-F238E27FC236}">
                  <a16:creationId xmlns:a16="http://schemas.microsoft.com/office/drawing/2014/main" id="{6E0E6C96-56D8-3D4E-9E10-EF16AE88D9F9}"/>
                </a:ext>
              </a:extLst>
            </p:cNvPr>
            <p:cNvSpPr/>
            <p:nvPr/>
          </p:nvSpPr>
          <p:spPr>
            <a:xfrm>
              <a:off x="2551168" y="4168217"/>
              <a:ext cx="1363794" cy="1269393"/>
            </a:xfrm>
            <a:prstGeom prst="rect">
              <a:avLst/>
            </a:prstGeom>
            <a:ln/>
          </p:spPr>
          <p:style>
            <a:lnRef idx="3">
              <a:schemeClr val="lt1"/>
            </a:lnRef>
            <a:fillRef idx="1">
              <a:schemeClr val="accent5"/>
            </a:fillRef>
            <a:effectRef idx="1">
              <a:schemeClr val="accent5"/>
            </a:effectRef>
            <a:fontRef idx="minor">
              <a:schemeClr val="lt1"/>
            </a:fontRef>
          </p:style>
          <p:txBody>
            <a:bodyPr rtlCol="0" anchor="ctr"/>
            <a:lstStyle/>
            <a:p>
              <a:pPr algn="ctr"/>
              <a:endParaRPr lang="en-VN"/>
            </a:p>
          </p:txBody>
        </p:sp>
        <p:sp>
          <p:nvSpPr>
            <p:cNvPr id="19" name="Cube 18">
              <a:extLst>
                <a:ext uri="{FF2B5EF4-FFF2-40B4-BE49-F238E27FC236}">
                  <a16:creationId xmlns:a16="http://schemas.microsoft.com/office/drawing/2014/main" id="{85971176-AD52-2741-A52B-242CBD8590FF}"/>
                </a:ext>
              </a:extLst>
            </p:cNvPr>
            <p:cNvSpPr/>
            <p:nvPr/>
          </p:nvSpPr>
          <p:spPr>
            <a:xfrm>
              <a:off x="2736026" y="4477580"/>
              <a:ext cx="1031924" cy="904168"/>
            </a:xfrm>
            <a:prstGeom prst="cube">
              <a:avLst>
                <a:gd name="adj" fmla="val 3817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20" name="TextBox 19">
              <a:extLst>
                <a:ext uri="{FF2B5EF4-FFF2-40B4-BE49-F238E27FC236}">
                  <a16:creationId xmlns:a16="http://schemas.microsoft.com/office/drawing/2014/main" id="{2E35D493-EF1C-CD4E-8954-A466379720BE}"/>
                </a:ext>
              </a:extLst>
            </p:cNvPr>
            <p:cNvSpPr txBox="1"/>
            <p:nvPr/>
          </p:nvSpPr>
          <p:spPr>
            <a:xfrm>
              <a:off x="2906937" y="4834368"/>
              <a:ext cx="357808" cy="477054"/>
            </a:xfrm>
            <a:prstGeom prst="rect">
              <a:avLst/>
            </a:prstGeom>
            <a:noFill/>
          </p:spPr>
          <p:txBody>
            <a:bodyPr wrap="square" rtlCol="0">
              <a:spAutoFit/>
            </a:bodyPr>
            <a:lstStyle/>
            <a:p>
              <a:pPr algn="ctr"/>
              <a:r>
                <a:rPr lang="en-VN" sz="2500"/>
                <a:t>a</a:t>
              </a:r>
            </a:p>
          </p:txBody>
        </p:sp>
        <p:sp>
          <p:nvSpPr>
            <p:cNvPr id="21" name="TextBox 20">
              <a:extLst>
                <a:ext uri="{FF2B5EF4-FFF2-40B4-BE49-F238E27FC236}">
                  <a16:creationId xmlns:a16="http://schemas.microsoft.com/office/drawing/2014/main" id="{1C1A3F0F-CA47-DE4E-8220-597C395C84D3}"/>
                </a:ext>
              </a:extLst>
            </p:cNvPr>
            <p:cNvSpPr txBox="1"/>
            <p:nvPr/>
          </p:nvSpPr>
          <p:spPr>
            <a:xfrm>
              <a:off x="3290091" y="4654772"/>
              <a:ext cx="629857" cy="400110"/>
            </a:xfrm>
            <a:prstGeom prst="rect">
              <a:avLst/>
            </a:prstGeom>
            <a:noFill/>
            <a:scene3d>
              <a:camera prst="isometricRightUp">
                <a:rot lat="1800000" lon="18000000" rev="0"/>
              </a:camera>
              <a:lightRig rig="threePt" dir="t"/>
            </a:scene3d>
          </p:spPr>
          <p:txBody>
            <a:bodyPr wrap="square" rtlCol="0">
              <a:spAutoFit/>
            </a:bodyPr>
            <a:lstStyle/>
            <a:p>
              <a:pPr algn="ctr"/>
              <a:r>
                <a:rPr lang="en-US" sz="2000"/>
                <a:t>i</a:t>
              </a:r>
              <a:r>
                <a:rPr lang="en-VN" sz="2000"/>
                <a:t>nt[]</a:t>
              </a:r>
            </a:p>
          </p:txBody>
        </p:sp>
        <p:sp>
          <p:nvSpPr>
            <p:cNvPr id="22" name="TextBox 21">
              <a:extLst>
                <a:ext uri="{FF2B5EF4-FFF2-40B4-BE49-F238E27FC236}">
                  <a16:creationId xmlns:a16="http://schemas.microsoft.com/office/drawing/2014/main" id="{9D5FB269-84A8-B847-9DCD-A1820A61AA97}"/>
                </a:ext>
              </a:extLst>
            </p:cNvPr>
            <p:cNvSpPr txBox="1"/>
            <p:nvPr/>
          </p:nvSpPr>
          <p:spPr>
            <a:xfrm>
              <a:off x="2795063" y="4087983"/>
              <a:ext cx="903798" cy="369332"/>
            </a:xfrm>
            <a:prstGeom prst="rect">
              <a:avLst/>
            </a:prstGeom>
            <a:noFill/>
          </p:spPr>
          <p:txBody>
            <a:bodyPr wrap="square" rtlCol="0">
              <a:spAutoFit/>
            </a:bodyPr>
            <a:lstStyle/>
            <a:p>
              <a:pPr algn="ctr"/>
              <a:r>
                <a:rPr lang="en-VN" b="1">
                  <a:solidFill>
                    <a:srgbClr val="0432FF"/>
                  </a:solidFill>
                  <a:latin typeface="Calibri" panose="020F0502020204030204" pitchFamily="34" charset="0"/>
                  <a:cs typeface="Calibri" panose="020F0502020204030204" pitchFamily="34" charset="0"/>
                </a:rPr>
                <a:t>Change</a:t>
              </a:r>
            </a:p>
          </p:txBody>
        </p:sp>
      </p:grpSp>
      <p:grpSp>
        <p:nvGrpSpPr>
          <p:cNvPr id="23" name="Group 22">
            <a:extLst>
              <a:ext uri="{FF2B5EF4-FFF2-40B4-BE49-F238E27FC236}">
                <a16:creationId xmlns:a16="http://schemas.microsoft.com/office/drawing/2014/main" id="{0571F232-0002-1643-87D4-9B9427918FF5}"/>
              </a:ext>
            </a:extLst>
          </p:cNvPr>
          <p:cNvGrpSpPr/>
          <p:nvPr/>
        </p:nvGrpSpPr>
        <p:grpSpPr>
          <a:xfrm>
            <a:off x="5193662" y="4592948"/>
            <a:ext cx="1889702" cy="601403"/>
            <a:chOff x="6827979" y="5625080"/>
            <a:chExt cx="1889702" cy="601403"/>
          </a:xfrm>
        </p:grpSpPr>
        <p:sp>
          <p:nvSpPr>
            <p:cNvPr id="24" name="Cube 23">
              <a:extLst>
                <a:ext uri="{FF2B5EF4-FFF2-40B4-BE49-F238E27FC236}">
                  <a16:creationId xmlns:a16="http://schemas.microsoft.com/office/drawing/2014/main" id="{F2A906D5-37DF-4841-A575-82657E1D6BA4}"/>
                </a:ext>
              </a:extLst>
            </p:cNvPr>
            <p:cNvSpPr/>
            <p:nvPr/>
          </p:nvSpPr>
          <p:spPr>
            <a:xfrm>
              <a:off x="6827979" y="5625080"/>
              <a:ext cx="647861" cy="601403"/>
            </a:xfrm>
            <a:prstGeom prst="cube">
              <a:avLst>
                <a:gd name="adj" fmla="val 3817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VN"/>
                <a:t>9</a:t>
              </a:r>
            </a:p>
          </p:txBody>
        </p:sp>
        <p:sp>
          <p:nvSpPr>
            <p:cNvPr id="25" name="Cube 24">
              <a:extLst>
                <a:ext uri="{FF2B5EF4-FFF2-40B4-BE49-F238E27FC236}">
                  <a16:creationId xmlns:a16="http://schemas.microsoft.com/office/drawing/2014/main" id="{DBB0CFB7-D84C-2D4C-BD21-C1F96712320D}"/>
                </a:ext>
              </a:extLst>
            </p:cNvPr>
            <p:cNvSpPr/>
            <p:nvPr/>
          </p:nvSpPr>
          <p:spPr>
            <a:xfrm>
              <a:off x="7242682" y="5625080"/>
              <a:ext cx="647861" cy="601403"/>
            </a:xfrm>
            <a:prstGeom prst="cube">
              <a:avLst>
                <a:gd name="adj" fmla="val 3817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VN"/>
                <a:t>8</a:t>
              </a:r>
            </a:p>
          </p:txBody>
        </p:sp>
        <p:sp>
          <p:nvSpPr>
            <p:cNvPr id="26" name="Cube 25">
              <a:extLst>
                <a:ext uri="{FF2B5EF4-FFF2-40B4-BE49-F238E27FC236}">
                  <a16:creationId xmlns:a16="http://schemas.microsoft.com/office/drawing/2014/main" id="{0E91A8A3-177B-1545-8EA8-5AF78161F416}"/>
                </a:ext>
              </a:extLst>
            </p:cNvPr>
            <p:cNvSpPr/>
            <p:nvPr/>
          </p:nvSpPr>
          <p:spPr>
            <a:xfrm>
              <a:off x="7667044" y="5625080"/>
              <a:ext cx="647861" cy="601403"/>
            </a:xfrm>
            <a:prstGeom prst="cube">
              <a:avLst>
                <a:gd name="adj" fmla="val 3817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VN"/>
                <a:t>2</a:t>
              </a:r>
            </a:p>
          </p:txBody>
        </p:sp>
        <p:sp>
          <p:nvSpPr>
            <p:cNvPr id="27" name="Cube 26">
              <a:extLst>
                <a:ext uri="{FF2B5EF4-FFF2-40B4-BE49-F238E27FC236}">
                  <a16:creationId xmlns:a16="http://schemas.microsoft.com/office/drawing/2014/main" id="{492E0B52-FF32-BA45-9E1A-EAEAAAA7C782}"/>
                </a:ext>
              </a:extLst>
            </p:cNvPr>
            <p:cNvSpPr/>
            <p:nvPr/>
          </p:nvSpPr>
          <p:spPr>
            <a:xfrm>
              <a:off x="8069820" y="5625080"/>
              <a:ext cx="647861" cy="601403"/>
            </a:xfrm>
            <a:prstGeom prst="cube">
              <a:avLst>
                <a:gd name="adj" fmla="val 3817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VN"/>
                <a:t>7</a:t>
              </a:r>
            </a:p>
          </p:txBody>
        </p:sp>
      </p:grpSp>
      <p:cxnSp>
        <p:nvCxnSpPr>
          <p:cNvPr id="28" name="Curved Connector 27">
            <a:extLst>
              <a:ext uri="{FF2B5EF4-FFF2-40B4-BE49-F238E27FC236}">
                <a16:creationId xmlns:a16="http://schemas.microsoft.com/office/drawing/2014/main" id="{632A907F-8F04-5C4E-9C38-55E1A84DC77F}"/>
              </a:ext>
            </a:extLst>
          </p:cNvPr>
          <p:cNvCxnSpPr>
            <a:cxnSpLocks/>
          </p:cNvCxnSpPr>
          <p:nvPr/>
        </p:nvCxnSpPr>
        <p:spPr>
          <a:xfrm flipV="1">
            <a:off x="3161180" y="4294023"/>
            <a:ext cx="2150195" cy="1156719"/>
          </a:xfrm>
          <a:prstGeom prst="curvedConnector3">
            <a:avLst>
              <a:gd name="adj1" fmla="val 50000"/>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Rectangle 29">
            <a:extLst>
              <a:ext uri="{FF2B5EF4-FFF2-40B4-BE49-F238E27FC236}">
                <a16:creationId xmlns:a16="http://schemas.microsoft.com/office/drawing/2014/main" id="{3BD1AB62-12B1-BB44-928A-667D8AEBF398}"/>
              </a:ext>
            </a:extLst>
          </p:cNvPr>
          <p:cNvSpPr/>
          <p:nvPr/>
        </p:nvSpPr>
        <p:spPr>
          <a:xfrm>
            <a:off x="1691680" y="1448495"/>
            <a:ext cx="5760640" cy="478002"/>
          </a:xfrm>
          <a:prstGeom prst="rect">
            <a:avLst/>
          </a:prstGeom>
          <a:solidFill>
            <a:srgbClr val="FFFF00">
              <a:alpha val="26391"/>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grpSp>
        <p:nvGrpSpPr>
          <p:cNvPr id="31" name="Group 30">
            <a:extLst>
              <a:ext uri="{FF2B5EF4-FFF2-40B4-BE49-F238E27FC236}">
                <a16:creationId xmlns:a16="http://schemas.microsoft.com/office/drawing/2014/main" id="{8B812864-5510-0B4D-BF97-3EB038C0A55F}"/>
              </a:ext>
            </a:extLst>
          </p:cNvPr>
          <p:cNvGrpSpPr/>
          <p:nvPr/>
        </p:nvGrpSpPr>
        <p:grpSpPr>
          <a:xfrm>
            <a:off x="5311375" y="3864231"/>
            <a:ext cx="1062564" cy="601403"/>
            <a:chOff x="6827979" y="5625080"/>
            <a:chExt cx="1062564" cy="601403"/>
          </a:xfrm>
        </p:grpSpPr>
        <p:sp>
          <p:nvSpPr>
            <p:cNvPr id="32" name="Cube 31">
              <a:extLst>
                <a:ext uri="{FF2B5EF4-FFF2-40B4-BE49-F238E27FC236}">
                  <a16:creationId xmlns:a16="http://schemas.microsoft.com/office/drawing/2014/main" id="{42ED0E90-CA6C-794C-BF60-7B5728A50254}"/>
                </a:ext>
              </a:extLst>
            </p:cNvPr>
            <p:cNvSpPr/>
            <p:nvPr/>
          </p:nvSpPr>
          <p:spPr>
            <a:xfrm>
              <a:off x="6827979" y="5625080"/>
              <a:ext cx="647861" cy="601403"/>
            </a:xfrm>
            <a:prstGeom prst="cube">
              <a:avLst>
                <a:gd name="adj" fmla="val 3817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VN"/>
                <a:t>-3</a:t>
              </a:r>
            </a:p>
          </p:txBody>
        </p:sp>
        <p:sp>
          <p:nvSpPr>
            <p:cNvPr id="33" name="Cube 32">
              <a:extLst>
                <a:ext uri="{FF2B5EF4-FFF2-40B4-BE49-F238E27FC236}">
                  <a16:creationId xmlns:a16="http://schemas.microsoft.com/office/drawing/2014/main" id="{359EBD54-5A08-EE43-A354-0460ED7CF759}"/>
                </a:ext>
              </a:extLst>
            </p:cNvPr>
            <p:cNvSpPr/>
            <p:nvPr/>
          </p:nvSpPr>
          <p:spPr>
            <a:xfrm>
              <a:off x="7242682" y="5625080"/>
              <a:ext cx="647861" cy="601403"/>
            </a:xfrm>
            <a:prstGeom prst="cube">
              <a:avLst>
                <a:gd name="adj" fmla="val 3817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VN"/>
                <a:t>-7</a:t>
              </a:r>
            </a:p>
          </p:txBody>
        </p:sp>
      </p:grpSp>
      <p:sp>
        <p:nvSpPr>
          <p:cNvPr id="34" name="Line Callout 1 33">
            <a:extLst>
              <a:ext uri="{FF2B5EF4-FFF2-40B4-BE49-F238E27FC236}">
                <a16:creationId xmlns:a16="http://schemas.microsoft.com/office/drawing/2014/main" id="{26EBB5D3-FFDE-CB4E-AB02-AE32032A04A2}"/>
              </a:ext>
            </a:extLst>
          </p:cNvPr>
          <p:cNvSpPr/>
          <p:nvPr/>
        </p:nvSpPr>
        <p:spPr>
          <a:xfrm>
            <a:off x="4803564" y="2044982"/>
            <a:ext cx="4264236" cy="609600"/>
          </a:xfrm>
          <a:prstGeom prst="borderCallout1">
            <a:avLst>
              <a:gd name="adj1" fmla="val 663"/>
              <a:gd name="adj2" fmla="val 39114"/>
              <a:gd name="adj3" fmla="val -12104"/>
              <a:gd name="adj4" fmla="val 37496"/>
            </a:avLst>
          </a:prstGeom>
          <a:ln/>
        </p:spPr>
        <p:style>
          <a:lnRef idx="1">
            <a:schemeClr val="accent2"/>
          </a:lnRef>
          <a:fillRef idx="2">
            <a:schemeClr val="accent2"/>
          </a:fillRef>
          <a:effectRef idx="1">
            <a:schemeClr val="accent2"/>
          </a:effectRef>
          <a:fontRef idx="minor">
            <a:schemeClr val="dk1"/>
          </a:fontRef>
        </p:style>
        <p:txBody>
          <a:bodyPr rtlCol="0" anchor="ctr"/>
          <a:lstStyle/>
          <a:p>
            <a:r>
              <a:rPr lang="en-US">
                <a:solidFill>
                  <a:schemeClr val="tx1"/>
                </a:solidFill>
                <a:latin typeface="Consolas" panose="020B0609020204030204" pitchFamily="49" charset="0"/>
              </a:rPr>
              <a:t>Before calling method: </a:t>
            </a:r>
            <a:r>
              <a:rPr lang="en-GB" dirty="0">
                <a:solidFill>
                  <a:schemeClr val="tx1"/>
                </a:solidFill>
                <a:latin typeface="Consolas" pitchFamily="49" charset="0"/>
                <a:cs typeface="Consolas" pitchFamily="49" charset="0"/>
              </a:rPr>
              <a:t>a[0] = 5</a:t>
            </a:r>
          </a:p>
          <a:p>
            <a:r>
              <a:rPr lang="en-US">
                <a:solidFill>
                  <a:schemeClr val="tx1"/>
                </a:solidFill>
                <a:latin typeface="Consolas" panose="020B0609020204030204" pitchFamily="49" charset="0"/>
              </a:rPr>
              <a:t>Inside method: </a:t>
            </a:r>
            <a:r>
              <a:rPr lang="en-GB" dirty="0">
                <a:solidFill>
                  <a:schemeClr val="tx1"/>
                </a:solidFill>
                <a:latin typeface="Consolas" pitchFamily="49" charset="0"/>
                <a:cs typeface="Consolas" pitchFamily="49" charset="0"/>
              </a:rPr>
              <a:t>a[0] = -3</a:t>
            </a:r>
          </a:p>
        </p:txBody>
      </p:sp>
      <p:sp>
        <p:nvSpPr>
          <p:cNvPr id="35" name="U-Turn Arrow 34">
            <a:extLst>
              <a:ext uri="{FF2B5EF4-FFF2-40B4-BE49-F238E27FC236}">
                <a16:creationId xmlns:a16="http://schemas.microsoft.com/office/drawing/2014/main" id="{31A5A204-160D-2542-9399-9B922D8B4F6E}"/>
              </a:ext>
            </a:extLst>
          </p:cNvPr>
          <p:cNvSpPr/>
          <p:nvPr/>
        </p:nvSpPr>
        <p:spPr>
          <a:xfrm rot="5400000" flipV="1">
            <a:off x="1839168" y="4795873"/>
            <a:ext cx="1903746" cy="537583"/>
          </a:xfrm>
          <a:prstGeom prst="uturnArrow">
            <a:avLst>
              <a:gd name="adj1" fmla="val 8459"/>
              <a:gd name="adj2" fmla="val 25000"/>
              <a:gd name="adj3" fmla="val 20865"/>
              <a:gd name="adj4" fmla="val 39615"/>
              <a:gd name="adj5" fmla="val 75000"/>
            </a:avLst>
          </a:prstGeom>
          <a:solidFill>
            <a:srgbClr val="FF0000"/>
          </a:solidFill>
          <a:ln w="12700">
            <a:solidFill>
              <a:schemeClr val="accent1"/>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en-VN">
              <a:solidFill>
                <a:schemeClr val="tx1"/>
              </a:solidFill>
            </a:endParaRPr>
          </a:p>
        </p:txBody>
      </p:sp>
    </p:spTree>
    <p:extLst>
      <p:ext uri="{BB962C8B-B14F-4D97-AF65-F5344CB8AC3E}">
        <p14:creationId xmlns:p14="http://schemas.microsoft.com/office/powerpoint/2010/main" val="192277426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dissolve">
                                      <p:cBhvr>
                                        <p:cTn id="7"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09F558-D333-EE4F-BF8A-DD5A2AF8E8E5}"/>
              </a:ext>
            </a:extLst>
          </p:cNvPr>
          <p:cNvSpPr>
            <a:spLocks noGrp="1"/>
          </p:cNvSpPr>
          <p:nvPr>
            <p:ph type="title"/>
          </p:nvPr>
        </p:nvSpPr>
        <p:spPr/>
        <p:txBody>
          <a:bodyPr>
            <a:normAutofit fontScale="90000"/>
          </a:bodyPr>
          <a:lstStyle/>
          <a:p>
            <a:r>
              <a:rPr lang="en-US"/>
              <a:t>T</a:t>
            </a:r>
            <a:r>
              <a:rPr lang="en-VN"/>
              <a:t>RUYỀN THAM CHIẾU KIỂU MẢNG</a:t>
            </a:r>
          </a:p>
        </p:txBody>
      </p:sp>
      <p:sp>
        <p:nvSpPr>
          <p:cNvPr id="4" name="Footer Placeholder 3">
            <a:extLst>
              <a:ext uri="{FF2B5EF4-FFF2-40B4-BE49-F238E27FC236}">
                <a16:creationId xmlns:a16="http://schemas.microsoft.com/office/drawing/2014/main" id="{F03246C0-7681-AD48-868A-D72606C1877E}"/>
              </a:ext>
            </a:extLst>
          </p:cNvPr>
          <p:cNvSpPr>
            <a:spLocks noGrp="1"/>
          </p:cNvSpPr>
          <p:nvPr>
            <p:ph type="ftr" sz="quarter" idx="11"/>
          </p:nvPr>
        </p:nvSpPr>
        <p:spPr/>
        <p:txBody>
          <a:bodyPr/>
          <a:lstStyle/>
          <a:p>
            <a:r>
              <a:rPr lang="vi-VN" dirty="0"/>
              <a:t>Bài 6: Mảng một chiều</a:t>
            </a:r>
            <a:endParaRPr lang="en-US" dirty="0"/>
          </a:p>
        </p:txBody>
      </p:sp>
      <p:sp>
        <p:nvSpPr>
          <p:cNvPr id="5" name="Slide Number Placeholder 4">
            <a:extLst>
              <a:ext uri="{FF2B5EF4-FFF2-40B4-BE49-F238E27FC236}">
                <a16:creationId xmlns:a16="http://schemas.microsoft.com/office/drawing/2014/main" id="{AA02F9E7-4A6D-174E-81AE-32936B7114DF}"/>
              </a:ext>
            </a:extLst>
          </p:cNvPr>
          <p:cNvSpPr>
            <a:spLocks noGrp="1"/>
          </p:cNvSpPr>
          <p:nvPr>
            <p:ph type="sldNum" sz="quarter" idx="12"/>
          </p:nvPr>
        </p:nvSpPr>
        <p:spPr/>
        <p:txBody>
          <a:bodyPr/>
          <a:lstStyle/>
          <a:p>
            <a:fld id="{1AD93096-5B34-4342-9326-69289CEAE4C2}" type="slidenum">
              <a:rPr lang="en-US" smtClean="0"/>
              <a:pPr/>
              <a:t>31</a:t>
            </a:fld>
            <a:endParaRPr lang="en-US" dirty="0"/>
          </a:p>
        </p:txBody>
      </p:sp>
      <p:sp>
        <p:nvSpPr>
          <p:cNvPr id="6" name="Content Placeholder 5">
            <a:extLst>
              <a:ext uri="{FF2B5EF4-FFF2-40B4-BE49-F238E27FC236}">
                <a16:creationId xmlns:a16="http://schemas.microsoft.com/office/drawing/2014/main" id="{5A9C55D3-4492-0D46-8D07-29F3359D868A}"/>
              </a:ext>
            </a:extLst>
          </p:cNvPr>
          <p:cNvSpPr txBox="1">
            <a:spLocks/>
          </p:cNvSpPr>
          <p:nvPr/>
        </p:nvSpPr>
        <p:spPr>
          <a:xfrm>
            <a:off x="1547664" y="863435"/>
            <a:ext cx="6048671" cy="2935050"/>
          </a:xfrm>
          <a:prstGeom prst="rect">
            <a:avLst/>
          </a:prstGeom>
        </p:spPr>
        <p:style>
          <a:lnRef idx="2">
            <a:schemeClr val="accent2"/>
          </a:lnRef>
          <a:fillRef idx="1">
            <a:schemeClr val="lt1"/>
          </a:fillRef>
          <a:effectRef idx="0">
            <a:schemeClr val="accent2"/>
          </a:effectRef>
          <a:fontRef idx="minor">
            <a:schemeClr val="dk1"/>
          </a:fontRef>
        </p:style>
        <p:txBody>
          <a:bodyPr>
            <a:noAutofit/>
          </a:bodyPr>
          <a:lstStyle>
            <a:lvl1pPr marL="308610" indent="-257175" algn="l" rtl="0" eaLnBrk="1" latinLnBrk="0" hangingPunct="1">
              <a:spcBef>
                <a:spcPts val="525"/>
              </a:spcBef>
              <a:buSzPct val="95000"/>
              <a:buFont typeface="Wingdings"/>
              <a:buChar char=""/>
              <a:defRPr sz="1500" kern="1200" spc="0">
                <a:solidFill>
                  <a:schemeClr val="tx1"/>
                </a:solidFill>
                <a:latin typeface="+mn-lt"/>
                <a:ea typeface="+mn-ea"/>
                <a:cs typeface="Arial" pitchFamily="34" charset="0"/>
              </a:defRPr>
            </a:lvl1pPr>
            <a:lvl2pPr marL="555498" indent="-214313" algn="l" rtl="0" eaLnBrk="1" latinLnBrk="0" hangingPunct="1">
              <a:spcBef>
                <a:spcPct val="20000"/>
              </a:spcBef>
              <a:buClr>
                <a:schemeClr val="accent2"/>
              </a:buClr>
              <a:buSzPct val="90000"/>
              <a:buFont typeface="Wingdings"/>
              <a:buChar char=""/>
              <a:defRPr sz="1350" kern="1200" spc="0">
                <a:solidFill>
                  <a:schemeClr val="tx1"/>
                </a:solidFill>
                <a:latin typeface="+mn-lt"/>
                <a:ea typeface="+mn-ea"/>
                <a:cs typeface="Arial" pitchFamily="34" charset="0"/>
              </a:defRPr>
            </a:lvl2pPr>
            <a:lvl3pPr marL="747522" indent="-171450" algn="l" rtl="0" eaLnBrk="1" latinLnBrk="0" hangingPunct="1">
              <a:spcBef>
                <a:spcPct val="20000"/>
              </a:spcBef>
              <a:buClr>
                <a:schemeClr val="accent2"/>
              </a:buClr>
              <a:buFont typeface="Wingdings 2"/>
              <a:buChar char=""/>
              <a:defRPr sz="1200" kern="1200" spc="0">
                <a:solidFill>
                  <a:schemeClr val="tx1"/>
                </a:solidFill>
                <a:latin typeface="+mn-lt"/>
                <a:ea typeface="+mn-ea"/>
                <a:cs typeface="Arial" pitchFamily="34" charset="0"/>
              </a:defRPr>
            </a:lvl3pPr>
            <a:lvl4pPr marL="946404" indent="-171450" algn="l" rtl="0" eaLnBrk="1" latinLnBrk="0" hangingPunct="1">
              <a:spcBef>
                <a:spcPct val="20000"/>
              </a:spcBef>
              <a:buClr>
                <a:schemeClr val="accent3"/>
              </a:buClr>
              <a:buFont typeface="Wingdings 3"/>
              <a:buChar char=""/>
              <a:defRPr sz="1200" kern="1200" spc="0">
                <a:solidFill>
                  <a:schemeClr val="tx1"/>
                </a:solidFill>
                <a:latin typeface="+mn-lt"/>
                <a:ea typeface="+mn-ea"/>
                <a:cs typeface="Arial" pitchFamily="34" charset="0"/>
              </a:defRPr>
            </a:lvl4pPr>
            <a:lvl5pPr marL="1110996" indent="-157734" algn="l" rtl="0" eaLnBrk="1" latinLnBrk="0" hangingPunct="1">
              <a:spcBef>
                <a:spcPct val="20000"/>
              </a:spcBef>
              <a:buClr>
                <a:schemeClr val="accent3"/>
              </a:buClr>
              <a:buFont typeface="Wingdings 2"/>
              <a:buChar char=""/>
              <a:defRPr sz="1050" kern="1200" spc="0">
                <a:solidFill>
                  <a:schemeClr val="tx1"/>
                </a:solidFill>
                <a:latin typeface="+mn-lt"/>
                <a:ea typeface="+mn-ea"/>
                <a:cs typeface="Arial" pitchFamily="34" charset="0"/>
              </a:defRPr>
            </a:lvl5pPr>
            <a:lvl6pPr marL="1282446" indent="-157734" algn="l" rtl="0" eaLnBrk="1" latinLnBrk="0" hangingPunct="1">
              <a:spcBef>
                <a:spcPct val="20000"/>
              </a:spcBef>
              <a:buClr>
                <a:schemeClr val="accent3"/>
              </a:buClr>
              <a:buFont typeface="Wingdings 2"/>
              <a:buChar char=""/>
              <a:defRPr sz="1350" kern="1200">
                <a:solidFill>
                  <a:schemeClr val="tx1"/>
                </a:solidFill>
                <a:latin typeface="+mn-lt"/>
                <a:ea typeface="+mn-ea"/>
                <a:cs typeface="+mn-cs"/>
              </a:defRPr>
            </a:lvl6pPr>
            <a:lvl7pPr marL="1426464"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7pPr>
            <a:lvl8pPr marL="1570482"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8pPr>
            <a:lvl9pPr marL="1714500"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9pPr>
            <a:extLst/>
          </a:lstStyle>
          <a:p>
            <a:pPr marL="51435" indent="0" algn="just">
              <a:spcBef>
                <a:spcPts val="0"/>
              </a:spcBef>
              <a:buNone/>
            </a:pPr>
            <a:r>
              <a:rPr lang="en-US" sz="1300">
                <a:solidFill>
                  <a:srgbClr val="0000FF"/>
                </a:solidFill>
                <a:latin typeface="Consolas" panose="020B0609020204030204" pitchFamily="49" charset="0"/>
              </a:rPr>
              <a:t>static</a:t>
            </a:r>
            <a:r>
              <a:rPr lang="en-US" sz="1300">
                <a:latin typeface="Consolas" panose="020B0609020204030204" pitchFamily="49" charset="0"/>
              </a:rPr>
              <a:t> </a:t>
            </a:r>
            <a:r>
              <a:rPr lang="en-US" sz="1300">
                <a:solidFill>
                  <a:srgbClr val="0000FF"/>
                </a:solidFill>
                <a:latin typeface="Consolas" panose="020B0609020204030204" pitchFamily="49" charset="0"/>
              </a:rPr>
              <a:t>void</a:t>
            </a:r>
            <a:r>
              <a:rPr lang="en-US" sz="1300">
                <a:latin typeface="Consolas" panose="020B0609020204030204" pitchFamily="49" charset="0"/>
              </a:rPr>
              <a:t> </a:t>
            </a:r>
            <a:r>
              <a:rPr lang="en-US" sz="1300">
                <a:solidFill>
                  <a:srgbClr val="FEA400"/>
                </a:solidFill>
                <a:latin typeface="Consolas" panose="020B0609020204030204" pitchFamily="49" charset="0"/>
              </a:rPr>
              <a:t>Change</a:t>
            </a:r>
            <a:r>
              <a:rPr lang="en-US" sz="1300">
                <a:latin typeface="Consolas" panose="020B0609020204030204" pitchFamily="49" charset="0"/>
              </a:rPr>
              <a:t>(</a:t>
            </a:r>
            <a:r>
              <a:rPr lang="en-US" sz="1300">
                <a:solidFill>
                  <a:srgbClr val="0432FF"/>
                </a:solidFill>
                <a:highlight>
                  <a:srgbClr val="FFFF00"/>
                </a:highlight>
                <a:latin typeface="Consolas" panose="020B0609020204030204" pitchFamily="49" charset="0"/>
              </a:rPr>
              <a:t>ref</a:t>
            </a:r>
            <a:r>
              <a:rPr lang="en-US" sz="1300">
                <a:solidFill>
                  <a:schemeClr val="bg1"/>
                </a:solidFill>
                <a:highlight>
                  <a:srgbClr val="FFFF00"/>
                </a:highlight>
                <a:latin typeface="Consolas" panose="020B0609020204030204" pitchFamily="49" charset="0"/>
              </a:rPr>
              <a:t> </a:t>
            </a:r>
            <a:r>
              <a:rPr lang="en-US" sz="1300">
                <a:solidFill>
                  <a:srgbClr val="0000FF"/>
                </a:solidFill>
                <a:highlight>
                  <a:srgbClr val="FFFF00"/>
                </a:highlight>
                <a:latin typeface="Consolas" panose="020B0609020204030204" pitchFamily="49" charset="0"/>
              </a:rPr>
              <a:t>int</a:t>
            </a:r>
            <a:r>
              <a:rPr lang="en-US" sz="1300">
                <a:highlight>
                  <a:srgbClr val="FFFF00"/>
                </a:highlight>
                <a:latin typeface="Consolas" panose="020B0609020204030204" pitchFamily="49" charset="0"/>
              </a:rPr>
              <a:t>[]</a:t>
            </a:r>
            <a:r>
              <a:rPr lang="en-US" sz="1300">
                <a:solidFill>
                  <a:schemeClr val="bg1"/>
                </a:solidFill>
                <a:highlight>
                  <a:srgbClr val="FFFF00"/>
                </a:highlight>
                <a:latin typeface="Consolas" panose="020B0609020204030204" pitchFamily="49" charset="0"/>
              </a:rPr>
              <a:t> </a:t>
            </a:r>
            <a:r>
              <a:rPr lang="en-US" sz="1300">
                <a:solidFill>
                  <a:srgbClr val="2B91AF"/>
                </a:solidFill>
                <a:highlight>
                  <a:srgbClr val="FFFF00"/>
                </a:highlight>
                <a:latin typeface="Consolas" panose="020B0609020204030204" pitchFamily="49" charset="0"/>
              </a:rPr>
              <a:t>a</a:t>
            </a:r>
            <a:r>
              <a:rPr lang="en-US" sz="1300">
                <a:latin typeface="Consolas" panose="020B0609020204030204" pitchFamily="49" charset="0"/>
              </a:rPr>
              <a:t>)</a:t>
            </a:r>
          </a:p>
          <a:p>
            <a:pPr marL="51435" indent="0" algn="just">
              <a:spcBef>
                <a:spcPts val="0"/>
              </a:spcBef>
              <a:buNone/>
            </a:pPr>
            <a:r>
              <a:rPr lang="en-US" sz="1300">
                <a:latin typeface="Consolas" panose="020B0609020204030204" pitchFamily="49" charset="0"/>
              </a:rPr>
              <a:t>{</a:t>
            </a:r>
          </a:p>
          <a:p>
            <a:pPr marL="51435" indent="0" algn="just">
              <a:spcBef>
                <a:spcPts val="0"/>
              </a:spcBef>
              <a:buNone/>
            </a:pPr>
            <a:r>
              <a:rPr lang="en-US" sz="1300">
                <a:solidFill>
                  <a:schemeClr val="bg1"/>
                </a:solidFill>
                <a:latin typeface="Consolas" panose="020B0609020204030204" pitchFamily="49" charset="0"/>
              </a:rPr>
              <a:t>    </a:t>
            </a:r>
            <a:r>
              <a:rPr lang="en-US" sz="1300">
                <a:solidFill>
                  <a:srgbClr val="2B91AF"/>
                </a:solidFill>
                <a:latin typeface="Consolas" panose="020B0609020204030204" pitchFamily="49" charset="0"/>
              </a:rPr>
              <a:t>a[0] </a:t>
            </a:r>
            <a:r>
              <a:rPr lang="en-US" sz="1300">
                <a:latin typeface="Consolas" panose="020B0609020204030204" pitchFamily="49" charset="0"/>
              </a:rPr>
              <a:t>= 9;</a:t>
            </a:r>
          </a:p>
          <a:p>
            <a:pPr marL="51435" indent="0" algn="just">
              <a:spcBef>
                <a:spcPts val="0"/>
              </a:spcBef>
              <a:buNone/>
            </a:pPr>
            <a:r>
              <a:rPr lang="en-US" sz="1300">
                <a:solidFill>
                  <a:schemeClr val="bg1"/>
                </a:solidFill>
                <a:latin typeface="Consolas" panose="020B0609020204030204" pitchFamily="49" charset="0"/>
              </a:rPr>
              <a:t>    </a:t>
            </a:r>
            <a:r>
              <a:rPr lang="en-US" sz="1300">
                <a:solidFill>
                  <a:srgbClr val="2B91AF"/>
                </a:solidFill>
                <a:latin typeface="Consolas" panose="020B0609020204030204" pitchFamily="49" charset="0"/>
              </a:rPr>
              <a:t>a</a:t>
            </a:r>
            <a:r>
              <a:rPr lang="en-US" sz="1300">
                <a:solidFill>
                  <a:schemeClr val="bg1"/>
                </a:solidFill>
                <a:latin typeface="Consolas" panose="020B0609020204030204" pitchFamily="49" charset="0"/>
              </a:rPr>
              <a:t> </a:t>
            </a:r>
            <a:r>
              <a:rPr lang="en-US" sz="1300">
                <a:latin typeface="Consolas" panose="020B0609020204030204" pitchFamily="49" charset="0"/>
              </a:rPr>
              <a:t>=</a:t>
            </a:r>
            <a:r>
              <a:rPr lang="en-US" sz="1300">
                <a:solidFill>
                  <a:schemeClr val="bg1"/>
                </a:solidFill>
                <a:latin typeface="Consolas" panose="020B0609020204030204" pitchFamily="49" charset="0"/>
              </a:rPr>
              <a:t> </a:t>
            </a:r>
            <a:r>
              <a:rPr lang="en-US" sz="1300">
                <a:solidFill>
                  <a:srgbClr val="0432FF"/>
                </a:solidFill>
                <a:latin typeface="Consolas" panose="020B0609020204030204" pitchFamily="49" charset="0"/>
              </a:rPr>
              <a:t>new int[2] </a:t>
            </a:r>
            <a:r>
              <a:rPr lang="en-US" sz="1300">
                <a:latin typeface="Consolas" panose="020B0609020204030204" pitchFamily="49" charset="0"/>
              </a:rPr>
              <a:t>{-3, -7};</a:t>
            </a:r>
          </a:p>
          <a:p>
            <a:pPr marL="51435" indent="0" algn="just">
              <a:spcBef>
                <a:spcPts val="0"/>
              </a:spcBef>
              <a:buNone/>
            </a:pPr>
            <a:r>
              <a:rPr lang="en-US" sz="1300">
                <a:solidFill>
                  <a:schemeClr val="bg1"/>
                </a:solidFill>
                <a:latin typeface="Consolas" panose="020B0609020204030204" pitchFamily="49" charset="0"/>
              </a:rPr>
              <a:t>    </a:t>
            </a:r>
            <a:r>
              <a:rPr lang="en-US" sz="1300">
                <a:solidFill>
                  <a:srgbClr val="2B91AF"/>
                </a:solidFill>
                <a:latin typeface="Consolas" panose="020B0609020204030204" pitchFamily="49" charset="0"/>
              </a:rPr>
              <a:t>Console</a:t>
            </a:r>
            <a:r>
              <a:rPr lang="en-US" sz="1300">
                <a:solidFill>
                  <a:schemeClr val="bg1"/>
                </a:solidFill>
                <a:latin typeface="Consolas" panose="020B0609020204030204" pitchFamily="49" charset="0"/>
              </a:rPr>
              <a:t>.</a:t>
            </a:r>
            <a:r>
              <a:rPr lang="en-US" sz="1300">
                <a:solidFill>
                  <a:srgbClr val="FEA400"/>
                </a:solidFill>
                <a:latin typeface="Consolas" panose="020B0609020204030204" pitchFamily="49" charset="0"/>
              </a:rPr>
              <a:t>WriteLine</a:t>
            </a:r>
            <a:r>
              <a:rPr lang="en-US" sz="1300">
                <a:latin typeface="Consolas" panose="020B0609020204030204" pitchFamily="49" charset="0"/>
                <a:cs typeface="Consolas" panose="020B0609020204030204" pitchFamily="49" charset="0"/>
              </a:rPr>
              <a:t>($</a:t>
            </a:r>
            <a:r>
              <a:rPr lang="en-US" sz="1300">
                <a:solidFill>
                  <a:srgbClr val="A31515"/>
                </a:solidFill>
                <a:latin typeface="Consolas" panose="020B0609020204030204" pitchFamily="49" charset="0"/>
              </a:rPr>
              <a:t>"Inside method: a[0] = </a:t>
            </a:r>
            <a:r>
              <a:rPr lang="en-US" sz="1300">
                <a:latin typeface="Consolas" panose="020B0609020204030204" pitchFamily="49" charset="0"/>
              </a:rPr>
              <a:t>{</a:t>
            </a:r>
            <a:r>
              <a:rPr lang="en-US" sz="1300">
                <a:solidFill>
                  <a:schemeClr val="accent6">
                    <a:lumMod val="75000"/>
                  </a:schemeClr>
                </a:solidFill>
                <a:latin typeface="Consolas" panose="020B0609020204030204" pitchFamily="49" charset="0"/>
              </a:rPr>
              <a:t>a[0]</a:t>
            </a:r>
            <a:r>
              <a:rPr lang="en-US" sz="1300">
                <a:latin typeface="Consolas" panose="020B0609020204030204" pitchFamily="49" charset="0"/>
              </a:rPr>
              <a:t>}</a:t>
            </a:r>
            <a:r>
              <a:rPr lang="en-US" sz="1300">
                <a:solidFill>
                  <a:srgbClr val="A31515"/>
                </a:solidFill>
                <a:latin typeface="Consolas" panose="020B0609020204030204" pitchFamily="49" charset="0"/>
              </a:rPr>
              <a:t>"</a:t>
            </a:r>
            <a:r>
              <a:rPr lang="en-US" sz="1300">
                <a:latin typeface="Consolas" panose="020B0609020204030204" pitchFamily="49" charset="0"/>
                <a:cs typeface="Consolas" panose="020B0609020204030204" pitchFamily="49" charset="0"/>
              </a:rPr>
              <a:t>);</a:t>
            </a:r>
            <a:endParaRPr lang="en-US" sz="1300">
              <a:latin typeface="Consolas" panose="020B0609020204030204" pitchFamily="49" charset="0"/>
            </a:endParaRPr>
          </a:p>
          <a:p>
            <a:pPr marL="51435" indent="0" algn="just">
              <a:spcBef>
                <a:spcPts val="0"/>
              </a:spcBef>
              <a:buNone/>
            </a:pPr>
            <a:r>
              <a:rPr lang="en-US" sz="1300">
                <a:latin typeface="Consolas" panose="020B0609020204030204" pitchFamily="49" charset="0"/>
              </a:rPr>
              <a:t>}</a:t>
            </a:r>
          </a:p>
          <a:p>
            <a:pPr marL="51435" indent="0" algn="just">
              <a:spcBef>
                <a:spcPts val="0"/>
              </a:spcBef>
              <a:buNone/>
            </a:pPr>
            <a:endParaRPr lang="en-US" sz="1300">
              <a:solidFill>
                <a:srgbClr val="0000FF"/>
              </a:solidFill>
              <a:latin typeface="Consolas" panose="020B0609020204030204" pitchFamily="49" charset="0"/>
            </a:endParaRPr>
          </a:p>
          <a:p>
            <a:pPr marL="51435" indent="0" algn="just">
              <a:spcBef>
                <a:spcPts val="0"/>
              </a:spcBef>
              <a:buNone/>
            </a:pPr>
            <a:r>
              <a:rPr lang="en-US" sz="1300">
                <a:solidFill>
                  <a:srgbClr val="0000FF"/>
                </a:solidFill>
                <a:latin typeface="Consolas" panose="020B0609020204030204" pitchFamily="49" charset="0"/>
              </a:rPr>
              <a:t>static</a:t>
            </a:r>
            <a:r>
              <a:rPr lang="en-US" sz="1300">
                <a:latin typeface="Consolas" panose="020B0609020204030204" pitchFamily="49" charset="0"/>
              </a:rPr>
              <a:t> </a:t>
            </a:r>
            <a:r>
              <a:rPr lang="en-US" sz="1300">
                <a:solidFill>
                  <a:srgbClr val="0000FF"/>
                </a:solidFill>
                <a:latin typeface="Consolas" panose="020B0609020204030204" pitchFamily="49" charset="0"/>
              </a:rPr>
              <a:t>void</a:t>
            </a:r>
            <a:r>
              <a:rPr lang="en-US" sz="1300">
                <a:latin typeface="Consolas" panose="020B0609020204030204" pitchFamily="49" charset="0"/>
              </a:rPr>
              <a:t> </a:t>
            </a:r>
            <a:r>
              <a:rPr lang="en-US" sz="1300">
                <a:solidFill>
                  <a:srgbClr val="FEA400"/>
                </a:solidFill>
                <a:latin typeface="Consolas" panose="020B0609020204030204" pitchFamily="49" charset="0"/>
              </a:rPr>
              <a:t>Main</a:t>
            </a:r>
            <a:r>
              <a:rPr lang="en-US" sz="1300">
                <a:latin typeface="Consolas" panose="020B0609020204030204" pitchFamily="49" charset="0"/>
              </a:rPr>
              <a:t>(</a:t>
            </a:r>
            <a:r>
              <a:rPr lang="en-US" sz="1300">
                <a:solidFill>
                  <a:srgbClr val="0000FF"/>
                </a:solidFill>
                <a:latin typeface="Consolas" panose="020B0609020204030204" pitchFamily="49" charset="0"/>
              </a:rPr>
              <a:t>string</a:t>
            </a:r>
            <a:r>
              <a:rPr lang="en-US" sz="1300">
                <a:latin typeface="Consolas" panose="020B0609020204030204" pitchFamily="49" charset="0"/>
              </a:rPr>
              <a:t>[] args)</a:t>
            </a:r>
          </a:p>
          <a:p>
            <a:pPr marL="51435" indent="0" algn="just">
              <a:spcBef>
                <a:spcPts val="0"/>
              </a:spcBef>
              <a:buNone/>
            </a:pPr>
            <a:r>
              <a:rPr lang="en-US" sz="1300">
                <a:latin typeface="Consolas" panose="020B0609020204030204" pitchFamily="49" charset="0"/>
              </a:rPr>
              <a:t>{</a:t>
            </a:r>
          </a:p>
          <a:p>
            <a:pPr marL="51435" indent="0">
              <a:spcBef>
                <a:spcPts val="0"/>
              </a:spcBef>
              <a:buNone/>
            </a:pPr>
            <a:r>
              <a:rPr lang="en-US" sz="1300">
                <a:solidFill>
                  <a:srgbClr val="2B91AF"/>
                </a:solidFill>
                <a:latin typeface="Consolas" panose="020B0609020204030204" pitchFamily="49" charset="0"/>
              </a:rPr>
              <a:t>    </a:t>
            </a:r>
            <a:r>
              <a:rPr lang="en-US" sz="1300">
                <a:solidFill>
                  <a:srgbClr val="0432FF"/>
                </a:solidFill>
                <a:latin typeface="Consolas" panose="020B0609020204030204" pitchFamily="49" charset="0"/>
              </a:rPr>
              <a:t>int[]</a:t>
            </a:r>
            <a:r>
              <a:rPr lang="en-US" sz="1300">
                <a:solidFill>
                  <a:schemeClr val="bg1"/>
                </a:solidFill>
                <a:latin typeface="Consolas" panose="020B0609020204030204" pitchFamily="49" charset="0"/>
              </a:rPr>
              <a:t> </a:t>
            </a:r>
            <a:r>
              <a:rPr lang="en-US" sz="1300">
                <a:solidFill>
                  <a:srgbClr val="2B91AF"/>
                </a:solidFill>
                <a:latin typeface="Consolas" panose="020B0609020204030204" pitchFamily="49" charset="0"/>
              </a:rPr>
              <a:t>a</a:t>
            </a:r>
            <a:r>
              <a:rPr lang="en-US" sz="1300">
                <a:solidFill>
                  <a:schemeClr val="bg1"/>
                </a:solidFill>
                <a:latin typeface="Consolas" panose="020B0609020204030204" pitchFamily="49" charset="0"/>
              </a:rPr>
              <a:t> </a:t>
            </a:r>
            <a:r>
              <a:rPr lang="en-US" sz="1300">
                <a:latin typeface="Consolas" panose="020B0609020204030204" pitchFamily="49" charset="0"/>
              </a:rPr>
              <a:t>=</a:t>
            </a:r>
            <a:r>
              <a:rPr lang="en-US" sz="1300">
                <a:solidFill>
                  <a:schemeClr val="bg1"/>
                </a:solidFill>
                <a:latin typeface="Consolas" panose="020B0609020204030204" pitchFamily="49" charset="0"/>
              </a:rPr>
              <a:t> </a:t>
            </a:r>
            <a:r>
              <a:rPr lang="en-US" sz="1300">
                <a:solidFill>
                  <a:srgbClr val="0432FF"/>
                </a:solidFill>
                <a:latin typeface="Consolas" panose="020B0609020204030204" pitchFamily="49" charset="0"/>
              </a:rPr>
              <a:t>new int[4] </a:t>
            </a:r>
            <a:r>
              <a:rPr lang="en-US" sz="1300">
                <a:latin typeface="Consolas" panose="020B0609020204030204" pitchFamily="49" charset="0"/>
              </a:rPr>
              <a:t>{5, 8, 2, 7}</a:t>
            </a:r>
            <a:r>
              <a:rPr lang="en-US" sz="1300">
                <a:latin typeface="Consolas" panose="020B0609020204030204" pitchFamily="49" charset="0"/>
                <a:cs typeface="Consolas" panose="020B0609020204030204" pitchFamily="49" charset="0"/>
              </a:rPr>
              <a:t>;</a:t>
            </a:r>
          </a:p>
          <a:p>
            <a:pPr marL="51435" indent="0">
              <a:spcBef>
                <a:spcPts val="0"/>
              </a:spcBef>
              <a:buNone/>
            </a:pPr>
            <a:r>
              <a:rPr lang="en-US" sz="1300">
                <a:solidFill>
                  <a:schemeClr val="bg1"/>
                </a:solidFill>
                <a:latin typeface="Consolas" panose="020B0609020204030204" pitchFamily="49" charset="0"/>
                <a:cs typeface="Consolas" panose="020B0609020204030204" pitchFamily="49" charset="0"/>
              </a:rPr>
              <a:t>    </a:t>
            </a:r>
            <a:r>
              <a:rPr lang="en-US" sz="1300">
                <a:solidFill>
                  <a:srgbClr val="2B91AF"/>
                </a:solidFill>
                <a:latin typeface="Consolas" panose="020B0609020204030204" pitchFamily="49" charset="0"/>
              </a:rPr>
              <a:t>Console</a:t>
            </a:r>
            <a:r>
              <a:rPr lang="en-US" sz="1300">
                <a:latin typeface="Consolas" panose="020B0609020204030204" pitchFamily="49" charset="0"/>
              </a:rPr>
              <a:t>.</a:t>
            </a:r>
            <a:r>
              <a:rPr lang="en-US" sz="1300">
                <a:solidFill>
                  <a:srgbClr val="FEA400"/>
                </a:solidFill>
                <a:latin typeface="Consolas" panose="020B0609020204030204" pitchFamily="49" charset="0"/>
              </a:rPr>
              <a:t>WriteLine</a:t>
            </a:r>
            <a:r>
              <a:rPr lang="en-US" sz="1300">
                <a:latin typeface="Consolas" panose="020B0609020204030204" pitchFamily="49" charset="0"/>
                <a:cs typeface="Consolas" panose="020B0609020204030204" pitchFamily="49" charset="0"/>
              </a:rPr>
              <a:t>($</a:t>
            </a:r>
            <a:r>
              <a:rPr lang="en-US" sz="1300">
                <a:solidFill>
                  <a:srgbClr val="A31515"/>
                </a:solidFill>
                <a:latin typeface="Consolas" panose="020B0609020204030204" pitchFamily="49" charset="0"/>
              </a:rPr>
              <a:t>"Before calling method: a[0] = </a:t>
            </a:r>
            <a:r>
              <a:rPr lang="en-US" sz="1300">
                <a:latin typeface="Consolas" panose="020B0609020204030204" pitchFamily="49" charset="0"/>
              </a:rPr>
              <a:t>{</a:t>
            </a:r>
            <a:r>
              <a:rPr lang="en-US" sz="1300">
                <a:solidFill>
                  <a:schemeClr val="accent6">
                    <a:lumMod val="75000"/>
                  </a:schemeClr>
                </a:solidFill>
                <a:latin typeface="Consolas" panose="020B0609020204030204" pitchFamily="49" charset="0"/>
              </a:rPr>
              <a:t>a[0]</a:t>
            </a:r>
            <a:r>
              <a:rPr lang="en-US" sz="1300">
                <a:latin typeface="Consolas" panose="020B0609020204030204" pitchFamily="49" charset="0"/>
              </a:rPr>
              <a:t>}</a:t>
            </a:r>
            <a:r>
              <a:rPr lang="en-US" sz="1300">
                <a:solidFill>
                  <a:srgbClr val="A31515"/>
                </a:solidFill>
                <a:latin typeface="Consolas" panose="020B0609020204030204" pitchFamily="49" charset="0"/>
              </a:rPr>
              <a:t>"</a:t>
            </a:r>
            <a:r>
              <a:rPr lang="en-US" sz="1300">
                <a:latin typeface="Consolas" panose="020B0609020204030204" pitchFamily="49" charset="0"/>
                <a:cs typeface="Consolas" panose="020B0609020204030204" pitchFamily="49" charset="0"/>
              </a:rPr>
              <a:t>);</a:t>
            </a:r>
          </a:p>
          <a:p>
            <a:pPr marL="51435" indent="0">
              <a:spcBef>
                <a:spcPts val="0"/>
              </a:spcBef>
              <a:buNone/>
            </a:pPr>
            <a:r>
              <a:rPr lang="en-US" sz="1300">
                <a:solidFill>
                  <a:schemeClr val="bg1"/>
                </a:solidFill>
                <a:latin typeface="Consolas" panose="020B0609020204030204" pitchFamily="49" charset="0"/>
                <a:cs typeface="Consolas" panose="020B0609020204030204" pitchFamily="49" charset="0"/>
              </a:rPr>
              <a:t>    </a:t>
            </a:r>
            <a:r>
              <a:rPr lang="en-US" sz="1300">
                <a:solidFill>
                  <a:srgbClr val="FEA400"/>
                </a:solidFill>
                <a:latin typeface="Consolas" panose="020B0609020204030204" pitchFamily="49" charset="0"/>
              </a:rPr>
              <a:t>Change</a:t>
            </a:r>
            <a:r>
              <a:rPr lang="en-US" sz="1300">
                <a:latin typeface="Consolas" panose="020B0609020204030204" pitchFamily="49" charset="0"/>
              </a:rPr>
              <a:t>(</a:t>
            </a:r>
            <a:r>
              <a:rPr lang="en-US" sz="1300">
                <a:solidFill>
                  <a:srgbClr val="0432FF"/>
                </a:solidFill>
                <a:highlight>
                  <a:srgbClr val="FFFF00"/>
                </a:highlight>
                <a:latin typeface="Consolas" panose="020B0609020204030204" pitchFamily="49" charset="0"/>
              </a:rPr>
              <a:t>ref</a:t>
            </a:r>
            <a:r>
              <a:rPr lang="en-US" sz="1300">
                <a:solidFill>
                  <a:schemeClr val="bg1"/>
                </a:solidFill>
                <a:highlight>
                  <a:srgbClr val="FFFF00"/>
                </a:highlight>
                <a:latin typeface="Consolas" panose="020B0609020204030204" pitchFamily="49" charset="0"/>
              </a:rPr>
              <a:t> </a:t>
            </a:r>
            <a:r>
              <a:rPr lang="en-US" sz="1300">
                <a:solidFill>
                  <a:srgbClr val="2B91AF"/>
                </a:solidFill>
                <a:highlight>
                  <a:srgbClr val="FFFF00"/>
                </a:highlight>
                <a:latin typeface="Consolas" panose="020B0609020204030204" pitchFamily="49" charset="0"/>
              </a:rPr>
              <a:t>a</a:t>
            </a:r>
            <a:r>
              <a:rPr lang="en-US" sz="1300">
                <a:latin typeface="Consolas" panose="020B0609020204030204" pitchFamily="49" charset="0"/>
              </a:rPr>
              <a:t>);</a:t>
            </a:r>
          </a:p>
          <a:p>
            <a:pPr marL="51435" indent="0">
              <a:spcBef>
                <a:spcPts val="0"/>
              </a:spcBef>
              <a:buNone/>
            </a:pPr>
            <a:r>
              <a:rPr lang="en-US" sz="1300">
                <a:solidFill>
                  <a:srgbClr val="2B91AF"/>
                </a:solidFill>
                <a:latin typeface="Consolas" panose="020B0609020204030204" pitchFamily="49" charset="0"/>
              </a:rPr>
              <a:t>    Console</a:t>
            </a:r>
            <a:r>
              <a:rPr lang="en-US" sz="1300">
                <a:solidFill>
                  <a:schemeClr val="bg1"/>
                </a:solidFill>
                <a:latin typeface="Consolas" panose="020B0609020204030204" pitchFamily="49" charset="0"/>
              </a:rPr>
              <a:t>.</a:t>
            </a:r>
            <a:r>
              <a:rPr lang="en-US" sz="1300">
                <a:solidFill>
                  <a:srgbClr val="FEA400"/>
                </a:solidFill>
                <a:latin typeface="Consolas" panose="020B0609020204030204" pitchFamily="49" charset="0"/>
              </a:rPr>
              <a:t>WriteLine</a:t>
            </a:r>
            <a:r>
              <a:rPr lang="en-US" sz="1300">
                <a:latin typeface="Consolas" panose="020B0609020204030204" pitchFamily="49" charset="0"/>
                <a:cs typeface="Consolas" panose="020B0609020204030204" pitchFamily="49" charset="0"/>
              </a:rPr>
              <a:t>($</a:t>
            </a:r>
            <a:r>
              <a:rPr lang="en-US" sz="1300">
                <a:solidFill>
                  <a:srgbClr val="A31515"/>
                </a:solidFill>
                <a:latin typeface="Consolas" panose="020B0609020204030204" pitchFamily="49" charset="0"/>
                <a:cs typeface="Consolas" panose="020B0609020204030204" pitchFamily="49" charset="0"/>
              </a:rPr>
              <a:t>"</a:t>
            </a:r>
            <a:r>
              <a:rPr lang="en-US" sz="1300">
                <a:solidFill>
                  <a:srgbClr val="A31515"/>
                </a:solidFill>
                <a:latin typeface="Consolas" panose="020B0609020204030204" pitchFamily="49" charset="0"/>
              </a:rPr>
              <a:t>After calling method: a[0] = </a:t>
            </a:r>
            <a:r>
              <a:rPr lang="en-US" sz="1300">
                <a:latin typeface="Consolas" panose="020B0609020204030204" pitchFamily="49" charset="0"/>
              </a:rPr>
              <a:t>{</a:t>
            </a:r>
            <a:r>
              <a:rPr lang="en-US" sz="1300">
                <a:solidFill>
                  <a:schemeClr val="accent6">
                    <a:lumMod val="75000"/>
                  </a:schemeClr>
                </a:solidFill>
                <a:latin typeface="Consolas" panose="020B0609020204030204" pitchFamily="49" charset="0"/>
              </a:rPr>
              <a:t>a[0]</a:t>
            </a:r>
            <a:r>
              <a:rPr lang="en-US" sz="1300">
                <a:latin typeface="Consolas" panose="020B0609020204030204" pitchFamily="49" charset="0"/>
              </a:rPr>
              <a:t>}</a:t>
            </a:r>
            <a:r>
              <a:rPr lang="en-US" sz="1300">
                <a:solidFill>
                  <a:srgbClr val="A31515"/>
                </a:solidFill>
                <a:latin typeface="Consolas" panose="020B0609020204030204" pitchFamily="49" charset="0"/>
              </a:rPr>
              <a:t>"</a:t>
            </a:r>
            <a:r>
              <a:rPr lang="en-US" sz="1300">
                <a:latin typeface="Consolas" panose="020B0609020204030204" pitchFamily="49" charset="0"/>
                <a:cs typeface="Consolas" panose="020B0609020204030204" pitchFamily="49" charset="0"/>
              </a:rPr>
              <a:t>);</a:t>
            </a:r>
            <a:endParaRPr lang="en-US" sz="1300">
              <a:latin typeface="Consolas" panose="020B0609020204030204" pitchFamily="49" charset="0"/>
            </a:endParaRPr>
          </a:p>
          <a:p>
            <a:pPr marL="51435" indent="0">
              <a:spcBef>
                <a:spcPts val="0"/>
              </a:spcBef>
              <a:buNone/>
            </a:pPr>
            <a:r>
              <a:rPr lang="en-US" sz="1300">
                <a:latin typeface="Consolas" panose="020B0609020204030204" pitchFamily="49" charset="0"/>
              </a:rPr>
              <a:t>}</a:t>
            </a:r>
          </a:p>
        </p:txBody>
      </p:sp>
      <p:sp>
        <p:nvSpPr>
          <p:cNvPr id="7" name="Rectangle 6">
            <a:extLst>
              <a:ext uri="{FF2B5EF4-FFF2-40B4-BE49-F238E27FC236}">
                <a16:creationId xmlns:a16="http://schemas.microsoft.com/office/drawing/2014/main" id="{8EB2CF11-70DA-F347-A0FA-44DB110B806F}"/>
              </a:ext>
            </a:extLst>
          </p:cNvPr>
          <p:cNvSpPr/>
          <p:nvPr/>
        </p:nvSpPr>
        <p:spPr>
          <a:xfrm>
            <a:off x="2411760" y="3544375"/>
            <a:ext cx="1642611" cy="277328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VN"/>
          </a:p>
        </p:txBody>
      </p:sp>
      <p:grpSp>
        <p:nvGrpSpPr>
          <p:cNvPr id="8" name="Group 7">
            <a:extLst>
              <a:ext uri="{FF2B5EF4-FFF2-40B4-BE49-F238E27FC236}">
                <a16:creationId xmlns:a16="http://schemas.microsoft.com/office/drawing/2014/main" id="{9D183396-EF10-3742-96D7-B1C7319E6F98}"/>
              </a:ext>
            </a:extLst>
          </p:cNvPr>
          <p:cNvGrpSpPr/>
          <p:nvPr/>
        </p:nvGrpSpPr>
        <p:grpSpPr>
          <a:xfrm>
            <a:off x="2551168" y="4878531"/>
            <a:ext cx="1363794" cy="1362928"/>
            <a:chOff x="2396996" y="4876740"/>
            <a:chExt cx="1363794" cy="1362928"/>
          </a:xfrm>
        </p:grpSpPr>
        <p:sp>
          <p:nvSpPr>
            <p:cNvPr id="9" name="Rectangle 8">
              <a:extLst>
                <a:ext uri="{FF2B5EF4-FFF2-40B4-BE49-F238E27FC236}">
                  <a16:creationId xmlns:a16="http://schemas.microsoft.com/office/drawing/2014/main" id="{732791BC-18EA-CF40-AF75-E9981CE96A23}"/>
                </a:ext>
              </a:extLst>
            </p:cNvPr>
            <p:cNvSpPr/>
            <p:nvPr/>
          </p:nvSpPr>
          <p:spPr>
            <a:xfrm>
              <a:off x="2396996" y="4954384"/>
              <a:ext cx="1363794" cy="1285284"/>
            </a:xfrm>
            <a:prstGeom prst="rect">
              <a:avLst/>
            </a:prstGeom>
            <a:ln/>
          </p:spPr>
          <p:style>
            <a:lnRef idx="3">
              <a:schemeClr val="lt1"/>
            </a:lnRef>
            <a:fillRef idx="1">
              <a:schemeClr val="accent5"/>
            </a:fillRef>
            <a:effectRef idx="1">
              <a:schemeClr val="accent5"/>
            </a:effectRef>
            <a:fontRef idx="minor">
              <a:schemeClr val="lt1"/>
            </a:fontRef>
          </p:style>
          <p:txBody>
            <a:bodyPr rtlCol="0" anchor="ctr"/>
            <a:lstStyle/>
            <a:p>
              <a:pPr algn="ctr"/>
              <a:endParaRPr lang="en-VN"/>
            </a:p>
          </p:txBody>
        </p:sp>
        <p:grpSp>
          <p:nvGrpSpPr>
            <p:cNvPr id="10" name="Group 9">
              <a:extLst>
                <a:ext uri="{FF2B5EF4-FFF2-40B4-BE49-F238E27FC236}">
                  <a16:creationId xmlns:a16="http://schemas.microsoft.com/office/drawing/2014/main" id="{FC9CDEEC-1768-3348-AA37-EEE17E359EDE}"/>
                </a:ext>
              </a:extLst>
            </p:cNvPr>
            <p:cNvGrpSpPr/>
            <p:nvPr/>
          </p:nvGrpSpPr>
          <p:grpSpPr>
            <a:xfrm>
              <a:off x="2534490" y="4876740"/>
              <a:ext cx="1183922" cy="1290556"/>
              <a:chOff x="2534490" y="4876740"/>
              <a:chExt cx="1183922" cy="1290556"/>
            </a:xfrm>
          </p:grpSpPr>
          <p:grpSp>
            <p:nvGrpSpPr>
              <p:cNvPr id="11" name="Group 10">
                <a:extLst>
                  <a:ext uri="{FF2B5EF4-FFF2-40B4-BE49-F238E27FC236}">
                    <a16:creationId xmlns:a16="http://schemas.microsoft.com/office/drawing/2014/main" id="{BC1926C3-E46A-3149-A11E-BC5252E58F11}"/>
                  </a:ext>
                </a:extLst>
              </p:cNvPr>
              <p:cNvGrpSpPr/>
              <p:nvPr/>
            </p:nvGrpSpPr>
            <p:grpSpPr>
              <a:xfrm>
                <a:off x="2534490" y="5263128"/>
                <a:ext cx="1183922" cy="904168"/>
                <a:chOff x="-1544472" y="5686180"/>
                <a:chExt cx="1183922" cy="904168"/>
              </a:xfrm>
            </p:grpSpPr>
            <p:sp>
              <p:nvSpPr>
                <p:cNvPr id="13" name="Cube 12">
                  <a:extLst>
                    <a:ext uri="{FF2B5EF4-FFF2-40B4-BE49-F238E27FC236}">
                      <a16:creationId xmlns:a16="http://schemas.microsoft.com/office/drawing/2014/main" id="{DB3C522B-D259-5740-A82C-D7B2DEABE137}"/>
                    </a:ext>
                  </a:extLst>
                </p:cNvPr>
                <p:cNvSpPr/>
                <p:nvPr/>
              </p:nvSpPr>
              <p:spPr>
                <a:xfrm>
                  <a:off x="-1544472" y="5686180"/>
                  <a:ext cx="1031924" cy="904168"/>
                </a:xfrm>
                <a:prstGeom prst="cube">
                  <a:avLst>
                    <a:gd name="adj" fmla="val 3817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4" name="TextBox 13">
                  <a:extLst>
                    <a:ext uri="{FF2B5EF4-FFF2-40B4-BE49-F238E27FC236}">
                      <a16:creationId xmlns:a16="http://schemas.microsoft.com/office/drawing/2014/main" id="{6BCB3B93-DDBC-D641-94BF-16983D6B7E9F}"/>
                    </a:ext>
                  </a:extLst>
                </p:cNvPr>
                <p:cNvSpPr txBox="1"/>
                <p:nvPr/>
              </p:nvSpPr>
              <p:spPr>
                <a:xfrm>
                  <a:off x="-1373561" y="6042968"/>
                  <a:ext cx="357808" cy="477054"/>
                </a:xfrm>
                <a:prstGeom prst="rect">
                  <a:avLst/>
                </a:prstGeom>
                <a:noFill/>
              </p:spPr>
              <p:txBody>
                <a:bodyPr wrap="square" rtlCol="0">
                  <a:spAutoFit/>
                </a:bodyPr>
                <a:lstStyle/>
                <a:p>
                  <a:pPr algn="ctr"/>
                  <a:r>
                    <a:rPr lang="en-VN" sz="2500"/>
                    <a:t>a</a:t>
                  </a:r>
                </a:p>
              </p:txBody>
            </p:sp>
            <p:sp>
              <p:nvSpPr>
                <p:cNvPr id="15" name="TextBox 14">
                  <a:extLst>
                    <a:ext uri="{FF2B5EF4-FFF2-40B4-BE49-F238E27FC236}">
                      <a16:creationId xmlns:a16="http://schemas.microsoft.com/office/drawing/2014/main" id="{88300A70-B579-8B43-AFA1-1D7558924C6A}"/>
                    </a:ext>
                  </a:extLst>
                </p:cNvPr>
                <p:cNvSpPr txBox="1"/>
                <p:nvPr/>
              </p:nvSpPr>
              <p:spPr>
                <a:xfrm>
                  <a:off x="-990407" y="5863372"/>
                  <a:ext cx="629857" cy="400110"/>
                </a:xfrm>
                <a:prstGeom prst="rect">
                  <a:avLst/>
                </a:prstGeom>
                <a:noFill/>
                <a:scene3d>
                  <a:camera prst="isometricRightUp">
                    <a:rot lat="1800000" lon="18000000" rev="0"/>
                  </a:camera>
                  <a:lightRig rig="threePt" dir="t"/>
                </a:scene3d>
              </p:spPr>
              <p:txBody>
                <a:bodyPr wrap="square" rtlCol="0">
                  <a:spAutoFit/>
                </a:bodyPr>
                <a:lstStyle/>
                <a:p>
                  <a:pPr algn="ctr"/>
                  <a:r>
                    <a:rPr lang="en-US" sz="2000"/>
                    <a:t>i</a:t>
                  </a:r>
                  <a:r>
                    <a:rPr lang="en-VN" sz="2000"/>
                    <a:t>nt[]</a:t>
                  </a:r>
                </a:p>
              </p:txBody>
            </p:sp>
          </p:grpSp>
          <p:sp>
            <p:nvSpPr>
              <p:cNvPr id="12" name="TextBox 11">
                <a:extLst>
                  <a:ext uri="{FF2B5EF4-FFF2-40B4-BE49-F238E27FC236}">
                    <a16:creationId xmlns:a16="http://schemas.microsoft.com/office/drawing/2014/main" id="{FF413419-F91E-4F49-9E08-5FD48C8A6F46}"/>
                  </a:ext>
                </a:extLst>
              </p:cNvPr>
              <p:cNvSpPr txBox="1"/>
              <p:nvPr/>
            </p:nvSpPr>
            <p:spPr>
              <a:xfrm>
                <a:off x="2687962" y="4876740"/>
                <a:ext cx="724979" cy="369332"/>
              </a:xfrm>
              <a:prstGeom prst="rect">
                <a:avLst/>
              </a:prstGeom>
              <a:noFill/>
            </p:spPr>
            <p:txBody>
              <a:bodyPr wrap="square" rtlCol="0">
                <a:spAutoFit/>
              </a:bodyPr>
              <a:lstStyle/>
              <a:p>
                <a:pPr algn="ctr"/>
                <a:r>
                  <a:rPr lang="en-VN" b="1">
                    <a:solidFill>
                      <a:srgbClr val="0432FF"/>
                    </a:solidFill>
                    <a:latin typeface="Calibri" panose="020F0502020204030204" pitchFamily="34" charset="0"/>
                    <a:cs typeface="Calibri" panose="020F0502020204030204" pitchFamily="34" charset="0"/>
                  </a:rPr>
                  <a:t>Main</a:t>
                </a:r>
              </a:p>
            </p:txBody>
          </p:sp>
        </p:grpSp>
      </p:grpSp>
      <p:sp>
        <p:nvSpPr>
          <p:cNvPr id="16" name="Rectangle 15">
            <a:extLst>
              <a:ext uri="{FF2B5EF4-FFF2-40B4-BE49-F238E27FC236}">
                <a16:creationId xmlns:a16="http://schemas.microsoft.com/office/drawing/2014/main" id="{88F49F68-8E36-7D4E-909A-10111004B720}"/>
              </a:ext>
            </a:extLst>
          </p:cNvPr>
          <p:cNvSpPr/>
          <p:nvPr/>
        </p:nvSpPr>
        <p:spPr>
          <a:xfrm>
            <a:off x="4400992" y="3544375"/>
            <a:ext cx="3475042" cy="277328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VN"/>
          </a:p>
        </p:txBody>
      </p:sp>
      <p:grpSp>
        <p:nvGrpSpPr>
          <p:cNvPr id="17" name="Group 16">
            <a:extLst>
              <a:ext uri="{FF2B5EF4-FFF2-40B4-BE49-F238E27FC236}">
                <a16:creationId xmlns:a16="http://schemas.microsoft.com/office/drawing/2014/main" id="{352BFDC7-FA74-C349-9513-3AE128F57577}"/>
              </a:ext>
            </a:extLst>
          </p:cNvPr>
          <p:cNvGrpSpPr/>
          <p:nvPr/>
        </p:nvGrpSpPr>
        <p:grpSpPr>
          <a:xfrm>
            <a:off x="2551168" y="3547638"/>
            <a:ext cx="1368780" cy="1349627"/>
            <a:chOff x="2551168" y="4087983"/>
            <a:chExt cx="1368780" cy="1349627"/>
          </a:xfrm>
        </p:grpSpPr>
        <p:sp>
          <p:nvSpPr>
            <p:cNvPr id="18" name="Rectangle 17">
              <a:extLst>
                <a:ext uri="{FF2B5EF4-FFF2-40B4-BE49-F238E27FC236}">
                  <a16:creationId xmlns:a16="http://schemas.microsoft.com/office/drawing/2014/main" id="{6E0E6C96-56D8-3D4E-9E10-EF16AE88D9F9}"/>
                </a:ext>
              </a:extLst>
            </p:cNvPr>
            <p:cNvSpPr/>
            <p:nvPr/>
          </p:nvSpPr>
          <p:spPr>
            <a:xfrm>
              <a:off x="2551168" y="4168217"/>
              <a:ext cx="1363794" cy="1269393"/>
            </a:xfrm>
            <a:prstGeom prst="rect">
              <a:avLst/>
            </a:prstGeom>
            <a:ln/>
          </p:spPr>
          <p:style>
            <a:lnRef idx="3">
              <a:schemeClr val="lt1"/>
            </a:lnRef>
            <a:fillRef idx="1">
              <a:schemeClr val="accent5"/>
            </a:fillRef>
            <a:effectRef idx="1">
              <a:schemeClr val="accent5"/>
            </a:effectRef>
            <a:fontRef idx="minor">
              <a:schemeClr val="lt1"/>
            </a:fontRef>
          </p:style>
          <p:txBody>
            <a:bodyPr rtlCol="0" anchor="ctr"/>
            <a:lstStyle/>
            <a:p>
              <a:pPr algn="ctr"/>
              <a:endParaRPr lang="en-VN"/>
            </a:p>
          </p:txBody>
        </p:sp>
        <p:sp>
          <p:nvSpPr>
            <p:cNvPr id="19" name="Cube 18">
              <a:extLst>
                <a:ext uri="{FF2B5EF4-FFF2-40B4-BE49-F238E27FC236}">
                  <a16:creationId xmlns:a16="http://schemas.microsoft.com/office/drawing/2014/main" id="{85971176-AD52-2741-A52B-242CBD8590FF}"/>
                </a:ext>
              </a:extLst>
            </p:cNvPr>
            <p:cNvSpPr/>
            <p:nvPr/>
          </p:nvSpPr>
          <p:spPr>
            <a:xfrm>
              <a:off x="2736026" y="4477580"/>
              <a:ext cx="1031924" cy="904168"/>
            </a:xfrm>
            <a:prstGeom prst="cube">
              <a:avLst>
                <a:gd name="adj" fmla="val 3817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20" name="TextBox 19">
              <a:extLst>
                <a:ext uri="{FF2B5EF4-FFF2-40B4-BE49-F238E27FC236}">
                  <a16:creationId xmlns:a16="http://schemas.microsoft.com/office/drawing/2014/main" id="{2E35D493-EF1C-CD4E-8954-A466379720BE}"/>
                </a:ext>
              </a:extLst>
            </p:cNvPr>
            <p:cNvSpPr txBox="1"/>
            <p:nvPr/>
          </p:nvSpPr>
          <p:spPr>
            <a:xfrm>
              <a:off x="2906937" y="4834368"/>
              <a:ext cx="357808" cy="477054"/>
            </a:xfrm>
            <a:prstGeom prst="rect">
              <a:avLst/>
            </a:prstGeom>
            <a:noFill/>
          </p:spPr>
          <p:txBody>
            <a:bodyPr wrap="square" rtlCol="0">
              <a:spAutoFit/>
            </a:bodyPr>
            <a:lstStyle/>
            <a:p>
              <a:pPr algn="ctr"/>
              <a:r>
                <a:rPr lang="en-VN" sz="2500"/>
                <a:t>a</a:t>
              </a:r>
            </a:p>
          </p:txBody>
        </p:sp>
        <p:sp>
          <p:nvSpPr>
            <p:cNvPr id="21" name="TextBox 20">
              <a:extLst>
                <a:ext uri="{FF2B5EF4-FFF2-40B4-BE49-F238E27FC236}">
                  <a16:creationId xmlns:a16="http://schemas.microsoft.com/office/drawing/2014/main" id="{1C1A3F0F-CA47-DE4E-8220-597C395C84D3}"/>
                </a:ext>
              </a:extLst>
            </p:cNvPr>
            <p:cNvSpPr txBox="1"/>
            <p:nvPr/>
          </p:nvSpPr>
          <p:spPr>
            <a:xfrm>
              <a:off x="3290091" y="4654772"/>
              <a:ext cx="629857" cy="400110"/>
            </a:xfrm>
            <a:prstGeom prst="rect">
              <a:avLst/>
            </a:prstGeom>
            <a:noFill/>
            <a:scene3d>
              <a:camera prst="isometricRightUp">
                <a:rot lat="1800000" lon="18000000" rev="0"/>
              </a:camera>
              <a:lightRig rig="threePt" dir="t"/>
            </a:scene3d>
          </p:spPr>
          <p:txBody>
            <a:bodyPr wrap="square" rtlCol="0">
              <a:spAutoFit/>
            </a:bodyPr>
            <a:lstStyle/>
            <a:p>
              <a:pPr algn="ctr"/>
              <a:r>
                <a:rPr lang="en-US" sz="2000"/>
                <a:t>i</a:t>
              </a:r>
              <a:r>
                <a:rPr lang="en-VN" sz="2000"/>
                <a:t>nt[]</a:t>
              </a:r>
            </a:p>
          </p:txBody>
        </p:sp>
        <p:sp>
          <p:nvSpPr>
            <p:cNvPr id="22" name="TextBox 21">
              <a:extLst>
                <a:ext uri="{FF2B5EF4-FFF2-40B4-BE49-F238E27FC236}">
                  <a16:creationId xmlns:a16="http://schemas.microsoft.com/office/drawing/2014/main" id="{9D5FB269-84A8-B847-9DCD-A1820A61AA97}"/>
                </a:ext>
              </a:extLst>
            </p:cNvPr>
            <p:cNvSpPr txBox="1"/>
            <p:nvPr/>
          </p:nvSpPr>
          <p:spPr>
            <a:xfrm>
              <a:off x="2795063" y="4087983"/>
              <a:ext cx="903798" cy="369332"/>
            </a:xfrm>
            <a:prstGeom prst="rect">
              <a:avLst/>
            </a:prstGeom>
            <a:noFill/>
          </p:spPr>
          <p:txBody>
            <a:bodyPr wrap="square" rtlCol="0">
              <a:spAutoFit/>
            </a:bodyPr>
            <a:lstStyle/>
            <a:p>
              <a:pPr algn="ctr"/>
              <a:r>
                <a:rPr lang="en-VN" b="1">
                  <a:solidFill>
                    <a:srgbClr val="0432FF"/>
                  </a:solidFill>
                  <a:latin typeface="Calibri" panose="020F0502020204030204" pitchFamily="34" charset="0"/>
                  <a:cs typeface="Calibri" panose="020F0502020204030204" pitchFamily="34" charset="0"/>
                </a:rPr>
                <a:t>Change</a:t>
              </a:r>
            </a:p>
          </p:txBody>
        </p:sp>
      </p:grpSp>
      <p:cxnSp>
        <p:nvCxnSpPr>
          <p:cNvPr id="28" name="Curved Connector 27">
            <a:extLst>
              <a:ext uri="{FF2B5EF4-FFF2-40B4-BE49-F238E27FC236}">
                <a16:creationId xmlns:a16="http://schemas.microsoft.com/office/drawing/2014/main" id="{632A907F-8F04-5C4E-9C38-55E1A84DC77F}"/>
              </a:ext>
            </a:extLst>
          </p:cNvPr>
          <p:cNvCxnSpPr>
            <a:cxnSpLocks/>
          </p:cNvCxnSpPr>
          <p:nvPr/>
        </p:nvCxnSpPr>
        <p:spPr>
          <a:xfrm flipV="1">
            <a:off x="3161180" y="4294023"/>
            <a:ext cx="2150195" cy="1156719"/>
          </a:xfrm>
          <a:prstGeom prst="curvedConnector3">
            <a:avLst>
              <a:gd name="adj1" fmla="val 50000"/>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Rectangle 29">
            <a:extLst>
              <a:ext uri="{FF2B5EF4-FFF2-40B4-BE49-F238E27FC236}">
                <a16:creationId xmlns:a16="http://schemas.microsoft.com/office/drawing/2014/main" id="{3BD1AB62-12B1-BB44-928A-667D8AEBF398}"/>
              </a:ext>
            </a:extLst>
          </p:cNvPr>
          <p:cNvSpPr/>
          <p:nvPr/>
        </p:nvSpPr>
        <p:spPr>
          <a:xfrm>
            <a:off x="1691680" y="3274749"/>
            <a:ext cx="5760640" cy="294213"/>
          </a:xfrm>
          <a:prstGeom prst="rect">
            <a:avLst/>
          </a:prstGeom>
          <a:solidFill>
            <a:srgbClr val="FFFF00">
              <a:alpha val="26391"/>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grpSp>
        <p:nvGrpSpPr>
          <p:cNvPr id="31" name="Group 30">
            <a:extLst>
              <a:ext uri="{FF2B5EF4-FFF2-40B4-BE49-F238E27FC236}">
                <a16:creationId xmlns:a16="http://schemas.microsoft.com/office/drawing/2014/main" id="{8B812864-5510-0B4D-BF97-3EB038C0A55F}"/>
              </a:ext>
            </a:extLst>
          </p:cNvPr>
          <p:cNvGrpSpPr/>
          <p:nvPr/>
        </p:nvGrpSpPr>
        <p:grpSpPr>
          <a:xfrm>
            <a:off x="5311375" y="3864231"/>
            <a:ext cx="1062564" cy="601403"/>
            <a:chOff x="6827979" y="5625080"/>
            <a:chExt cx="1062564" cy="601403"/>
          </a:xfrm>
        </p:grpSpPr>
        <p:sp>
          <p:nvSpPr>
            <p:cNvPr id="32" name="Cube 31">
              <a:extLst>
                <a:ext uri="{FF2B5EF4-FFF2-40B4-BE49-F238E27FC236}">
                  <a16:creationId xmlns:a16="http://schemas.microsoft.com/office/drawing/2014/main" id="{42ED0E90-CA6C-794C-BF60-7B5728A50254}"/>
                </a:ext>
              </a:extLst>
            </p:cNvPr>
            <p:cNvSpPr/>
            <p:nvPr/>
          </p:nvSpPr>
          <p:spPr>
            <a:xfrm>
              <a:off x="6827979" y="5625080"/>
              <a:ext cx="647861" cy="601403"/>
            </a:xfrm>
            <a:prstGeom prst="cube">
              <a:avLst>
                <a:gd name="adj" fmla="val 3817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VN"/>
                <a:t>-3</a:t>
              </a:r>
            </a:p>
          </p:txBody>
        </p:sp>
        <p:sp>
          <p:nvSpPr>
            <p:cNvPr id="33" name="Cube 32">
              <a:extLst>
                <a:ext uri="{FF2B5EF4-FFF2-40B4-BE49-F238E27FC236}">
                  <a16:creationId xmlns:a16="http://schemas.microsoft.com/office/drawing/2014/main" id="{359EBD54-5A08-EE43-A354-0460ED7CF759}"/>
                </a:ext>
              </a:extLst>
            </p:cNvPr>
            <p:cNvSpPr/>
            <p:nvPr/>
          </p:nvSpPr>
          <p:spPr>
            <a:xfrm>
              <a:off x="7242682" y="5625080"/>
              <a:ext cx="647861" cy="601403"/>
            </a:xfrm>
            <a:prstGeom prst="cube">
              <a:avLst>
                <a:gd name="adj" fmla="val 3817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VN"/>
                <a:t>-7</a:t>
              </a:r>
            </a:p>
          </p:txBody>
        </p:sp>
      </p:grpSp>
      <p:sp>
        <p:nvSpPr>
          <p:cNvPr id="35" name="U-Turn Arrow 34">
            <a:extLst>
              <a:ext uri="{FF2B5EF4-FFF2-40B4-BE49-F238E27FC236}">
                <a16:creationId xmlns:a16="http://schemas.microsoft.com/office/drawing/2014/main" id="{31A5A204-160D-2542-9399-9B922D8B4F6E}"/>
              </a:ext>
            </a:extLst>
          </p:cNvPr>
          <p:cNvSpPr/>
          <p:nvPr/>
        </p:nvSpPr>
        <p:spPr>
          <a:xfrm rot="5400000" flipV="1">
            <a:off x="1839168" y="4795873"/>
            <a:ext cx="1903746" cy="537583"/>
          </a:xfrm>
          <a:prstGeom prst="uturnArrow">
            <a:avLst>
              <a:gd name="adj1" fmla="val 8459"/>
              <a:gd name="adj2" fmla="val 25000"/>
              <a:gd name="adj3" fmla="val 20865"/>
              <a:gd name="adj4" fmla="val 39615"/>
              <a:gd name="adj5" fmla="val 75000"/>
            </a:avLst>
          </a:prstGeom>
          <a:solidFill>
            <a:srgbClr val="FF0000"/>
          </a:solidFill>
          <a:ln w="12700">
            <a:solidFill>
              <a:schemeClr val="accent1"/>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en-VN">
              <a:solidFill>
                <a:schemeClr val="tx1"/>
              </a:solidFill>
            </a:endParaRPr>
          </a:p>
        </p:txBody>
      </p:sp>
      <p:sp>
        <p:nvSpPr>
          <p:cNvPr id="36" name="Line Callout 1 35">
            <a:extLst>
              <a:ext uri="{FF2B5EF4-FFF2-40B4-BE49-F238E27FC236}">
                <a16:creationId xmlns:a16="http://schemas.microsoft.com/office/drawing/2014/main" id="{CD20AA9C-607C-1E44-92DC-32FF0997F210}"/>
              </a:ext>
            </a:extLst>
          </p:cNvPr>
          <p:cNvSpPr/>
          <p:nvPr/>
        </p:nvSpPr>
        <p:spPr>
          <a:xfrm>
            <a:off x="4788024" y="1883645"/>
            <a:ext cx="4245566" cy="901563"/>
          </a:xfrm>
          <a:prstGeom prst="borderCallout1">
            <a:avLst>
              <a:gd name="adj1" fmla="val 100424"/>
              <a:gd name="adj2" fmla="val 55677"/>
              <a:gd name="adj3" fmla="val 147864"/>
              <a:gd name="adj4" fmla="val 35593"/>
            </a:avLst>
          </a:prstGeom>
          <a:ln/>
        </p:spPr>
        <p:style>
          <a:lnRef idx="1">
            <a:schemeClr val="accent2"/>
          </a:lnRef>
          <a:fillRef idx="2">
            <a:schemeClr val="accent2"/>
          </a:fillRef>
          <a:effectRef idx="1">
            <a:schemeClr val="accent2"/>
          </a:effectRef>
          <a:fontRef idx="minor">
            <a:schemeClr val="dk1"/>
          </a:fontRef>
        </p:style>
        <p:txBody>
          <a:bodyPr rtlCol="0" anchor="ctr"/>
          <a:lstStyle/>
          <a:p>
            <a:r>
              <a:rPr lang="en-US">
                <a:solidFill>
                  <a:schemeClr val="tx1"/>
                </a:solidFill>
                <a:latin typeface="Consolas" panose="020B0609020204030204" pitchFamily="49" charset="0"/>
              </a:rPr>
              <a:t>Before calling method: </a:t>
            </a:r>
            <a:r>
              <a:rPr lang="en-GB" dirty="0">
                <a:solidFill>
                  <a:schemeClr val="tx1"/>
                </a:solidFill>
                <a:latin typeface="Consolas" pitchFamily="49" charset="0"/>
                <a:cs typeface="Consolas" pitchFamily="49" charset="0"/>
              </a:rPr>
              <a:t>a[0] = 5</a:t>
            </a:r>
          </a:p>
          <a:p>
            <a:r>
              <a:rPr lang="en-US">
                <a:solidFill>
                  <a:schemeClr val="tx1"/>
                </a:solidFill>
                <a:latin typeface="Consolas" panose="020B0609020204030204" pitchFamily="49" charset="0"/>
              </a:rPr>
              <a:t>Inside method: </a:t>
            </a:r>
            <a:r>
              <a:rPr lang="en-GB" dirty="0">
                <a:solidFill>
                  <a:schemeClr val="tx1"/>
                </a:solidFill>
                <a:latin typeface="Consolas" pitchFamily="49" charset="0"/>
                <a:cs typeface="Consolas" pitchFamily="49" charset="0"/>
              </a:rPr>
              <a:t>a[0] = -3</a:t>
            </a:r>
          </a:p>
          <a:p>
            <a:r>
              <a:rPr lang="en-US">
                <a:solidFill>
                  <a:schemeClr val="tx1"/>
                </a:solidFill>
                <a:latin typeface="Consolas" panose="020B0609020204030204" pitchFamily="49" charset="0"/>
              </a:rPr>
              <a:t>After calling method: </a:t>
            </a:r>
            <a:r>
              <a:rPr lang="en-GB" dirty="0">
                <a:solidFill>
                  <a:schemeClr val="tx1"/>
                </a:solidFill>
                <a:latin typeface="Consolas" pitchFamily="49" charset="0"/>
                <a:cs typeface="Consolas" pitchFamily="49" charset="0"/>
              </a:rPr>
              <a:t>a[0] = -3</a:t>
            </a:r>
          </a:p>
        </p:txBody>
      </p:sp>
    </p:spTree>
    <p:extLst>
      <p:ext uri="{BB962C8B-B14F-4D97-AF65-F5344CB8AC3E}">
        <p14:creationId xmlns:p14="http://schemas.microsoft.com/office/powerpoint/2010/main" val="335505301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dissolve">
                                      <p:cBhvr>
                                        <p:cTn id="7"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09F558-D333-EE4F-BF8A-DD5A2AF8E8E5}"/>
              </a:ext>
            </a:extLst>
          </p:cNvPr>
          <p:cNvSpPr>
            <a:spLocks noGrp="1"/>
          </p:cNvSpPr>
          <p:nvPr>
            <p:ph type="title"/>
          </p:nvPr>
        </p:nvSpPr>
        <p:spPr/>
        <p:txBody>
          <a:bodyPr>
            <a:normAutofit fontScale="90000"/>
          </a:bodyPr>
          <a:lstStyle/>
          <a:p>
            <a:r>
              <a:rPr lang="en-US"/>
              <a:t>T</a:t>
            </a:r>
            <a:r>
              <a:rPr lang="en-VN"/>
              <a:t>RUYỀN THAM CHIẾU KIỂU MẢNG</a:t>
            </a:r>
          </a:p>
        </p:txBody>
      </p:sp>
      <p:sp>
        <p:nvSpPr>
          <p:cNvPr id="3" name="Content Placeholder 2">
            <a:extLst>
              <a:ext uri="{FF2B5EF4-FFF2-40B4-BE49-F238E27FC236}">
                <a16:creationId xmlns:a16="http://schemas.microsoft.com/office/drawing/2014/main" id="{46E931EB-84F8-664B-A670-FCDDEF319EBC}"/>
              </a:ext>
            </a:extLst>
          </p:cNvPr>
          <p:cNvSpPr>
            <a:spLocks noGrp="1"/>
          </p:cNvSpPr>
          <p:nvPr>
            <p:ph idx="1"/>
          </p:nvPr>
        </p:nvSpPr>
        <p:spPr/>
        <p:txBody>
          <a:bodyPr/>
          <a:lstStyle/>
          <a:p>
            <a:pPr algn="just"/>
            <a:r>
              <a:rPr lang="en-VN"/>
              <a:t>Nhận xét: </a:t>
            </a:r>
          </a:p>
          <a:p>
            <a:pPr lvl="1" algn="just"/>
            <a:r>
              <a:rPr lang="en-VN">
                <a:solidFill>
                  <a:srgbClr val="C00000"/>
                </a:solidFill>
              </a:rPr>
              <a:t>Thao tác trên tham số cũng chính là thao tác trên đối số </a:t>
            </a:r>
            <a:r>
              <a:rPr lang="en-VN">
                <a:solidFill>
                  <a:srgbClr val="17459E"/>
                </a:solidFill>
              </a:rPr>
              <a:t>trong lời gọi hàm</a:t>
            </a:r>
            <a:endParaRPr lang="en-VN">
              <a:sym typeface="Wingdings" pitchFamily="2" charset="2"/>
            </a:endParaRPr>
          </a:p>
          <a:p>
            <a:pPr lvl="1" algn="just"/>
            <a:r>
              <a:rPr lang="en-VN">
                <a:sym typeface="Wingdings" pitchFamily="2" charset="2"/>
              </a:rPr>
              <a:t>Tham chiếu </a:t>
            </a:r>
            <a:r>
              <a:rPr lang="en-VN">
                <a:solidFill>
                  <a:srgbClr val="0432FF"/>
                </a:solidFill>
                <a:sym typeface="Wingdings" pitchFamily="2" charset="2"/>
              </a:rPr>
              <a:t>ref</a:t>
            </a:r>
            <a:r>
              <a:rPr lang="en-VN">
                <a:sym typeface="Wingdings" pitchFamily="2" charset="2"/>
              </a:rPr>
              <a:t>: đối số </a:t>
            </a:r>
            <a:r>
              <a:rPr lang="en-VN">
                <a:solidFill>
                  <a:srgbClr val="C00000"/>
                </a:solidFill>
                <a:sym typeface="Wingdings" pitchFamily="2" charset="2"/>
              </a:rPr>
              <a:t>phải là mảng đã được khởi tạo</a:t>
            </a:r>
            <a:r>
              <a:rPr lang="en-VN">
                <a:sym typeface="Wingdings" pitchFamily="2" charset="2"/>
              </a:rPr>
              <a:t>;</a:t>
            </a:r>
          </a:p>
          <a:p>
            <a:pPr lvl="1" algn="just"/>
            <a:r>
              <a:rPr lang="en-VN">
                <a:sym typeface="Wingdings" pitchFamily="2" charset="2"/>
              </a:rPr>
              <a:t>Tham chiếu </a:t>
            </a:r>
            <a:r>
              <a:rPr lang="en-VN">
                <a:solidFill>
                  <a:srgbClr val="0432FF"/>
                </a:solidFill>
                <a:sym typeface="Wingdings" pitchFamily="2" charset="2"/>
              </a:rPr>
              <a:t>out</a:t>
            </a:r>
            <a:r>
              <a:rPr lang="en-VN">
                <a:sym typeface="Wingdings" pitchFamily="2" charset="2"/>
              </a:rPr>
              <a:t>: đối số </a:t>
            </a:r>
            <a:r>
              <a:rPr lang="en-VN">
                <a:solidFill>
                  <a:srgbClr val="C00000"/>
                </a:solidFill>
                <a:sym typeface="Wingdings" pitchFamily="2" charset="2"/>
              </a:rPr>
              <a:t>có thể là mảng chưa được khởi tạo</a:t>
            </a:r>
            <a:r>
              <a:rPr lang="en-VN">
                <a:sym typeface="Wingdings" pitchFamily="2" charset="2"/>
              </a:rPr>
              <a:t>;</a:t>
            </a:r>
          </a:p>
          <a:p>
            <a:pPr lvl="1" algn="just"/>
            <a:endParaRPr lang="en-VN">
              <a:sym typeface="Wingdings" pitchFamily="2" charset="2"/>
            </a:endParaRPr>
          </a:p>
        </p:txBody>
      </p:sp>
      <p:sp>
        <p:nvSpPr>
          <p:cNvPr id="4" name="Footer Placeholder 3">
            <a:extLst>
              <a:ext uri="{FF2B5EF4-FFF2-40B4-BE49-F238E27FC236}">
                <a16:creationId xmlns:a16="http://schemas.microsoft.com/office/drawing/2014/main" id="{F03246C0-7681-AD48-868A-D72606C1877E}"/>
              </a:ext>
            </a:extLst>
          </p:cNvPr>
          <p:cNvSpPr>
            <a:spLocks noGrp="1"/>
          </p:cNvSpPr>
          <p:nvPr>
            <p:ph type="ftr" sz="quarter" idx="11"/>
          </p:nvPr>
        </p:nvSpPr>
        <p:spPr/>
        <p:txBody>
          <a:bodyPr/>
          <a:lstStyle/>
          <a:p>
            <a:r>
              <a:rPr lang="vi-VN" dirty="0"/>
              <a:t>Bài 6: Mảng một chiều</a:t>
            </a:r>
            <a:endParaRPr lang="en-US" dirty="0"/>
          </a:p>
        </p:txBody>
      </p:sp>
      <p:sp>
        <p:nvSpPr>
          <p:cNvPr id="5" name="Slide Number Placeholder 4">
            <a:extLst>
              <a:ext uri="{FF2B5EF4-FFF2-40B4-BE49-F238E27FC236}">
                <a16:creationId xmlns:a16="http://schemas.microsoft.com/office/drawing/2014/main" id="{AA02F9E7-4A6D-174E-81AE-32936B7114DF}"/>
              </a:ext>
            </a:extLst>
          </p:cNvPr>
          <p:cNvSpPr>
            <a:spLocks noGrp="1"/>
          </p:cNvSpPr>
          <p:nvPr>
            <p:ph type="sldNum" sz="quarter" idx="12"/>
          </p:nvPr>
        </p:nvSpPr>
        <p:spPr/>
        <p:txBody>
          <a:bodyPr/>
          <a:lstStyle/>
          <a:p>
            <a:fld id="{1AD93096-5B34-4342-9326-69289CEAE4C2}" type="slidenum">
              <a:rPr lang="en-US" smtClean="0"/>
              <a:pPr/>
              <a:t>32</a:t>
            </a:fld>
            <a:endParaRPr lang="en-US" dirty="0"/>
          </a:p>
        </p:txBody>
      </p:sp>
    </p:spTree>
    <p:extLst>
      <p:ext uri="{BB962C8B-B14F-4D97-AF65-F5344CB8AC3E}">
        <p14:creationId xmlns:p14="http://schemas.microsoft.com/office/powerpoint/2010/main" val="416939184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932152F9-2B95-EF47-948C-A169795CCD17}"/>
              </a:ext>
            </a:extLst>
          </p:cNvPr>
          <p:cNvSpPr>
            <a:spLocks noGrp="1"/>
          </p:cNvSpPr>
          <p:nvPr>
            <p:ph type="title"/>
          </p:nvPr>
        </p:nvSpPr>
        <p:spPr/>
        <p:txBody>
          <a:bodyPr>
            <a:normAutofit fontScale="90000"/>
          </a:bodyPr>
          <a:lstStyle/>
          <a:p>
            <a:r>
              <a:rPr lang="en-VN"/>
              <a:t>VẬN DỤNG</a:t>
            </a:r>
          </a:p>
        </p:txBody>
      </p:sp>
      <p:sp>
        <p:nvSpPr>
          <p:cNvPr id="10" name="Content Placeholder 9">
            <a:extLst>
              <a:ext uri="{FF2B5EF4-FFF2-40B4-BE49-F238E27FC236}">
                <a16:creationId xmlns:a16="http://schemas.microsoft.com/office/drawing/2014/main" id="{7953ABD5-A8EB-D044-B4BB-434D970AAAF6}"/>
              </a:ext>
            </a:extLst>
          </p:cNvPr>
          <p:cNvSpPr>
            <a:spLocks noGrp="1"/>
          </p:cNvSpPr>
          <p:nvPr>
            <p:ph idx="1"/>
          </p:nvPr>
        </p:nvSpPr>
        <p:spPr/>
        <p:txBody>
          <a:bodyPr/>
          <a:lstStyle/>
          <a:p>
            <a:r>
              <a:rPr lang="en-US"/>
              <a:t>Bài tập 3: Định nghĩa các hàm nhập mảng sau:</a:t>
            </a:r>
          </a:p>
          <a:p>
            <a:pPr lvl="1" algn="just"/>
            <a:r>
              <a:rPr lang="en-US"/>
              <a:t>Hàm </a:t>
            </a:r>
            <a:r>
              <a:rPr lang="en-US">
                <a:solidFill>
                  <a:srgbClr val="0432FF"/>
                </a:solidFill>
              </a:rPr>
              <a:t>InputArray1(…)</a:t>
            </a:r>
            <a:r>
              <a:rPr lang="en-US"/>
              <a:t>: có </a:t>
            </a:r>
            <a:r>
              <a:rPr lang="en-US">
                <a:solidFill>
                  <a:srgbClr val="C00000"/>
                </a:solidFill>
              </a:rPr>
              <a:t>tham số là một mảng một chiều </a:t>
            </a:r>
            <a:r>
              <a:rPr lang="en-US"/>
              <a:t>chứa các số nguyên </a:t>
            </a:r>
            <a:r>
              <a:rPr lang="en-US">
                <a:solidFill>
                  <a:srgbClr val="C00000"/>
                </a:solidFill>
              </a:rPr>
              <a:t>đã được khởi tạo trước</a:t>
            </a:r>
            <a:r>
              <a:rPr lang="en-US"/>
              <a:t>, yêu cầu người dùng nhập giá trị cho các phần tử của mảng.</a:t>
            </a:r>
          </a:p>
          <a:p>
            <a:pPr lvl="1" algn="just"/>
            <a:endParaRPr lang="en-US"/>
          </a:p>
          <a:p>
            <a:pPr lvl="1" algn="just"/>
            <a:r>
              <a:rPr lang="en-US"/>
              <a:t>Hàm </a:t>
            </a:r>
            <a:r>
              <a:rPr lang="en-US">
                <a:solidFill>
                  <a:srgbClr val="0432FF"/>
                </a:solidFill>
              </a:rPr>
              <a:t>InputArray2(…)</a:t>
            </a:r>
            <a:r>
              <a:rPr lang="en-US"/>
              <a:t>: có </a:t>
            </a:r>
            <a:r>
              <a:rPr lang="en-US">
                <a:solidFill>
                  <a:srgbClr val="C00000"/>
                </a:solidFill>
              </a:rPr>
              <a:t>tham số là một mảng một chiều </a:t>
            </a:r>
            <a:r>
              <a:rPr lang="en-US"/>
              <a:t>chứa các số nguyên </a:t>
            </a:r>
            <a:r>
              <a:rPr lang="en-US">
                <a:solidFill>
                  <a:srgbClr val="C00000"/>
                </a:solidFill>
              </a:rPr>
              <a:t>chưa được khởi tạo trước</a:t>
            </a:r>
            <a:r>
              <a:rPr lang="en-US"/>
              <a:t>, yêu cầu người dùng nhập kích thước mảng n, khởi tạo mảng và nhập giá trị cho các phần tử của mảng.</a:t>
            </a:r>
          </a:p>
          <a:p>
            <a:pPr lvl="1" algn="just"/>
            <a:endParaRPr lang="en-US"/>
          </a:p>
          <a:p>
            <a:pPr lvl="1" algn="just"/>
            <a:r>
              <a:rPr lang="en-US"/>
              <a:t>Hàm </a:t>
            </a:r>
            <a:r>
              <a:rPr lang="en-US">
                <a:solidFill>
                  <a:srgbClr val="0432FF"/>
                </a:solidFill>
              </a:rPr>
              <a:t>InputArray3(…)</a:t>
            </a:r>
            <a:r>
              <a:rPr lang="en-US"/>
              <a:t>: </a:t>
            </a:r>
            <a:r>
              <a:rPr lang="en-US">
                <a:solidFill>
                  <a:srgbClr val="C00000"/>
                </a:solidFill>
              </a:rPr>
              <a:t>không có tham số</a:t>
            </a:r>
            <a:r>
              <a:rPr lang="en-US"/>
              <a:t>, yêu cầu người dùng nhập kích thước mảng n, khởi tạo mảng và nhập giá trị cho các phần tử của mảng. Hàm trả về kết quả là mảng số nguyên vừa nhập.</a:t>
            </a:r>
          </a:p>
          <a:p>
            <a:pPr lvl="1"/>
            <a:endParaRPr lang="en-US"/>
          </a:p>
          <a:p>
            <a:pPr lvl="1"/>
            <a:endParaRPr lang="en-US"/>
          </a:p>
        </p:txBody>
      </p:sp>
      <p:sp>
        <p:nvSpPr>
          <p:cNvPr id="6" name="Footer Placeholder 5">
            <a:extLst>
              <a:ext uri="{FF2B5EF4-FFF2-40B4-BE49-F238E27FC236}">
                <a16:creationId xmlns:a16="http://schemas.microsoft.com/office/drawing/2014/main" id="{3C00CB2F-E8B1-E64D-B344-EBE71C2FBB86}"/>
              </a:ext>
            </a:extLst>
          </p:cNvPr>
          <p:cNvSpPr>
            <a:spLocks noGrp="1"/>
          </p:cNvSpPr>
          <p:nvPr>
            <p:ph type="ftr" sz="quarter" idx="11"/>
          </p:nvPr>
        </p:nvSpPr>
        <p:spPr/>
        <p:txBody>
          <a:bodyPr/>
          <a:lstStyle/>
          <a:p>
            <a:r>
              <a:rPr lang="vi-VN" dirty="0"/>
              <a:t>Bài 6: Mảng một chiều</a:t>
            </a:r>
            <a:endParaRPr lang="en-US" dirty="0"/>
          </a:p>
        </p:txBody>
      </p:sp>
      <p:sp>
        <p:nvSpPr>
          <p:cNvPr id="2" name="Slide Number Placeholder 1">
            <a:extLst>
              <a:ext uri="{FF2B5EF4-FFF2-40B4-BE49-F238E27FC236}">
                <a16:creationId xmlns:a16="http://schemas.microsoft.com/office/drawing/2014/main" id="{DE184841-1B7D-854B-A1FB-8A355537594C}"/>
              </a:ext>
            </a:extLst>
          </p:cNvPr>
          <p:cNvSpPr>
            <a:spLocks noGrp="1"/>
          </p:cNvSpPr>
          <p:nvPr>
            <p:ph type="sldNum" sz="quarter" idx="12"/>
          </p:nvPr>
        </p:nvSpPr>
        <p:spPr/>
        <p:txBody>
          <a:bodyPr/>
          <a:lstStyle/>
          <a:p>
            <a:fld id="{1AD93096-5B34-4342-9326-69289CEAE4C2}" type="slidenum">
              <a:rPr lang="en-US" smtClean="0"/>
              <a:pPr/>
              <a:t>33</a:t>
            </a:fld>
            <a:endParaRPr lang="en-US" dirty="0"/>
          </a:p>
        </p:txBody>
      </p:sp>
    </p:spTree>
    <p:extLst>
      <p:ext uri="{BB962C8B-B14F-4D97-AF65-F5344CB8AC3E}">
        <p14:creationId xmlns:p14="http://schemas.microsoft.com/office/powerpoint/2010/main" val="120142037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932152F9-2B95-EF47-948C-A169795CCD17}"/>
              </a:ext>
            </a:extLst>
          </p:cNvPr>
          <p:cNvSpPr>
            <a:spLocks noGrp="1"/>
          </p:cNvSpPr>
          <p:nvPr>
            <p:ph type="title"/>
          </p:nvPr>
        </p:nvSpPr>
        <p:spPr/>
        <p:txBody>
          <a:bodyPr>
            <a:normAutofit fontScale="90000"/>
          </a:bodyPr>
          <a:lstStyle/>
          <a:p>
            <a:r>
              <a:rPr lang="en-VN"/>
              <a:t>VẬN DỤNG</a:t>
            </a:r>
          </a:p>
        </p:txBody>
      </p:sp>
      <p:sp>
        <p:nvSpPr>
          <p:cNvPr id="10" name="Content Placeholder 9">
            <a:extLst>
              <a:ext uri="{FF2B5EF4-FFF2-40B4-BE49-F238E27FC236}">
                <a16:creationId xmlns:a16="http://schemas.microsoft.com/office/drawing/2014/main" id="{7953ABD5-A8EB-D044-B4BB-434D970AAAF6}"/>
              </a:ext>
            </a:extLst>
          </p:cNvPr>
          <p:cNvSpPr>
            <a:spLocks noGrp="1"/>
          </p:cNvSpPr>
          <p:nvPr>
            <p:ph idx="1"/>
          </p:nvPr>
        </p:nvSpPr>
        <p:spPr/>
        <p:txBody>
          <a:bodyPr/>
          <a:lstStyle/>
          <a:p>
            <a:pPr algn="just"/>
            <a:r>
              <a:rPr lang="en-US"/>
              <a:t>Bài tập 4: Định nghĩa hàm </a:t>
            </a:r>
            <a:r>
              <a:rPr lang="en-US">
                <a:solidFill>
                  <a:srgbClr val="0432FF"/>
                </a:solidFill>
              </a:rPr>
              <a:t>PrintArray(…)</a:t>
            </a:r>
            <a:r>
              <a:rPr lang="en-US"/>
              <a:t> dùng để </a:t>
            </a:r>
            <a:r>
              <a:rPr lang="en-US">
                <a:solidFill>
                  <a:srgbClr val="C00000"/>
                </a:solidFill>
              </a:rPr>
              <a:t>in giá trị các phần tử </a:t>
            </a:r>
            <a:r>
              <a:rPr lang="en-US"/>
              <a:t>của</a:t>
            </a:r>
            <a:r>
              <a:rPr lang="en-US">
                <a:solidFill>
                  <a:srgbClr val="C00000"/>
                </a:solidFill>
              </a:rPr>
              <a:t> </a:t>
            </a:r>
            <a:r>
              <a:rPr lang="en-US"/>
              <a:t>một mảng một chiều chứa các số nguyên </a:t>
            </a:r>
            <a:r>
              <a:rPr lang="en-US">
                <a:solidFill>
                  <a:srgbClr val="C00000"/>
                </a:solidFill>
              </a:rPr>
              <a:t>theo thứ tự đảo ngược</a:t>
            </a:r>
            <a:r>
              <a:rPr lang="en-US"/>
              <a:t>, các phần tử cách nhau bởi ký tự khoảng trắng.</a:t>
            </a:r>
          </a:p>
          <a:p>
            <a:pPr>
              <a:lnSpc>
                <a:spcPct val="150000"/>
              </a:lnSpc>
            </a:pPr>
            <a:r>
              <a:rPr lang="en-US"/>
              <a:t>Ví dụ: Mảng a = {4, 7, 9, 2, 3}</a:t>
            </a:r>
            <a:br>
              <a:rPr lang="en-US"/>
            </a:br>
            <a:r>
              <a:rPr lang="en-US"/>
              <a:t>Kết quả in ra màn hình: 3 2 9 7 4</a:t>
            </a:r>
          </a:p>
          <a:p>
            <a:pPr lvl="1"/>
            <a:endParaRPr lang="en-US"/>
          </a:p>
          <a:p>
            <a:pPr lvl="1"/>
            <a:endParaRPr lang="en-US"/>
          </a:p>
        </p:txBody>
      </p:sp>
      <p:sp>
        <p:nvSpPr>
          <p:cNvPr id="6" name="Footer Placeholder 5">
            <a:extLst>
              <a:ext uri="{FF2B5EF4-FFF2-40B4-BE49-F238E27FC236}">
                <a16:creationId xmlns:a16="http://schemas.microsoft.com/office/drawing/2014/main" id="{3C00CB2F-E8B1-E64D-B344-EBE71C2FBB86}"/>
              </a:ext>
            </a:extLst>
          </p:cNvPr>
          <p:cNvSpPr>
            <a:spLocks noGrp="1"/>
          </p:cNvSpPr>
          <p:nvPr>
            <p:ph type="ftr" sz="quarter" idx="11"/>
          </p:nvPr>
        </p:nvSpPr>
        <p:spPr/>
        <p:txBody>
          <a:bodyPr/>
          <a:lstStyle/>
          <a:p>
            <a:r>
              <a:rPr lang="vi-VN" dirty="0"/>
              <a:t>Bài 6: Mảng một chiều</a:t>
            </a:r>
            <a:endParaRPr lang="en-US" dirty="0"/>
          </a:p>
        </p:txBody>
      </p:sp>
      <p:sp>
        <p:nvSpPr>
          <p:cNvPr id="2" name="Slide Number Placeholder 1">
            <a:extLst>
              <a:ext uri="{FF2B5EF4-FFF2-40B4-BE49-F238E27FC236}">
                <a16:creationId xmlns:a16="http://schemas.microsoft.com/office/drawing/2014/main" id="{DE184841-1B7D-854B-A1FB-8A355537594C}"/>
              </a:ext>
            </a:extLst>
          </p:cNvPr>
          <p:cNvSpPr>
            <a:spLocks noGrp="1"/>
          </p:cNvSpPr>
          <p:nvPr>
            <p:ph type="sldNum" sz="quarter" idx="12"/>
          </p:nvPr>
        </p:nvSpPr>
        <p:spPr/>
        <p:txBody>
          <a:bodyPr/>
          <a:lstStyle/>
          <a:p>
            <a:fld id="{1AD93096-5B34-4342-9326-69289CEAE4C2}" type="slidenum">
              <a:rPr lang="en-US" smtClean="0"/>
              <a:pPr/>
              <a:t>34</a:t>
            </a:fld>
            <a:endParaRPr lang="en-US" dirty="0"/>
          </a:p>
        </p:txBody>
      </p:sp>
    </p:spTree>
    <p:extLst>
      <p:ext uri="{BB962C8B-B14F-4D97-AF65-F5344CB8AC3E}">
        <p14:creationId xmlns:p14="http://schemas.microsoft.com/office/powerpoint/2010/main" val="428873939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932152F9-2B95-EF47-948C-A169795CCD17}"/>
              </a:ext>
            </a:extLst>
          </p:cNvPr>
          <p:cNvSpPr>
            <a:spLocks noGrp="1"/>
          </p:cNvSpPr>
          <p:nvPr>
            <p:ph type="title"/>
          </p:nvPr>
        </p:nvSpPr>
        <p:spPr/>
        <p:txBody>
          <a:bodyPr>
            <a:normAutofit fontScale="90000"/>
          </a:bodyPr>
          <a:lstStyle/>
          <a:p>
            <a:r>
              <a:rPr lang="en-VN"/>
              <a:t>VẬN DỤNG</a:t>
            </a:r>
          </a:p>
        </p:txBody>
      </p:sp>
      <p:sp>
        <p:nvSpPr>
          <p:cNvPr id="10" name="Content Placeholder 9">
            <a:extLst>
              <a:ext uri="{FF2B5EF4-FFF2-40B4-BE49-F238E27FC236}">
                <a16:creationId xmlns:a16="http://schemas.microsoft.com/office/drawing/2014/main" id="{7953ABD5-A8EB-D044-B4BB-434D970AAAF6}"/>
              </a:ext>
            </a:extLst>
          </p:cNvPr>
          <p:cNvSpPr>
            <a:spLocks noGrp="1"/>
          </p:cNvSpPr>
          <p:nvPr>
            <p:ph idx="1"/>
          </p:nvPr>
        </p:nvSpPr>
        <p:spPr/>
        <p:txBody>
          <a:bodyPr/>
          <a:lstStyle/>
          <a:p>
            <a:r>
              <a:rPr lang="en-US"/>
              <a:t>Bài tập 5: Định nghĩa các hàm tính tổng sau:</a:t>
            </a:r>
          </a:p>
          <a:p>
            <a:pPr lvl="1" algn="just"/>
            <a:r>
              <a:rPr lang="en-US"/>
              <a:t>Hàm </a:t>
            </a:r>
            <a:r>
              <a:rPr lang="en-US">
                <a:solidFill>
                  <a:srgbClr val="0432FF"/>
                </a:solidFill>
              </a:rPr>
              <a:t>SumArray(…)</a:t>
            </a:r>
            <a:r>
              <a:rPr lang="en-US"/>
              <a:t>: </a:t>
            </a:r>
            <a:r>
              <a:rPr lang="en-US" u="sng">
                <a:solidFill>
                  <a:srgbClr val="C00000"/>
                </a:solidFill>
              </a:rPr>
              <a:t>tính và trả về</a:t>
            </a:r>
            <a:r>
              <a:rPr lang="en-US">
                <a:solidFill>
                  <a:srgbClr val="C00000"/>
                </a:solidFill>
              </a:rPr>
              <a:t> </a:t>
            </a:r>
            <a:r>
              <a:rPr lang="en-US">
                <a:solidFill>
                  <a:srgbClr val="17459E"/>
                </a:solidFill>
              </a:rPr>
              <a:t>tổng tất cả phần tử </a:t>
            </a:r>
            <a:r>
              <a:rPr lang="en-US"/>
              <a:t>của một mảng một chiều chứa các số nguyên cho trước.</a:t>
            </a:r>
          </a:p>
          <a:p>
            <a:pPr lvl="1" algn="just"/>
            <a:endParaRPr lang="en-US"/>
          </a:p>
          <a:p>
            <a:pPr lvl="1" algn="just"/>
            <a:r>
              <a:rPr lang="en-US"/>
              <a:t>Hàm </a:t>
            </a:r>
            <a:r>
              <a:rPr lang="en-US">
                <a:solidFill>
                  <a:srgbClr val="0432FF"/>
                </a:solidFill>
              </a:rPr>
              <a:t>SumOfEven(…)</a:t>
            </a:r>
            <a:r>
              <a:rPr lang="en-US"/>
              <a:t>: </a:t>
            </a:r>
            <a:r>
              <a:rPr lang="en-US" u="sng">
                <a:solidFill>
                  <a:srgbClr val="C00000"/>
                </a:solidFill>
              </a:rPr>
              <a:t>tính và trả về</a:t>
            </a:r>
            <a:r>
              <a:rPr lang="en-US">
                <a:solidFill>
                  <a:srgbClr val="C00000"/>
                </a:solidFill>
              </a:rPr>
              <a:t> </a:t>
            </a:r>
            <a:r>
              <a:rPr lang="en-US">
                <a:solidFill>
                  <a:srgbClr val="17459E"/>
                </a:solidFill>
              </a:rPr>
              <a:t>tổng tất cả phần tử là số chẵn </a:t>
            </a:r>
            <a:r>
              <a:rPr lang="en-US"/>
              <a:t>của một mảng một chiều chứa các số nguyên cho trước.</a:t>
            </a:r>
          </a:p>
          <a:p>
            <a:pPr lvl="1" algn="just"/>
            <a:endParaRPr lang="en-US"/>
          </a:p>
          <a:p>
            <a:pPr lvl="1" algn="just"/>
            <a:r>
              <a:rPr lang="en-US"/>
              <a:t>Hàm </a:t>
            </a:r>
            <a:r>
              <a:rPr lang="en-US">
                <a:solidFill>
                  <a:srgbClr val="0432FF"/>
                </a:solidFill>
              </a:rPr>
              <a:t>SumOfOdd(…)</a:t>
            </a:r>
            <a:r>
              <a:rPr lang="en-US"/>
              <a:t>: </a:t>
            </a:r>
            <a:r>
              <a:rPr lang="en-US" u="sng">
                <a:solidFill>
                  <a:srgbClr val="C00000"/>
                </a:solidFill>
              </a:rPr>
              <a:t>tính và trả về</a:t>
            </a:r>
            <a:r>
              <a:rPr lang="en-US">
                <a:solidFill>
                  <a:srgbClr val="C00000"/>
                </a:solidFill>
              </a:rPr>
              <a:t> </a:t>
            </a:r>
            <a:r>
              <a:rPr lang="en-US">
                <a:solidFill>
                  <a:srgbClr val="17459E"/>
                </a:solidFill>
              </a:rPr>
              <a:t>tổng tất cả phần tử là số lẻ </a:t>
            </a:r>
            <a:r>
              <a:rPr lang="en-US"/>
              <a:t>của một mảng một chiều chứa các số nguyên cho trước</a:t>
            </a:r>
          </a:p>
          <a:p>
            <a:pPr lvl="1" algn="just"/>
            <a:endParaRPr lang="en-US"/>
          </a:p>
          <a:p>
            <a:pPr lvl="1"/>
            <a:endParaRPr lang="en-US"/>
          </a:p>
          <a:p>
            <a:pPr lvl="1"/>
            <a:endParaRPr lang="en-US"/>
          </a:p>
        </p:txBody>
      </p:sp>
      <p:sp>
        <p:nvSpPr>
          <p:cNvPr id="6" name="Footer Placeholder 5">
            <a:extLst>
              <a:ext uri="{FF2B5EF4-FFF2-40B4-BE49-F238E27FC236}">
                <a16:creationId xmlns:a16="http://schemas.microsoft.com/office/drawing/2014/main" id="{3C00CB2F-E8B1-E64D-B344-EBE71C2FBB86}"/>
              </a:ext>
            </a:extLst>
          </p:cNvPr>
          <p:cNvSpPr>
            <a:spLocks noGrp="1"/>
          </p:cNvSpPr>
          <p:nvPr>
            <p:ph type="ftr" sz="quarter" idx="11"/>
          </p:nvPr>
        </p:nvSpPr>
        <p:spPr/>
        <p:txBody>
          <a:bodyPr/>
          <a:lstStyle/>
          <a:p>
            <a:r>
              <a:rPr lang="vi-VN" dirty="0"/>
              <a:t>Bài 6: Mảng một chiều</a:t>
            </a:r>
            <a:endParaRPr lang="en-US" dirty="0"/>
          </a:p>
        </p:txBody>
      </p:sp>
      <p:sp>
        <p:nvSpPr>
          <p:cNvPr id="2" name="Slide Number Placeholder 1">
            <a:extLst>
              <a:ext uri="{FF2B5EF4-FFF2-40B4-BE49-F238E27FC236}">
                <a16:creationId xmlns:a16="http://schemas.microsoft.com/office/drawing/2014/main" id="{DE184841-1B7D-854B-A1FB-8A355537594C}"/>
              </a:ext>
            </a:extLst>
          </p:cNvPr>
          <p:cNvSpPr>
            <a:spLocks noGrp="1"/>
          </p:cNvSpPr>
          <p:nvPr>
            <p:ph type="sldNum" sz="quarter" idx="12"/>
          </p:nvPr>
        </p:nvSpPr>
        <p:spPr/>
        <p:txBody>
          <a:bodyPr/>
          <a:lstStyle/>
          <a:p>
            <a:fld id="{1AD93096-5B34-4342-9326-69289CEAE4C2}" type="slidenum">
              <a:rPr lang="en-US" smtClean="0"/>
              <a:pPr/>
              <a:t>35</a:t>
            </a:fld>
            <a:endParaRPr lang="en-US" dirty="0"/>
          </a:p>
        </p:txBody>
      </p:sp>
    </p:spTree>
    <p:extLst>
      <p:ext uri="{BB962C8B-B14F-4D97-AF65-F5344CB8AC3E}">
        <p14:creationId xmlns:p14="http://schemas.microsoft.com/office/powerpoint/2010/main" val="146357272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932152F9-2B95-EF47-948C-A169795CCD17}"/>
              </a:ext>
            </a:extLst>
          </p:cNvPr>
          <p:cNvSpPr>
            <a:spLocks noGrp="1"/>
          </p:cNvSpPr>
          <p:nvPr>
            <p:ph type="title"/>
          </p:nvPr>
        </p:nvSpPr>
        <p:spPr/>
        <p:txBody>
          <a:bodyPr>
            <a:normAutofit fontScale="90000"/>
          </a:bodyPr>
          <a:lstStyle/>
          <a:p>
            <a:r>
              <a:rPr lang="en-VN"/>
              <a:t>VẬN DỤNG</a:t>
            </a:r>
          </a:p>
        </p:txBody>
      </p:sp>
      <p:sp>
        <p:nvSpPr>
          <p:cNvPr id="10" name="Content Placeholder 9">
            <a:extLst>
              <a:ext uri="{FF2B5EF4-FFF2-40B4-BE49-F238E27FC236}">
                <a16:creationId xmlns:a16="http://schemas.microsoft.com/office/drawing/2014/main" id="{7953ABD5-A8EB-D044-B4BB-434D970AAAF6}"/>
              </a:ext>
            </a:extLst>
          </p:cNvPr>
          <p:cNvSpPr>
            <a:spLocks noGrp="1"/>
          </p:cNvSpPr>
          <p:nvPr>
            <p:ph idx="1"/>
          </p:nvPr>
        </p:nvSpPr>
        <p:spPr/>
        <p:txBody>
          <a:bodyPr/>
          <a:lstStyle/>
          <a:p>
            <a:r>
              <a:rPr lang="en-US"/>
              <a:t>Bài tập 6: Định nghĩa các hàm tìm kiếm sau:</a:t>
            </a:r>
          </a:p>
          <a:p>
            <a:pPr lvl="1" algn="just"/>
            <a:r>
              <a:rPr lang="en-US"/>
              <a:t>Hàm </a:t>
            </a:r>
            <a:r>
              <a:rPr lang="en-US">
                <a:solidFill>
                  <a:srgbClr val="0432FF"/>
                </a:solidFill>
              </a:rPr>
              <a:t>FindX(…)</a:t>
            </a:r>
            <a:r>
              <a:rPr lang="en-US"/>
              <a:t>: </a:t>
            </a:r>
            <a:r>
              <a:rPr lang="en-US" u="sng">
                <a:solidFill>
                  <a:srgbClr val="C00000"/>
                </a:solidFill>
              </a:rPr>
              <a:t>tìm và trả về</a:t>
            </a:r>
            <a:r>
              <a:rPr lang="en-US">
                <a:solidFill>
                  <a:srgbClr val="C00000"/>
                </a:solidFill>
              </a:rPr>
              <a:t> </a:t>
            </a:r>
            <a:r>
              <a:rPr lang="en-US">
                <a:solidFill>
                  <a:srgbClr val="17459E"/>
                </a:solidFill>
              </a:rPr>
              <a:t>vị trí phần tử đầu tiên có giá trị bằng x</a:t>
            </a:r>
            <a:r>
              <a:rPr lang="en-US"/>
              <a:t>, nếu không có trả về -1.</a:t>
            </a:r>
          </a:p>
          <a:p>
            <a:pPr lvl="1" algn="just"/>
            <a:endParaRPr lang="en-US"/>
          </a:p>
          <a:p>
            <a:pPr lvl="1" algn="just"/>
            <a:r>
              <a:rPr lang="en-US"/>
              <a:t>Hàm </a:t>
            </a:r>
            <a:r>
              <a:rPr lang="en-US">
                <a:solidFill>
                  <a:srgbClr val="0432FF"/>
                </a:solidFill>
              </a:rPr>
              <a:t>FindMin(…)</a:t>
            </a:r>
            <a:r>
              <a:rPr lang="en-US"/>
              <a:t>: </a:t>
            </a:r>
            <a:r>
              <a:rPr lang="en-US" u="sng">
                <a:solidFill>
                  <a:srgbClr val="C00000"/>
                </a:solidFill>
              </a:rPr>
              <a:t>tìm và trả về</a:t>
            </a:r>
            <a:r>
              <a:rPr lang="en-US">
                <a:solidFill>
                  <a:srgbClr val="C00000"/>
                </a:solidFill>
              </a:rPr>
              <a:t> </a:t>
            </a:r>
            <a:r>
              <a:rPr lang="en-US">
                <a:solidFill>
                  <a:srgbClr val="17459E"/>
                </a:solidFill>
              </a:rPr>
              <a:t>vị trí phần tử có giá trị nhỏ nhất trong mảng</a:t>
            </a:r>
            <a:r>
              <a:rPr lang="en-US"/>
              <a:t>, nếu có nhiều phần tử có giá trị nhỏ nhất thì trả về </a:t>
            </a:r>
            <a:r>
              <a:rPr lang="en-US">
                <a:solidFill>
                  <a:srgbClr val="C00000"/>
                </a:solidFill>
              </a:rPr>
              <a:t>vị trí đầu tiên</a:t>
            </a:r>
            <a:r>
              <a:rPr lang="en-US"/>
              <a:t>.</a:t>
            </a:r>
          </a:p>
          <a:p>
            <a:pPr lvl="1" algn="just"/>
            <a:endParaRPr lang="en-US"/>
          </a:p>
          <a:p>
            <a:pPr lvl="1" algn="just"/>
            <a:r>
              <a:rPr lang="en-US"/>
              <a:t>Hàm </a:t>
            </a:r>
            <a:r>
              <a:rPr lang="en-US">
                <a:solidFill>
                  <a:srgbClr val="0432FF"/>
                </a:solidFill>
              </a:rPr>
              <a:t>FindMax(…)</a:t>
            </a:r>
            <a:r>
              <a:rPr lang="en-US"/>
              <a:t>: </a:t>
            </a:r>
            <a:r>
              <a:rPr lang="en-US" u="sng">
                <a:solidFill>
                  <a:srgbClr val="C00000"/>
                </a:solidFill>
              </a:rPr>
              <a:t>tìm và trả về</a:t>
            </a:r>
            <a:r>
              <a:rPr lang="en-US">
                <a:solidFill>
                  <a:srgbClr val="C00000"/>
                </a:solidFill>
              </a:rPr>
              <a:t> </a:t>
            </a:r>
            <a:r>
              <a:rPr lang="en-US">
                <a:solidFill>
                  <a:srgbClr val="17459E"/>
                </a:solidFill>
              </a:rPr>
              <a:t>vị trí phần tử có giá trị lớn nhất trong mảng</a:t>
            </a:r>
            <a:r>
              <a:rPr lang="en-US"/>
              <a:t>, nếu có nhiều phần tử có giá trị lớn nhất thì trả về </a:t>
            </a:r>
            <a:r>
              <a:rPr lang="en-US">
                <a:solidFill>
                  <a:srgbClr val="C00000"/>
                </a:solidFill>
              </a:rPr>
              <a:t>vị trí cuối cùng</a:t>
            </a:r>
            <a:r>
              <a:rPr lang="en-US"/>
              <a:t>.</a:t>
            </a:r>
          </a:p>
        </p:txBody>
      </p:sp>
      <p:sp>
        <p:nvSpPr>
          <p:cNvPr id="6" name="Footer Placeholder 5">
            <a:extLst>
              <a:ext uri="{FF2B5EF4-FFF2-40B4-BE49-F238E27FC236}">
                <a16:creationId xmlns:a16="http://schemas.microsoft.com/office/drawing/2014/main" id="{3C00CB2F-E8B1-E64D-B344-EBE71C2FBB86}"/>
              </a:ext>
            </a:extLst>
          </p:cNvPr>
          <p:cNvSpPr>
            <a:spLocks noGrp="1"/>
          </p:cNvSpPr>
          <p:nvPr>
            <p:ph type="ftr" sz="quarter" idx="11"/>
          </p:nvPr>
        </p:nvSpPr>
        <p:spPr/>
        <p:txBody>
          <a:bodyPr/>
          <a:lstStyle/>
          <a:p>
            <a:r>
              <a:rPr lang="vi-VN" dirty="0"/>
              <a:t>Bài 6: Mảng một chiều</a:t>
            </a:r>
            <a:endParaRPr lang="en-US" dirty="0"/>
          </a:p>
        </p:txBody>
      </p:sp>
      <p:sp>
        <p:nvSpPr>
          <p:cNvPr id="2" name="Slide Number Placeholder 1">
            <a:extLst>
              <a:ext uri="{FF2B5EF4-FFF2-40B4-BE49-F238E27FC236}">
                <a16:creationId xmlns:a16="http://schemas.microsoft.com/office/drawing/2014/main" id="{DE184841-1B7D-854B-A1FB-8A355537594C}"/>
              </a:ext>
            </a:extLst>
          </p:cNvPr>
          <p:cNvSpPr>
            <a:spLocks noGrp="1"/>
          </p:cNvSpPr>
          <p:nvPr>
            <p:ph type="sldNum" sz="quarter" idx="12"/>
          </p:nvPr>
        </p:nvSpPr>
        <p:spPr/>
        <p:txBody>
          <a:bodyPr/>
          <a:lstStyle/>
          <a:p>
            <a:fld id="{1AD93096-5B34-4342-9326-69289CEAE4C2}" type="slidenum">
              <a:rPr lang="en-US" smtClean="0"/>
              <a:pPr/>
              <a:t>36</a:t>
            </a:fld>
            <a:endParaRPr lang="en-US" dirty="0"/>
          </a:p>
        </p:txBody>
      </p:sp>
    </p:spTree>
    <p:extLst>
      <p:ext uri="{BB962C8B-B14F-4D97-AF65-F5344CB8AC3E}">
        <p14:creationId xmlns:p14="http://schemas.microsoft.com/office/powerpoint/2010/main" val="219291871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7B5CBE-3939-F54D-A22C-69B71CE11473}"/>
              </a:ext>
            </a:extLst>
          </p:cNvPr>
          <p:cNvSpPr>
            <a:spLocks noGrp="1"/>
          </p:cNvSpPr>
          <p:nvPr>
            <p:ph type="title"/>
          </p:nvPr>
        </p:nvSpPr>
        <p:spPr/>
        <p:txBody>
          <a:bodyPr>
            <a:normAutofit fontScale="90000"/>
          </a:bodyPr>
          <a:lstStyle/>
          <a:p>
            <a:r>
              <a:rPr lang="en-VN"/>
              <a:t>NỘI DUNG</a:t>
            </a:r>
          </a:p>
        </p:txBody>
      </p:sp>
      <p:sp>
        <p:nvSpPr>
          <p:cNvPr id="3" name="Content Placeholder 2">
            <a:extLst>
              <a:ext uri="{FF2B5EF4-FFF2-40B4-BE49-F238E27FC236}">
                <a16:creationId xmlns:a16="http://schemas.microsoft.com/office/drawing/2014/main" id="{F68C27CE-6A1E-0840-BC2F-D1738F041307}"/>
              </a:ext>
            </a:extLst>
          </p:cNvPr>
          <p:cNvSpPr>
            <a:spLocks noGrp="1"/>
          </p:cNvSpPr>
          <p:nvPr>
            <p:ph idx="1"/>
          </p:nvPr>
        </p:nvSpPr>
        <p:spPr/>
        <p:txBody>
          <a:bodyPr/>
          <a:lstStyle/>
          <a:p>
            <a:r>
              <a:rPr lang="en-VN" sz="2400"/>
              <a:t>Giới thiệu </a:t>
            </a:r>
            <a:r>
              <a:rPr lang="en-VN" sz="2400">
                <a:solidFill>
                  <a:srgbClr val="EF6822"/>
                </a:solidFill>
              </a:rPr>
              <a:t>kiểu dữ liệu List&lt;T&gt;</a:t>
            </a:r>
          </a:p>
          <a:p>
            <a:r>
              <a:rPr lang="en-VN"/>
              <a:t>Bài tập vận dụng</a:t>
            </a:r>
            <a:endParaRPr lang="en-VN">
              <a:solidFill>
                <a:srgbClr val="17459E"/>
              </a:solidFill>
            </a:endParaRPr>
          </a:p>
        </p:txBody>
      </p:sp>
      <p:sp>
        <p:nvSpPr>
          <p:cNvPr id="5" name="Footer Placeholder 4">
            <a:extLst>
              <a:ext uri="{FF2B5EF4-FFF2-40B4-BE49-F238E27FC236}">
                <a16:creationId xmlns:a16="http://schemas.microsoft.com/office/drawing/2014/main" id="{DC2E42D6-F01F-DA42-B0A3-CE37CE665C24}"/>
              </a:ext>
            </a:extLst>
          </p:cNvPr>
          <p:cNvSpPr>
            <a:spLocks noGrp="1"/>
          </p:cNvSpPr>
          <p:nvPr>
            <p:ph type="ftr" sz="quarter" idx="11"/>
          </p:nvPr>
        </p:nvSpPr>
        <p:spPr/>
        <p:txBody>
          <a:bodyPr/>
          <a:lstStyle/>
          <a:p>
            <a:r>
              <a:rPr lang="en-US"/>
              <a:t>Bài 6: Mảng một chiều</a:t>
            </a:r>
          </a:p>
        </p:txBody>
      </p:sp>
      <p:sp>
        <p:nvSpPr>
          <p:cNvPr id="4" name="Slide Number Placeholder 3">
            <a:extLst>
              <a:ext uri="{FF2B5EF4-FFF2-40B4-BE49-F238E27FC236}">
                <a16:creationId xmlns:a16="http://schemas.microsoft.com/office/drawing/2014/main" id="{CFD01898-2CF1-854E-A08F-C040C05D39B6}"/>
              </a:ext>
            </a:extLst>
          </p:cNvPr>
          <p:cNvSpPr>
            <a:spLocks noGrp="1"/>
          </p:cNvSpPr>
          <p:nvPr>
            <p:ph type="sldNum" sz="quarter" idx="12"/>
          </p:nvPr>
        </p:nvSpPr>
        <p:spPr/>
        <p:txBody>
          <a:bodyPr/>
          <a:lstStyle/>
          <a:p>
            <a:fld id="{1AD93096-5B34-4342-9326-69289CEAE4C2}" type="slidenum">
              <a:rPr lang="en-US" smtClean="0"/>
              <a:pPr/>
              <a:t>37</a:t>
            </a:fld>
            <a:endParaRPr lang="en-US"/>
          </a:p>
        </p:txBody>
      </p:sp>
    </p:spTree>
    <p:extLst>
      <p:ext uri="{BB962C8B-B14F-4D97-AF65-F5344CB8AC3E}">
        <p14:creationId xmlns:p14="http://schemas.microsoft.com/office/powerpoint/2010/main" val="111993636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932152F9-2B95-EF47-948C-A169795CCD17}"/>
              </a:ext>
            </a:extLst>
          </p:cNvPr>
          <p:cNvSpPr>
            <a:spLocks noGrp="1"/>
          </p:cNvSpPr>
          <p:nvPr>
            <p:ph type="title"/>
          </p:nvPr>
        </p:nvSpPr>
        <p:spPr/>
        <p:txBody>
          <a:bodyPr>
            <a:normAutofit fontScale="90000"/>
          </a:bodyPr>
          <a:lstStyle/>
          <a:p>
            <a:r>
              <a:rPr lang="en-VN"/>
              <a:t>VẬN DỤNG</a:t>
            </a:r>
          </a:p>
        </p:txBody>
      </p:sp>
      <p:sp>
        <p:nvSpPr>
          <p:cNvPr id="10" name="Content Placeholder 9">
            <a:extLst>
              <a:ext uri="{FF2B5EF4-FFF2-40B4-BE49-F238E27FC236}">
                <a16:creationId xmlns:a16="http://schemas.microsoft.com/office/drawing/2014/main" id="{7953ABD5-A8EB-D044-B4BB-434D970AAAF6}"/>
              </a:ext>
            </a:extLst>
          </p:cNvPr>
          <p:cNvSpPr>
            <a:spLocks noGrp="1"/>
          </p:cNvSpPr>
          <p:nvPr>
            <p:ph idx="1"/>
          </p:nvPr>
        </p:nvSpPr>
        <p:spPr/>
        <p:txBody>
          <a:bodyPr/>
          <a:lstStyle/>
          <a:p>
            <a:r>
              <a:rPr lang="en-US"/>
              <a:t>Bài tập 6: Định nghĩa các hàm hiệu chỉnh mảng sau:</a:t>
            </a:r>
          </a:p>
          <a:p>
            <a:pPr lvl="1" algn="just"/>
            <a:r>
              <a:rPr lang="en-US"/>
              <a:t>Hàm </a:t>
            </a:r>
            <a:r>
              <a:rPr lang="en-US">
                <a:solidFill>
                  <a:srgbClr val="0432FF"/>
                </a:solidFill>
              </a:rPr>
              <a:t>AddLast(…, int x)</a:t>
            </a:r>
            <a:r>
              <a:rPr lang="en-US"/>
              <a:t>: </a:t>
            </a:r>
            <a:r>
              <a:rPr lang="en-US">
                <a:solidFill>
                  <a:srgbClr val="C00000"/>
                </a:solidFill>
              </a:rPr>
              <a:t>thêm phần tử có giá trị x vào cuối mảng</a:t>
            </a:r>
            <a:r>
              <a:rPr lang="en-US"/>
              <a:t>.</a:t>
            </a:r>
          </a:p>
          <a:p>
            <a:pPr lvl="1" algn="just"/>
            <a:endParaRPr lang="en-US"/>
          </a:p>
          <a:p>
            <a:pPr lvl="1" algn="just"/>
            <a:r>
              <a:rPr lang="en-US"/>
              <a:t>Hàm </a:t>
            </a:r>
            <a:r>
              <a:rPr lang="en-US">
                <a:solidFill>
                  <a:srgbClr val="0432FF"/>
                </a:solidFill>
              </a:rPr>
              <a:t>InsertAt(…, int i, int x)</a:t>
            </a:r>
            <a:r>
              <a:rPr lang="en-US"/>
              <a:t>: </a:t>
            </a:r>
            <a:r>
              <a:rPr lang="en-US">
                <a:solidFill>
                  <a:srgbClr val="C00000"/>
                </a:solidFill>
              </a:rPr>
              <a:t>thêm phần tử có giá trị x vào vị trí thứ i </a:t>
            </a:r>
            <a:r>
              <a:rPr lang="en-US"/>
              <a:t>trong mảng </a:t>
            </a:r>
            <a:r>
              <a:rPr lang="en-US" i="1"/>
              <a:t>(0 ≤ i ≤ n, n là kích thước của mảng)</a:t>
            </a:r>
            <a:r>
              <a:rPr lang="en-US"/>
              <a:t>.</a:t>
            </a:r>
          </a:p>
          <a:p>
            <a:pPr lvl="1" algn="just"/>
            <a:endParaRPr lang="en-US"/>
          </a:p>
          <a:p>
            <a:pPr lvl="1" algn="just"/>
            <a:r>
              <a:rPr lang="en-US"/>
              <a:t>Hàm </a:t>
            </a:r>
            <a:r>
              <a:rPr lang="en-US">
                <a:solidFill>
                  <a:srgbClr val="0432FF"/>
                </a:solidFill>
              </a:rPr>
              <a:t>RemoveAt(…, int i)</a:t>
            </a:r>
            <a:r>
              <a:rPr lang="en-US"/>
              <a:t>: </a:t>
            </a:r>
            <a:r>
              <a:rPr lang="en-US">
                <a:solidFill>
                  <a:srgbClr val="C00000"/>
                </a:solidFill>
              </a:rPr>
              <a:t>xóa phần tử tại vị trí thứ i </a:t>
            </a:r>
            <a:r>
              <a:rPr lang="en-US"/>
              <a:t>trong mảng </a:t>
            </a:r>
            <a:r>
              <a:rPr lang="en-US" i="1"/>
              <a:t>(0 ≤ i &lt; n, n là kích thước của mảng)</a:t>
            </a:r>
            <a:r>
              <a:rPr lang="en-US"/>
              <a:t>.</a:t>
            </a:r>
          </a:p>
          <a:p>
            <a:pPr lvl="1" algn="just"/>
            <a:endParaRPr lang="en-US"/>
          </a:p>
        </p:txBody>
      </p:sp>
      <p:sp>
        <p:nvSpPr>
          <p:cNvPr id="6" name="Footer Placeholder 5">
            <a:extLst>
              <a:ext uri="{FF2B5EF4-FFF2-40B4-BE49-F238E27FC236}">
                <a16:creationId xmlns:a16="http://schemas.microsoft.com/office/drawing/2014/main" id="{3C00CB2F-E8B1-E64D-B344-EBE71C2FBB86}"/>
              </a:ext>
            </a:extLst>
          </p:cNvPr>
          <p:cNvSpPr>
            <a:spLocks noGrp="1"/>
          </p:cNvSpPr>
          <p:nvPr>
            <p:ph type="ftr" sz="quarter" idx="11"/>
          </p:nvPr>
        </p:nvSpPr>
        <p:spPr/>
        <p:txBody>
          <a:bodyPr/>
          <a:lstStyle/>
          <a:p>
            <a:r>
              <a:rPr lang="vi-VN" dirty="0"/>
              <a:t>Bài 6: Mảng một chiều</a:t>
            </a:r>
            <a:endParaRPr lang="en-US" dirty="0"/>
          </a:p>
        </p:txBody>
      </p:sp>
      <p:sp>
        <p:nvSpPr>
          <p:cNvPr id="2" name="Slide Number Placeholder 1">
            <a:extLst>
              <a:ext uri="{FF2B5EF4-FFF2-40B4-BE49-F238E27FC236}">
                <a16:creationId xmlns:a16="http://schemas.microsoft.com/office/drawing/2014/main" id="{DE184841-1B7D-854B-A1FB-8A355537594C}"/>
              </a:ext>
            </a:extLst>
          </p:cNvPr>
          <p:cNvSpPr>
            <a:spLocks noGrp="1"/>
          </p:cNvSpPr>
          <p:nvPr>
            <p:ph type="sldNum" sz="quarter" idx="12"/>
          </p:nvPr>
        </p:nvSpPr>
        <p:spPr/>
        <p:txBody>
          <a:bodyPr/>
          <a:lstStyle/>
          <a:p>
            <a:fld id="{1AD93096-5B34-4342-9326-69289CEAE4C2}" type="slidenum">
              <a:rPr lang="en-US" smtClean="0"/>
              <a:pPr/>
              <a:t>38</a:t>
            </a:fld>
            <a:endParaRPr lang="en-US" dirty="0"/>
          </a:p>
        </p:txBody>
      </p:sp>
    </p:spTree>
    <p:extLst>
      <p:ext uri="{BB962C8B-B14F-4D97-AF65-F5344CB8AC3E}">
        <p14:creationId xmlns:p14="http://schemas.microsoft.com/office/powerpoint/2010/main" val="213551444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09F558-D333-EE4F-BF8A-DD5A2AF8E8E5}"/>
              </a:ext>
            </a:extLst>
          </p:cNvPr>
          <p:cNvSpPr>
            <a:spLocks noGrp="1"/>
          </p:cNvSpPr>
          <p:nvPr>
            <p:ph type="title"/>
          </p:nvPr>
        </p:nvSpPr>
        <p:spPr/>
        <p:txBody>
          <a:bodyPr>
            <a:normAutofit fontScale="90000"/>
          </a:bodyPr>
          <a:lstStyle/>
          <a:p>
            <a:r>
              <a:rPr lang="en-US"/>
              <a:t>KIỂU DỮ LIỆU LIST&lt;T&gt;</a:t>
            </a:r>
            <a:endParaRPr lang="en-VN"/>
          </a:p>
        </p:txBody>
      </p:sp>
      <p:sp>
        <p:nvSpPr>
          <p:cNvPr id="3" name="Content Placeholder 2">
            <a:extLst>
              <a:ext uri="{FF2B5EF4-FFF2-40B4-BE49-F238E27FC236}">
                <a16:creationId xmlns:a16="http://schemas.microsoft.com/office/drawing/2014/main" id="{46E931EB-84F8-664B-A670-FCDDEF319EBC}"/>
              </a:ext>
            </a:extLst>
          </p:cNvPr>
          <p:cNvSpPr>
            <a:spLocks noGrp="1"/>
          </p:cNvSpPr>
          <p:nvPr>
            <p:ph idx="1"/>
          </p:nvPr>
        </p:nvSpPr>
        <p:spPr/>
        <p:txBody>
          <a:bodyPr/>
          <a:lstStyle/>
          <a:p>
            <a:pPr algn="just"/>
            <a:r>
              <a:rPr lang="en-VN">
                <a:solidFill>
                  <a:srgbClr val="0432FF"/>
                </a:solidFill>
              </a:rPr>
              <a:t>List&lt;T&gt;</a:t>
            </a:r>
            <a:r>
              <a:rPr lang="en-VN"/>
              <a:t>: là kiểu dữ liệu dùng để </a:t>
            </a:r>
            <a:r>
              <a:rPr lang="en-VN">
                <a:solidFill>
                  <a:srgbClr val="17459E"/>
                </a:solidFill>
              </a:rPr>
              <a:t>lưu một danh sách các phần tử cùng kiểu</a:t>
            </a:r>
            <a:r>
              <a:rPr lang="en-VN"/>
              <a:t>, có </a:t>
            </a:r>
            <a:r>
              <a:rPr lang="en-VN">
                <a:solidFill>
                  <a:srgbClr val="17459E"/>
                </a:solidFill>
              </a:rPr>
              <a:t>kích thước tự động tăng thêm </a:t>
            </a:r>
            <a:r>
              <a:rPr lang="en-VN"/>
              <a:t>khi cần thiết.</a:t>
            </a:r>
            <a:endParaRPr lang="en-VN">
              <a:sym typeface="Wingdings" pitchFamily="2" charset="2"/>
            </a:endParaRPr>
          </a:p>
          <a:p>
            <a:pPr algn="just"/>
            <a:r>
              <a:rPr lang="en-VN">
                <a:sym typeface="Wingdings" pitchFamily="2" charset="2"/>
              </a:rPr>
              <a:t>Khởi tạo:</a:t>
            </a:r>
          </a:p>
          <a:p>
            <a:pPr lvl="1" algn="just"/>
            <a:r>
              <a:rPr lang="en-US" b="0" i="0" u="none" strike="noStrike">
                <a:effectLst/>
                <a:latin typeface="Segoe UI" panose="020B0502040204020203" pitchFamily="34" charset="0"/>
                <a:hlinkClick r:id="rId3"/>
              </a:rPr>
              <a:t>List&lt;T&gt;()</a:t>
            </a:r>
            <a:r>
              <a:rPr lang="en-VN"/>
              <a:t>: khởi tạo danh sách rỗng với kích thước mặc định</a:t>
            </a:r>
          </a:p>
          <a:p>
            <a:pPr lvl="1" algn="just"/>
            <a:endParaRPr lang="en-VN">
              <a:latin typeface="Segoe UI" panose="020B0502040204020203" pitchFamily="34" charset="0"/>
              <a:sym typeface="Wingdings" pitchFamily="2" charset="2"/>
            </a:endParaRPr>
          </a:p>
          <a:p>
            <a:pPr lvl="1" algn="just"/>
            <a:endParaRPr lang="en-VN" b="0" i="0" u="none" strike="noStrike">
              <a:effectLst/>
              <a:latin typeface="Segoe UI" panose="020B0502040204020203" pitchFamily="34" charset="0"/>
              <a:sym typeface="Wingdings" pitchFamily="2" charset="2"/>
            </a:endParaRPr>
          </a:p>
          <a:p>
            <a:pPr marL="457200" lvl="1" indent="0" algn="just">
              <a:buNone/>
            </a:pPr>
            <a:endParaRPr lang="en-VN" b="0" i="0" u="none" strike="noStrike">
              <a:effectLst/>
              <a:latin typeface="Segoe UI" panose="020B0502040204020203" pitchFamily="34" charset="0"/>
              <a:sym typeface="Wingdings" pitchFamily="2" charset="2"/>
            </a:endParaRPr>
          </a:p>
          <a:p>
            <a:pPr lvl="1" algn="just"/>
            <a:r>
              <a:rPr lang="en-US" b="0" i="0" u="none" strike="noStrike">
                <a:effectLst/>
                <a:latin typeface="Segoe UI" panose="020B0502040204020203" pitchFamily="34" charset="0"/>
                <a:hlinkClick r:id="rId4"/>
              </a:rPr>
              <a:t>List&lt;T&gt;(Int32)</a:t>
            </a:r>
            <a:r>
              <a:rPr lang="en-VN"/>
              <a:t>: khởi tạo danh sách rỗng với kích thước cụ thể</a:t>
            </a:r>
            <a:endParaRPr lang="en-VN">
              <a:sym typeface="Wingdings" pitchFamily="2" charset="2"/>
            </a:endParaRPr>
          </a:p>
        </p:txBody>
      </p:sp>
      <p:sp>
        <p:nvSpPr>
          <p:cNvPr id="4" name="Footer Placeholder 3">
            <a:extLst>
              <a:ext uri="{FF2B5EF4-FFF2-40B4-BE49-F238E27FC236}">
                <a16:creationId xmlns:a16="http://schemas.microsoft.com/office/drawing/2014/main" id="{F03246C0-7681-AD48-868A-D72606C1877E}"/>
              </a:ext>
            </a:extLst>
          </p:cNvPr>
          <p:cNvSpPr>
            <a:spLocks noGrp="1"/>
          </p:cNvSpPr>
          <p:nvPr>
            <p:ph type="ftr" sz="quarter" idx="11"/>
          </p:nvPr>
        </p:nvSpPr>
        <p:spPr/>
        <p:txBody>
          <a:bodyPr/>
          <a:lstStyle/>
          <a:p>
            <a:r>
              <a:rPr lang="vi-VN" dirty="0"/>
              <a:t>Bài 6: Mảng một chiều</a:t>
            </a:r>
            <a:endParaRPr lang="en-US" dirty="0"/>
          </a:p>
        </p:txBody>
      </p:sp>
      <p:sp>
        <p:nvSpPr>
          <p:cNvPr id="5" name="Slide Number Placeholder 4">
            <a:extLst>
              <a:ext uri="{FF2B5EF4-FFF2-40B4-BE49-F238E27FC236}">
                <a16:creationId xmlns:a16="http://schemas.microsoft.com/office/drawing/2014/main" id="{AA02F9E7-4A6D-174E-81AE-32936B7114DF}"/>
              </a:ext>
            </a:extLst>
          </p:cNvPr>
          <p:cNvSpPr>
            <a:spLocks noGrp="1"/>
          </p:cNvSpPr>
          <p:nvPr>
            <p:ph type="sldNum" sz="quarter" idx="12"/>
          </p:nvPr>
        </p:nvSpPr>
        <p:spPr/>
        <p:txBody>
          <a:bodyPr/>
          <a:lstStyle/>
          <a:p>
            <a:fld id="{1AD93096-5B34-4342-9326-69289CEAE4C2}" type="slidenum">
              <a:rPr lang="en-US" smtClean="0"/>
              <a:pPr/>
              <a:t>39</a:t>
            </a:fld>
            <a:endParaRPr lang="en-US" dirty="0"/>
          </a:p>
        </p:txBody>
      </p:sp>
      <p:sp>
        <p:nvSpPr>
          <p:cNvPr id="6" name="Content Placeholder 5">
            <a:extLst>
              <a:ext uri="{FF2B5EF4-FFF2-40B4-BE49-F238E27FC236}">
                <a16:creationId xmlns:a16="http://schemas.microsoft.com/office/drawing/2014/main" id="{8145213B-94D7-E490-1E9A-BAB63C140CD7}"/>
              </a:ext>
            </a:extLst>
          </p:cNvPr>
          <p:cNvSpPr txBox="1">
            <a:spLocks/>
          </p:cNvSpPr>
          <p:nvPr/>
        </p:nvSpPr>
        <p:spPr>
          <a:xfrm>
            <a:off x="1777368" y="3025656"/>
            <a:ext cx="6204562" cy="576064"/>
          </a:xfrm>
          <a:prstGeom prst="rect">
            <a:avLst/>
          </a:prstGeom>
        </p:spPr>
        <p:style>
          <a:lnRef idx="2">
            <a:schemeClr val="accent2"/>
          </a:lnRef>
          <a:fillRef idx="1">
            <a:schemeClr val="lt1"/>
          </a:fillRef>
          <a:effectRef idx="0">
            <a:schemeClr val="accent2"/>
          </a:effectRef>
          <a:fontRef idx="minor">
            <a:schemeClr val="dk1"/>
          </a:fontRef>
        </p:style>
        <p:txBody>
          <a:bodyPr>
            <a:noAutofit/>
          </a:bodyPr>
          <a:lstStyle>
            <a:lvl1pPr marL="308610" indent="-257175" algn="l" rtl="0" eaLnBrk="1" latinLnBrk="0" hangingPunct="1">
              <a:spcBef>
                <a:spcPts val="525"/>
              </a:spcBef>
              <a:buSzPct val="95000"/>
              <a:buFont typeface="Wingdings"/>
              <a:buChar char=""/>
              <a:defRPr sz="1500" kern="1200" spc="0">
                <a:solidFill>
                  <a:schemeClr val="tx1"/>
                </a:solidFill>
                <a:latin typeface="+mn-lt"/>
                <a:ea typeface="+mn-ea"/>
                <a:cs typeface="Arial" pitchFamily="34" charset="0"/>
              </a:defRPr>
            </a:lvl1pPr>
            <a:lvl2pPr marL="555498" indent="-214313" algn="l" rtl="0" eaLnBrk="1" latinLnBrk="0" hangingPunct="1">
              <a:spcBef>
                <a:spcPct val="20000"/>
              </a:spcBef>
              <a:buClr>
                <a:schemeClr val="accent2"/>
              </a:buClr>
              <a:buSzPct val="90000"/>
              <a:buFont typeface="Wingdings"/>
              <a:buChar char=""/>
              <a:defRPr sz="1350" kern="1200" spc="0">
                <a:solidFill>
                  <a:schemeClr val="tx1"/>
                </a:solidFill>
                <a:latin typeface="+mn-lt"/>
                <a:ea typeface="+mn-ea"/>
                <a:cs typeface="Arial" pitchFamily="34" charset="0"/>
              </a:defRPr>
            </a:lvl2pPr>
            <a:lvl3pPr marL="747522" indent="-171450" algn="l" rtl="0" eaLnBrk="1" latinLnBrk="0" hangingPunct="1">
              <a:spcBef>
                <a:spcPct val="20000"/>
              </a:spcBef>
              <a:buClr>
                <a:schemeClr val="accent2"/>
              </a:buClr>
              <a:buFont typeface="Wingdings 2"/>
              <a:buChar char=""/>
              <a:defRPr sz="1200" kern="1200" spc="0">
                <a:solidFill>
                  <a:schemeClr val="tx1"/>
                </a:solidFill>
                <a:latin typeface="+mn-lt"/>
                <a:ea typeface="+mn-ea"/>
                <a:cs typeface="Arial" pitchFamily="34" charset="0"/>
              </a:defRPr>
            </a:lvl3pPr>
            <a:lvl4pPr marL="946404" indent="-171450" algn="l" rtl="0" eaLnBrk="1" latinLnBrk="0" hangingPunct="1">
              <a:spcBef>
                <a:spcPct val="20000"/>
              </a:spcBef>
              <a:buClr>
                <a:schemeClr val="accent3"/>
              </a:buClr>
              <a:buFont typeface="Wingdings 3"/>
              <a:buChar char=""/>
              <a:defRPr sz="1200" kern="1200" spc="0">
                <a:solidFill>
                  <a:schemeClr val="tx1"/>
                </a:solidFill>
                <a:latin typeface="+mn-lt"/>
                <a:ea typeface="+mn-ea"/>
                <a:cs typeface="Arial" pitchFamily="34" charset="0"/>
              </a:defRPr>
            </a:lvl4pPr>
            <a:lvl5pPr marL="1110996" indent="-157734" algn="l" rtl="0" eaLnBrk="1" latinLnBrk="0" hangingPunct="1">
              <a:spcBef>
                <a:spcPct val="20000"/>
              </a:spcBef>
              <a:buClr>
                <a:schemeClr val="accent3"/>
              </a:buClr>
              <a:buFont typeface="Wingdings 2"/>
              <a:buChar char=""/>
              <a:defRPr sz="1050" kern="1200" spc="0">
                <a:solidFill>
                  <a:schemeClr val="tx1"/>
                </a:solidFill>
                <a:latin typeface="+mn-lt"/>
                <a:ea typeface="+mn-ea"/>
                <a:cs typeface="Arial" pitchFamily="34" charset="0"/>
              </a:defRPr>
            </a:lvl5pPr>
            <a:lvl6pPr marL="1282446" indent="-157734" algn="l" rtl="0" eaLnBrk="1" latinLnBrk="0" hangingPunct="1">
              <a:spcBef>
                <a:spcPct val="20000"/>
              </a:spcBef>
              <a:buClr>
                <a:schemeClr val="accent3"/>
              </a:buClr>
              <a:buFont typeface="Wingdings 2"/>
              <a:buChar char=""/>
              <a:defRPr sz="1350" kern="1200">
                <a:solidFill>
                  <a:schemeClr val="tx1"/>
                </a:solidFill>
                <a:latin typeface="+mn-lt"/>
                <a:ea typeface="+mn-ea"/>
                <a:cs typeface="+mn-cs"/>
              </a:defRPr>
            </a:lvl6pPr>
            <a:lvl7pPr marL="1426464"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7pPr>
            <a:lvl8pPr marL="1570482"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8pPr>
            <a:lvl9pPr marL="1714500"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9pPr>
            <a:extLst/>
          </a:lstStyle>
          <a:p>
            <a:pPr marL="457200" lvl="1" indent="0" algn="ctr">
              <a:buNone/>
            </a:pPr>
            <a:r>
              <a:rPr lang="en-US" sz="2800" kern="0">
                <a:solidFill>
                  <a:srgbClr val="000000"/>
                </a:solidFill>
                <a:effectLst/>
                <a:latin typeface="Cascadia Mono"/>
                <a:ea typeface="Calibri" panose="020F0502020204030204" pitchFamily="34" charset="0"/>
                <a:cs typeface="Cascadia Mono"/>
              </a:rPr>
              <a:t>List&lt;</a:t>
            </a:r>
            <a:r>
              <a:rPr lang="en-US" sz="2800" kern="0">
                <a:solidFill>
                  <a:srgbClr val="0000FF"/>
                </a:solidFill>
                <a:effectLst/>
                <a:latin typeface="Cascadia Mono"/>
                <a:ea typeface="Calibri" panose="020F0502020204030204" pitchFamily="34" charset="0"/>
                <a:cs typeface="Cascadia Mono"/>
              </a:rPr>
              <a:t>int</a:t>
            </a:r>
            <a:r>
              <a:rPr lang="en-US" sz="2800" kern="0">
                <a:solidFill>
                  <a:srgbClr val="000000"/>
                </a:solidFill>
                <a:effectLst/>
                <a:latin typeface="Cascadia Mono"/>
                <a:ea typeface="Calibri" panose="020F0502020204030204" pitchFamily="34" charset="0"/>
                <a:cs typeface="Cascadia Mono"/>
              </a:rPr>
              <a:t>&gt; myList = </a:t>
            </a:r>
            <a:r>
              <a:rPr lang="en-US" sz="2800" kern="0">
                <a:solidFill>
                  <a:srgbClr val="0000FF"/>
                </a:solidFill>
                <a:effectLst/>
                <a:latin typeface="Cascadia Mono"/>
                <a:ea typeface="Calibri" panose="020F0502020204030204" pitchFamily="34" charset="0"/>
                <a:cs typeface="Cascadia Mono"/>
              </a:rPr>
              <a:t>new</a:t>
            </a:r>
            <a:r>
              <a:rPr lang="en-US" sz="2800" kern="0">
                <a:solidFill>
                  <a:srgbClr val="000000"/>
                </a:solidFill>
                <a:effectLst/>
                <a:latin typeface="Cascadia Mono"/>
                <a:ea typeface="Calibri" panose="020F0502020204030204" pitchFamily="34" charset="0"/>
                <a:cs typeface="Cascadia Mono"/>
              </a:rPr>
              <a:t> List&lt;</a:t>
            </a:r>
            <a:r>
              <a:rPr lang="en-US" sz="2800" kern="0">
                <a:solidFill>
                  <a:srgbClr val="0000FF"/>
                </a:solidFill>
                <a:effectLst/>
                <a:latin typeface="Cascadia Mono"/>
                <a:ea typeface="Calibri" panose="020F0502020204030204" pitchFamily="34" charset="0"/>
                <a:cs typeface="Cascadia Mono"/>
              </a:rPr>
              <a:t>int</a:t>
            </a:r>
            <a:r>
              <a:rPr lang="en-US" sz="2800" kern="0">
                <a:solidFill>
                  <a:srgbClr val="000000"/>
                </a:solidFill>
                <a:effectLst/>
                <a:latin typeface="Cascadia Mono"/>
                <a:ea typeface="Calibri" panose="020F0502020204030204" pitchFamily="34" charset="0"/>
                <a:cs typeface="Cascadia Mono"/>
              </a:rPr>
              <a:t>&gt;();</a:t>
            </a:r>
            <a:endParaRPr lang="en-VN" sz="3600" b="0" i="0" u="none" strike="noStrike">
              <a:effectLst/>
              <a:latin typeface="Segoe UI" panose="020B0502040204020203" pitchFamily="34" charset="0"/>
              <a:sym typeface="Wingdings" pitchFamily="2" charset="2"/>
            </a:endParaRPr>
          </a:p>
        </p:txBody>
      </p:sp>
      <p:sp>
        <p:nvSpPr>
          <p:cNvPr id="7" name="Content Placeholder 5">
            <a:extLst>
              <a:ext uri="{FF2B5EF4-FFF2-40B4-BE49-F238E27FC236}">
                <a16:creationId xmlns:a16="http://schemas.microsoft.com/office/drawing/2014/main" id="{F542FB24-0C00-7567-BDE2-614DBACA23C1}"/>
              </a:ext>
            </a:extLst>
          </p:cNvPr>
          <p:cNvSpPr txBox="1">
            <a:spLocks/>
          </p:cNvSpPr>
          <p:nvPr/>
        </p:nvSpPr>
        <p:spPr>
          <a:xfrm>
            <a:off x="1777368" y="4595237"/>
            <a:ext cx="6204562" cy="576064"/>
          </a:xfrm>
          <a:prstGeom prst="rect">
            <a:avLst/>
          </a:prstGeom>
        </p:spPr>
        <p:style>
          <a:lnRef idx="2">
            <a:schemeClr val="accent2"/>
          </a:lnRef>
          <a:fillRef idx="1">
            <a:schemeClr val="lt1"/>
          </a:fillRef>
          <a:effectRef idx="0">
            <a:schemeClr val="accent2"/>
          </a:effectRef>
          <a:fontRef idx="minor">
            <a:schemeClr val="dk1"/>
          </a:fontRef>
        </p:style>
        <p:txBody>
          <a:bodyPr>
            <a:noAutofit/>
          </a:bodyPr>
          <a:lstStyle>
            <a:lvl1pPr marL="308610" indent="-257175" algn="l" rtl="0" eaLnBrk="1" latinLnBrk="0" hangingPunct="1">
              <a:spcBef>
                <a:spcPts val="525"/>
              </a:spcBef>
              <a:buSzPct val="95000"/>
              <a:buFont typeface="Wingdings"/>
              <a:buChar char=""/>
              <a:defRPr sz="1500" kern="1200" spc="0">
                <a:solidFill>
                  <a:schemeClr val="tx1"/>
                </a:solidFill>
                <a:latin typeface="+mn-lt"/>
                <a:ea typeface="+mn-ea"/>
                <a:cs typeface="Arial" pitchFamily="34" charset="0"/>
              </a:defRPr>
            </a:lvl1pPr>
            <a:lvl2pPr marL="555498" indent="-214313" algn="l" rtl="0" eaLnBrk="1" latinLnBrk="0" hangingPunct="1">
              <a:spcBef>
                <a:spcPct val="20000"/>
              </a:spcBef>
              <a:buClr>
                <a:schemeClr val="accent2"/>
              </a:buClr>
              <a:buSzPct val="90000"/>
              <a:buFont typeface="Wingdings"/>
              <a:buChar char=""/>
              <a:defRPr sz="1350" kern="1200" spc="0">
                <a:solidFill>
                  <a:schemeClr val="tx1"/>
                </a:solidFill>
                <a:latin typeface="+mn-lt"/>
                <a:ea typeface="+mn-ea"/>
                <a:cs typeface="Arial" pitchFamily="34" charset="0"/>
              </a:defRPr>
            </a:lvl2pPr>
            <a:lvl3pPr marL="747522" indent="-171450" algn="l" rtl="0" eaLnBrk="1" latinLnBrk="0" hangingPunct="1">
              <a:spcBef>
                <a:spcPct val="20000"/>
              </a:spcBef>
              <a:buClr>
                <a:schemeClr val="accent2"/>
              </a:buClr>
              <a:buFont typeface="Wingdings 2"/>
              <a:buChar char=""/>
              <a:defRPr sz="1200" kern="1200" spc="0">
                <a:solidFill>
                  <a:schemeClr val="tx1"/>
                </a:solidFill>
                <a:latin typeface="+mn-lt"/>
                <a:ea typeface="+mn-ea"/>
                <a:cs typeface="Arial" pitchFamily="34" charset="0"/>
              </a:defRPr>
            </a:lvl3pPr>
            <a:lvl4pPr marL="946404" indent="-171450" algn="l" rtl="0" eaLnBrk="1" latinLnBrk="0" hangingPunct="1">
              <a:spcBef>
                <a:spcPct val="20000"/>
              </a:spcBef>
              <a:buClr>
                <a:schemeClr val="accent3"/>
              </a:buClr>
              <a:buFont typeface="Wingdings 3"/>
              <a:buChar char=""/>
              <a:defRPr sz="1200" kern="1200" spc="0">
                <a:solidFill>
                  <a:schemeClr val="tx1"/>
                </a:solidFill>
                <a:latin typeface="+mn-lt"/>
                <a:ea typeface="+mn-ea"/>
                <a:cs typeface="Arial" pitchFamily="34" charset="0"/>
              </a:defRPr>
            </a:lvl4pPr>
            <a:lvl5pPr marL="1110996" indent="-157734" algn="l" rtl="0" eaLnBrk="1" latinLnBrk="0" hangingPunct="1">
              <a:spcBef>
                <a:spcPct val="20000"/>
              </a:spcBef>
              <a:buClr>
                <a:schemeClr val="accent3"/>
              </a:buClr>
              <a:buFont typeface="Wingdings 2"/>
              <a:buChar char=""/>
              <a:defRPr sz="1050" kern="1200" spc="0">
                <a:solidFill>
                  <a:schemeClr val="tx1"/>
                </a:solidFill>
                <a:latin typeface="+mn-lt"/>
                <a:ea typeface="+mn-ea"/>
                <a:cs typeface="Arial" pitchFamily="34" charset="0"/>
              </a:defRPr>
            </a:lvl5pPr>
            <a:lvl6pPr marL="1282446" indent="-157734" algn="l" rtl="0" eaLnBrk="1" latinLnBrk="0" hangingPunct="1">
              <a:spcBef>
                <a:spcPct val="20000"/>
              </a:spcBef>
              <a:buClr>
                <a:schemeClr val="accent3"/>
              </a:buClr>
              <a:buFont typeface="Wingdings 2"/>
              <a:buChar char=""/>
              <a:defRPr sz="1350" kern="1200">
                <a:solidFill>
                  <a:schemeClr val="tx1"/>
                </a:solidFill>
                <a:latin typeface="+mn-lt"/>
                <a:ea typeface="+mn-ea"/>
                <a:cs typeface="+mn-cs"/>
              </a:defRPr>
            </a:lvl6pPr>
            <a:lvl7pPr marL="1426464"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7pPr>
            <a:lvl8pPr marL="1570482"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8pPr>
            <a:lvl9pPr marL="1714500"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9pPr>
            <a:extLst/>
          </a:lstStyle>
          <a:p>
            <a:pPr marL="457200" lvl="1" indent="0" algn="ctr">
              <a:buNone/>
            </a:pPr>
            <a:r>
              <a:rPr lang="en-US" sz="2800" kern="0">
                <a:solidFill>
                  <a:srgbClr val="000000"/>
                </a:solidFill>
                <a:effectLst/>
                <a:latin typeface="Cascadia Mono"/>
                <a:ea typeface="Calibri" panose="020F0502020204030204" pitchFamily="34" charset="0"/>
                <a:cs typeface="Cascadia Mono"/>
              </a:rPr>
              <a:t>List&lt;</a:t>
            </a:r>
            <a:r>
              <a:rPr lang="en-US" sz="2800" kern="0">
                <a:solidFill>
                  <a:srgbClr val="0000FF"/>
                </a:solidFill>
                <a:effectLst/>
                <a:latin typeface="Cascadia Mono"/>
                <a:ea typeface="Calibri" panose="020F0502020204030204" pitchFamily="34" charset="0"/>
                <a:cs typeface="Cascadia Mono"/>
              </a:rPr>
              <a:t>int</a:t>
            </a:r>
            <a:r>
              <a:rPr lang="en-US" sz="2800" kern="0">
                <a:solidFill>
                  <a:srgbClr val="000000"/>
                </a:solidFill>
                <a:effectLst/>
                <a:latin typeface="Cascadia Mono"/>
                <a:ea typeface="Calibri" panose="020F0502020204030204" pitchFamily="34" charset="0"/>
                <a:cs typeface="Cascadia Mono"/>
              </a:rPr>
              <a:t>&gt; myList = </a:t>
            </a:r>
            <a:r>
              <a:rPr lang="en-US" sz="2800" kern="0">
                <a:solidFill>
                  <a:srgbClr val="0000FF"/>
                </a:solidFill>
                <a:effectLst/>
                <a:latin typeface="Cascadia Mono"/>
                <a:ea typeface="Calibri" panose="020F0502020204030204" pitchFamily="34" charset="0"/>
                <a:cs typeface="Cascadia Mono"/>
              </a:rPr>
              <a:t>new</a:t>
            </a:r>
            <a:r>
              <a:rPr lang="en-US" sz="2800" kern="0">
                <a:solidFill>
                  <a:srgbClr val="000000"/>
                </a:solidFill>
                <a:effectLst/>
                <a:latin typeface="Cascadia Mono"/>
                <a:ea typeface="Calibri" panose="020F0502020204030204" pitchFamily="34" charset="0"/>
                <a:cs typeface="Cascadia Mono"/>
              </a:rPr>
              <a:t> List&lt;</a:t>
            </a:r>
            <a:r>
              <a:rPr lang="en-US" sz="2800" kern="0">
                <a:solidFill>
                  <a:srgbClr val="0000FF"/>
                </a:solidFill>
                <a:effectLst/>
                <a:latin typeface="Cascadia Mono"/>
                <a:ea typeface="Calibri" panose="020F0502020204030204" pitchFamily="34" charset="0"/>
                <a:cs typeface="Cascadia Mono"/>
              </a:rPr>
              <a:t>int</a:t>
            </a:r>
            <a:r>
              <a:rPr lang="en-US" sz="2800" kern="0">
                <a:solidFill>
                  <a:srgbClr val="000000"/>
                </a:solidFill>
                <a:effectLst/>
                <a:latin typeface="Cascadia Mono"/>
                <a:ea typeface="Calibri" panose="020F0502020204030204" pitchFamily="34" charset="0"/>
                <a:cs typeface="Cascadia Mono"/>
              </a:rPr>
              <a:t>&gt;(10);</a:t>
            </a:r>
            <a:endParaRPr lang="en-VN" sz="3600" b="0" i="0" u="none" strike="noStrike">
              <a:effectLst/>
              <a:latin typeface="Segoe UI" panose="020B0502040204020203" pitchFamily="34" charset="0"/>
              <a:sym typeface="Wingdings" pitchFamily="2" charset="2"/>
            </a:endParaRPr>
          </a:p>
        </p:txBody>
      </p:sp>
    </p:spTree>
    <p:extLst>
      <p:ext uri="{BB962C8B-B14F-4D97-AF65-F5344CB8AC3E}">
        <p14:creationId xmlns:p14="http://schemas.microsoft.com/office/powerpoint/2010/main" val="404748673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09F558-D333-EE4F-BF8A-DD5A2AF8E8E5}"/>
              </a:ext>
            </a:extLst>
          </p:cNvPr>
          <p:cNvSpPr>
            <a:spLocks noGrp="1"/>
          </p:cNvSpPr>
          <p:nvPr>
            <p:ph type="title"/>
          </p:nvPr>
        </p:nvSpPr>
        <p:spPr/>
        <p:txBody>
          <a:bodyPr>
            <a:normAutofit fontScale="90000"/>
          </a:bodyPr>
          <a:lstStyle/>
          <a:p>
            <a:r>
              <a:rPr lang="en-US"/>
              <a:t>KIỂU DỮ LIỆU LIST&lt;T&gt;</a:t>
            </a:r>
            <a:endParaRPr lang="en-VN"/>
          </a:p>
        </p:txBody>
      </p:sp>
      <p:sp>
        <p:nvSpPr>
          <p:cNvPr id="3" name="Content Placeholder 2">
            <a:extLst>
              <a:ext uri="{FF2B5EF4-FFF2-40B4-BE49-F238E27FC236}">
                <a16:creationId xmlns:a16="http://schemas.microsoft.com/office/drawing/2014/main" id="{46E931EB-84F8-664B-A670-FCDDEF319EBC}"/>
              </a:ext>
            </a:extLst>
          </p:cNvPr>
          <p:cNvSpPr>
            <a:spLocks noGrp="1"/>
          </p:cNvSpPr>
          <p:nvPr>
            <p:ph idx="1"/>
          </p:nvPr>
        </p:nvSpPr>
        <p:spPr/>
        <p:txBody>
          <a:bodyPr/>
          <a:lstStyle/>
          <a:p>
            <a:pPr algn="just"/>
            <a:r>
              <a:rPr lang="en-VN">
                <a:sym typeface="Wingdings" pitchFamily="2" charset="2"/>
              </a:rPr>
              <a:t>Thuộc tính:</a:t>
            </a:r>
          </a:p>
          <a:p>
            <a:pPr lvl="1" algn="just"/>
            <a:r>
              <a:rPr lang="en-US" b="0" i="0" u="none" strike="noStrike">
                <a:effectLst/>
                <a:latin typeface="Segoe UI" panose="020B0502040204020203" pitchFamily="34" charset="0"/>
                <a:hlinkClick r:id="rId3"/>
              </a:rPr>
              <a:t>Capacity</a:t>
            </a:r>
            <a:r>
              <a:rPr lang="en-VN"/>
              <a:t>: trả về tổng số phần tử đã được cấp phát</a:t>
            </a:r>
            <a:endParaRPr lang="en-VN" b="0" i="0" u="none" strike="noStrike">
              <a:effectLst/>
              <a:latin typeface="Segoe UI" panose="020B0502040204020203" pitchFamily="34" charset="0"/>
              <a:sym typeface="Wingdings" pitchFamily="2" charset="2"/>
            </a:endParaRPr>
          </a:p>
          <a:p>
            <a:pPr lvl="1" algn="just"/>
            <a:r>
              <a:rPr lang="en-US" b="0" i="0" u="none" strike="noStrike">
                <a:effectLst/>
                <a:latin typeface="Segoe UI" panose="020B0502040204020203" pitchFamily="34" charset="0"/>
                <a:hlinkClick r:id="rId4"/>
              </a:rPr>
              <a:t>Count</a:t>
            </a:r>
            <a:r>
              <a:rPr lang="en-VN"/>
              <a:t>: trả về số phần tử thực tế trong danh sách</a:t>
            </a:r>
            <a:endParaRPr lang="en-VN">
              <a:sym typeface="Wingdings" pitchFamily="2" charset="2"/>
            </a:endParaRPr>
          </a:p>
        </p:txBody>
      </p:sp>
      <p:sp>
        <p:nvSpPr>
          <p:cNvPr id="4" name="Footer Placeholder 3">
            <a:extLst>
              <a:ext uri="{FF2B5EF4-FFF2-40B4-BE49-F238E27FC236}">
                <a16:creationId xmlns:a16="http://schemas.microsoft.com/office/drawing/2014/main" id="{F03246C0-7681-AD48-868A-D72606C1877E}"/>
              </a:ext>
            </a:extLst>
          </p:cNvPr>
          <p:cNvSpPr>
            <a:spLocks noGrp="1"/>
          </p:cNvSpPr>
          <p:nvPr>
            <p:ph type="ftr" sz="quarter" idx="11"/>
          </p:nvPr>
        </p:nvSpPr>
        <p:spPr/>
        <p:txBody>
          <a:bodyPr/>
          <a:lstStyle/>
          <a:p>
            <a:r>
              <a:rPr lang="vi-VN" dirty="0"/>
              <a:t>Bài 6: Mảng một chiều</a:t>
            </a:r>
            <a:endParaRPr lang="en-US" dirty="0"/>
          </a:p>
        </p:txBody>
      </p:sp>
      <p:sp>
        <p:nvSpPr>
          <p:cNvPr id="5" name="Slide Number Placeholder 4">
            <a:extLst>
              <a:ext uri="{FF2B5EF4-FFF2-40B4-BE49-F238E27FC236}">
                <a16:creationId xmlns:a16="http://schemas.microsoft.com/office/drawing/2014/main" id="{AA02F9E7-4A6D-174E-81AE-32936B7114DF}"/>
              </a:ext>
            </a:extLst>
          </p:cNvPr>
          <p:cNvSpPr>
            <a:spLocks noGrp="1"/>
          </p:cNvSpPr>
          <p:nvPr>
            <p:ph type="sldNum" sz="quarter" idx="12"/>
          </p:nvPr>
        </p:nvSpPr>
        <p:spPr/>
        <p:txBody>
          <a:bodyPr/>
          <a:lstStyle/>
          <a:p>
            <a:fld id="{1AD93096-5B34-4342-9326-69289CEAE4C2}" type="slidenum">
              <a:rPr lang="en-US" smtClean="0"/>
              <a:pPr/>
              <a:t>40</a:t>
            </a:fld>
            <a:endParaRPr lang="en-US" dirty="0"/>
          </a:p>
        </p:txBody>
      </p:sp>
      <p:sp>
        <p:nvSpPr>
          <p:cNvPr id="6" name="Content Placeholder 5">
            <a:extLst>
              <a:ext uri="{FF2B5EF4-FFF2-40B4-BE49-F238E27FC236}">
                <a16:creationId xmlns:a16="http://schemas.microsoft.com/office/drawing/2014/main" id="{8145213B-94D7-E490-1E9A-BAB63C140CD7}"/>
              </a:ext>
            </a:extLst>
          </p:cNvPr>
          <p:cNvSpPr txBox="1">
            <a:spLocks/>
          </p:cNvSpPr>
          <p:nvPr/>
        </p:nvSpPr>
        <p:spPr>
          <a:xfrm>
            <a:off x="1469719" y="2370034"/>
            <a:ext cx="6204562" cy="2936257"/>
          </a:xfrm>
          <a:prstGeom prst="rect">
            <a:avLst/>
          </a:prstGeom>
        </p:spPr>
        <p:style>
          <a:lnRef idx="2">
            <a:schemeClr val="accent2"/>
          </a:lnRef>
          <a:fillRef idx="1">
            <a:schemeClr val="lt1"/>
          </a:fillRef>
          <a:effectRef idx="0">
            <a:schemeClr val="accent2"/>
          </a:effectRef>
          <a:fontRef idx="minor">
            <a:schemeClr val="dk1"/>
          </a:fontRef>
        </p:style>
        <p:txBody>
          <a:bodyPr>
            <a:noAutofit/>
          </a:bodyPr>
          <a:lstStyle>
            <a:lvl1pPr marL="308610" indent="-257175" algn="l" rtl="0" eaLnBrk="1" latinLnBrk="0" hangingPunct="1">
              <a:spcBef>
                <a:spcPts val="525"/>
              </a:spcBef>
              <a:buSzPct val="95000"/>
              <a:buFont typeface="Wingdings"/>
              <a:buChar char=""/>
              <a:defRPr sz="1500" kern="1200" spc="0">
                <a:solidFill>
                  <a:schemeClr val="tx1"/>
                </a:solidFill>
                <a:latin typeface="+mn-lt"/>
                <a:ea typeface="+mn-ea"/>
                <a:cs typeface="Arial" pitchFamily="34" charset="0"/>
              </a:defRPr>
            </a:lvl1pPr>
            <a:lvl2pPr marL="555498" indent="-214313" algn="l" rtl="0" eaLnBrk="1" latinLnBrk="0" hangingPunct="1">
              <a:spcBef>
                <a:spcPct val="20000"/>
              </a:spcBef>
              <a:buClr>
                <a:schemeClr val="accent2"/>
              </a:buClr>
              <a:buSzPct val="90000"/>
              <a:buFont typeface="Wingdings"/>
              <a:buChar char=""/>
              <a:defRPr sz="1350" kern="1200" spc="0">
                <a:solidFill>
                  <a:schemeClr val="tx1"/>
                </a:solidFill>
                <a:latin typeface="+mn-lt"/>
                <a:ea typeface="+mn-ea"/>
                <a:cs typeface="Arial" pitchFamily="34" charset="0"/>
              </a:defRPr>
            </a:lvl2pPr>
            <a:lvl3pPr marL="747522" indent="-171450" algn="l" rtl="0" eaLnBrk="1" latinLnBrk="0" hangingPunct="1">
              <a:spcBef>
                <a:spcPct val="20000"/>
              </a:spcBef>
              <a:buClr>
                <a:schemeClr val="accent2"/>
              </a:buClr>
              <a:buFont typeface="Wingdings 2"/>
              <a:buChar char=""/>
              <a:defRPr sz="1200" kern="1200" spc="0">
                <a:solidFill>
                  <a:schemeClr val="tx1"/>
                </a:solidFill>
                <a:latin typeface="+mn-lt"/>
                <a:ea typeface="+mn-ea"/>
                <a:cs typeface="Arial" pitchFamily="34" charset="0"/>
              </a:defRPr>
            </a:lvl3pPr>
            <a:lvl4pPr marL="946404" indent="-171450" algn="l" rtl="0" eaLnBrk="1" latinLnBrk="0" hangingPunct="1">
              <a:spcBef>
                <a:spcPct val="20000"/>
              </a:spcBef>
              <a:buClr>
                <a:schemeClr val="accent3"/>
              </a:buClr>
              <a:buFont typeface="Wingdings 3"/>
              <a:buChar char=""/>
              <a:defRPr sz="1200" kern="1200" spc="0">
                <a:solidFill>
                  <a:schemeClr val="tx1"/>
                </a:solidFill>
                <a:latin typeface="+mn-lt"/>
                <a:ea typeface="+mn-ea"/>
                <a:cs typeface="Arial" pitchFamily="34" charset="0"/>
              </a:defRPr>
            </a:lvl4pPr>
            <a:lvl5pPr marL="1110996" indent="-157734" algn="l" rtl="0" eaLnBrk="1" latinLnBrk="0" hangingPunct="1">
              <a:spcBef>
                <a:spcPct val="20000"/>
              </a:spcBef>
              <a:buClr>
                <a:schemeClr val="accent3"/>
              </a:buClr>
              <a:buFont typeface="Wingdings 2"/>
              <a:buChar char=""/>
              <a:defRPr sz="1050" kern="1200" spc="0">
                <a:solidFill>
                  <a:schemeClr val="tx1"/>
                </a:solidFill>
                <a:latin typeface="+mn-lt"/>
                <a:ea typeface="+mn-ea"/>
                <a:cs typeface="Arial" pitchFamily="34" charset="0"/>
              </a:defRPr>
            </a:lvl5pPr>
            <a:lvl6pPr marL="1282446" indent="-157734" algn="l" rtl="0" eaLnBrk="1" latinLnBrk="0" hangingPunct="1">
              <a:spcBef>
                <a:spcPct val="20000"/>
              </a:spcBef>
              <a:buClr>
                <a:schemeClr val="accent3"/>
              </a:buClr>
              <a:buFont typeface="Wingdings 2"/>
              <a:buChar char=""/>
              <a:defRPr sz="1350" kern="1200">
                <a:solidFill>
                  <a:schemeClr val="tx1"/>
                </a:solidFill>
                <a:latin typeface="+mn-lt"/>
                <a:ea typeface="+mn-ea"/>
                <a:cs typeface="+mn-cs"/>
              </a:defRPr>
            </a:lvl6pPr>
            <a:lvl7pPr marL="1426464"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7pPr>
            <a:lvl8pPr marL="1570482"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8pPr>
            <a:lvl9pPr marL="1714500"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9pPr>
            <a:extLst/>
          </a:lstStyle>
          <a:p>
            <a:pPr marL="51435" indent="0" algn="l">
              <a:lnSpc>
                <a:spcPct val="115000"/>
              </a:lnSpc>
              <a:spcAft>
                <a:spcPts val="300"/>
              </a:spcAft>
              <a:buNone/>
            </a:pPr>
            <a:r>
              <a:rPr lang="en-US" sz="1800" kern="0">
                <a:solidFill>
                  <a:srgbClr val="000000"/>
                </a:solidFill>
                <a:effectLst/>
                <a:latin typeface="Cascadia Mono"/>
                <a:ea typeface="Calibri" panose="020F0502020204030204" pitchFamily="34" charset="0"/>
                <a:cs typeface="Cascadia Mono"/>
              </a:rPr>
              <a:t>List&lt;</a:t>
            </a:r>
            <a:r>
              <a:rPr lang="en-US" sz="1800" kern="0">
                <a:solidFill>
                  <a:srgbClr val="0000FF"/>
                </a:solidFill>
                <a:effectLst/>
                <a:latin typeface="Cascadia Mono"/>
                <a:ea typeface="Calibri" panose="020F0502020204030204" pitchFamily="34" charset="0"/>
                <a:cs typeface="Cascadia Mono"/>
              </a:rPr>
              <a:t>int</a:t>
            </a:r>
            <a:r>
              <a:rPr lang="en-US" sz="1800" kern="0">
                <a:solidFill>
                  <a:srgbClr val="000000"/>
                </a:solidFill>
                <a:effectLst/>
                <a:latin typeface="Cascadia Mono"/>
                <a:ea typeface="Calibri" panose="020F0502020204030204" pitchFamily="34" charset="0"/>
                <a:cs typeface="Cascadia Mono"/>
              </a:rPr>
              <a:t>&gt; myList</a:t>
            </a:r>
            <a:r>
              <a:rPr lang="vi-VN" sz="1800" kern="0">
                <a:solidFill>
                  <a:srgbClr val="000000"/>
                </a:solidFill>
                <a:effectLst/>
                <a:latin typeface="Cascadia Mono"/>
                <a:ea typeface="Calibri" panose="020F0502020204030204" pitchFamily="34" charset="0"/>
                <a:cs typeface="Cascadia Mono"/>
              </a:rPr>
              <a:t>1</a:t>
            </a:r>
            <a:r>
              <a:rPr lang="en-US" sz="1800" kern="0">
                <a:solidFill>
                  <a:srgbClr val="000000"/>
                </a:solidFill>
                <a:effectLst/>
                <a:latin typeface="Cascadia Mono"/>
                <a:ea typeface="Calibri" panose="020F0502020204030204" pitchFamily="34" charset="0"/>
                <a:cs typeface="Cascadia Mono"/>
              </a:rPr>
              <a:t> = </a:t>
            </a:r>
            <a:r>
              <a:rPr lang="en-US" sz="1800" kern="0">
                <a:solidFill>
                  <a:srgbClr val="0000FF"/>
                </a:solidFill>
                <a:effectLst/>
                <a:latin typeface="Cascadia Mono"/>
                <a:ea typeface="Calibri" panose="020F0502020204030204" pitchFamily="34" charset="0"/>
                <a:cs typeface="Cascadia Mono"/>
              </a:rPr>
              <a:t>new</a:t>
            </a:r>
            <a:r>
              <a:rPr lang="en-US" sz="1800" kern="0">
                <a:solidFill>
                  <a:srgbClr val="000000"/>
                </a:solidFill>
                <a:effectLst/>
                <a:latin typeface="Cascadia Mono"/>
                <a:ea typeface="Calibri" panose="020F0502020204030204" pitchFamily="34" charset="0"/>
                <a:cs typeface="Cascadia Mono"/>
              </a:rPr>
              <a:t> List&lt;</a:t>
            </a:r>
            <a:r>
              <a:rPr lang="en-US" sz="1800" kern="0">
                <a:solidFill>
                  <a:srgbClr val="0000FF"/>
                </a:solidFill>
                <a:effectLst/>
                <a:latin typeface="Cascadia Mono"/>
                <a:ea typeface="Calibri" panose="020F0502020204030204" pitchFamily="34" charset="0"/>
                <a:cs typeface="Cascadia Mono"/>
              </a:rPr>
              <a:t>int</a:t>
            </a:r>
            <a:r>
              <a:rPr lang="en-US" sz="1800" kern="0">
                <a:solidFill>
                  <a:srgbClr val="000000"/>
                </a:solidFill>
                <a:effectLst/>
                <a:latin typeface="Cascadia Mono"/>
                <a:ea typeface="Calibri" panose="020F0502020204030204" pitchFamily="34" charset="0"/>
                <a:cs typeface="Cascadia Mono"/>
              </a:rPr>
              <a:t>&gt;();</a:t>
            </a:r>
            <a:endParaRPr lang="en-VN" sz="1800" kern="100">
              <a:effectLst/>
              <a:latin typeface="Times New Roman" panose="02020603050405020304" pitchFamily="18" charset="0"/>
              <a:ea typeface="Calibri" panose="020F0502020204030204" pitchFamily="34" charset="0"/>
              <a:cs typeface="Times New Roman (Body CS)"/>
            </a:endParaRPr>
          </a:p>
          <a:p>
            <a:pPr marL="51435" indent="0" algn="l">
              <a:lnSpc>
                <a:spcPct val="115000"/>
              </a:lnSpc>
              <a:spcAft>
                <a:spcPts val="300"/>
              </a:spcAft>
              <a:buNone/>
            </a:pPr>
            <a:r>
              <a:rPr lang="en-US" sz="1800" kern="0">
                <a:solidFill>
                  <a:srgbClr val="000000"/>
                </a:solidFill>
                <a:effectLst/>
                <a:latin typeface="Cascadia Mono"/>
                <a:ea typeface="Calibri" panose="020F0502020204030204" pitchFamily="34" charset="0"/>
                <a:cs typeface="Cascadia Mono"/>
              </a:rPr>
              <a:t>Console.WriteLine(myList</a:t>
            </a:r>
            <a:r>
              <a:rPr lang="vi-VN" sz="1800" kern="0">
                <a:solidFill>
                  <a:srgbClr val="000000"/>
                </a:solidFill>
                <a:effectLst/>
                <a:latin typeface="Cascadia Mono"/>
                <a:ea typeface="Calibri" panose="020F0502020204030204" pitchFamily="34" charset="0"/>
                <a:cs typeface="Cascadia Mono"/>
              </a:rPr>
              <a:t>1</a:t>
            </a:r>
            <a:r>
              <a:rPr lang="en-US" sz="1800" kern="0">
                <a:solidFill>
                  <a:srgbClr val="000000"/>
                </a:solidFill>
                <a:effectLst/>
                <a:latin typeface="Cascadia Mono"/>
                <a:ea typeface="Calibri" panose="020F0502020204030204" pitchFamily="34" charset="0"/>
                <a:cs typeface="Cascadia Mono"/>
              </a:rPr>
              <a:t>.Count); 		</a:t>
            </a:r>
            <a:r>
              <a:rPr lang="vi-VN" sz="1800" kern="0">
                <a:solidFill>
                  <a:srgbClr val="C00000"/>
                </a:solidFill>
                <a:effectLst/>
                <a:latin typeface="Cascadia Mono"/>
                <a:ea typeface="Calibri" panose="020F0502020204030204" pitchFamily="34" charset="0"/>
                <a:cs typeface="Cascadia Mono"/>
              </a:rPr>
              <a:t>//0</a:t>
            </a:r>
            <a:endParaRPr lang="en-VN" sz="1800" kern="100">
              <a:effectLst/>
              <a:latin typeface="Times New Roman" panose="02020603050405020304" pitchFamily="18" charset="0"/>
              <a:ea typeface="Calibri" panose="020F0502020204030204" pitchFamily="34" charset="0"/>
              <a:cs typeface="Times New Roman (Body CS)"/>
            </a:endParaRPr>
          </a:p>
          <a:p>
            <a:pPr marL="51435" indent="0" algn="just">
              <a:lnSpc>
                <a:spcPct val="115000"/>
              </a:lnSpc>
              <a:spcAft>
                <a:spcPts val="300"/>
              </a:spcAft>
              <a:buNone/>
            </a:pPr>
            <a:r>
              <a:rPr lang="en-US" sz="1800" kern="0">
                <a:solidFill>
                  <a:srgbClr val="000000"/>
                </a:solidFill>
                <a:effectLst/>
                <a:latin typeface="Cascadia Mono"/>
                <a:ea typeface="Calibri" panose="020F0502020204030204" pitchFamily="34" charset="0"/>
                <a:cs typeface="Cascadia Mono"/>
              </a:rPr>
              <a:t>Console.WriteLine(myList</a:t>
            </a:r>
            <a:r>
              <a:rPr lang="vi-VN" sz="1800" kern="0">
                <a:solidFill>
                  <a:srgbClr val="000000"/>
                </a:solidFill>
                <a:effectLst/>
                <a:latin typeface="Cascadia Mono"/>
                <a:ea typeface="Calibri" panose="020F0502020204030204" pitchFamily="34" charset="0"/>
                <a:cs typeface="Cascadia Mono"/>
              </a:rPr>
              <a:t>1</a:t>
            </a:r>
            <a:r>
              <a:rPr lang="en-US" sz="1800" kern="0">
                <a:solidFill>
                  <a:srgbClr val="000000"/>
                </a:solidFill>
                <a:effectLst/>
                <a:latin typeface="Cascadia Mono"/>
                <a:ea typeface="Calibri" panose="020F0502020204030204" pitchFamily="34" charset="0"/>
                <a:cs typeface="Cascadia Mono"/>
              </a:rPr>
              <a:t>.Capacity); 		</a:t>
            </a:r>
            <a:r>
              <a:rPr lang="vi-VN" sz="1800" kern="0">
                <a:solidFill>
                  <a:srgbClr val="C00000"/>
                </a:solidFill>
                <a:effectLst/>
                <a:latin typeface="Cascadia Mono"/>
                <a:ea typeface="Calibri" panose="020F0502020204030204" pitchFamily="34" charset="0"/>
                <a:cs typeface="Cascadia Mono"/>
              </a:rPr>
              <a:t>//0</a:t>
            </a:r>
            <a:endParaRPr lang="en-VN" sz="1800" kern="100">
              <a:effectLst/>
              <a:latin typeface="Times New Roman" panose="02020603050405020304" pitchFamily="18" charset="0"/>
              <a:ea typeface="Calibri" panose="020F0502020204030204" pitchFamily="34" charset="0"/>
              <a:cs typeface="Times New Roman (Body CS)"/>
            </a:endParaRPr>
          </a:p>
          <a:p>
            <a:pPr marL="51435" indent="0" algn="just">
              <a:lnSpc>
                <a:spcPct val="115000"/>
              </a:lnSpc>
              <a:spcAft>
                <a:spcPts val="300"/>
              </a:spcAft>
              <a:buNone/>
            </a:pPr>
            <a:r>
              <a:rPr lang="vi-VN" sz="1800" kern="0">
                <a:solidFill>
                  <a:srgbClr val="000000"/>
                </a:solidFill>
                <a:effectLst/>
                <a:latin typeface="Cascadia Mono"/>
                <a:ea typeface="Calibri" panose="020F0502020204030204" pitchFamily="34" charset="0"/>
                <a:cs typeface="Cascadia Mono"/>
              </a:rPr>
              <a:t> </a:t>
            </a:r>
            <a:endParaRPr lang="en-VN" sz="1800" kern="100">
              <a:effectLst/>
              <a:latin typeface="Times New Roman" panose="02020603050405020304" pitchFamily="18" charset="0"/>
              <a:ea typeface="Calibri" panose="020F0502020204030204" pitchFamily="34" charset="0"/>
              <a:cs typeface="Times New Roman (Body CS)"/>
            </a:endParaRPr>
          </a:p>
          <a:p>
            <a:pPr marL="51435" indent="0" algn="l">
              <a:lnSpc>
                <a:spcPct val="115000"/>
              </a:lnSpc>
              <a:spcAft>
                <a:spcPts val="300"/>
              </a:spcAft>
              <a:buNone/>
            </a:pPr>
            <a:r>
              <a:rPr lang="en-US" sz="1800" kern="0">
                <a:solidFill>
                  <a:srgbClr val="000000"/>
                </a:solidFill>
                <a:effectLst/>
                <a:latin typeface="Cascadia Mono"/>
                <a:ea typeface="Calibri" panose="020F0502020204030204" pitchFamily="34" charset="0"/>
                <a:cs typeface="Cascadia Mono"/>
              </a:rPr>
              <a:t>List&lt;</a:t>
            </a:r>
            <a:r>
              <a:rPr lang="en-US" sz="1800" kern="0">
                <a:solidFill>
                  <a:srgbClr val="0000FF"/>
                </a:solidFill>
                <a:effectLst/>
                <a:latin typeface="Cascadia Mono"/>
                <a:ea typeface="Calibri" panose="020F0502020204030204" pitchFamily="34" charset="0"/>
                <a:cs typeface="Cascadia Mono"/>
              </a:rPr>
              <a:t>int</a:t>
            </a:r>
            <a:r>
              <a:rPr lang="en-US" sz="1800" kern="0">
                <a:solidFill>
                  <a:srgbClr val="000000"/>
                </a:solidFill>
                <a:effectLst/>
                <a:latin typeface="Cascadia Mono"/>
                <a:ea typeface="Calibri" panose="020F0502020204030204" pitchFamily="34" charset="0"/>
                <a:cs typeface="Cascadia Mono"/>
              </a:rPr>
              <a:t>&gt; myList</a:t>
            </a:r>
            <a:r>
              <a:rPr lang="vi-VN" sz="1800" kern="0">
                <a:solidFill>
                  <a:srgbClr val="000000"/>
                </a:solidFill>
                <a:effectLst/>
                <a:latin typeface="Cascadia Mono"/>
                <a:ea typeface="Calibri" panose="020F0502020204030204" pitchFamily="34" charset="0"/>
                <a:cs typeface="Cascadia Mono"/>
              </a:rPr>
              <a:t>2</a:t>
            </a:r>
            <a:r>
              <a:rPr lang="en-US" sz="1800" kern="0">
                <a:solidFill>
                  <a:srgbClr val="000000"/>
                </a:solidFill>
                <a:effectLst/>
                <a:latin typeface="Cascadia Mono"/>
                <a:ea typeface="Calibri" panose="020F0502020204030204" pitchFamily="34" charset="0"/>
                <a:cs typeface="Cascadia Mono"/>
              </a:rPr>
              <a:t> = </a:t>
            </a:r>
            <a:r>
              <a:rPr lang="en-US" sz="1800" kern="0">
                <a:solidFill>
                  <a:srgbClr val="0000FF"/>
                </a:solidFill>
                <a:effectLst/>
                <a:latin typeface="Cascadia Mono"/>
                <a:ea typeface="Calibri" panose="020F0502020204030204" pitchFamily="34" charset="0"/>
                <a:cs typeface="Cascadia Mono"/>
              </a:rPr>
              <a:t>new</a:t>
            </a:r>
            <a:r>
              <a:rPr lang="en-US" sz="1800" kern="0">
                <a:solidFill>
                  <a:srgbClr val="000000"/>
                </a:solidFill>
                <a:effectLst/>
                <a:latin typeface="Cascadia Mono"/>
                <a:ea typeface="Calibri" panose="020F0502020204030204" pitchFamily="34" charset="0"/>
                <a:cs typeface="Cascadia Mono"/>
              </a:rPr>
              <a:t> List&lt;</a:t>
            </a:r>
            <a:r>
              <a:rPr lang="en-US" sz="1800" kern="0">
                <a:solidFill>
                  <a:srgbClr val="0000FF"/>
                </a:solidFill>
                <a:effectLst/>
                <a:latin typeface="Cascadia Mono"/>
                <a:ea typeface="Calibri" panose="020F0502020204030204" pitchFamily="34" charset="0"/>
                <a:cs typeface="Cascadia Mono"/>
              </a:rPr>
              <a:t>int</a:t>
            </a:r>
            <a:r>
              <a:rPr lang="en-US" sz="1800" kern="0">
                <a:solidFill>
                  <a:srgbClr val="000000"/>
                </a:solidFill>
                <a:effectLst/>
                <a:latin typeface="Cascadia Mono"/>
                <a:ea typeface="Calibri" panose="020F0502020204030204" pitchFamily="34" charset="0"/>
                <a:cs typeface="Cascadia Mono"/>
              </a:rPr>
              <a:t>&gt;();</a:t>
            </a:r>
            <a:endParaRPr lang="en-VN" sz="1800" kern="100">
              <a:effectLst/>
              <a:latin typeface="Times New Roman" panose="02020603050405020304" pitchFamily="18" charset="0"/>
              <a:ea typeface="Calibri" panose="020F0502020204030204" pitchFamily="34" charset="0"/>
              <a:cs typeface="Times New Roman (Body CS)"/>
            </a:endParaRPr>
          </a:p>
          <a:p>
            <a:pPr marL="51435" indent="0" algn="l">
              <a:lnSpc>
                <a:spcPct val="115000"/>
              </a:lnSpc>
              <a:spcAft>
                <a:spcPts val="300"/>
              </a:spcAft>
              <a:buNone/>
            </a:pPr>
            <a:r>
              <a:rPr lang="en-US" sz="1800" kern="0">
                <a:solidFill>
                  <a:srgbClr val="000000"/>
                </a:solidFill>
                <a:effectLst/>
                <a:latin typeface="Cascadia Mono"/>
                <a:ea typeface="Calibri" panose="020F0502020204030204" pitchFamily="34" charset="0"/>
                <a:cs typeface="Cascadia Mono"/>
              </a:rPr>
              <a:t>Console.WriteLine(myList</a:t>
            </a:r>
            <a:r>
              <a:rPr lang="vi-VN" sz="1800" kern="0">
                <a:solidFill>
                  <a:srgbClr val="000000"/>
                </a:solidFill>
                <a:effectLst/>
                <a:latin typeface="Cascadia Mono"/>
                <a:ea typeface="Calibri" panose="020F0502020204030204" pitchFamily="34" charset="0"/>
                <a:cs typeface="Cascadia Mono"/>
              </a:rPr>
              <a:t>2</a:t>
            </a:r>
            <a:r>
              <a:rPr lang="en-US" sz="1800" kern="0">
                <a:solidFill>
                  <a:srgbClr val="000000"/>
                </a:solidFill>
                <a:effectLst/>
                <a:latin typeface="Cascadia Mono"/>
                <a:ea typeface="Calibri" panose="020F0502020204030204" pitchFamily="34" charset="0"/>
                <a:cs typeface="Cascadia Mono"/>
              </a:rPr>
              <a:t>.Count); 		</a:t>
            </a:r>
            <a:r>
              <a:rPr lang="vi-VN" sz="1800" kern="0">
                <a:solidFill>
                  <a:srgbClr val="C00000"/>
                </a:solidFill>
                <a:effectLst/>
                <a:latin typeface="Cascadia Mono"/>
                <a:ea typeface="Calibri" panose="020F0502020204030204" pitchFamily="34" charset="0"/>
                <a:cs typeface="Cascadia Mono"/>
              </a:rPr>
              <a:t>//0</a:t>
            </a:r>
            <a:endParaRPr lang="en-VN" sz="1800" kern="100">
              <a:effectLst/>
              <a:latin typeface="Times New Roman" panose="02020603050405020304" pitchFamily="18" charset="0"/>
              <a:ea typeface="Calibri" panose="020F0502020204030204" pitchFamily="34" charset="0"/>
              <a:cs typeface="Times New Roman (Body CS)"/>
            </a:endParaRPr>
          </a:p>
          <a:p>
            <a:pPr marL="51435" indent="0" algn="just">
              <a:lnSpc>
                <a:spcPct val="115000"/>
              </a:lnSpc>
              <a:spcAft>
                <a:spcPts val="300"/>
              </a:spcAft>
              <a:buNone/>
            </a:pPr>
            <a:r>
              <a:rPr lang="en-US" sz="1800" kern="0">
                <a:solidFill>
                  <a:srgbClr val="000000"/>
                </a:solidFill>
                <a:effectLst/>
                <a:latin typeface="Cascadia Mono"/>
                <a:ea typeface="Calibri" panose="020F0502020204030204" pitchFamily="34" charset="0"/>
                <a:cs typeface="Cascadia Mono"/>
              </a:rPr>
              <a:t>Console.WriteLine(myList</a:t>
            </a:r>
            <a:r>
              <a:rPr lang="vi-VN" sz="1800" kern="0">
                <a:solidFill>
                  <a:srgbClr val="000000"/>
                </a:solidFill>
                <a:effectLst/>
                <a:latin typeface="Cascadia Mono"/>
                <a:ea typeface="Calibri" panose="020F0502020204030204" pitchFamily="34" charset="0"/>
                <a:cs typeface="Cascadia Mono"/>
              </a:rPr>
              <a:t>2</a:t>
            </a:r>
            <a:r>
              <a:rPr lang="en-US" sz="1800" kern="0">
                <a:solidFill>
                  <a:srgbClr val="000000"/>
                </a:solidFill>
                <a:effectLst/>
                <a:latin typeface="Cascadia Mono"/>
                <a:ea typeface="Calibri" panose="020F0502020204030204" pitchFamily="34" charset="0"/>
                <a:cs typeface="Cascadia Mono"/>
              </a:rPr>
              <a:t>.Capacity); 		</a:t>
            </a:r>
            <a:r>
              <a:rPr lang="vi-VN" sz="1800" kern="0">
                <a:solidFill>
                  <a:srgbClr val="C00000"/>
                </a:solidFill>
                <a:effectLst/>
                <a:latin typeface="Cascadia Mono"/>
                <a:ea typeface="Calibri" panose="020F0502020204030204" pitchFamily="34" charset="0"/>
                <a:cs typeface="Cascadia Mono"/>
              </a:rPr>
              <a:t>//10</a:t>
            </a:r>
            <a:endParaRPr lang="en-VN" sz="1800" kern="100">
              <a:effectLst/>
              <a:latin typeface="Times New Roman" panose="02020603050405020304" pitchFamily="18" charset="0"/>
              <a:ea typeface="Calibri" panose="020F0502020204030204" pitchFamily="34" charset="0"/>
              <a:cs typeface="Times New Roman (Body CS)"/>
            </a:endParaRPr>
          </a:p>
        </p:txBody>
      </p:sp>
    </p:spTree>
    <p:extLst>
      <p:ext uri="{BB962C8B-B14F-4D97-AF65-F5344CB8AC3E}">
        <p14:creationId xmlns:p14="http://schemas.microsoft.com/office/powerpoint/2010/main" val="297420318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09F558-D333-EE4F-BF8A-DD5A2AF8E8E5}"/>
              </a:ext>
            </a:extLst>
          </p:cNvPr>
          <p:cNvSpPr>
            <a:spLocks noGrp="1"/>
          </p:cNvSpPr>
          <p:nvPr>
            <p:ph type="title"/>
          </p:nvPr>
        </p:nvSpPr>
        <p:spPr/>
        <p:txBody>
          <a:bodyPr>
            <a:normAutofit fontScale="90000"/>
          </a:bodyPr>
          <a:lstStyle/>
          <a:p>
            <a:r>
              <a:rPr lang="en-US"/>
              <a:t>KIỂU DỮ LIỆU LIST&lt;T&gt;</a:t>
            </a:r>
            <a:endParaRPr lang="en-VN"/>
          </a:p>
        </p:txBody>
      </p:sp>
      <p:sp>
        <p:nvSpPr>
          <p:cNvPr id="3" name="Content Placeholder 2">
            <a:extLst>
              <a:ext uri="{FF2B5EF4-FFF2-40B4-BE49-F238E27FC236}">
                <a16:creationId xmlns:a16="http://schemas.microsoft.com/office/drawing/2014/main" id="{46E931EB-84F8-664B-A670-FCDDEF319EBC}"/>
              </a:ext>
            </a:extLst>
          </p:cNvPr>
          <p:cNvSpPr>
            <a:spLocks noGrp="1"/>
          </p:cNvSpPr>
          <p:nvPr>
            <p:ph idx="1"/>
          </p:nvPr>
        </p:nvSpPr>
        <p:spPr/>
        <p:txBody>
          <a:bodyPr/>
          <a:lstStyle/>
          <a:p>
            <a:pPr algn="just"/>
            <a:r>
              <a:rPr lang="en-VN">
                <a:sym typeface="Wingdings" pitchFamily="2" charset="2"/>
              </a:rPr>
              <a:t>Một số thao tác cơ bản:</a:t>
            </a:r>
          </a:p>
          <a:p>
            <a:pPr lvl="1" algn="just"/>
            <a:r>
              <a:rPr lang="en-US" b="0" i="0" u="none" strike="noStrike">
                <a:effectLst/>
                <a:latin typeface="Segoe UI" panose="020B0502040204020203" pitchFamily="34" charset="0"/>
                <a:hlinkClick r:id="rId3"/>
              </a:rPr>
              <a:t>Add(T)</a:t>
            </a:r>
            <a:r>
              <a:rPr lang="en-VN"/>
              <a:t>: thêm phần tử vào cuối List</a:t>
            </a:r>
            <a:endParaRPr lang="en-VN" b="0" i="0" u="none" strike="noStrike">
              <a:effectLst/>
              <a:latin typeface="Segoe UI" panose="020B0502040204020203" pitchFamily="34" charset="0"/>
              <a:sym typeface="Wingdings" pitchFamily="2" charset="2"/>
            </a:endParaRPr>
          </a:p>
          <a:p>
            <a:pPr lvl="1" algn="just"/>
            <a:r>
              <a:rPr lang="en-US" b="0" i="0" u="none" strike="noStrike">
                <a:effectLst/>
                <a:latin typeface="Segoe UI" panose="020B0502040204020203" pitchFamily="34" charset="0"/>
                <a:hlinkClick r:id="rId4"/>
              </a:rPr>
              <a:t>Clear()</a:t>
            </a:r>
            <a:r>
              <a:rPr lang="en-VN"/>
              <a:t>: xóa toàn bộ phần tử trong List</a:t>
            </a:r>
          </a:p>
          <a:p>
            <a:pPr lvl="1" algn="just"/>
            <a:r>
              <a:rPr lang="en-US" b="0" i="0" u="none" strike="noStrike">
                <a:effectLst/>
                <a:latin typeface="Segoe UI" panose="020B0502040204020203" pitchFamily="34" charset="0"/>
                <a:hlinkClick r:id="rId5"/>
              </a:rPr>
              <a:t>ToArray()</a:t>
            </a:r>
            <a:r>
              <a:rPr lang="en-VN"/>
              <a:t>: sao chép các phần tử từ List sang Array</a:t>
            </a:r>
          </a:p>
          <a:p>
            <a:pPr lvl="1" algn="just"/>
            <a:endParaRPr lang="en-VN">
              <a:sym typeface="Wingdings" pitchFamily="2" charset="2"/>
            </a:endParaRPr>
          </a:p>
        </p:txBody>
      </p:sp>
      <p:sp>
        <p:nvSpPr>
          <p:cNvPr id="4" name="Footer Placeholder 3">
            <a:extLst>
              <a:ext uri="{FF2B5EF4-FFF2-40B4-BE49-F238E27FC236}">
                <a16:creationId xmlns:a16="http://schemas.microsoft.com/office/drawing/2014/main" id="{F03246C0-7681-AD48-868A-D72606C1877E}"/>
              </a:ext>
            </a:extLst>
          </p:cNvPr>
          <p:cNvSpPr>
            <a:spLocks noGrp="1"/>
          </p:cNvSpPr>
          <p:nvPr>
            <p:ph type="ftr" sz="quarter" idx="11"/>
          </p:nvPr>
        </p:nvSpPr>
        <p:spPr/>
        <p:txBody>
          <a:bodyPr/>
          <a:lstStyle/>
          <a:p>
            <a:r>
              <a:rPr lang="vi-VN" dirty="0"/>
              <a:t>Bài 6: Mảng một chiều</a:t>
            </a:r>
            <a:endParaRPr lang="en-US" dirty="0"/>
          </a:p>
        </p:txBody>
      </p:sp>
      <p:sp>
        <p:nvSpPr>
          <p:cNvPr id="5" name="Slide Number Placeholder 4">
            <a:extLst>
              <a:ext uri="{FF2B5EF4-FFF2-40B4-BE49-F238E27FC236}">
                <a16:creationId xmlns:a16="http://schemas.microsoft.com/office/drawing/2014/main" id="{AA02F9E7-4A6D-174E-81AE-32936B7114DF}"/>
              </a:ext>
            </a:extLst>
          </p:cNvPr>
          <p:cNvSpPr>
            <a:spLocks noGrp="1"/>
          </p:cNvSpPr>
          <p:nvPr>
            <p:ph type="sldNum" sz="quarter" idx="12"/>
          </p:nvPr>
        </p:nvSpPr>
        <p:spPr/>
        <p:txBody>
          <a:bodyPr/>
          <a:lstStyle/>
          <a:p>
            <a:fld id="{1AD93096-5B34-4342-9326-69289CEAE4C2}" type="slidenum">
              <a:rPr lang="en-US" smtClean="0"/>
              <a:pPr/>
              <a:t>41</a:t>
            </a:fld>
            <a:endParaRPr lang="en-US" dirty="0"/>
          </a:p>
        </p:txBody>
      </p:sp>
      <p:sp>
        <p:nvSpPr>
          <p:cNvPr id="6" name="Content Placeholder 5">
            <a:extLst>
              <a:ext uri="{FF2B5EF4-FFF2-40B4-BE49-F238E27FC236}">
                <a16:creationId xmlns:a16="http://schemas.microsoft.com/office/drawing/2014/main" id="{8145213B-94D7-E490-1E9A-BAB63C140CD7}"/>
              </a:ext>
            </a:extLst>
          </p:cNvPr>
          <p:cNvSpPr txBox="1">
            <a:spLocks/>
          </p:cNvSpPr>
          <p:nvPr/>
        </p:nvSpPr>
        <p:spPr>
          <a:xfrm>
            <a:off x="198672" y="2609805"/>
            <a:ext cx="4040819" cy="3741835"/>
          </a:xfrm>
          <a:prstGeom prst="rect">
            <a:avLst/>
          </a:prstGeom>
        </p:spPr>
        <p:style>
          <a:lnRef idx="2">
            <a:schemeClr val="accent2"/>
          </a:lnRef>
          <a:fillRef idx="1">
            <a:schemeClr val="lt1"/>
          </a:fillRef>
          <a:effectRef idx="0">
            <a:schemeClr val="accent2"/>
          </a:effectRef>
          <a:fontRef idx="minor">
            <a:schemeClr val="dk1"/>
          </a:fontRef>
        </p:style>
        <p:txBody>
          <a:bodyPr>
            <a:noAutofit/>
          </a:bodyPr>
          <a:lstStyle>
            <a:lvl1pPr marL="308610" indent="-257175" algn="l" rtl="0" eaLnBrk="1" latinLnBrk="0" hangingPunct="1">
              <a:spcBef>
                <a:spcPts val="525"/>
              </a:spcBef>
              <a:buSzPct val="95000"/>
              <a:buFont typeface="Wingdings"/>
              <a:buChar char=""/>
              <a:defRPr sz="1500" kern="1200" spc="0">
                <a:solidFill>
                  <a:schemeClr val="tx1"/>
                </a:solidFill>
                <a:latin typeface="+mn-lt"/>
                <a:ea typeface="+mn-ea"/>
                <a:cs typeface="Arial" pitchFamily="34" charset="0"/>
              </a:defRPr>
            </a:lvl1pPr>
            <a:lvl2pPr marL="555498" indent="-214313" algn="l" rtl="0" eaLnBrk="1" latinLnBrk="0" hangingPunct="1">
              <a:spcBef>
                <a:spcPct val="20000"/>
              </a:spcBef>
              <a:buClr>
                <a:schemeClr val="accent2"/>
              </a:buClr>
              <a:buSzPct val="90000"/>
              <a:buFont typeface="Wingdings"/>
              <a:buChar char=""/>
              <a:defRPr sz="1350" kern="1200" spc="0">
                <a:solidFill>
                  <a:schemeClr val="tx1"/>
                </a:solidFill>
                <a:latin typeface="+mn-lt"/>
                <a:ea typeface="+mn-ea"/>
                <a:cs typeface="Arial" pitchFamily="34" charset="0"/>
              </a:defRPr>
            </a:lvl2pPr>
            <a:lvl3pPr marL="747522" indent="-171450" algn="l" rtl="0" eaLnBrk="1" latinLnBrk="0" hangingPunct="1">
              <a:spcBef>
                <a:spcPct val="20000"/>
              </a:spcBef>
              <a:buClr>
                <a:schemeClr val="accent2"/>
              </a:buClr>
              <a:buFont typeface="Wingdings 2"/>
              <a:buChar char=""/>
              <a:defRPr sz="1200" kern="1200" spc="0">
                <a:solidFill>
                  <a:schemeClr val="tx1"/>
                </a:solidFill>
                <a:latin typeface="+mn-lt"/>
                <a:ea typeface="+mn-ea"/>
                <a:cs typeface="Arial" pitchFamily="34" charset="0"/>
              </a:defRPr>
            </a:lvl3pPr>
            <a:lvl4pPr marL="946404" indent="-171450" algn="l" rtl="0" eaLnBrk="1" latinLnBrk="0" hangingPunct="1">
              <a:spcBef>
                <a:spcPct val="20000"/>
              </a:spcBef>
              <a:buClr>
                <a:schemeClr val="accent3"/>
              </a:buClr>
              <a:buFont typeface="Wingdings 3"/>
              <a:buChar char=""/>
              <a:defRPr sz="1200" kern="1200" spc="0">
                <a:solidFill>
                  <a:schemeClr val="tx1"/>
                </a:solidFill>
                <a:latin typeface="+mn-lt"/>
                <a:ea typeface="+mn-ea"/>
                <a:cs typeface="Arial" pitchFamily="34" charset="0"/>
              </a:defRPr>
            </a:lvl4pPr>
            <a:lvl5pPr marL="1110996" indent="-157734" algn="l" rtl="0" eaLnBrk="1" latinLnBrk="0" hangingPunct="1">
              <a:spcBef>
                <a:spcPct val="20000"/>
              </a:spcBef>
              <a:buClr>
                <a:schemeClr val="accent3"/>
              </a:buClr>
              <a:buFont typeface="Wingdings 2"/>
              <a:buChar char=""/>
              <a:defRPr sz="1050" kern="1200" spc="0">
                <a:solidFill>
                  <a:schemeClr val="tx1"/>
                </a:solidFill>
                <a:latin typeface="+mn-lt"/>
                <a:ea typeface="+mn-ea"/>
                <a:cs typeface="Arial" pitchFamily="34" charset="0"/>
              </a:defRPr>
            </a:lvl5pPr>
            <a:lvl6pPr marL="1282446" indent="-157734" algn="l" rtl="0" eaLnBrk="1" latinLnBrk="0" hangingPunct="1">
              <a:spcBef>
                <a:spcPct val="20000"/>
              </a:spcBef>
              <a:buClr>
                <a:schemeClr val="accent3"/>
              </a:buClr>
              <a:buFont typeface="Wingdings 2"/>
              <a:buChar char=""/>
              <a:defRPr sz="1350" kern="1200">
                <a:solidFill>
                  <a:schemeClr val="tx1"/>
                </a:solidFill>
                <a:latin typeface="+mn-lt"/>
                <a:ea typeface="+mn-ea"/>
                <a:cs typeface="+mn-cs"/>
              </a:defRPr>
            </a:lvl6pPr>
            <a:lvl7pPr marL="1426464"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7pPr>
            <a:lvl8pPr marL="1570482"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8pPr>
            <a:lvl9pPr marL="1714500"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9pPr>
            <a:extLst/>
          </a:lstStyle>
          <a:p>
            <a:pPr marL="51435" indent="0" algn="l">
              <a:spcAft>
                <a:spcPts val="300"/>
              </a:spcAft>
              <a:buNone/>
            </a:pPr>
            <a:r>
              <a:rPr lang="en-US" sz="1600" kern="0">
                <a:solidFill>
                  <a:srgbClr val="2B91AF"/>
                </a:solidFill>
                <a:effectLst/>
                <a:latin typeface="Cascadia Mono"/>
                <a:ea typeface="Calibri" panose="020F0502020204030204" pitchFamily="34" charset="0"/>
                <a:cs typeface="Cascadia Mono"/>
              </a:rPr>
              <a:t>List</a:t>
            </a:r>
            <a:r>
              <a:rPr lang="en-US" sz="1600" kern="0">
                <a:solidFill>
                  <a:srgbClr val="000000"/>
                </a:solidFill>
                <a:effectLst/>
                <a:latin typeface="Cascadia Mono"/>
                <a:ea typeface="Calibri" panose="020F0502020204030204" pitchFamily="34" charset="0"/>
                <a:cs typeface="Cascadia Mono"/>
              </a:rPr>
              <a:t>&lt;</a:t>
            </a:r>
            <a:r>
              <a:rPr lang="en-US" sz="1600" kern="0">
                <a:solidFill>
                  <a:srgbClr val="0000FF"/>
                </a:solidFill>
                <a:effectLst/>
                <a:latin typeface="Cascadia Mono"/>
                <a:ea typeface="Calibri" panose="020F0502020204030204" pitchFamily="34" charset="0"/>
                <a:cs typeface="Cascadia Mono"/>
              </a:rPr>
              <a:t>int</a:t>
            </a:r>
            <a:r>
              <a:rPr lang="en-US" sz="1600" kern="0">
                <a:solidFill>
                  <a:srgbClr val="000000"/>
                </a:solidFill>
                <a:effectLst/>
                <a:latin typeface="Cascadia Mono"/>
                <a:ea typeface="Calibri" panose="020F0502020204030204" pitchFamily="34" charset="0"/>
                <a:cs typeface="Cascadia Mono"/>
              </a:rPr>
              <a:t>&gt; myList = </a:t>
            </a:r>
            <a:r>
              <a:rPr lang="en-US" sz="1600" kern="0">
                <a:solidFill>
                  <a:srgbClr val="0000FF"/>
                </a:solidFill>
                <a:effectLst/>
                <a:latin typeface="Cascadia Mono"/>
                <a:ea typeface="Calibri" panose="020F0502020204030204" pitchFamily="34" charset="0"/>
                <a:cs typeface="Cascadia Mono"/>
              </a:rPr>
              <a:t>new</a:t>
            </a:r>
            <a:r>
              <a:rPr lang="en-US" sz="1600" kern="0">
                <a:solidFill>
                  <a:srgbClr val="000000"/>
                </a:solidFill>
                <a:effectLst/>
                <a:latin typeface="Cascadia Mono"/>
                <a:ea typeface="Calibri" panose="020F0502020204030204" pitchFamily="34" charset="0"/>
                <a:cs typeface="Cascadia Mono"/>
              </a:rPr>
              <a:t> </a:t>
            </a:r>
            <a:r>
              <a:rPr lang="en-US" sz="1600" kern="0">
                <a:solidFill>
                  <a:srgbClr val="2B91AF"/>
                </a:solidFill>
                <a:effectLst/>
                <a:latin typeface="Cascadia Mono"/>
                <a:ea typeface="Calibri" panose="020F0502020204030204" pitchFamily="34" charset="0"/>
                <a:cs typeface="Cascadia Mono"/>
              </a:rPr>
              <a:t>List</a:t>
            </a:r>
            <a:r>
              <a:rPr lang="en-US" sz="1600" kern="0">
                <a:solidFill>
                  <a:srgbClr val="000000"/>
                </a:solidFill>
                <a:effectLst/>
                <a:latin typeface="Cascadia Mono"/>
                <a:ea typeface="Calibri" panose="020F0502020204030204" pitchFamily="34" charset="0"/>
                <a:cs typeface="Cascadia Mono"/>
              </a:rPr>
              <a:t>&lt;</a:t>
            </a:r>
            <a:r>
              <a:rPr lang="en-US" sz="1600" kern="0">
                <a:solidFill>
                  <a:srgbClr val="0000FF"/>
                </a:solidFill>
                <a:effectLst/>
                <a:latin typeface="Cascadia Mono"/>
                <a:ea typeface="Calibri" panose="020F0502020204030204" pitchFamily="34" charset="0"/>
                <a:cs typeface="Cascadia Mono"/>
              </a:rPr>
              <a:t>int</a:t>
            </a:r>
            <a:r>
              <a:rPr lang="en-US" sz="1600" kern="0">
                <a:solidFill>
                  <a:srgbClr val="000000"/>
                </a:solidFill>
                <a:effectLst/>
                <a:latin typeface="Cascadia Mono"/>
                <a:ea typeface="Calibri" panose="020F0502020204030204" pitchFamily="34" charset="0"/>
                <a:cs typeface="Cascadia Mono"/>
              </a:rPr>
              <a:t>&gt;();</a:t>
            </a:r>
            <a:endParaRPr lang="en-VN" sz="1600" kern="100">
              <a:effectLst/>
              <a:latin typeface="Times New Roman" panose="02020603050405020304" pitchFamily="18" charset="0"/>
              <a:ea typeface="Calibri" panose="020F0502020204030204" pitchFamily="34" charset="0"/>
              <a:cs typeface="Times New Roman (Body CS)"/>
            </a:endParaRPr>
          </a:p>
          <a:p>
            <a:pPr marL="51435" indent="0" algn="l">
              <a:spcAft>
                <a:spcPts val="300"/>
              </a:spcAft>
              <a:buNone/>
            </a:pPr>
            <a:r>
              <a:rPr lang="en-US" sz="1600" kern="0">
                <a:solidFill>
                  <a:srgbClr val="2B91AF"/>
                </a:solidFill>
                <a:effectLst/>
                <a:latin typeface="Cascadia Mono"/>
                <a:ea typeface="Calibri" panose="020F0502020204030204" pitchFamily="34" charset="0"/>
                <a:cs typeface="Cascadia Mono"/>
              </a:rPr>
              <a:t>Console</a:t>
            </a:r>
            <a:r>
              <a:rPr lang="en-US" sz="1600" kern="0">
                <a:solidFill>
                  <a:srgbClr val="000000"/>
                </a:solidFill>
                <a:effectLst/>
                <a:latin typeface="Cascadia Mono"/>
                <a:ea typeface="Calibri" panose="020F0502020204030204" pitchFamily="34" charset="0"/>
                <a:cs typeface="Cascadia Mono"/>
              </a:rPr>
              <a:t>.WriteLine(myList.Count);	</a:t>
            </a:r>
            <a:r>
              <a:rPr lang="en-US" sz="1600" kern="0">
                <a:solidFill>
                  <a:srgbClr val="008000"/>
                </a:solidFill>
                <a:effectLst/>
                <a:latin typeface="Cascadia Mono"/>
                <a:ea typeface="Calibri" panose="020F0502020204030204" pitchFamily="34" charset="0"/>
                <a:cs typeface="Cascadia Mono"/>
              </a:rPr>
              <a:t>//0</a:t>
            </a:r>
            <a:endParaRPr lang="en-VN" sz="1600" kern="100">
              <a:effectLst/>
              <a:latin typeface="Times New Roman" panose="02020603050405020304" pitchFamily="18" charset="0"/>
              <a:ea typeface="Calibri" panose="020F0502020204030204" pitchFamily="34" charset="0"/>
              <a:cs typeface="Times New Roman (Body CS)"/>
            </a:endParaRPr>
          </a:p>
          <a:p>
            <a:pPr marL="51435" indent="0" algn="l">
              <a:spcAft>
                <a:spcPts val="300"/>
              </a:spcAft>
              <a:buNone/>
            </a:pPr>
            <a:r>
              <a:rPr lang="en-US" sz="1600" kern="0">
                <a:solidFill>
                  <a:srgbClr val="2B91AF"/>
                </a:solidFill>
                <a:effectLst/>
                <a:latin typeface="Cascadia Mono"/>
                <a:ea typeface="Calibri" panose="020F0502020204030204" pitchFamily="34" charset="0"/>
                <a:cs typeface="Cascadia Mono"/>
              </a:rPr>
              <a:t>Console</a:t>
            </a:r>
            <a:r>
              <a:rPr lang="en-US" sz="1600" kern="0">
                <a:solidFill>
                  <a:srgbClr val="000000"/>
                </a:solidFill>
                <a:effectLst/>
                <a:latin typeface="Cascadia Mono"/>
                <a:ea typeface="Calibri" panose="020F0502020204030204" pitchFamily="34" charset="0"/>
                <a:cs typeface="Cascadia Mono"/>
              </a:rPr>
              <a:t>.WriteLine(myList.Capacity); 	</a:t>
            </a:r>
            <a:r>
              <a:rPr lang="en-US" sz="1600" kern="0">
                <a:solidFill>
                  <a:srgbClr val="008000"/>
                </a:solidFill>
                <a:effectLst/>
                <a:latin typeface="Cascadia Mono"/>
                <a:ea typeface="Calibri" panose="020F0502020204030204" pitchFamily="34" charset="0"/>
                <a:cs typeface="Cascadia Mono"/>
              </a:rPr>
              <a:t>//0</a:t>
            </a:r>
            <a:endParaRPr lang="en-VN" sz="1600" kern="100">
              <a:effectLst/>
              <a:latin typeface="Times New Roman" panose="02020603050405020304" pitchFamily="18" charset="0"/>
              <a:ea typeface="Calibri" panose="020F0502020204030204" pitchFamily="34" charset="0"/>
              <a:cs typeface="Times New Roman (Body CS)"/>
            </a:endParaRPr>
          </a:p>
          <a:p>
            <a:pPr marL="51435" indent="0" algn="l">
              <a:spcAft>
                <a:spcPts val="300"/>
              </a:spcAft>
              <a:buNone/>
            </a:pPr>
            <a:endParaRPr lang="en-US" sz="1600" kern="0">
              <a:solidFill>
                <a:srgbClr val="000000"/>
              </a:solidFill>
              <a:effectLst/>
              <a:latin typeface="Cascadia Mono"/>
              <a:ea typeface="Calibri" panose="020F0502020204030204" pitchFamily="34" charset="0"/>
              <a:cs typeface="Cascadia Mono"/>
            </a:endParaRPr>
          </a:p>
          <a:p>
            <a:pPr marL="51435" indent="0" algn="l">
              <a:spcAft>
                <a:spcPts val="300"/>
              </a:spcAft>
              <a:buNone/>
            </a:pPr>
            <a:r>
              <a:rPr lang="en-US" sz="1600" kern="0">
                <a:solidFill>
                  <a:srgbClr val="000000"/>
                </a:solidFill>
                <a:effectLst/>
                <a:latin typeface="Cascadia Mono"/>
                <a:ea typeface="Calibri" panose="020F0502020204030204" pitchFamily="34" charset="0"/>
                <a:cs typeface="Cascadia Mono"/>
              </a:rPr>
              <a:t>myList.Add(5);</a:t>
            </a:r>
            <a:endParaRPr lang="en-VN" sz="1600" kern="100">
              <a:effectLst/>
              <a:latin typeface="Times New Roman" panose="02020603050405020304" pitchFamily="18" charset="0"/>
              <a:ea typeface="Calibri" panose="020F0502020204030204" pitchFamily="34" charset="0"/>
              <a:cs typeface="Times New Roman (Body CS)"/>
            </a:endParaRPr>
          </a:p>
          <a:p>
            <a:pPr marL="51435" indent="0" algn="l">
              <a:spcAft>
                <a:spcPts val="300"/>
              </a:spcAft>
              <a:buNone/>
            </a:pPr>
            <a:r>
              <a:rPr lang="en-US" sz="1600" kern="0">
                <a:solidFill>
                  <a:srgbClr val="2B91AF"/>
                </a:solidFill>
                <a:effectLst/>
                <a:latin typeface="Cascadia Mono"/>
                <a:ea typeface="Calibri" panose="020F0502020204030204" pitchFamily="34" charset="0"/>
                <a:cs typeface="Cascadia Mono"/>
              </a:rPr>
              <a:t>Console</a:t>
            </a:r>
            <a:r>
              <a:rPr lang="en-US" sz="1600" kern="0">
                <a:solidFill>
                  <a:srgbClr val="000000"/>
                </a:solidFill>
                <a:effectLst/>
                <a:latin typeface="Cascadia Mono"/>
                <a:ea typeface="Calibri" panose="020F0502020204030204" pitchFamily="34" charset="0"/>
                <a:cs typeface="Cascadia Mono"/>
              </a:rPr>
              <a:t>.WriteLine(myList.Count);	</a:t>
            </a:r>
            <a:r>
              <a:rPr lang="en-US" sz="1600" kern="0">
                <a:solidFill>
                  <a:srgbClr val="008000"/>
                </a:solidFill>
                <a:effectLst/>
                <a:latin typeface="Cascadia Mono"/>
                <a:ea typeface="Calibri" panose="020F0502020204030204" pitchFamily="34" charset="0"/>
                <a:cs typeface="Cascadia Mono"/>
              </a:rPr>
              <a:t>//1</a:t>
            </a:r>
            <a:endParaRPr lang="en-VN" sz="1600" kern="100">
              <a:effectLst/>
              <a:latin typeface="Times New Roman" panose="02020603050405020304" pitchFamily="18" charset="0"/>
              <a:ea typeface="Calibri" panose="020F0502020204030204" pitchFamily="34" charset="0"/>
              <a:cs typeface="Times New Roman (Body CS)"/>
            </a:endParaRPr>
          </a:p>
          <a:p>
            <a:pPr marL="51435" indent="0" algn="l">
              <a:spcAft>
                <a:spcPts val="300"/>
              </a:spcAft>
              <a:buNone/>
            </a:pPr>
            <a:r>
              <a:rPr lang="en-US" sz="1600" kern="0">
                <a:solidFill>
                  <a:srgbClr val="2B91AF"/>
                </a:solidFill>
                <a:effectLst/>
                <a:latin typeface="Cascadia Mono"/>
                <a:ea typeface="Calibri" panose="020F0502020204030204" pitchFamily="34" charset="0"/>
                <a:cs typeface="Cascadia Mono"/>
              </a:rPr>
              <a:t>Console</a:t>
            </a:r>
            <a:r>
              <a:rPr lang="en-US" sz="1600" kern="0">
                <a:solidFill>
                  <a:srgbClr val="000000"/>
                </a:solidFill>
                <a:effectLst/>
                <a:latin typeface="Cascadia Mono"/>
                <a:ea typeface="Calibri" panose="020F0502020204030204" pitchFamily="34" charset="0"/>
                <a:cs typeface="Cascadia Mono"/>
              </a:rPr>
              <a:t>.WriteLine(myList.Capacity);	</a:t>
            </a:r>
            <a:r>
              <a:rPr lang="en-US" sz="1600" kern="0">
                <a:solidFill>
                  <a:srgbClr val="008000"/>
                </a:solidFill>
                <a:effectLst/>
                <a:latin typeface="Cascadia Mono"/>
                <a:ea typeface="Calibri" panose="020F0502020204030204" pitchFamily="34" charset="0"/>
                <a:cs typeface="Cascadia Mono"/>
              </a:rPr>
              <a:t>//4</a:t>
            </a:r>
            <a:endParaRPr lang="en-VN" sz="1600" kern="100">
              <a:effectLst/>
              <a:latin typeface="Times New Roman" panose="02020603050405020304" pitchFamily="18" charset="0"/>
              <a:ea typeface="Calibri" panose="020F0502020204030204" pitchFamily="34" charset="0"/>
              <a:cs typeface="Times New Roman (Body CS)"/>
            </a:endParaRPr>
          </a:p>
          <a:p>
            <a:pPr marL="51435" indent="0" algn="l">
              <a:spcAft>
                <a:spcPts val="300"/>
              </a:spcAft>
              <a:buNone/>
            </a:pPr>
            <a:endParaRPr lang="en-US" sz="1600" kern="0">
              <a:solidFill>
                <a:srgbClr val="000000"/>
              </a:solidFill>
              <a:effectLst/>
              <a:latin typeface="Cascadia Mono"/>
              <a:ea typeface="Calibri" panose="020F0502020204030204" pitchFamily="34" charset="0"/>
              <a:cs typeface="Cascadia Mono"/>
            </a:endParaRPr>
          </a:p>
          <a:p>
            <a:pPr marL="51435" indent="0" algn="l">
              <a:spcAft>
                <a:spcPts val="300"/>
              </a:spcAft>
              <a:buNone/>
            </a:pPr>
            <a:r>
              <a:rPr lang="en-US" sz="1600" kern="0">
                <a:solidFill>
                  <a:srgbClr val="000000"/>
                </a:solidFill>
                <a:effectLst/>
                <a:latin typeface="Cascadia Mono"/>
                <a:ea typeface="Calibri" panose="020F0502020204030204" pitchFamily="34" charset="0"/>
                <a:cs typeface="Cascadia Mono"/>
              </a:rPr>
              <a:t>myList.Add(7);</a:t>
            </a:r>
            <a:r>
              <a:rPr lang="en-VN" sz="1600" kern="100">
                <a:latin typeface="Times New Roman" panose="02020603050405020304" pitchFamily="18" charset="0"/>
                <a:ea typeface="Calibri" panose="020F0502020204030204" pitchFamily="34" charset="0"/>
                <a:cs typeface="Cascadia Mono"/>
              </a:rPr>
              <a:t> </a:t>
            </a:r>
            <a:r>
              <a:rPr lang="en-US" sz="1600" kern="0">
                <a:solidFill>
                  <a:srgbClr val="000000"/>
                </a:solidFill>
                <a:effectLst/>
                <a:latin typeface="Cascadia Mono"/>
                <a:ea typeface="Calibri" panose="020F0502020204030204" pitchFamily="34" charset="0"/>
                <a:cs typeface="Cascadia Mono"/>
              </a:rPr>
              <a:t>myList.Add(2);</a:t>
            </a:r>
            <a:r>
              <a:rPr lang="en-VN" sz="1600" kern="100">
                <a:latin typeface="Times New Roman" panose="02020603050405020304" pitchFamily="18" charset="0"/>
                <a:ea typeface="Calibri" panose="020F0502020204030204" pitchFamily="34" charset="0"/>
                <a:cs typeface="Cascadia Mono"/>
              </a:rPr>
              <a:t> </a:t>
            </a:r>
            <a:r>
              <a:rPr lang="en-US" sz="1600" kern="0">
                <a:solidFill>
                  <a:srgbClr val="000000"/>
                </a:solidFill>
                <a:effectLst/>
                <a:latin typeface="Cascadia Mono"/>
                <a:ea typeface="Calibri" panose="020F0502020204030204" pitchFamily="34" charset="0"/>
                <a:cs typeface="Cascadia Mono"/>
              </a:rPr>
              <a:t>myList.Add(3);</a:t>
            </a:r>
            <a:endParaRPr lang="en-VN" sz="1600" kern="100">
              <a:effectLst/>
              <a:latin typeface="Times New Roman" panose="02020603050405020304" pitchFamily="18" charset="0"/>
              <a:ea typeface="Calibri" panose="020F0502020204030204" pitchFamily="34" charset="0"/>
              <a:cs typeface="Times New Roman (Body CS)"/>
            </a:endParaRPr>
          </a:p>
          <a:p>
            <a:pPr marL="51435" indent="0" algn="l">
              <a:spcAft>
                <a:spcPts val="300"/>
              </a:spcAft>
              <a:buNone/>
            </a:pPr>
            <a:r>
              <a:rPr lang="en-US" sz="1600" kern="0">
                <a:solidFill>
                  <a:srgbClr val="2B91AF"/>
                </a:solidFill>
                <a:effectLst/>
                <a:latin typeface="Cascadia Mono"/>
                <a:ea typeface="Calibri" panose="020F0502020204030204" pitchFamily="34" charset="0"/>
                <a:cs typeface="Cascadia Mono"/>
              </a:rPr>
              <a:t>Console</a:t>
            </a:r>
            <a:r>
              <a:rPr lang="en-US" sz="1600" kern="0">
                <a:solidFill>
                  <a:srgbClr val="000000"/>
                </a:solidFill>
                <a:effectLst/>
                <a:latin typeface="Cascadia Mono"/>
                <a:ea typeface="Calibri" panose="020F0502020204030204" pitchFamily="34" charset="0"/>
                <a:cs typeface="Cascadia Mono"/>
              </a:rPr>
              <a:t>.WriteLine(myList.Count);	</a:t>
            </a:r>
            <a:r>
              <a:rPr lang="en-US" sz="1600" kern="0">
                <a:solidFill>
                  <a:srgbClr val="008000"/>
                </a:solidFill>
                <a:effectLst/>
                <a:latin typeface="Cascadia Mono"/>
                <a:ea typeface="Calibri" panose="020F0502020204030204" pitchFamily="34" charset="0"/>
                <a:cs typeface="Cascadia Mono"/>
              </a:rPr>
              <a:t>//4</a:t>
            </a:r>
            <a:endParaRPr lang="en-VN" sz="1600" kern="100">
              <a:effectLst/>
              <a:latin typeface="Times New Roman" panose="02020603050405020304" pitchFamily="18" charset="0"/>
              <a:ea typeface="Calibri" panose="020F0502020204030204" pitchFamily="34" charset="0"/>
              <a:cs typeface="Times New Roman (Body CS)"/>
            </a:endParaRPr>
          </a:p>
          <a:p>
            <a:pPr marL="51435" indent="0" algn="l">
              <a:spcAft>
                <a:spcPts val="300"/>
              </a:spcAft>
              <a:buNone/>
            </a:pPr>
            <a:r>
              <a:rPr lang="en-US" sz="1600" kern="0">
                <a:solidFill>
                  <a:srgbClr val="2B91AF"/>
                </a:solidFill>
                <a:effectLst/>
                <a:latin typeface="Cascadia Mono"/>
                <a:ea typeface="Calibri" panose="020F0502020204030204" pitchFamily="34" charset="0"/>
                <a:cs typeface="Cascadia Mono"/>
              </a:rPr>
              <a:t>Console</a:t>
            </a:r>
            <a:r>
              <a:rPr lang="en-US" sz="1600" kern="0">
                <a:solidFill>
                  <a:srgbClr val="000000"/>
                </a:solidFill>
                <a:effectLst/>
                <a:latin typeface="Cascadia Mono"/>
                <a:ea typeface="Calibri" panose="020F0502020204030204" pitchFamily="34" charset="0"/>
                <a:cs typeface="Cascadia Mono"/>
              </a:rPr>
              <a:t>.WriteLine(myList.Capacity);	</a:t>
            </a:r>
            <a:r>
              <a:rPr lang="en-US" sz="1600" kern="0">
                <a:solidFill>
                  <a:srgbClr val="008000"/>
                </a:solidFill>
                <a:effectLst/>
                <a:latin typeface="Cascadia Mono"/>
                <a:ea typeface="Calibri" panose="020F0502020204030204" pitchFamily="34" charset="0"/>
                <a:cs typeface="Cascadia Mono"/>
              </a:rPr>
              <a:t>//4</a:t>
            </a:r>
            <a:endParaRPr lang="en-VN" sz="1600" kern="100">
              <a:effectLst/>
              <a:latin typeface="Times New Roman" panose="02020603050405020304" pitchFamily="18" charset="0"/>
              <a:ea typeface="Calibri" panose="020F0502020204030204" pitchFamily="34" charset="0"/>
              <a:cs typeface="Times New Roman (Body CS)"/>
            </a:endParaRPr>
          </a:p>
        </p:txBody>
      </p:sp>
      <p:sp>
        <p:nvSpPr>
          <p:cNvPr id="7" name="Content Placeholder 5">
            <a:extLst>
              <a:ext uri="{FF2B5EF4-FFF2-40B4-BE49-F238E27FC236}">
                <a16:creationId xmlns:a16="http://schemas.microsoft.com/office/drawing/2014/main" id="{F83AEB8C-40F8-3C96-2473-6CDC6520CE08}"/>
              </a:ext>
            </a:extLst>
          </p:cNvPr>
          <p:cNvSpPr txBox="1">
            <a:spLocks/>
          </p:cNvSpPr>
          <p:nvPr/>
        </p:nvSpPr>
        <p:spPr>
          <a:xfrm>
            <a:off x="4336473" y="2609804"/>
            <a:ext cx="4608855" cy="3741835"/>
          </a:xfrm>
          <a:prstGeom prst="rect">
            <a:avLst/>
          </a:prstGeom>
        </p:spPr>
        <p:style>
          <a:lnRef idx="2">
            <a:schemeClr val="accent2"/>
          </a:lnRef>
          <a:fillRef idx="1">
            <a:schemeClr val="lt1"/>
          </a:fillRef>
          <a:effectRef idx="0">
            <a:schemeClr val="accent2"/>
          </a:effectRef>
          <a:fontRef idx="minor">
            <a:schemeClr val="dk1"/>
          </a:fontRef>
        </p:style>
        <p:txBody>
          <a:bodyPr>
            <a:noAutofit/>
          </a:bodyPr>
          <a:lstStyle>
            <a:lvl1pPr marL="308610" indent="-257175" algn="l" rtl="0" eaLnBrk="1" latinLnBrk="0" hangingPunct="1">
              <a:spcBef>
                <a:spcPts val="525"/>
              </a:spcBef>
              <a:buSzPct val="95000"/>
              <a:buFont typeface="Wingdings"/>
              <a:buChar char=""/>
              <a:defRPr sz="1500" kern="1200" spc="0">
                <a:solidFill>
                  <a:schemeClr val="tx1"/>
                </a:solidFill>
                <a:latin typeface="+mn-lt"/>
                <a:ea typeface="+mn-ea"/>
                <a:cs typeface="Arial" pitchFamily="34" charset="0"/>
              </a:defRPr>
            </a:lvl1pPr>
            <a:lvl2pPr marL="555498" indent="-214313" algn="l" rtl="0" eaLnBrk="1" latinLnBrk="0" hangingPunct="1">
              <a:spcBef>
                <a:spcPct val="20000"/>
              </a:spcBef>
              <a:buClr>
                <a:schemeClr val="accent2"/>
              </a:buClr>
              <a:buSzPct val="90000"/>
              <a:buFont typeface="Wingdings"/>
              <a:buChar char=""/>
              <a:defRPr sz="1350" kern="1200" spc="0">
                <a:solidFill>
                  <a:schemeClr val="tx1"/>
                </a:solidFill>
                <a:latin typeface="+mn-lt"/>
                <a:ea typeface="+mn-ea"/>
                <a:cs typeface="Arial" pitchFamily="34" charset="0"/>
              </a:defRPr>
            </a:lvl2pPr>
            <a:lvl3pPr marL="747522" indent="-171450" algn="l" rtl="0" eaLnBrk="1" latinLnBrk="0" hangingPunct="1">
              <a:spcBef>
                <a:spcPct val="20000"/>
              </a:spcBef>
              <a:buClr>
                <a:schemeClr val="accent2"/>
              </a:buClr>
              <a:buFont typeface="Wingdings 2"/>
              <a:buChar char=""/>
              <a:defRPr sz="1200" kern="1200" spc="0">
                <a:solidFill>
                  <a:schemeClr val="tx1"/>
                </a:solidFill>
                <a:latin typeface="+mn-lt"/>
                <a:ea typeface="+mn-ea"/>
                <a:cs typeface="Arial" pitchFamily="34" charset="0"/>
              </a:defRPr>
            </a:lvl3pPr>
            <a:lvl4pPr marL="946404" indent="-171450" algn="l" rtl="0" eaLnBrk="1" latinLnBrk="0" hangingPunct="1">
              <a:spcBef>
                <a:spcPct val="20000"/>
              </a:spcBef>
              <a:buClr>
                <a:schemeClr val="accent3"/>
              </a:buClr>
              <a:buFont typeface="Wingdings 3"/>
              <a:buChar char=""/>
              <a:defRPr sz="1200" kern="1200" spc="0">
                <a:solidFill>
                  <a:schemeClr val="tx1"/>
                </a:solidFill>
                <a:latin typeface="+mn-lt"/>
                <a:ea typeface="+mn-ea"/>
                <a:cs typeface="Arial" pitchFamily="34" charset="0"/>
              </a:defRPr>
            </a:lvl4pPr>
            <a:lvl5pPr marL="1110996" indent="-157734" algn="l" rtl="0" eaLnBrk="1" latinLnBrk="0" hangingPunct="1">
              <a:spcBef>
                <a:spcPct val="20000"/>
              </a:spcBef>
              <a:buClr>
                <a:schemeClr val="accent3"/>
              </a:buClr>
              <a:buFont typeface="Wingdings 2"/>
              <a:buChar char=""/>
              <a:defRPr sz="1050" kern="1200" spc="0">
                <a:solidFill>
                  <a:schemeClr val="tx1"/>
                </a:solidFill>
                <a:latin typeface="+mn-lt"/>
                <a:ea typeface="+mn-ea"/>
                <a:cs typeface="Arial" pitchFamily="34" charset="0"/>
              </a:defRPr>
            </a:lvl5pPr>
            <a:lvl6pPr marL="1282446" indent="-157734" algn="l" rtl="0" eaLnBrk="1" latinLnBrk="0" hangingPunct="1">
              <a:spcBef>
                <a:spcPct val="20000"/>
              </a:spcBef>
              <a:buClr>
                <a:schemeClr val="accent3"/>
              </a:buClr>
              <a:buFont typeface="Wingdings 2"/>
              <a:buChar char=""/>
              <a:defRPr sz="1350" kern="1200">
                <a:solidFill>
                  <a:schemeClr val="tx1"/>
                </a:solidFill>
                <a:latin typeface="+mn-lt"/>
                <a:ea typeface="+mn-ea"/>
                <a:cs typeface="+mn-cs"/>
              </a:defRPr>
            </a:lvl6pPr>
            <a:lvl7pPr marL="1426464"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7pPr>
            <a:lvl8pPr marL="1570482"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8pPr>
            <a:lvl9pPr marL="1714500"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9pPr>
            <a:extLst/>
          </a:lstStyle>
          <a:p>
            <a:pPr marL="51435" indent="0" algn="l">
              <a:spcAft>
                <a:spcPts val="300"/>
              </a:spcAft>
              <a:buNone/>
            </a:pPr>
            <a:r>
              <a:rPr lang="en-US" sz="1600" kern="0">
                <a:solidFill>
                  <a:srgbClr val="000000"/>
                </a:solidFill>
                <a:effectLst/>
                <a:latin typeface="Cascadia Mono"/>
                <a:ea typeface="Calibri" panose="020F0502020204030204" pitchFamily="34" charset="0"/>
                <a:cs typeface="Cascadia Mono"/>
              </a:rPr>
              <a:t> myList.Add(6);</a:t>
            </a:r>
            <a:endParaRPr lang="en-VN" sz="1600" kern="100">
              <a:effectLst/>
              <a:latin typeface="Times New Roman" panose="02020603050405020304" pitchFamily="18" charset="0"/>
              <a:ea typeface="Calibri" panose="020F0502020204030204" pitchFamily="34" charset="0"/>
              <a:cs typeface="Times New Roman (Body CS)"/>
            </a:endParaRPr>
          </a:p>
          <a:p>
            <a:pPr marL="51435" indent="0" algn="l">
              <a:spcAft>
                <a:spcPts val="300"/>
              </a:spcAft>
              <a:buNone/>
            </a:pPr>
            <a:r>
              <a:rPr lang="en-US" sz="1600" kern="0">
                <a:solidFill>
                  <a:srgbClr val="2B91AF"/>
                </a:solidFill>
                <a:effectLst/>
                <a:latin typeface="Cascadia Mono"/>
                <a:ea typeface="Calibri" panose="020F0502020204030204" pitchFamily="34" charset="0"/>
                <a:cs typeface="Cascadia Mono"/>
              </a:rPr>
              <a:t>Console</a:t>
            </a:r>
            <a:r>
              <a:rPr lang="en-US" sz="1600" kern="0">
                <a:solidFill>
                  <a:srgbClr val="000000"/>
                </a:solidFill>
                <a:effectLst/>
                <a:latin typeface="Cascadia Mono"/>
                <a:ea typeface="Calibri" panose="020F0502020204030204" pitchFamily="34" charset="0"/>
                <a:cs typeface="Cascadia Mono"/>
              </a:rPr>
              <a:t>.WriteLine(myList.Count);	 </a:t>
            </a:r>
            <a:r>
              <a:rPr lang="en-US" sz="1600" kern="0">
                <a:solidFill>
                  <a:srgbClr val="008000"/>
                </a:solidFill>
                <a:effectLst/>
                <a:latin typeface="Cascadia Mono"/>
                <a:ea typeface="Calibri" panose="020F0502020204030204" pitchFamily="34" charset="0"/>
                <a:cs typeface="Cascadia Mono"/>
              </a:rPr>
              <a:t>//5</a:t>
            </a:r>
            <a:endParaRPr lang="en-VN" sz="1600" kern="100">
              <a:effectLst/>
              <a:latin typeface="Times New Roman" panose="02020603050405020304" pitchFamily="18" charset="0"/>
              <a:ea typeface="Calibri" panose="020F0502020204030204" pitchFamily="34" charset="0"/>
              <a:cs typeface="Times New Roman (Body CS)"/>
            </a:endParaRPr>
          </a:p>
          <a:p>
            <a:pPr marL="51435" indent="0" algn="l">
              <a:spcAft>
                <a:spcPts val="300"/>
              </a:spcAft>
              <a:buNone/>
            </a:pPr>
            <a:r>
              <a:rPr lang="en-US" sz="1600" kern="0">
                <a:solidFill>
                  <a:srgbClr val="2B91AF"/>
                </a:solidFill>
                <a:effectLst/>
                <a:latin typeface="Cascadia Mono"/>
                <a:ea typeface="Calibri" panose="020F0502020204030204" pitchFamily="34" charset="0"/>
                <a:cs typeface="Cascadia Mono"/>
              </a:rPr>
              <a:t>Console</a:t>
            </a:r>
            <a:r>
              <a:rPr lang="en-US" sz="1600" kern="0">
                <a:solidFill>
                  <a:srgbClr val="000000"/>
                </a:solidFill>
                <a:effectLst/>
                <a:latin typeface="Cascadia Mono"/>
                <a:ea typeface="Calibri" panose="020F0502020204030204" pitchFamily="34" charset="0"/>
                <a:cs typeface="Cascadia Mono"/>
              </a:rPr>
              <a:t>.WriteLine(myList.Capacity);	</a:t>
            </a:r>
            <a:r>
              <a:rPr lang="en-US" sz="1600" kern="0">
                <a:solidFill>
                  <a:srgbClr val="008000"/>
                </a:solidFill>
                <a:effectLst/>
                <a:latin typeface="Cascadia Mono"/>
                <a:ea typeface="Calibri" panose="020F0502020204030204" pitchFamily="34" charset="0"/>
                <a:cs typeface="Cascadia Mono"/>
              </a:rPr>
              <a:t>//8</a:t>
            </a:r>
            <a:endParaRPr lang="en-VN" sz="1600" kern="100">
              <a:effectLst/>
              <a:latin typeface="Times New Roman" panose="02020603050405020304" pitchFamily="18" charset="0"/>
              <a:ea typeface="Calibri" panose="020F0502020204030204" pitchFamily="34" charset="0"/>
              <a:cs typeface="Times New Roman (Body CS)"/>
            </a:endParaRPr>
          </a:p>
          <a:p>
            <a:pPr marL="51435" indent="0" algn="l">
              <a:spcAft>
                <a:spcPts val="300"/>
              </a:spcAft>
              <a:buNone/>
            </a:pPr>
            <a:r>
              <a:rPr lang="en-US" sz="1600" kern="0">
                <a:solidFill>
                  <a:srgbClr val="000000"/>
                </a:solidFill>
                <a:effectLst/>
                <a:latin typeface="Cascadia Mono"/>
                <a:ea typeface="Calibri" panose="020F0502020204030204" pitchFamily="34" charset="0"/>
                <a:cs typeface="Cascadia Mono"/>
              </a:rPr>
              <a:t> </a:t>
            </a:r>
            <a:endParaRPr lang="en-VN" sz="1600" kern="100">
              <a:effectLst/>
              <a:latin typeface="Times New Roman" panose="02020603050405020304" pitchFamily="18" charset="0"/>
              <a:ea typeface="Calibri" panose="020F0502020204030204" pitchFamily="34" charset="0"/>
              <a:cs typeface="Times New Roman (Body CS)"/>
            </a:endParaRPr>
          </a:p>
          <a:p>
            <a:pPr marL="51435" indent="0" algn="l">
              <a:spcAft>
                <a:spcPts val="300"/>
              </a:spcAft>
              <a:buNone/>
            </a:pPr>
            <a:r>
              <a:rPr lang="en-US" sz="1600" kern="0">
                <a:solidFill>
                  <a:srgbClr val="0000FF"/>
                </a:solidFill>
                <a:effectLst/>
                <a:latin typeface="Cascadia Mono"/>
                <a:ea typeface="Calibri" panose="020F0502020204030204" pitchFamily="34" charset="0"/>
                <a:cs typeface="Cascadia Mono"/>
              </a:rPr>
              <a:t>int</a:t>
            </a:r>
            <a:r>
              <a:rPr lang="en-US" sz="1600" kern="0">
                <a:solidFill>
                  <a:srgbClr val="000000"/>
                </a:solidFill>
                <a:effectLst/>
                <a:latin typeface="Cascadia Mono"/>
                <a:ea typeface="Calibri" panose="020F0502020204030204" pitchFamily="34" charset="0"/>
                <a:cs typeface="Cascadia Mono"/>
              </a:rPr>
              <a:t>[] arr = myList.ToArray();           </a:t>
            </a:r>
            <a:r>
              <a:rPr lang="en-US" sz="1600" kern="0">
                <a:solidFill>
                  <a:srgbClr val="008000"/>
                </a:solidFill>
                <a:effectLst/>
                <a:latin typeface="Cascadia Mono"/>
                <a:ea typeface="Calibri" panose="020F0502020204030204" pitchFamily="34" charset="0"/>
                <a:cs typeface="Cascadia Mono"/>
              </a:rPr>
              <a:t>//arr = {5, 7, 2, 3, 6}</a:t>
            </a:r>
            <a:endParaRPr lang="en-VN" sz="1600" kern="100">
              <a:effectLst/>
              <a:latin typeface="Times New Roman" panose="02020603050405020304" pitchFamily="18" charset="0"/>
              <a:ea typeface="Calibri" panose="020F0502020204030204" pitchFamily="34" charset="0"/>
              <a:cs typeface="Times New Roman (Body CS)"/>
            </a:endParaRPr>
          </a:p>
          <a:p>
            <a:pPr marL="51435" indent="0" algn="l">
              <a:spcAft>
                <a:spcPts val="300"/>
              </a:spcAft>
              <a:buNone/>
            </a:pPr>
            <a:endParaRPr lang="en-US" sz="1600" kern="0">
              <a:solidFill>
                <a:srgbClr val="000000"/>
              </a:solidFill>
              <a:effectLst/>
              <a:latin typeface="Cascadia Mono"/>
              <a:ea typeface="Calibri" panose="020F0502020204030204" pitchFamily="34" charset="0"/>
              <a:cs typeface="Cascadia Mono"/>
            </a:endParaRPr>
          </a:p>
          <a:p>
            <a:pPr marL="51435" indent="0" algn="l">
              <a:spcAft>
                <a:spcPts val="300"/>
              </a:spcAft>
              <a:buNone/>
            </a:pPr>
            <a:r>
              <a:rPr lang="en-US" sz="1600" kern="0">
                <a:solidFill>
                  <a:srgbClr val="000000"/>
                </a:solidFill>
                <a:effectLst/>
                <a:latin typeface="Cascadia Mono"/>
                <a:ea typeface="Calibri" panose="020F0502020204030204" pitchFamily="34" charset="0"/>
                <a:cs typeface="Cascadia Mono"/>
              </a:rPr>
              <a:t>myList.Clear();</a:t>
            </a:r>
            <a:endParaRPr lang="en-VN" sz="1600" kern="100">
              <a:effectLst/>
              <a:latin typeface="Times New Roman" panose="02020603050405020304" pitchFamily="18" charset="0"/>
              <a:ea typeface="Calibri" panose="020F0502020204030204" pitchFamily="34" charset="0"/>
              <a:cs typeface="Times New Roman (Body CS)"/>
            </a:endParaRPr>
          </a:p>
          <a:p>
            <a:pPr marL="51435" indent="0" algn="l">
              <a:spcAft>
                <a:spcPts val="300"/>
              </a:spcAft>
              <a:buNone/>
            </a:pPr>
            <a:r>
              <a:rPr lang="en-US" sz="1600" kern="0">
                <a:solidFill>
                  <a:srgbClr val="2B91AF"/>
                </a:solidFill>
                <a:effectLst/>
                <a:latin typeface="Cascadia Mono"/>
                <a:ea typeface="Calibri" panose="020F0502020204030204" pitchFamily="34" charset="0"/>
                <a:cs typeface="Cascadia Mono"/>
              </a:rPr>
              <a:t>Console</a:t>
            </a:r>
            <a:r>
              <a:rPr lang="en-US" sz="1600" kern="0">
                <a:solidFill>
                  <a:srgbClr val="000000"/>
                </a:solidFill>
                <a:effectLst/>
                <a:latin typeface="Cascadia Mono"/>
                <a:ea typeface="Calibri" panose="020F0502020204030204" pitchFamily="34" charset="0"/>
                <a:cs typeface="Cascadia Mono"/>
              </a:rPr>
              <a:t>.WriteLine(myList.Count);	</a:t>
            </a:r>
            <a:r>
              <a:rPr lang="en-US" sz="1600" kern="0">
                <a:solidFill>
                  <a:srgbClr val="008000"/>
                </a:solidFill>
                <a:effectLst/>
                <a:latin typeface="Cascadia Mono"/>
                <a:ea typeface="Calibri" panose="020F0502020204030204" pitchFamily="34" charset="0"/>
                <a:cs typeface="Cascadia Mono"/>
              </a:rPr>
              <a:t>//0</a:t>
            </a:r>
            <a:endParaRPr lang="en-VN" sz="1600" kern="100">
              <a:effectLst/>
              <a:latin typeface="Times New Roman" panose="02020603050405020304" pitchFamily="18" charset="0"/>
              <a:ea typeface="Calibri" panose="020F0502020204030204" pitchFamily="34" charset="0"/>
              <a:cs typeface="Times New Roman (Body CS)"/>
            </a:endParaRPr>
          </a:p>
          <a:p>
            <a:pPr marL="51435" indent="0" algn="just">
              <a:spcAft>
                <a:spcPts val="300"/>
              </a:spcAft>
              <a:buNone/>
            </a:pPr>
            <a:r>
              <a:rPr lang="en-US" sz="1600" kern="0">
                <a:solidFill>
                  <a:srgbClr val="2B91AF"/>
                </a:solidFill>
                <a:effectLst/>
                <a:latin typeface="Cascadia Mono"/>
                <a:ea typeface="Calibri" panose="020F0502020204030204" pitchFamily="34" charset="0"/>
                <a:cs typeface="Cascadia Mono"/>
              </a:rPr>
              <a:t>Console</a:t>
            </a:r>
            <a:r>
              <a:rPr lang="en-US" sz="1600" kern="0">
                <a:solidFill>
                  <a:srgbClr val="000000"/>
                </a:solidFill>
                <a:effectLst/>
                <a:latin typeface="Cascadia Mono"/>
                <a:ea typeface="Calibri" panose="020F0502020204030204" pitchFamily="34" charset="0"/>
                <a:cs typeface="Cascadia Mono"/>
              </a:rPr>
              <a:t>.WriteLine(myList.Capacity);	</a:t>
            </a:r>
            <a:r>
              <a:rPr lang="en-US" sz="1600" kern="0">
                <a:solidFill>
                  <a:srgbClr val="008000"/>
                </a:solidFill>
                <a:effectLst/>
                <a:latin typeface="Cascadia Mono"/>
                <a:ea typeface="Calibri" panose="020F0502020204030204" pitchFamily="34" charset="0"/>
                <a:cs typeface="Cascadia Mono"/>
              </a:rPr>
              <a:t>//8</a:t>
            </a:r>
            <a:endParaRPr lang="en-VN" sz="1600" kern="100">
              <a:effectLst/>
              <a:latin typeface="Times New Roman" panose="02020603050405020304" pitchFamily="18" charset="0"/>
              <a:ea typeface="Calibri" panose="020F0502020204030204" pitchFamily="34" charset="0"/>
              <a:cs typeface="Times New Roman (Body CS)"/>
            </a:endParaRPr>
          </a:p>
        </p:txBody>
      </p:sp>
    </p:spTree>
    <p:extLst>
      <p:ext uri="{BB962C8B-B14F-4D97-AF65-F5344CB8AC3E}">
        <p14:creationId xmlns:p14="http://schemas.microsoft.com/office/powerpoint/2010/main" val="212355969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932152F9-2B95-EF47-948C-A169795CCD17}"/>
              </a:ext>
            </a:extLst>
          </p:cNvPr>
          <p:cNvSpPr>
            <a:spLocks noGrp="1"/>
          </p:cNvSpPr>
          <p:nvPr>
            <p:ph type="title"/>
          </p:nvPr>
        </p:nvSpPr>
        <p:spPr/>
        <p:txBody>
          <a:bodyPr>
            <a:normAutofit fontScale="90000"/>
          </a:bodyPr>
          <a:lstStyle/>
          <a:p>
            <a:r>
              <a:rPr lang="en-VN"/>
              <a:t>VẬN DỤNG</a:t>
            </a:r>
          </a:p>
        </p:txBody>
      </p:sp>
      <p:sp>
        <p:nvSpPr>
          <p:cNvPr id="10" name="Content Placeholder 9">
            <a:extLst>
              <a:ext uri="{FF2B5EF4-FFF2-40B4-BE49-F238E27FC236}">
                <a16:creationId xmlns:a16="http://schemas.microsoft.com/office/drawing/2014/main" id="{7953ABD5-A8EB-D044-B4BB-434D970AAAF6}"/>
              </a:ext>
            </a:extLst>
          </p:cNvPr>
          <p:cNvSpPr>
            <a:spLocks noGrp="1"/>
          </p:cNvSpPr>
          <p:nvPr>
            <p:ph idx="1"/>
          </p:nvPr>
        </p:nvSpPr>
        <p:spPr/>
        <p:txBody>
          <a:bodyPr/>
          <a:lstStyle/>
          <a:p>
            <a:r>
              <a:rPr lang="en-US"/>
              <a:t>Bài tập 6: Định nghĩa các hàm tìm kiếm sau:</a:t>
            </a:r>
          </a:p>
          <a:p>
            <a:pPr lvl="1" algn="just">
              <a:lnSpc>
                <a:spcPct val="100000"/>
              </a:lnSpc>
            </a:pPr>
            <a:r>
              <a:rPr lang="en-US"/>
              <a:t>Hàm </a:t>
            </a:r>
            <a:r>
              <a:rPr lang="en-US">
                <a:solidFill>
                  <a:srgbClr val="0432FF"/>
                </a:solidFill>
              </a:rPr>
              <a:t>FindAllX(…)</a:t>
            </a:r>
            <a:r>
              <a:rPr lang="en-US"/>
              <a:t>: </a:t>
            </a:r>
            <a:r>
              <a:rPr lang="en-US" u="sng">
                <a:solidFill>
                  <a:srgbClr val="C00000"/>
                </a:solidFill>
              </a:rPr>
              <a:t>tìm và trả về</a:t>
            </a:r>
            <a:r>
              <a:rPr lang="en-US">
                <a:solidFill>
                  <a:srgbClr val="C00000"/>
                </a:solidFill>
              </a:rPr>
              <a:t> </a:t>
            </a:r>
            <a:r>
              <a:rPr lang="en-US">
                <a:solidFill>
                  <a:srgbClr val="17459E"/>
                </a:solidFill>
              </a:rPr>
              <a:t>danh sách các vị trí của các phần tử có giá trị bằng x </a:t>
            </a:r>
            <a:r>
              <a:rPr lang="en-US"/>
              <a:t>trong mảng một chiều chứa các số nguyên.</a:t>
            </a:r>
          </a:p>
          <a:p>
            <a:pPr lvl="1" algn="just">
              <a:lnSpc>
                <a:spcPct val="100000"/>
              </a:lnSpc>
            </a:pPr>
            <a:endParaRPr lang="en-US"/>
          </a:p>
          <a:p>
            <a:pPr lvl="1" algn="just">
              <a:lnSpc>
                <a:spcPct val="100000"/>
              </a:lnSpc>
            </a:pPr>
            <a:r>
              <a:rPr lang="en-US"/>
              <a:t>Hàm </a:t>
            </a:r>
            <a:r>
              <a:rPr lang="en-US">
                <a:solidFill>
                  <a:srgbClr val="0432FF"/>
                </a:solidFill>
              </a:rPr>
              <a:t>FindAllOdd(…)</a:t>
            </a:r>
            <a:r>
              <a:rPr lang="en-US"/>
              <a:t>: </a:t>
            </a:r>
            <a:r>
              <a:rPr lang="en-US" u="sng">
                <a:solidFill>
                  <a:srgbClr val="C00000"/>
                </a:solidFill>
              </a:rPr>
              <a:t>tìm và trả về</a:t>
            </a:r>
            <a:r>
              <a:rPr lang="en-US">
                <a:solidFill>
                  <a:srgbClr val="C00000"/>
                </a:solidFill>
              </a:rPr>
              <a:t> </a:t>
            </a:r>
            <a:r>
              <a:rPr lang="en-US">
                <a:solidFill>
                  <a:srgbClr val="17459E"/>
                </a:solidFill>
              </a:rPr>
              <a:t>danh sách các phần tử chẵn </a:t>
            </a:r>
            <a:r>
              <a:rPr lang="en-US"/>
              <a:t>trong mảng một chiều chứa các số nguyên.</a:t>
            </a:r>
          </a:p>
        </p:txBody>
      </p:sp>
      <p:sp>
        <p:nvSpPr>
          <p:cNvPr id="6" name="Footer Placeholder 5">
            <a:extLst>
              <a:ext uri="{FF2B5EF4-FFF2-40B4-BE49-F238E27FC236}">
                <a16:creationId xmlns:a16="http://schemas.microsoft.com/office/drawing/2014/main" id="{3C00CB2F-E8B1-E64D-B344-EBE71C2FBB86}"/>
              </a:ext>
            </a:extLst>
          </p:cNvPr>
          <p:cNvSpPr>
            <a:spLocks noGrp="1"/>
          </p:cNvSpPr>
          <p:nvPr>
            <p:ph type="ftr" sz="quarter" idx="11"/>
          </p:nvPr>
        </p:nvSpPr>
        <p:spPr/>
        <p:txBody>
          <a:bodyPr/>
          <a:lstStyle/>
          <a:p>
            <a:r>
              <a:rPr lang="vi-VN" dirty="0"/>
              <a:t>Bài 6: Mảng một chiều</a:t>
            </a:r>
            <a:endParaRPr lang="en-US" dirty="0"/>
          </a:p>
        </p:txBody>
      </p:sp>
      <p:sp>
        <p:nvSpPr>
          <p:cNvPr id="2" name="Slide Number Placeholder 1">
            <a:extLst>
              <a:ext uri="{FF2B5EF4-FFF2-40B4-BE49-F238E27FC236}">
                <a16:creationId xmlns:a16="http://schemas.microsoft.com/office/drawing/2014/main" id="{DE184841-1B7D-854B-A1FB-8A355537594C}"/>
              </a:ext>
            </a:extLst>
          </p:cNvPr>
          <p:cNvSpPr>
            <a:spLocks noGrp="1"/>
          </p:cNvSpPr>
          <p:nvPr>
            <p:ph type="sldNum" sz="quarter" idx="12"/>
          </p:nvPr>
        </p:nvSpPr>
        <p:spPr/>
        <p:txBody>
          <a:bodyPr/>
          <a:lstStyle/>
          <a:p>
            <a:fld id="{1AD93096-5B34-4342-9326-69289CEAE4C2}" type="slidenum">
              <a:rPr lang="en-US" smtClean="0"/>
              <a:pPr/>
              <a:t>42</a:t>
            </a:fld>
            <a:endParaRPr lang="en-US" dirty="0"/>
          </a:p>
        </p:txBody>
      </p:sp>
    </p:spTree>
    <p:extLst>
      <p:ext uri="{BB962C8B-B14F-4D97-AF65-F5344CB8AC3E}">
        <p14:creationId xmlns:p14="http://schemas.microsoft.com/office/powerpoint/2010/main" val="18405693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932152F9-2B95-EF47-948C-A169795CCD17}"/>
              </a:ext>
            </a:extLst>
          </p:cNvPr>
          <p:cNvSpPr>
            <a:spLocks noGrp="1"/>
          </p:cNvSpPr>
          <p:nvPr>
            <p:ph type="title"/>
          </p:nvPr>
        </p:nvSpPr>
        <p:spPr/>
        <p:txBody>
          <a:bodyPr>
            <a:normAutofit fontScale="90000"/>
          </a:bodyPr>
          <a:lstStyle/>
          <a:p>
            <a:r>
              <a:rPr lang="en-VN"/>
              <a:t>VẬN DỤNG</a:t>
            </a:r>
          </a:p>
        </p:txBody>
      </p:sp>
      <p:sp>
        <p:nvSpPr>
          <p:cNvPr id="10" name="Content Placeholder 9">
            <a:extLst>
              <a:ext uri="{FF2B5EF4-FFF2-40B4-BE49-F238E27FC236}">
                <a16:creationId xmlns:a16="http://schemas.microsoft.com/office/drawing/2014/main" id="{7953ABD5-A8EB-D044-B4BB-434D970AAAF6}"/>
              </a:ext>
            </a:extLst>
          </p:cNvPr>
          <p:cNvSpPr>
            <a:spLocks noGrp="1"/>
          </p:cNvSpPr>
          <p:nvPr>
            <p:ph idx="1"/>
          </p:nvPr>
        </p:nvSpPr>
        <p:spPr/>
        <p:txBody>
          <a:bodyPr/>
          <a:lstStyle/>
          <a:p>
            <a:r>
              <a:rPr lang="en-US"/>
              <a:t>Bài tập 7: Định nghĩa các hàm sau:</a:t>
            </a:r>
          </a:p>
          <a:p>
            <a:pPr lvl="1" algn="just"/>
            <a:r>
              <a:rPr lang="en-US"/>
              <a:t>Hàm </a:t>
            </a:r>
            <a:r>
              <a:rPr lang="en-US">
                <a:solidFill>
                  <a:srgbClr val="0432FF"/>
                </a:solidFill>
              </a:rPr>
              <a:t>PrintDistinct(…)</a:t>
            </a:r>
            <a:r>
              <a:rPr lang="en-US"/>
              <a:t>: </a:t>
            </a:r>
            <a:r>
              <a:rPr lang="en-US" u="sng">
                <a:solidFill>
                  <a:srgbClr val="C00000"/>
                </a:solidFill>
              </a:rPr>
              <a:t>in các giá trị phân biệt trong mảng </a:t>
            </a:r>
            <a:r>
              <a:rPr lang="en-US"/>
              <a:t>một chiều chứa các số nguyên ra màn hình. </a:t>
            </a:r>
          </a:p>
          <a:p>
            <a:pPr lvl="1" algn="just"/>
            <a:endParaRPr lang="en-US"/>
          </a:p>
          <a:p>
            <a:pPr lvl="1" algn="just"/>
            <a:r>
              <a:rPr lang="en-US"/>
              <a:t>Hàm </a:t>
            </a:r>
            <a:r>
              <a:rPr lang="en-US">
                <a:solidFill>
                  <a:srgbClr val="0432FF"/>
                </a:solidFill>
              </a:rPr>
              <a:t>CountFreq(…)</a:t>
            </a:r>
            <a:r>
              <a:rPr lang="en-US"/>
              <a:t>: </a:t>
            </a:r>
            <a:r>
              <a:rPr lang="en-US" u="sng">
                <a:solidFill>
                  <a:srgbClr val="C00000"/>
                </a:solidFill>
              </a:rPr>
              <a:t>đếm tần số</a:t>
            </a:r>
            <a:r>
              <a:rPr lang="en-US">
                <a:solidFill>
                  <a:srgbClr val="C00000"/>
                </a:solidFill>
              </a:rPr>
              <a:t> </a:t>
            </a:r>
            <a:r>
              <a:rPr lang="en-US"/>
              <a:t>của các giá trị xuất hiện trong mảng một chiều chứa các số nguyên. </a:t>
            </a:r>
          </a:p>
        </p:txBody>
      </p:sp>
      <p:sp>
        <p:nvSpPr>
          <p:cNvPr id="6" name="Footer Placeholder 5">
            <a:extLst>
              <a:ext uri="{FF2B5EF4-FFF2-40B4-BE49-F238E27FC236}">
                <a16:creationId xmlns:a16="http://schemas.microsoft.com/office/drawing/2014/main" id="{3C00CB2F-E8B1-E64D-B344-EBE71C2FBB86}"/>
              </a:ext>
            </a:extLst>
          </p:cNvPr>
          <p:cNvSpPr>
            <a:spLocks noGrp="1"/>
          </p:cNvSpPr>
          <p:nvPr>
            <p:ph type="ftr" sz="quarter" idx="11"/>
          </p:nvPr>
        </p:nvSpPr>
        <p:spPr/>
        <p:txBody>
          <a:bodyPr/>
          <a:lstStyle/>
          <a:p>
            <a:r>
              <a:rPr lang="vi-VN" dirty="0"/>
              <a:t>Bài 6: Mảng một chiều</a:t>
            </a:r>
            <a:endParaRPr lang="en-US" dirty="0"/>
          </a:p>
        </p:txBody>
      </p:sp>
      <p:sp>
        <p:nvSpPr>
          <p:cNvPr id="2" name="Slide Number Placeholder 1">
            <a:extLst>
              <a:ext uri="{FF2B5EF4-FFF2-40B4-BE49-F238E27FC236}">
                <a16:creationId xmlns:a16="http://schemas.microsoft.com/office/drawing/2014/main" id="{DE184841-1B7D-854B-A1FB-8A355537594C}"/>
              </a:ext>
            </a:extLst>
          </p:cNvPr>
          <p:cNvSpPr>
            <a:spLocks noGrp="1"/>
          </p:cNvSpPr>
          <p:nvPr>
            <p:ph type="sldNum" sz="quarter" idx="12"/>
          </p:nvPr>
        </p:nvSpPr>
        <p:spPr/>
        <p:txBody>
          <a:bodyPr/>
          <a:lstStyle/>
          <a:p>
            <a:fld id="{1AD93096-5B34-4342-9326-69289CEAE4C2}" type="slidenum">
              <a:rPr lang="en-US" smtClean="0"/>
              <a:pPr/>
              <a:t>43</a:t>
            </a:fld>
            <a:endParaRPr lang="en-US" dirty="0"/>
          </a:p>
        </p:txBody>
      </p:sp>
    </p:spTree>
    <p:extLst>
      <p:ext uri="{BB962C8B-B14F-4D97-AF65-F5344CB8AC3E}">
        <p14:creationId xmlns:p14="http://schemas.microsoft.com/office/powerpoint/2010/main" val="201629249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932152F9-2B95-EF47-948C-A169795CCD17}"/>
              </a:ext>
            </a:extLst>
          </p:cNvPr>
          <p:cNvSpPr>
            <a:spLocks noGrp="1"/>
          </p:cNvSpPr>
          <p:nvPr>
            <p:ph type="title"/>
          </p:nvPr>
        </p:nvSpPr>
        <p:spPr/>
        <p:txBody>
          <a:bodyPr>
            <a:normAutofit fontScale="90000"/>
          </a:bodyPr>
          <a:lstStyle/>
          <a:p>
            <a:r>
              <a:rPr lang="en-VN"/>
              <a:t>VẬN DỤNG</a:t>
            </a:r>
          </a:p>
        </p:txBody>
      </p:sp>
      <p:sp>
        <p:nvSpPr>
          <p:cNvPr id="10" name="Content Placeholder 9">
            <a:extLst>
              <a:ext uri="{FF2B5EF4-FFF2-40B4-BE49-F238E27FC236}">
                <a16:creationId xmlns:a16="http://schemas.microsoft.com/office/drawing/2014/main" id="{7953ABD5-A8EB-D044-B4BB-434D970AAAF6}"/>
              </a:ext>
            </a:extLst>
          </p:cNvPr>
          <p:cNvSpPr>
            <a:spLocks noGrp="1"/>
          </p:cNvSpPr>
          <p:nvPr>
            <p:ph idx="1"/>
          </p:nvPr>
        </p:nvSpPr>
        <p:spPr/>
        <p:txBody>
          <a:bodyPr/>
          <a:lstStyle/>
          <a:p>
            <a:r>
              <a:rPr lang="en-US"/>
              <a:t>Bài tập 7: Định nghĩa các hàm sắp xếp sau:</a:t>
            </a:r>
          </a:p>
          <a:p>
            <a:pPr lvl="1" algn="just"/>
            <a:r>
              <a:rPr lang="en-US"/>
              <a:t>Hàm </a:t>
            </a:r>
            <a:r>
              <a:rPr lang="en-US">
                <a:solidFill>
                  <a:srgbClr val="0432FF"/>
                </a:solidFill>
              </a:rPr>
              <a:t>SortAsc(…)</a:t>
            </a:r>
            <a:r>
              <a:rPr lang="en-US"/>
              <a:t>: </a:t>
            </a:r>
            <a:r>
              <a:rPr lang="en-US" u="sng">
                <a:solidFill>
                  <a:srgbClr val="C00000"/>
                </a:solidFill>
              </a:rPr>
              <a:t>sắp xếp</a:t>
            </a:r>
            <a:r>
              <a:rPr lang="en-US"/>
              <a:t> các phần tử trong mảng một chiều chứa các số nguyên </a:t>
            </a:r>
            <a:r>
              <a:rPr lang="en-US" u="sng">
                <a:solidFill>
                  <a:srgbClr val="C00000"/>
                </a:solidFill>
              </a:rPr>
              <a:t>theo thứ tự tăng dần</a:t>
            </a:r>
            <a:r>
              <a:rPr lang="en-US"/>
              <a:t>. </a:t>
            </a:r>
          </a:p>
          <a:p>
            <a:pPr lvl="1" algn="just"/>
            <a:endParaRPr lang="en-US"/>
          </a:p>
          <a:p>
            <a:pPr lvl="1" algn="just"/>
            <a:r>
              <a:rPr lang="en-US"/>
              <a:t>Hàm </a:t>
            </a:r>
            <a:r>
              <a:rPr lang="en-US">
                <a:solidFill>
                  <a:srgbClr val="0432FF"/>
                </a:solidFill>
              </a:rPr>
              <a:t>SortDesc(…)</a:t>
            </a:r>
            <a:r>
              <a:rPr lang="en-US"/>
              <a:t>: </a:t>
            </a:r>
            <a:r>
              <a:rPr lang="en-US" u="sng">
                <a:solidFill>
                  <a:srgbClr val="C00000"/>
                </a:solidFill>
              </a:rPr>
              <a:t>sắp xếp</a:t>
            </a:r>
            <a:r>
              <a:rPr lang="en-US"/>
              <a:t> các phần tử trong mảng một chiều chứa các số nguyên </a:t>
            </a:r>
            <a:r>
              <a:rPr lang="en-US" u="sng">
                <a:solidFill>
                  <a:srgbClr val="C00000"/>
                </a:solidFill>
              </a:rPr>
              <a:t>theo thứ tự giảm dần</a:t>
            </a:r>
            <a:r>
              <a:rPr lang="en-US"/>
              <a:t>. </a:t>
            </a:r>
          </a:p>
        </p:txBody>
      </p:sp>
      <p:sp>
        <p:nvSpPr>
          <p:cNvPr id="6" name="Footer Placeholder 5">
            <a:extLst>
              <a:ext uri="{FF2B5EF4-FFF2-40B4-BE49-F238E27FC236}">
                <a16:creationId xmlns:a16="http://schemas.microsoft.com/office/drawing/2014/main" id="{3C00CB2F-E8B1-E64D-B344-EBE71C2FBB86}"/>
              </a:ext>
            </a:extLst>
          </p:cNvPr>
          <p:cNvSpPr>
            <a:spLocks noGrp="1"/>
          </p:cNvSpPr>
          <p:nvPr>
            <p:ph type="ftr" sz="quarter" idx="11"/>
          </p:nvPr>
        </p:nvSpPr>
        <p:spPr/>
        <p:txBody>
          <a:bodyPr/>
          <a:lstStyle/>
          <a:p>
            <a:r>
              <a:rPr lang="vi-VN" dirty="0"/>
              <a:t>Bài 6: Mảng một chiều</a:t>
            </a:r>
            <a:endParaRPr lang="en-US" dirty="0"/>
          </a:p>
        </p:txBody>
      </p:sp>
      <p:sp>
        <p:nvSpPr>
          <p:cNvPr id="2" name="Slide Number Placeholder 1">
            <a:extLst>
              <a:ext uri="{FF2B5EF4-FFF2-40B4-BE49-F238E27FC236}">
                <a16:creationId xmlns:a16="http://schemas.microsoft.com/office/drawing/2014/main" id="{DE184841-1B7D-854B-A1FB-8A355537594C}"/>
              </a:ext>
            </a:extLst>
          </p:cNvPr>
          <p:cNvSpPr>
            <a:spLocks noGrp="1"/>
          </p:cNvSpPr>
          <p:nvPr>
            <p:ph type="sldNum" sz="quarter" idx="12"/>
          </p:nvPr>
        </p:nvSpPr>
        <p:spPr/>
        <p:txBody>
          <a:bodyPr/>
          <a:lstStyle/>
          <a:p>
            <a:fld id="{1AD93096-5B34-4342-9326-69289CEAE4C2}" type="slidenum">
              <a:rPr lang="en-US" smtClean="0"/>
              <a:pPr/>
              <a:t>44</a:t>
            </a:fld>
            <a:endParaRPr lang="en-US" dirty="0"/>
          </a:p>
        </p:txBody>
      </p:sp>
    </p:spTree>
    <p:extLst>
      <p:ext uri="{BB962C8B-B14F-4D97-AF65-F5344CB8AC3E}">
        <p14:creationId xmlns:p14="http://schemas.microsoft.com/office/powerpoint/2010/main" val="298169409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932152F9-2B95-EF47-948C-A169795CCD17}"/>
              </a:ext>
            </a:extLst>
          </p:cNvPr>
          <p:cNvSpPr>
            <a:spLocks noGrp="1"/>
          </p:cNvSpPr>
          <p:nvPr>
            <p:ph type="title"/>
          </p:nvPr>
        </p:nvSpPr>
        <p:spPr/>
        <p:txBody>
          <a:bodyPr>
            <a:normAutofit fontScale="90000"/>
          </a:bodyPr>
          <a:lstStyle/>
          <a:p>
            <a:r>
              <a:rPr lang="en-VN"/>
              <a:t>THUẬT TOÁN INTERCHANGE SORT</a:t>
            </a:r>
          </a:p>
        </p:txBody>
      </p:sp>
      <p:sp>
        <p:nvSpPr>
          <p:cNvPr id="10" name="Content Placeholder 9">
            <a:extLst>
              <a:ext uri="{FF2B5EF4-FFF2-40B4-BE49-F238E27FC236}">
                <a16:creationId xmlns:a16="http://schemas.microsoft.com/office/drawing/2014/main" id="{7953ABD5-A8EB-D044-B4BB-434D970AAAF6}"/>
              </a:ext>
            </a:extLst>
          </p:cNvPr>
          <p:cNvSpPr>
            <a:spLocks noGrp="1"/>
          </p:cNvSpPr>
          <p:nvPr>
            <p:ph idx="1"/>
          </p:nvPr>
        </p:nvSpPr>
        <p:spPr/>
        <p:txBody>
          <a:bodyPr/>
          <a:lstStyle/>
          <a:p>
            <a:pPr algn="just"/>
            <a:r>
              <a:rPr lang="en-VN"/>
              <a:t>Ý tưởng </a:t>
            </a:r>
            <a:r>
              <a:rPr lang="en-VN">
                <a:solidFill>
                  <a:srgbClr val="EF6822"/>
                </a:solidFill>
              </a:rPr>
              <a:t>Sắp xếp đổi chỗ trực tiếp</a:t>
            </a:r>
            <a:r>
              <a:rPr lang="en-VN"/>
              <a:t>: </a:t>
            </a:r>
          </a:p>
          <a:p>
            <a:pPr lvl="1" algn="just"/>
            <a:r>
              <a:rPr lang="en-VN">
                <a:solidFill>
                  <a:srgbClr val="17459E"/>
                </a:solidFill>
              </a:rPr>
              <a:t>Bắt đầu từ phần tử đầu tiên</a:t>
            </a:r>
            <a:r>
              <a:rPr lang="en-VN"/>
              <a:t>, lần lượt </a:t>
            </a:r>
            <a:r>
              <a:rPr lang="en-VN">
                <a:solidFill>
                  <a:srgbClr val="17459E"/>
                </a:solidFill>
              </a:rPr>
              <a:t>so sánh phần tử này với các phần tử còn lại </a:t>
            </a:r>
            <a:r>
              <a:rPr lang="en-VN"/>
              <a:t>trong dãy. Nếu </a:t>
            </a:r>
            <a:r>
              <a:rPr lang="en-VN">
                <a:solidFill>
                  <a:srgbClr val="C00000"/>
                </a:solidFill>
              </a:rPr>
              <a:t>cặp nào không đúng thứ tự thì trực tiếp hoán vị</a:t>
            </a:r>
            <a:r>
              <a:rPr lang="en-VN">
                <a:solidFill>
                  <a:srgbClr val="00FDFF"/>
                </a:solidFill>
              </a:rPr>
              <a:t> </a:t>
            </a:r>
            <a:r>
              <a:rPr lang="en-VN"/>
              <a:t>cặp phần tử đó;</a:t>
            </a:r>
          </a:p>
          <a:p>
            <a:pPr lvl="1" algn="just"/>
            <a:r>
              <a:rPr lang="en-VN">
                <a:solidFill>
                  <a:srgbClr val="17459E"/>
                </a:solidFill>
              </a:rPr>
              <a:t>Lặp lại quá trình trên với phần tử thứ 2, thứ 3, …, thứ n-2 </a:t>
            </a:r>
            <a:r>
              <a:rPr lang="en-VN" i="1">
                <a:solidFill>
                  <a:srgbClr val="17459E"/>
                </a:solidFill>
              </a:rPr>
              <a:t>(kế phần tử cuối).</a:t>
            </a:r>
            <a:endParaRPr lang="en-VN" i="1"/>
          </a:p>
        </p:txBody>
      </p:sp>
      <p:sp>
        <p:nvSpPr>
          <p:cNvPr id="6" name="Footer Placeholder 5">
            <a:extLst>
              <a:ext uri="{FF2B5EF4-FFF2-40B4-BE49-F238E27FC236}">
                <a16:creationId xmlns:a16="http://schemas.microsoft.com/office/drawing/2014/main" id="{3C00CB2F-E8B1-E64D-B344-EBE71C2FBB86}"/>
              </a:ext>
            </a:extLst>
          </p:cNvPr>
          <p:cNvSpPr>
            <a:spLocks noGrp="1"/>
          </p:cNvSpPr>
          <p:nvPr>
            <p:ph type="ftr" sz="quarter" idx="11"/>
          </p:nvPr>
        </p:nvSpPr>
        <p:spPr/>
        <p:txBody>
          <a:bodyPr/>
          <a:lstStyle/>
          <a:p>
            <a:r>
              <a:rPr lang="vi-VN" dirty="0"/>
              <a:t>Bài 6: Mảng một chiều</a:t>
            </a:r>
            <a:endParaRPr lang="en-US" dirty="0"/>
          </a:p>
        </p:txBody>
      </p:sp>
      <p:sp>
        <p:nvSpPr>
          <p:cNvPr id="2" name="Slide Number Placeholder 1">
            <a:extLst>
              <a:ext uri="{FF2B5EF4-FFF2-40B4-BE49-F238E27FC236}">
                <a16:creationId xmlns:a16="http://schemas.microsoft.com/office/drawing/2014/main" id="{DE184841-1B7D-854B-A1FB-8A355537594C}"/>
              </a:ext>
            </a:extLst>
          </p:cNvPr>
          <p:cNvSpPr>
            <a:spLocks noGrp="1"/>
          </p:cNvSpPr>
          <p:nvPr>
            <p:ph type="sldNum" sz="quarter" idx="12"/>
          </p:nvPr>
        </p:nvSpPr>
        <p:spPr/>
        <p:txBody>
          <a:bodyPr/>
          <a:lstStyle/>
          <a:p>
            <a:fld id="{1AD93096-5B34-4342-9326-69289CEAE4C2}" type="slidenum">
              <a:rPr lang="en-US" smtClean="0"/>
              <a:pPr/>
              <a:t>45</a:t>
            </a:fld>
            <a:endParaRPr lang="en-US" dirty="0"/>
          </a:p>
        </p:txBody>
      </p:sp>
    </p:spTree>
    <p:extLst>
      <p:ext uri="{BB962C8B-B14F-4D97-AF65-F5344CB8AC3E}">
        <p14:creationId xmlns:p14="http://schemas.microsoft.com/office/powerpoint/2010/main" val="174370606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932152F9-2B95-EF47-948C-A169795CCD17}"/>
              </a:ext>
            </a:extLst>
          </p:cNvPr>
          <p:cNvSpPr>
            <a:spLocks noGrp="1"/>
          </p:cNvSpPr>
          <p:nvPr>
            <p:ph type="title"/>
          </p:nvPr>
        </p:nvSpPr>
        <p:spPr/>
        <p:txBody>
          <a:bodyPr>
            <a:normAutofit fontScale="90000"/>
          </a:bodyPr>
          <a:lstStyle/>
          <a:p>
            <a:r>
              <a:rPr lang="en-VN"/>
              <a:t>THUẬT TOÁN INTERCHANGE SORT</a:t>
            </a:r>
          </a:p>
        </p:txBody>
      </p:sp>
      <p:sp>
        <p:nvSpPr>
          <p:cNvPr id="10" name="Content Placeholder 9">
            <a:extLst>
              <a:ext uri="{FF2B5EF4-FFF2-40B4-BE49-F238E27FC236}">
                <a16:creationId xmlns:a16="http://schemas.microsoft.com/office/drawing/2014/main" id="{7953ABD5-A8EB-D044-B4BB-434D970AAAF6}"/>
              </a:ext>
            </a:extLst>
          </p:cNvPr>
          <p:cNvSpPr>
            <a:spLocks noGrp="1"/>
          </p:cNvSpPr>
          <p:nvPr>
            <p:ph idx="1"/>
          </p:nvPr>
        </p:nvSpPr>
        <p:spPr/>
        <p:txBody>
          <a:bodyPr>
            <a:normAutofit fontScale="92500" lnSpcReduction="10000"/>
          </a:bodyPr>
          <a:lstStyle/>
          <a:p>
            <a:pPr algn="just"/>
            <a:r>
              <a:rPr lang="en-VN"/>
              <a:t>Thuật toán </a:t>
            </a:r>
            <a:r>
              <a:rPr lang="en-VN">
                <a:solidFill>
                  <a:srgbClr val="EF6822"/>
                </a:solidFill>
              </a:rPr>
              <a:t>Sắp xếp đổi chỗ trực tiếp</a:t>
            </a:r>
            <a:r>
              <a:rPr lang="en-VN"/>
              <a:t>: </a:t>
            </a:r>
          </a:p>
          <a:p>
            <a:pPr marL="457200" lvl="1" indent="0" algn="just">
              <a:lnSpc>
                <a:spcPct val="134000"/>
              </a:lnSpc>
              <a:buNone/>
            </a:pPr>
            <a:r>
              <a:rPr lang="en-US">
                <a:solidFill>
                  <a:srgbClr val="FF0000"/>
                </a:solidFill>
              </a:rPr>
              <a:t>i</a:t>
            </a:r>
            <a:r>
              <a:rPr lang="en-VN">
                <a:solidFill>
                  <a:srgbClr val="FF0000"/>
                </a:solidFill>
              </a:rPr>
              <a:t> = 0</a:t>
            </a:r>
          </a:p>
          <a:p>
            <a:pPr marL="457200" lvl="1" indent="0" algn="just">
              <a:lnSpc>
                <a:spcPct val="134000"/>
              </a:lnSpc>
              <a:buNone/>
            </a:pPr>
            <a:r>
              <a:rPr lang="en-VN"/>
              <a:t>WHILE </a:t>
            </a:r>
            <a:r>
              <a:rPr lang="en-US">
                <a:solidFill>
                  <a:srgbClr val="FF0000"/>
                </a:solidFill>
              </a:rPr>
              <a:t>i</a:t>
            </a:r>
            <a:r>
              <a:rPr lang="en-VN">
                <a:solidFill>
                  <a:srgbClr val="FF0000"/>
                </a:solidFill>
              </a:rPr>
              <a:t> &lt; n – 1</a:t>
            </a:r>
            <a:endParaRPr lang="en-VN"/>
          </a:p>
          <a:p>
            <a:pPr marL="457200" lvl="1" indent="0" algn="just">
              <a:lnSpc>
                <a:spcPct val="134000"/>
              </a:lnSpc>
              <a:buNone/>
            </a:pPr>
            <a:r>
              <a:rPr lang="en-VN">
                <a:solidFill>
                  <a:srgbClr val="0432FF"/>
                </a:solidFill>
              </a:rPr>
              <a:t>	j = </a:t>
            </a:r>
            <a:r>
              <a:rPr lang="en-US">
                <a:solidFill>
                  <a:srgbClr val="0432FF"/>
                </a:solidFill>
              </a:rPr>
              <a:t>i</a:t>
            </a:r>
            <a:r>
              <a:rPr lang="en-VN">
                <a:solidFill>
                  <a:srgbClr val="0432FF"/>
                </a:solidFill>
              </a:rPr>
              <a:t> + 1</a:t>
            </a:r>
          </a:p>
          <a:p>
            <a:pPr marL="457200" lvl="1" indent="0" algn="just">
              <a:lnSpc>
                <a:spcPct val="134000"/>
              </a:lnSpc>
              <a:buNone/>
            </a:pPr>
            <a:r>
              <a:rPr lang="en-VN">
                <a:solidFill>
                  <a:srgbClr val="0432FF"/>
                </a:solidFill>
              </a:rPr>
              <a:t>	</a:t>
            </a:r>
            <a:r>
              <a:rPr lang="en-VN"/>
              <a:t>WHILE </a:t>
            </a:r>
            <a:r>
              <a:rPr lang="en-US">
                <a:solidFill>
                  <a:srgbClr val="0432FF"/>
                </a:solidFill>
              </a:rPr>
              <a:t>j</a:t>
            </a:r>
            <a:r>
              <a:rPr lang="en-VN">
                <a:solidFill>
                  <a:srgbClr val="0432FF"/>
                </a:solidFill>
              </a:rPr>
              <a:t> &lt; n</a:t>
            </a:r>
          </a:p>
          <a:p>
            <a:pPr marL="457200" lvl="1" indent="0" algn="just">
              <a:lnSpc>
                <a:spcPct val="134000"/>
              </a:lnSpc>
              <a:buNone/>
            </a:pPr>
            <a:r>
              <a:rPr lang="en-VN">
                <a:solidFill>
                  <a:srgbClr val="0432FF"/>
                </a:solidFill>
              </a:rPr>
              <a:t>		</a:t>
            </a:r>
            <a:r>
              <a:rPr lang="en-VN"/>
              <a:t>IF a[i] &gt; a[j] </a:t>
            </a:r>
          </a:p>
          <a:p>
            <a:pPr marL="457200" lvl="1" indent="0" algn="just">
              <a:lnSpc>
                <a:spcPct val="134000"/>
              </a:lnSpc>
              <a:buNone/>
            </a:pPr>
            <a:r>
              <a:rPr lang="en-VN"/>
              <a:t>			Swap(a[i], a[j])</a:t>
            </a:r>
          </a:p>
          <a:p>
            <a:pPr marL="457200" lvl="1" indent="0" algn="just">
              <a:lnSpc>
                <a:spcPct val="134000"/>
              </a:lnSpc>
              <a:buNone/>
            </a:pPr>
            <a:r>
              <a:rPr lang="en-VN"/>
              <a:t>		ENDIF</a:t>
            </a:r>
          </a:p>
          <a:p>
            <a:pPr marL="457200" lvl="1" indent="0" algn="just">
              <a:lnSpc>
                <a:spcPct val="134000"/>
              </a:lnSpc>
              <a:buNone/>
            </a:pPr>
            <a:r>
              <a:rPr lang="en-VN"/>
              <a:t>		</a:t>
            </a:r>
            <a:r>
              <a:rPr lang="en-US">
                <a:solidFill>
                  <a:srgbClr val="0432FF"/>
                </a:solidFill>
              </a:rPr>
              <a:t>j</a:t>
            </a:r>
            <a:r>
              <a:rPr lang="en-VN">
                <a:solidFill>
                  <a:srgbClr val="0432FF"/>
                </a:solidFill>
              </a:rPr>
              <a:t> = j + 1</a:t>
            </a:r>
          </a:p>
          <a:p>
            <a:pPr marL="457200" lvl="1" indent="0" algn="just">
              <a:lnSpc>
                <a:spcPct val="134000"/>
              </a:lnSpc>
              <a:buNone/>
            </a:pPr>
            <a:r>
              <a:rPr lang="en-VN"/>
              <a:t>	ENDWHILE</a:t>
            </a:r>
          </a:p>
          <a:p>
            <a:pPr marL="457200" lvl="1" indent="0" algn="just">
              <a:lnSpc>
                <a:spcPct val="134000"/>
              </a:lnSpc>
              <a:buNone/>
            </a:pPr>
            <a:r>
              <a:rPr lang="en-VN"/>
              <a:t>	</a:t>
            </a:r>
            <a:r>
              <a:rPr lang="en-US">
                <a:solidFill>
                  <a:srgbClr val="FF0000"/>
                </a:solidFill>
              </a:rPr>
              <a:t>i</a:t>
            </a:r>
            <a:r>
              <a:rPr lang="en-VN">
                <a:solidFill>
                  <a:srgbClr val="FF0000"/>
                </a:solidFill>
              </a:rPr>
              <a:t> = </a:t>
            </a:r>
            <a:r>
              <a:rPr lang="en-US">
                <a:solidFill>
                  <a:srgbClr val="FF0000"/>
                </a:solidFill>
              </a:rPr>
              <a:t>i</a:t>
            </a:r>
            <a:r>
              <a:rPr lang="en-VN">
                <a:solidFill>
                  <a:srgbClr val="FF0000"/>
                </a:solidFill>
              </a:rPr>
              <a:t> + 1</a:t>
            </a:r>
          </a:p>
          <a:p>
            <a:pPr marL="457200" lvl="1" indent="0" algn="just">
              <a:lnSpc>
                <a:spcPct val="134000"/>
              </a:lnSpc>
              <a:buNone/>
            </a:pPr>
            <a:r>
              <a:rPr lang="en-VN"/>
              <a:t>ENDWHILE</a:t>
            </a:r>
          </a:p>
          <a:p>
            <a:pPr marL="457200" lvl="1" indent="0" algn="just">
              <a:lnSpc>
                <a:spcPct val="134000"/>
              </a:lnSpc>
              <a:buNone/>
            </a:pPr>
            <a:endParaRPr lang="en-VN">
              <a:solidFill>
                <a:srgbClr val="0432FF"/>
              </a:solidFill>
            </a:endParaRPr>
          </a:p>
          <a:p>
            <a:pPr marL="457200" lvl="1" indent="0" algn="just">
              <a:lnSpc>
                <a:spcPct val="134000"/>
              </a:lnSpc>
              <a:buNone/>
            </a:pPr>
            <a:endParaRPr lang="en-VN">
              <a:solidFill>
                <a:srgbClr val="0432FF"/>
              </a:solidFill>
            </a:endParaRPr>
          </a:p>
          <a:p>
            <a:pPr lvl="2" algn="just"/>
            <a:endParaRPr lang="en-VN"/>
          </a:p>
        </p:txBody>
      </p:sp>
      <p:sp>
        <p:nvSpPr>
          <p:cNvPr id="6" name="Footer Placeholder 5">
            <a:extLst>
              <a:ext uri="{FF2B5EF4-FFF2-40B4-BE49-F238E27FC236}">
                <a16:creationId xmlns:a16="http://schemas.microsoft.com/office/drawing/2014/main" id="{3C00CB2F-E8B1-E64D-B344-EBE71C2FBB86}"/>
              </a:ext>
            </a:extLst>
          </p:cNvPr>
          <p:cNvSpPr>
            <a:spLocks noGrp="1"/>
          </p:cNvSpPr>
          <p:nvPr>
            <p:ph type="ftr" sz="quarter" idx="11"/>
          </p:nvPr>
        </p:nvSpPr>
        <p:spPr/>
        <p:txBody>
          <a:bodyPr/>
          <a:lstStyle/>
          <a:p>
            <a:r>
              <a:rPr lang="vi-VN" dirty="0"/>
              <a:t>Bài 6: Mảng một chiều</a:t>
            </a:r>
            <a:endParaRPr lang="en-US" dirty="0"/>
          </a:p>
        </p:txBody>
      </p:sp>
      <p:sp>
        <p:nvSpPr>
          <p:cNvPr id="2" name="Slide Number Placeholder 1">
            <a:extLst>
              <a:ext uri="{FF2B5EF4-FFF2-40B4-BE49-F238E27FC236}">
                <a16:creationId xmlns:a16="http://schemas.microsoft.com/office/drawing/2014/main" id="{DE184841-1B7D-854B-A1FB-8A355537594C}"/>
              </a:ext>
            </a:extLst>
          </p:cNvPr>
          <p:cNvSpPr>
            <a:spLocks noGrp="1"/>
          </p:cNvSpPr>
          <p:nvPr>
            <p:ph type="sldNum" sz="quarter" idx="12"/>
          </p:nvPr>
        </p:nvSpPr>
        <p:spPr/>
        <p:txBody>
          <a:bodyPr/>
          <a:lstStyle/>
          <a:p>
            <a:fld id="{1AD93096-5B34-4342-9326-69289CEAE4C2}" type="slidenum">
              <a:rPr lang="en-US" smtClean="0"/>
              <a:pPr/>
              <a:t>46</a:t>
            </a:fld>
            <a:endParaRPr lang="en-US" dirty="0"/>
          </a:p>
        </p:txBody>
      </p:sp>
      <p:sp>
        <p:nvSpPr>
          <p:cNvPr id="3" name="Rectangle 2">
            <a:extLst>
              <a:ext uri="{FF2B5EF4-FFF2-40B4-BE49-F238E27FC236}">
                <a16:creationId xmlns:a16="http://schemas.microsoft.com/office/drawing/2014/main" id="{1F0DDF90-00EB-0048-01F5-7503905F70D3}"/>
              </a:ext>
            </a:extLst>
          </p:cNvPr>
          <p:cNvSpPr/>
          <p:nvPr/>
        </p:nvSpPr>
        <p:spPr>
          <a:xfrm>
            <a:off x="1462089" y="2216727"/>
            <a:ext cx="4426093" cy="2978728"/>
          </a:xfrm>
          <a:prstGeom prst="rect">
            <a:avLst/>
          </a:prstGeom>
          <a:noFill/>
          <a:ln>
            <a:solidFill>
              <a:srgbClr val="0432FF"/>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VN">
              <a:noFill/>
            </a:endParaRPr>
          </a:p>
        </p:txBody>
      </p:sp>
      <p:sp>
        <p:nvSpPr>
          <p:cNvPr id="4" name="Rectangle 3">
            <a:extLst>
              <a:ext uri="{FF2B5EF4-FFF2-40B4-BE49-F238E27FC236}">
                <a16:creationId xmlns:a16="http://schemas.microsoft.com/office/drawing/2014/main" id="{DBFDC7A7-DF83-20C8-3D3F-A6D8DCBC7B67}"/>
              </a:ext>
            </a:extLst>
          </p:cNvPr>
          <p:cNvSpPr/>
          <p:nvPr/>
        </p:nvSpPr>
        <p:spPr>
          <a:xfrm>
            <a:off x="940594" y="1427017"/>
            <a:ext cx="5557188" cy="4737801"/>
          </a:xfrm>
          <a:prstGeom prst="rect">
            <a:avLst/>
          </a:prstGeom>
          <a:noFill/>
          <a:ln>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VN">
              <a:noFill/>
            </a:endParaRPr>
          </a:p>
        </p:txBody>
      </p:sp>
    </p:spTree>
    <p:extLst>
      <p:ext uri="{BB962C8B-B14F-4D97-AF65-F5344CB8AC3E}">
        <p14:creationId xmlns:p14="http://schemas.microsoft.com/office/powerpoint/2010/main" val="37423054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932152F9-2B95-EF47-948C-A169795CCD17}"/>
              </a:ext>
            </a:extLst>
          </p:cNvPr>
          <p:cNvSpPr>
            <a:spLocks noGrp="1"/>
          </p:cNvSpPr>
          <p:nvPr>
            <p:ph type="title"/>
          </p:nvPr>
        </p:nvSpPr>
        <p:spPr/>
        <p:txBody>
          <a:bodyPr>
            <a:normAutofit fontScale="90000"/>
          </a:bodyPr>
          <a:lstStyle/>
          <a:p>
            <a:r>
              <a:rPr lang="en-VN"/>
              <a:t>THUẬT TOÁN INTERCHANGE SORT</a:t>
            </a:r>
          </a:p>
        </p:txBody>
      </p:sp>
      <p:graphicFrame>
        <p:nvGraphicFramePr>
          <p:cNvPr id="3" name="Content Placeholder 2">
            <a:extLst>
              <a:ext uri="{FF2B5EF4-FFF2-40B4-BE49-F238E27FC236}">
                <a16:creationId xmlns:a16="http://schemas.microsoft.com/office/drawing/2014/main" id="{025DFF59-630B-2561-724F-D5AB1BFD39E2}"/>
              </a:ext>
            </a:extLst>
          </p:cNvPr>
          <p:cNvGraphicFramePr>
            <a:graphicFrameLocks noGrp="1"/>
          </p:cNvGraphicFramePr>
          <p:nvPr>
            <p:ph idx="1"/>
            <p:extLst>
              <p:ext uri="{D42A27DB-BD31-4B8C-83A1-F6EECF244321}">
                <p14:modId xmlns:p14="http://schemas.microsoft.com/office/powerpoint/2010/main" val="221523717"/>
              </p:ext>
            </p:extLst>
          </p:nvPr>
        </p:nvGraphicFramePr>
        <p:xfrm>
          <a:off x="628650" y="1038225"/>
          <a:ext cx="7956000" cy="5120640"/>
        </p:xfrm>
        <a:graphic>
          <a:graphicData uri="http://schemas.openxmlformats.org/drawingml/2006/table">
            <a:tbl>
              <a:tblPr firstRow="1" bandRow="1">
                <a:tableStyleId>{5940675A-B579-460E-94D1-54222C63F5DA}</a:tableStyleId>
              </a:tblPr>
              <a:tblGrid>
                <a:gridCol w="576695">
                  <a:extLst>
                    <a:ext uri="{9D8B030D-6E8A-4147-A177-3AD203B41FA5}">
                      <a16:colId xmlns:a16="http://schemas.microsoft.com/office/drawing/2014/main" val="2619485673"/>
                    </a:ext>
                  </a:extLst>
                </a:gridCol>
                <a:gridCol w="789710">
                  <a:extLst>
                    <a:ext uri="{9D8B030D-6E8A-4147-A177-3AD203B41FA5}">
                      <a16:colId xmlns:a16="http://schemas.microsoft.com/office/drawing/2014/main" val="413310164"/>
                    </a:ext>
                  </a:extLst>
                </a:gridCol>
                <a:gridCol w="1122218">
                  <a:extLst>
                    <a:ext uri="{9D8B030D-6E8A-4147-A177-3AD203B41FA5}">
                      <a16:colId xmlns:a16="http://schemas.microsoft.com/office/drawing/2014/main" val="22895503"/>
                    </a:ext>
                  </a:extLst>
                </a:gridCol>
                <a:gridCol w="1047377">
                  <a:extLst>
                    <a:ext uri="{9D8B030D-6E8A-4147-A177-3AD203B41FA5}">
                      <a16:colId xmlns:a16="http://schemas.microsoft.com/office/drawing/2014/main" val="2511463990"/>
                    </a:ext>
                  </a:extLst>
                </a:gridCol>
                <a:gridCol w="884000">
                  <a:extLst>
                    <a:ext uri="{9D8B030D-6E8A-4147-A177-3AD203B41FA5}">
                      <a16:colId xmlns:a16="http://schemas.microsoft.com/office/drawing/2014/main" val="1157807905"/>
                    </a:ext>
                  </a:extLst>
                </a:gridCol>
                <a:gridCol w="884000">
                  <a:extLst>
                    <a:ext uri="{9D8B030D-6E8A-4147-A177-3AD203B41FA5}">
                      <a16:colId xmlns:a16="http://schemas.microsoft.com/office/drawing/2014/main" val="519518565"/>
                    </a:ext>
                  </a:extLst>
                </a:gridCol>
                <a:gridCol w="884000">
                  <a:extLst>
                    <a:ext uri="{9D8B030D-6E8A-4147-A177-3AD203B41FA5}">
                      <a16:colId xmlns:a16="http://schemas.microsoft.com/office/drawing/2014/main" val="287739581"/>
                    </a:ext>
                  </a:extLst>
                </a:gridCol>
                <a:gridCol w="884000">
                  <a:extLst>
                    <a:ext uri="{9D8B030D-6E8A-4147-A177-3AD203B41FA5}">
                      <a16:colId xmlns:a16="http://schemas.microsoft.com/office/drawing/2014/main" val="2776049203"/>
                    </a:ext>
                  </a:extLst>
                </a:gridCol>
                <a:gridCol w="884000">
                  <a:extLst>
                    <a:ext uri="{9D8B030D-6E8A-4147-A177-3AD203B41FA5}">
                      <a16:colId xmlns:a16="http://schemas.microsoft.com/office/drawing/2014/main" val="2402924487"/>
                    </a:ext>
                  </a:extLst>
                </a:gridCol>
              </a:tblGrid>
              <a:tr h="370840">
                <a:tc rowSpan="2">
                  <a:txBody>
                    <a:bodyPr/>
                    <a:lstStyle/>
                    <a:p>
                      <a:pPr algn="ctr"/>
                      <a:r>
                        <a:rPr lang="en-VN" sz="2200">
                          <a:solidFill>
                            <a:srgbClr val="FF0000"/>
                          </a:solidFill>
                        </a:rPr>
                        <a:t>i</a:t>
                      </a:r>
                    </a:p>
                  </a:txBody>
                  <a:tcPr anchor="ctr">
                    <a:solidFill>
                      <a:schemeClr val="accent5">
                        <a:lumMod val="20000"/>
                        <a:lumOff val="80000"/>
                      </a:schemeClr>
                    </a:solidFill>
                  </a:tcPr>
                </a:tc>
                <a:tc rowSpan="2">
                  <a:txBody>
                    <a:bodyPr/>
                    <a:lstStyle/>
                    <a:p>
                      <a:pPr algn="ctr"/>
                      <a:r>
                        <a:rPr lang="en-VN" sz="2200">
                          <a:solidFill>
                            <a:srgbClr val="0432FF"/>
                          </a:solidFill>
                        </a:rPr>
                        <a:t>j</a:t>
                      </a:r>
                    </a:p>
                  </a:txBody>
                  <a:tcPr anchor="ctr">
                    <a:solidFill>
                      <a:schemeClr val="accent5">
                        <a:lumMod val="20000"/>
                        <a:lumOff val="80000"/>
                      </a:schemeClr>
                    </a:solidFill>
                  </a:tcPr>
                </a:tc>
                <a:tc rowSpan="2">
                  <a:txBody>
                    <a:bodyPr/>
                    <a:lstStyle/>
                    <a:p>
                      <a:pPr algn="ctr"/>
                      <a:r>
                        <a:rPr lang="en-VN" sz="2200">
                          <a:solidFill>
                            <a:schemeClr val="tx1"/>
                          </a:solidFill>
                        </a:rPr>
                        <a:t>So sánh</a:t>
                      </a:r>
                    </a:p>
                  </a:txBody>
                  <a:tcPr anchor="ctr">
                    <a:solidFill>
                      <a:schemeClr val="accent5">
                        <a:lumMod val="20000"/>
                        <a:lumOff val="80000"/>
                      </a:schemeClr>
                    </a:solidFill>
                  </a:tcPr>
                </a:tc>
                <a:tc rowSpan="2">
                  <a:txBody>
                    <a:bodyPr/>
                    <a:lstStyle/>
                    <a:p>
                      <a:pPr algn="ctr"/>
                      <a:r>
                        <a:rPr lang="en-VN" sz="2200">
                          <a:solidFill>
                            <a:schemeClr val="tx1"/>
                          </a:solidFill>
                        </a:rPr>
                        <a:t>Hoán vị</a:t>
                      </a:r>
                    </a:p>
                  </a:txBody>
                  <a:tcPr anchor="ctr">
                    <a:solidFill>
                      <a:schemeClr val="accent5">
                        <a:lumMod val="20000"/>
                        <a:lumOff val="80000"/>
                      </a:schemeClr>
                    </a:solidFill>
                  </a:tcPr>
                </a:tc>
                <a:tc>
                  <a:txBody>
                    <a:bodyPr/>
                    <a:lstStyle/>
                    <a:p>
                      <a:pPr algn="ctr"/>
                      <a:r>
                        <a:rPr lang="en-VN" sz="2200">
                          <a:solidFill>
                            <a:srgbClr val="EF6822"/>
                          </a:solidFill>
                        </a:rPr>
                        <a:t>0</a:t>
                      </a:r>
                    </a:p>
                  </a:txBody>
                  <a:tcPr anchor="ctr">
                    <a:solidFill>
                      <a:schemeClr val="accent5">
                        <a:lumMod val="20000"/>
                        <a:lumOff val="80000"/>
                      </a:schemeClr>
                    </a:solidFill>
                  </a:tcPr>
                </a:tc>
                <a:tc>
                  <a:txBody>
                    <a:bodyPr/>
                    <a:lstStyle/>
                    <a:p>
                      <a:pPr algn="ctr"/>
                      <a:r>
                        <a:rPr lang="en-VN" sz="2200">
                          <a:solidFill>
                            <a:srgbClr val="EF6822"/>
                          </a:solidFill>
                        </a:rPr>
                        <a:t>1</a:t>
                      </a:r>
                    </a:p>
                  </a:txBody>
                  <a:tcPr anchor="ctr">
                    <a:solidFill>
                      <a:schemeClr val="accent5">
                        <a:lumMod val="20000"/>
                        <a:lumOff val="80000"/>
                      </a:schemeClr>
                    </a:solidFill>
                  </a:tcPr>
                </a:tc>
                <a:tc>
                  <a:txBody>
                    <a:bodyPr/>
                    <a:lstStyle/>
                    <a:p>
                      <a:pPr algn="ctr"/>
                      <a:r>
                        <a:rPr lang="en-VN" sz="2200">
                          <a:solidFill>
                            <a:srgbClr val="EF6822"/>
                          </a:solidFill>
                        </a:rPr>
                        <a:t>2</a:t>
                      </a:r>
                    </a:p>
                  </a:txBody>
                  <a:tcPr anchor="ctr">
                    <a:solidFill>
                      <a:schemeClr val="accent5">
                        <a:lumMod val="20000"/>
                        <a:lumOff val="80000"/>
                      </a:schemeClr>
                    </a:solidFill>
                  </a:tcPr>
                </a:tc>
                <a:tc>
                  <a:txBody>
                    <a:bodyPr/>
                    <a:lstStyle/>
                    <a:p>
                      <a:pPr algn="ctr"/>
                      <a:r>
                        <a:rPr lang="en-VN" sz="2200">
                          <a:solidFill>
                            <a:srgbClr val="EF6822"/>
                          </a:solidFill>
                        </a:rPr>
                        <a:t>3</a:t>
                      </a:r>
                    </a:p>
                  </a:txBody>
                  <a:tcPr anchor="ctr">
                    <a:solidFill>
                      <a:schemeClr val="accent5">
                        <a:lumMod val="20000"/>
                        <a:lumOff val="80000"/>
                      </a:schemeClr>
                    </a:solidFill>
                  </a:tcPr>
                </a:tc>
                <a:tc>
                  <a:txBody>
                    <a:bodyPr/>
                    <a:lstStyle/>
                    <a:p>
                      <a:pPr algn="ctr"/>
                      <a:r>
                        <a:rPr lang="en-VN" sz="2200">
                          <a:solidFill>
                            <a:srgbClr val="EF6822"/>
                          </a:solidFill>
                        </a:rPr>
                        <a:t>4</a:t>
                      </a:r>
                    </a:p>
                  </a:txBody>
                  <a:tcPr anchor="ctr">
                    <a:solidFill>
                      <a:schemeClr val="accent5">
                        <a:lumMod val="20000"/>
                        <a:lumOff val="80000"/>
                      </a:schemeClr>
                    </a:solidFill>
                  </a:tcPr>
                </a:tc>
                <a:extLst>
                  <a:ext uri="{0D108BD9-81ED-4DB2-BD59-A6C34878D82A}">
                    <a16:rowId xmlns:a16="http://schemas.microsoft.com/office/drawing/2014/main" val="837529819"/>
                  </a:ext>
                </a:extLst>
              </a:tr>
              <a:tr h="370840">
                <a:tc vMerge="1">
                  <a:txBody>
                    <a:bodyPr/>
                    <a:lstStyle/>
                    <a:p>
                      <a:endParaRPr lang="en-VN"/>
                    </a:p>
                  </a:txBody>
                  <a:tcPr/>
                </a:tc>
                <a:tc vMerge="1">
                  <a:txBody>
                    <a:bodyPr/>
                    <a:lstStyle/>
                    <a:p>
                      <a:endParaRPr lang="en-VN"/>
                    </a:p>
                  </a:txBody>
                  <a:tcPr/>
                </a:tc>
                <a:tc vMerge="1">
                  <a:txBody>
                    <a:bodyPr/>
                    <a:lstStyle/>
                    <a:p>
                      <a:pPr algn="ctr"/>
                      <a:endParaRPr lang="en-VN" sz="2200" b="1">
                        <a:solidFill>
                          <a:schemeClr val="tx1"/>
                        </a:solidFill>
                      </a:endParaRPr>
                    </a:p>
                  </a:txBody>
                  <a:tcPr anchor="ctr">
                    <a:noFill/>
                  </a:tcPr>
                </a:tc>
                <a:tc vMerge="1">
                  <a:txBody>
                    <a:bodyPr/>
                    <a:lstStyle/>
                    <a:p>
                      <a:pPr algn="ctr"/>
                      <a:endParaRPr lang="en-VN" sz="2200" b="1">
                        <a:solidFill>
                          <a:schemeClr val="tx1"/>
                        </a:solidFill>
                      </a:endParaRPr>
                    </a:p>
                  </a:txBody>
                  <a:tcPr anchor="ctr">
                    <a:noFill/>
                  </a:tcPr>
                </a:tc>
                <a:tc>
                  <a:txBody>
                    <a:bodyPr/>
                    <a:lstStyle/>
                    <a:p>
                      <a:pPr algn="ctr"/>
                      <a:r>
                        <a:rPr lang="en-VN" sz="2200" b="1">
                          <a:solidFill>
                            <a:schemeClr val="tx1"/>
                          </a:solidFill>
                        </a:rPr>
                        <a:t>5</a:t>
                      </a:r>
                    </a:p>
                  </a:txBody>
                  <a:tcPr anchor="ctr">
                    <a:solidFill>
                      <a:schemeClr val="accent5">
                        <a:lumMod val="20000"/>
                        <a:lumOff val="80000"/>
                      </a:schemeClr>
                    </a:solidFill>
                  </a:tcPr>
                </a:tc>
                <a:tc>
                  <a:txBody>
                    <a:bodyPr/>
                    <a:lstStyle/>
                    <a:p>
                      <a:pPr algn="ctr"/>
                      <a:r>
                        <a:rPr lang="en-VN" sz="2200" b="1">
                          <a:solidFill>
                            <a:schemeClr val="tx1"/>
                          </a:solidFill>
                        </a:rPr>
                        <a:t>2</a:t>
                      </a:r>
                    </a:p>
                  </a:txBody>
                  <a:tcPr anchor="ctr">
                    <a:solidFill>
                      <a:schemeClr val="accent5">
                        <a:lumMod val="20000"/>
                        <a:lumOff val="80000"/>
                      </a:schemeClr>
                    </a:solidFill>
                  </a:tcPr>
                </a:tc>
                <a:tc>
                  <a:txBody>
                    <a:bodyPr/>
                    <a:lstStyle/>
                    <a:p>
                      <a:pPr algn="ctr"/>
                      <a:r>
                        <a:rPr lang="en-VN" sz="2200">
                          <a:solidFill>
                            <a:schemeClr val="tx1"/>
                          </a:solidFill>
                        </a:rPr>
                        <a:t>8</a:t>
                      </a:r>
                    </a:p>
                  </a:txBody>
                  <a:tcPr anchor="ctr">
                    <a:solidFill>
                      <a:schemeClr val="accent5">
                        <a:lumMod val="20000"/>
                        <a:lumOff val="80000"/>
                      </a:schemeClr>
                    </a:solidFill>
                  </a:tcPr>
                </a:tc>
                <a:tc>
                  <a:txBody>
                    <a:bodyPr/>
                    <a:lstStyle/>
                    <a:p>
                      <a:pPr algn="ctr"/>
                      <a:r>
                        <a:rPr lang="en-VN" sz="2200">
                          <a:solidFill>
                            <a:schemeClr val="tx1"/>
                          </a:solidFill>
                        </a:rPr>
                        <a:t>7</a:t>
                      </a:r>
                    </a:p>
                  </a:txBody>
                  <a:tcPr anchor="ctr">
                    <a:solidFill>
                      <a:schemeClr val="accent5">
                        <a:lumMod val="20000"/>
                        <a:lumOff val="80000"/>
                      </a:schemeClr>
                    </a:solidFill>
                  </a:tcPr>
                </a:tc>
                <a:tc>
                  <a:txBody>
                    <a:bodyPr/>
                    <a:lstStyle/>
                    <a:p>
                      <a:pPr algn="ctr"/>
                      <a:r>
                        <a:rPr lang="en-VN" sz="2200">
                          <a:solidFill>
                            <a:schemeClr val="tx1"/>
                          </a:solidFill>
                        </a:rPr>
                        <a:t>1</a:t>
                      </a:r>
                    </a:p>
                  </a:txBody>
                  <a:tcPr anchor="ctr">
                    <a:solidFill>
                      <a:schemeClr val="accent5">
                        <a:lumMod val="20000"/>
                        <a:lumOff val="80000"/>
                      </a:schemeClr>
                    </a:solidFill>
                  </a:tcPr>
                </a:tc>
                <a:extLst>
                  <a:ext uri="{0D108BD9-81ED-4DB2-BD59-A6C34878D82A}">
                    <a16:rowId xmlns:a16="http://schemas.microsoft.com/office/drawing/2014/main" val="168112871"/>
                  </a:ext>
                </a:extLst>
              </a:tr>
              <a:tr h="370840">
                <a:tc>
                  <a:txBody>
                    <a:bodyPr/>
                    <a:lstStyle/>
                    <a:p>
                      <a:pPr algn="ctr"/>
                      <a:r>
                        <a:rPr lang="en-VN" sz="2200">
                          <a:solidFill>
                            <a:srgbClr val="FF0000"/>
                          </a:solidFill>
                        </a:rPr>
                        <a:t>0</a:t>
                      </a:r>
                    </a:p>
                  </a:txBody>
                  <a:tcPr anchor="ctr">
                    <a:lnB w="12700" cap="flat" cmpd="sng" algn="ctr">
                      <a:noFill/>
                      <a:prstDash val="solid"/>
                      <a:round/>
                      <a:headEnd type="none" w="med" len="med"/>
                      <a:tailEnd type="none" w="med" len="med"/>
                    </a:lnB>
                  </a:tcPr>
                </a:tc>
                <a:tc>
                  <a:txBody>
                    <a:bodyPr/>
                    <a:lstStyle/>
                    <a:p>
                      <a:pPr algn="ctr"/>
                      <a:r>
                        <a:rPr lang="en-VN" sz="2200">
                          <a:solidFill>
                            <a:srgbClr val="0432FF"/>
                          </a:solidFill>
                        </a:rPr>
                        <a:t>1</a:t>
                      </a:r>
                    </a:p>
                  </a:txBody>
                  <a:tcPr anchor="ctr"/>
                </a:tc>
                <a:tc>
                  <a:txBody>
                    <a:bodyPr/>
                    <a:lstStyle/>
                    <a:p>
                      <a:pPr algn="ctr"/>
                      <a:r>
                        <a:rPr lang="en-US" sz="1800" b="0">
                          <a:solidFill>
                            <a:schemeClr val="tx1"/>
                          </a:solidFill>
                        </a:rPr>
                        <a:t>a[</a:t>
                      </a:r>
                      <a:r>
                        <a:rPr lang="en-US" sz="1800" b="0">
                          <a:solidFill>
                            <a:srgbClr val="FF0000"/>
                          </a:solidFill>
                        </a:rPr>
                        <a:t>0</a:t>
                      </a:r>
                      <a:r>
                        <a:rPr lang="en-US" sz="1800" b="0">
                          <a:solidFill>
                            <a:schemeClr val="tx1"/>
                          </a:solidFill>
                        </a:rPr>
                        <a:t>], a[</a:t>
                      </a:r>
                      <a:r>
                        <a:rPr lang="en-US" sz="1800" b="0">
                          <a:solidFill>
                            <a:srgbClr val="0432FF"/>
                          </a:solidFill>
                        </a:rPr>
                        <a:t>1</a:t>
                      </a:r>
                      <a:r>
                        <a:rPr lang="en-US" sz="1800" b="0">
                          <a:solidFill>
                            <a:schemeClr val="tx1"/>
                          </a:solidFill>
                        </a:rPr>
                        <a:t>]</a:t>
                      </a:r>
                      <a:endParaRPr lang="en-VN" sz="1800" b="0">
                        <a:solidFill>
                          <a:schemeClr val="tx1"/>
                        </a:solidFill>
                      </a:endParaRPr>
                    </a:p>
                  </a:txBody>
                  <a:tcPr anchor="ctr">
                    <a:noFill/>
                  </a:tcPr>
                </a:tc>
                <a:tc>
                  <a:txBody>
                    <a:bodyPr/>
                    <a:lstStyle/>
                    <a:p>
                      <a:pPr algn="ctr"/>
                      <a:r>
                        <a:rPr lang="en-US" sz="1800" b="0">
                          <a:solidFill>
                            <a:schemeClr val="tx1"/>
                          </a:solidFill>
                        </a:rPr>
                        <a:t>a[</a:t>
                      </a:r>
                      <a:r>
                        <a:rPr lang="en-US" sz="1800" b="0">
                          <a:solidFill>
                            <a:srgbClr val="FF0000"/>
                          </a:solidFill>
                        </a:rPr>
                        <a:t>0</a:t>
                      </a:r>
                      <a:r>
                        <a:rPr lang="en-US" sz="1800" b="0">
                          <a:solidFill>
                            <a:schemeClr val="tx1"/>
                          </a:solidFill>
                        </a:rPr>
                        <a:t>], a[</a:t>
                      </a:r>
                      <a:r>
                        <a:rPr lang="en-US" sz="1800" b="0">
                          <a:solidFill>
                            <a:srgbClr val="0432FF"/>
                          </a:solidFill>
                        </a:rPr>
                        <a:t>1</a:t>
                      </a:r>
                      <a:r>
                        <a:rPr lang="en-US" sz="1800" b="0">
                          <a:solidFill>
                            <a:schemeClr val="tx1"/>
                          </a:solidFill>
                        </a:rPr>
                        <a:t>]</a:t>
                      </a:r>
                      <a:endParaRPr lang="en-VN" sz="1800" b="0">
                        <a:solidFill>
                          <a:schemeClr val="tx1"/>
                        </a:solidFill>
                      </a:endParaRPr>
                    </a:p>
                  </a:txBody>
                  <a:tcPr anchor="ctr">
                    <a:noFill/>
                  </a:tcPr>
                </a:tc>
                <a:tc>
                  <a:txBody>
                    <a:bodyPr/>
                    <a:lstStyle/>
                    <a:p>
                      <a:pPr algn="ctr"/>
                      <a:r>
                        <a:rPr lang="en-VN" sz="2200" b="1">
                          <a:solidFill>
                            <a:srgbClr val="C00000"/>
                          </a:solidFill>
                        </a:rPr>
                        <a:t>2</a:t>
                      </a:r>
                    </a:p>
                  </a:txBody>
                  <a:tcPr anchor="ctr">
                    <a:noFill/>
                  </a:tcPr>
                </a:tc>
                <a:tc>
                  <a:txBody>
                    <a:bodyPr/>
                    <a:lstStyle/>
                    <a:p>
                      <a:pPr algn="ctr"/>
                      <a:r>
                        <a:rPr lang="en-VN" sz="2200" b="1">
                          <a:solidFill>
                            <a:srgbClr val="C00000"/>
                          </a:solidFill>
                        </a:rPr>
                        <a:t>5</a:t>
                      </a:r>
                    </a:p>
                  </a:txBody>
                  <a:tcPr anchor="ctr">
                    <a:noFill/>
                  </a:tcPr>
                </a:tc>
                <a:tc>
                  <a:txBody>
                    <a:bodyPr/>
                    <a:lstStyle/>
                    <a:p>
                      <a:pPr algn="ctr"/>
                      <a:r>
                        <a:rPr lang="en-VN" sz="2200" b="1"/>
                        <a:t>8</a:t>
                      </a:r>
                    </a:p>
                  </a:txBody>
                  <a:tcPr anchor="ctr"/>
                </a:tc>
                <a:tc>
                  <a:txBody>
                    <a:bodyPr/>
                    <a:lstStyle/>
                    <a:p>
                      <a:pPr algn="ctr"/>
                      <a:r>
                        <a:rPr lang="en-VN" sz="2200" b="1"/>
                        <a:t>7</a:t>
                      </a:r>
                    </a:p>
                  </a:txBody>
                  <a:tcPr anchor="ctr"/>
                </a:tc>
                <a:tc>
                  <a:txBody>
                    <a:bodyPr/>
                    <a:lstStyle/>
                    <a:p>
                      <a:pPr algn="ctr"/>
                      <a:r>
                        <a:rPr lang="en-VN" sz="2200" b="1"/>
                        <a:t>1</a:t>
                      </a:r>
                    </a:p>
                  </a:txBody>
                  <a:tcPr anchor="ctr"/>
                </a:tc>
                <a:extLst>
                  <a:ext uri="{0D108BD9-81ED-4DB2-BD59-A6C34878D82A}">
                    <a16:rowId xmlns:a16="http://schemas.microsoft.com/office/drawing/2014/main" val="2341188248"/>
                  </a:ext>
                </a:extLst>
              </a:tr>
              <a:tr h="370840">
                <a:tc>
                  <a:txBody>
                    <a:bodyPr/>
                    <a:lstStyle/>
                    <a:p>
                      <a:pPr algn="ctr"/>
                      <a:endParaRPr lang="en-VN" sz="2200">
                        <a:solidFill>
                          <a:srgbClr val="FF0000"/>
                        </a:solidFill>
                      </a:endParaRPr>
                    </a:p>
                  </a:txBody>
                  <a:tcPr anchor="ct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VN" sz="2200">
                          <a:solidFill>
                            <a:srgbClr val="0432FF"/>
                          </a:solidFill>
                        </a:rPr>
                        <a:t>2</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a[</a:t>
                      </a:r>
                      <a:r>
                        <a:rPr kumimoji="0" lang="en-US" sz="1800" b="0" i="0" u="none" strike="noStrike" kern="1200" cap="none" spc="0" normalizeH="0" baseline="0" noProof="0">
                          <a:ln>
                            <a:noFill/>
                          </a:ln>
                          <a:solidFill>
                            <a:srgbClr val="FF0000"/>
                          </a:solidFill>
                          <a:effectLst/>
                          <a:uLnTx/>
                          <a:uFillTx/>
                          <a:latin typeface="Calibri" panose="020F0502020204030204"/>
                          <a:ea typeface="+mn-ea"/>
                          <a:cs typeface="+mn-cs"/>
                        </a:rPr>
                        <a:t>0</a:t>
                      </a: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 a[</a:t>
                      </a:r>
                      <a:r>
                        <a:rPr kumimoji="0" lang="en-US" sz="1800" b="0" i="0" u="none" strike="noStrike" kern="1200" cap="none" spc="0" normalizeH="0" baseline="0" noProof="0">
                          <a:ln>
                            <a:noFill/>
                          </a:ln>
                          <a:solidFill>
                            <a:srgbClr val="0432FF"/>
                          </a:solidFill>
                          <a:effectLst/>
                          <a:uLnTx/>
                          <a:uFillTx/>
                          <a:latin typeface="Calibri" panose="020F0502020204030204"/>
                          <a:ea typeface="+mn-ea"/>
                          <a:cs typeface="+mn-cs"/>
                        </a:rPr>
                        <a:t>2</a:t>
                      </a: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a:t>
                      </a:r>
                      <a:endParaRPr kumimoji="0" lang="en-VN" sz="1800" b="0" i="0" u="none" strike="noStrike" kern="1200" cap="none" spc="0" normalizeH="0" baseline="0" noProof="0">
                        <a:ln>
                          <a:noFill/>
                        </a:ln>
                        <a:solidFill>
                          <a:prstClr val="black"/>
                        </a:solidFill>
                        <a:effectLst/>
                        <a:uLnTx/>
                        <a:uFillTx/>
                        <a:latin typeface="Calibri" panose="020F0502020204030204"/>
                        <a:ea typeface="+mn-ea"/>
                        <a:cs typeface="+mn-cs"/>
                      </a:endParaRP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a:t>
                      </a:r>
                      <a:endParaRPr kumimoji="0" lang="en-VN" sz="1800" b="0" i="0" u="none" strike="noStrike" kern="1200" cap="none" spc="0" normalizeH="0" baseline="0" noProof="0">
                        <a:ln>
                          <a:noFill/>
                        </a:ln>
                        <a:solidFill>
                          <a:prstClr val="black"/>
                        </a:solidFill>
                        <a:effectLst/>
                        <a:uLnTx/>
                        <a:uFillTx/>
                        <a:latin typeface="Calibri" panose="020F0502020204030204"/>
                        <a:ea typeface="+mn-ea"/>
                        <a:cs typeface="+mn-cs"/>
                      </a:endParaRPr>
                    </a:p>
                  </a:txBody>
                  <a:tcPr anchor="ctr">
                    <a:noFill/>
                  </a:tcPr>
                </a:tc>
                <a:tc>
                  <a:txBody>
                    <a:bodyPr/>
                    <a:lstStyle/>
                    <a:p>
                      <a:pPr algn="ctr"/>
                      <a:r>
                        <a:rPr lang="en-VN" sz="2200" b="1">
                          <a:solidFill>
                            <a:srgbClr val="C00000"/>
                          </a:solidFill>
                        </a:rPr>
                        <a:t>2</a:t>
                      </a:r>
                    </a:p>
                  </a:txBody>
                  <a:tcPr anchor="ctr">
                    <a:noFill/>
                  </a:tcPr>
                </a:tc>
                <a:tc>
                  <a:txBody>
                    <a:bodyPr/>
                    <a:lstStyle/>
                    <a:p>
                      <a:pPr algn="ctr"/>
                      <a:r>
                        <a:rPr lang="en-VN" sz="2200" b="1"/>
                        <a:t>5</a:t>
                      </a:r>
                    </a:p>
                  </a:txBody>
                  <a:tcPr anchor="ctr">
                    <a:noFill/>
                  </a:tcPr>
                </a:tc>
                <a:tc>
                  <a:txBody>
                    <a:bodyPr/>
                    <a:lstStyle/>
                    <a:p>
                      <a:pPr algn="ctr"/>
                      <a:r>
                        <a:rPr lang="en-VN" sz="2200" b="1">
                          <a:solidFill>
                            <a:srgbClr val="C00000"/>
                          </a:solidFill>
                        </a:rPr>
                        <a:t>8</a:t>
                      </a:r>
                    </a:p>
                  </a:txBody>
                  <a:tcPr anchor="ctr"/>
                </a:tc>
                <a:tc>
                  <a:txBody>
                    <a:bodyPr/>
                    <a:lstStyle/>
                    <a:p>
                      <a:pPr algn="ctr"/>
                      <a:r>
                        <a:rPr lang="en-VN" sz="2200" b="1"/>
                        <a:t>7</a:t>
                      </a:r>
                    </a:p>
                  </a:txBody>
                  <a:tcPr anchor="ctr"/>
                </a:tc>
                <a:tc>
                  <a:txBody>
                    <a:bodyPr/>
                    <a:lstStyle/>
                    <a:p>
                      <a:pPr algn="ctr"/>
                      <a:r>
                        <a:rPr lang="en-VN" sz="2200" b="1"/>
                        <a:t>1</a:t>
                      </a:r>
                    </a:p>
                  </a:txBody>
                  <a:tcPr anchor="ctr"/>
                </a:tc>
                <a:extLst>
                  <a:ext uri="{0D108BD9-81ED-4DB2-BD59-A6C34878D82A}">
                    <a16:rowId xmlns:a16="http://schemas.microsoft.com/office/drawing/2014/main" val="1086634627"/>
                  </a:ext>
                </a:extLst>
              </a:tr>
              <a:tr h="370840">
                <a:tc>
                  <a:txBody>
                    <a:bodyPr/>
                    <a:lstStyle/>
                    <a:p>
                      <a:pPr algn="ctr"/>
                      <a:endParaRPr lang="en-VN" sz="2200">
                        <a:solidFill>
                          <a:srgbClr val="FF0000"/>
                        </a:solidFill>
                      </a:endParaRPr>
                    </a:p>
                  </a:txBody>
                  <a:tcPr anchor="ct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VN" sz="2200">
                          <a:solidFill>
                            <a:srgbClr val="0432FF"/>
                          </a:solidFill>
                        </a:rPr>
                        <a:t>3</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a[</a:t>
                      </a:r>
                      <a:r>
                        <a:rPr kumimoji="0" lang="en-US" sz="1800" b="0" i="0" u="none" strike="noStrike" kern="1200" cap="none" spc="0" normalizeH="0" baseline="0" noProof="0">
                          <a:ln>
                            <a:noFill/>
                          </a:ln>
                          <a:solidFill>
                            <a:srgbClr val="FF0000"/>
                          </a:solidFill>
                          <a:effectLst/>
                          <a:uLnTx/>
                          <a:uFillTx/>
                          <a:latin typeface="Calibri" panose="020F0502020204030204"/>
                          <a:ea typeface="+mn-ea"/>
                          <a:cs typeface="+mn-cs"/>
                        </a:rPr>
                        <a:t>0</a:t>
                      </a: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 a[</a:t>
                      </a:r>
                      <a:r>
                        <a:rPr kumimoji="0" lang="en-US" sz="1800" b="0" i="0" u="none" strike="noStrike" kern="1200" cap="none" spc="0" normalizeH="0" baseline="0" noProof="0">
                          <a:ln>
                            <a:noFill/>
                          </a:ln>
                          <a:solidFill>
                            <a:srgbClr val="0432FF"/>
                          </a:solidFill>
                          <a:effectLst/>
                          <a:uLnTx/>
                          <a:uFillTx/>
                          <a:latin typeface="Calibri" panose="020F0502020204030204"/>
                          <a:ea typeface="+mn-ea"/>
                          <a:cs typeface="+mn-cs"/>
                        </a:rPr>
                        <a:t>3</a:t>
                      </a: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a:t>
                      </a:r>
                      <a:endParaRPr kumimoji="0" lang="en-VN" sz="1800" b="0" i="0" u="none" strike="noStrike" kern="1200" cap="none" spc="0" normalizeH="0" baseline="0" noProof="0">
                        <a:ln>
                          <a:noFill/>
                        </a:ln>
                        <a:solidFill>
                          <a:prstClr val="black"/>
                        </a:solidFill>
                        <a:effectLst/>
                        <a:uLnTx/>
                        <a:uFillTx/>
                        <a:latin typeface="Calibri" panose="020F0502020204030204"/>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a:t>
                      </a:r>
                      <a:endParaRPr kumimoji="0" lang="en-VN" sz="1800" b="0" i="0" u="none" strike="noStrike" kern="1200" cap="none" spc="0" normalizeH="0" baseline="0" noProof="0">
                        <a:ln>
                          <a:noFill/>
                        </a:ln>
                        <a:solidFill>
                          <a:prstClr val="black"/>
                        </a:solidFill>
                        <a:effectLst/>
                        <a:uLnTx/>
                        <a:uFillTx/>
                        <a:latin typeface="Calibri" panose="020F0502020204030204"/>
                        <a:ea typeface="+mn-ea"/>
                        <a:cs typeface="+mn-cs"/>
                      </a:endParaRPr>
                    </a:p>
                  </a:txBody>
                  <a:tcPr anchor="ctr"/>
                </a:tc>
                <a:tc>
                  <a:txBody>
                    <a:bodyPr/>
                    <a:lstStyle/>
                    <a:p>
                      <a:pPr algn="ctr"/>
                      <a:r>
                        <a:rPr lang="en-VN" sz="2200" b="1">
                          <a:solidFill>
                            <a:srgbClr val="C00000"/>
                          </a:solidFill>
                        </a:rPr>
                        <a:t>2</a:t>
                      </a:r>
                    </a:p>
                  </a:txBody>
                  <a:tcPr anchor="ctr"/>
                </a:tc>
                <a:tc>
                  <a:txBody>
                    <a:bodyPr/>
                    <a:lstStyle/>
                    <a:p>
                      <a:pPr algn="ctr"/>
                      <a:r>
                        <a:rPr lang="en-VN" sz="2200" b="1"/>
                        <a:t>5</a:t>
                      </a:r>
                    </a:p>
                  </a:txBody>
                  <a:tcPr anchor="ctr"/>
                </a:tc>
                <a:tc>
                  <a:txBody>
                    <a:bodyPr/>
                    <a:lstStyle/>
                    <a:p>
                      <a:pPr algn="ctr"/>
                      <a:r>
                        <a:rPr lang="en-VN" sz="2200" b="1"/>
                        <a:t>8</a:t>
                      </a:r>
                    </a:p>
                  </a:txBody>
                  <a:tcPr anchor="ctr"/>
                </a:tc>
                <a:tc>
                  <a:txBody>
                    <a:bodyPr/>
                    <a:lstStyle/>
                    <a:p>
                      <a:pPr algn="ctr"/>
                      <a:r>
                        <a:rPr lang="en-VN" sz="2200" b="1">
                          <a:solidFill>
                            <a:srgbClr val="C00000"/>
                          </a:solidFill>
                        </a:rPr>
                        <a:t>7</a:t>
                      </a:r>
                    </a:p>
                  </a:txBody>
                  <a:tcPr anchor="ctr"/>
                </a:tc>
                <a:tc>
                  <a:txBody>
                    <a:bodyPr/>
                    <a:lstStyle/>
                    <a:p>
                      <a:pPr algn="ctr"/>
                      <a:r>
                        <a:rPr lang="en-VN" sz="2200" b="1"/>
                        <a:t>1</a:t>
                      </a:r>
                    </a:p>
                  </a:txBody>
                  <a:tcPr anchor="ctr"/>
                </a:tc>
                <a:extLst>
                  <a:ext uri="{0D108BD9-81ED-4DB2-BD59-A6C34878D82A}">
                    <a16:rowId xmlns:a16="http://schemas.microsoft.com/office/drawing/2014/main" val="3209609052"/>
                  </a:ext>
                </a:extLst>
              </a:tr>
              <a:tr h="370840">
                <a:tc>
                  <a:txBody>
                    <a:bodyPr/>
                    <a:lstStyle/>
                    <a:p>
                      <a:pPr algn="ctr"/>
                      <a:endParaRPr lang="en-VN" sz="2200">
                        <a:solidFill>
                          <a:srgbClr val="FF0000"/>
                        </a:solidFill>
                      </a:endParaRPr>
                    </a:p>
                  </a:txBody>
                  <a:tcPr anchor="ctr">
                    <a:lnT w="12700" cap="flat" cmpd="sng" algn="ctr">
                      <a:noFill/>
                      <a:prstDash val="solid"/>
                      <a:round/>
                      <a:headEnd type="none" w="med" len="med"/>
                      <a:tailEnd type="none" w="med" len="med"/>
                    </a:lnT>
                  </a:tcPr>
                </a:tc>
                <a:tc>
                  <a:txBody>
                    <a:bodyPr/>
                    <a:lstStyle/>
                    <a:p>
                      <a:pPr algn="ctr"/>
                      <a:r>
                        <a:rPr lang="en-VN" sz="2200">
                          <a:solidFill>
                            <a:srgbClr val="0432FF"/>
                          </a:solidFill>
                        </a:rPr>
                        <a:t>4</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a:solidFill>
                            <a:schemeClr val="tx1"/>
                          </a:solidFill>
                        </a:rPr>
                        <a:t>a[</a:t>
                      </a:r>
                      <a:r>
                        <a:rPr lang="en-US" sz="1800" b="0">
                          <a:solidFill>
                            <a:srgbClr val="FF0000"/>
                          </a:solidFill>
                        </a:rPr>
                        <a:t>0</a:t>
                      </a:r>
                      <a:r>
                        <a:rPr lang="en-US" sz="1800" b="0">
                          <a:solidFill>
                            <a:schemeClr val="tx1"/>
                          </a:solidFill>
                        </a:rPr>
                        <a:t>], a[</a:t>
                      </a:r>
                      <a:r>
                        <a:rPr lang="en-US" sz="1800" b="0">
                          <a:solidFill>
                            <a:srgbClr val="0432FF"/>
                          </a:solidFill>
                        </a:rPr>
                        <a:t>4</a:t>
                      </a:r>
                      <a:r>
                        <a:rPr lang="en-US" sz="1800" b="0">
                          <a:solidFill>
                            <a:schemeClr val="tx1"/>
                          </a:solidFill>
                        </a:rPr>
                        <a:t>]</a:t>
                      </a:r>
                      <a:endParaRPr lang="en-VN" sz="1800" b="0">
                        <a:solidFill>
                          <a:schemeClr val="tx1"/>
                        </a:solidFill>
                      </a:endParaRPr>
                    </a:p>
                  </a:txBody>
                  <a:tcPr anchor="c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a:solidFill>
                            <a:schemeClr val="tx1"/>
                          </a:solidFill>
                        </a:rPr>
                        <a:t>a[</a:t>
                      </a:r>
                      <a:r>
                        <a:rPr lang="en-US" sz="1800" b="0">
                          <a:solidFill>
                            <a:srgbClr val="FF0000"/>
                          </a:solidFill>
                        </a:rPr>
                        <a:t>0</a:t>
                      </a:r>
                      <a:r>
                        <a:rPr lang="en-US" sz="1800" b="0">
                          <a:solidFill>
                            <a:schemeClr val="tx1"/>
                          </a:solidFill>
                        </a:rPr>
                        <a:t>], a[</a:t>
                      </a:r>
                      <a:r>
                        <a:rPr lang="en-US" sz="1800" b="0">
                          <a:solidFill>
                            <a:srgbClr val="0432FF"/>
                          </a:solidFill>
                        </a:rPr>
                        <a:t>4</a:t>
                      </a:r>
                      <a:r>
                        <a:rPr lang="en-US" sz="1800" b="0">
                          <a:solidFill>
                            <a:schemeClr val="tx1"/>
                          </a:solidFill>
                        </a:rPr>
                        <a:t>]</a:t>
                      </a:r>
                      <a:endParaRPr lang="en-VN" sz="1800" b="0">
                        <a:solidFill>
                          <a:schemeClr val="tx1"/>
                        </a:solidFill>
                      </a:endParaRPr>
                    </a:p>
                  </a:txBody>
                  <a:tcPr anchor="ctr">
                    <a:solidFill>
                      <a:schemeClr val="accent6">
                        <a:lumMod val="20000"/>
                        <a:lumOff val="80000"/>
                      </a:schemeClr>
                    </a:solidFill>
                  </a:tcPr>
                </a:tc>
                <a:tc>
                  <a:txBody>
                    <a:bodyPr/>
                    <a:lstStyle/>
                    <a:p>
                      <a:pPr algn="ctr"/>
                      <a:r>
                        <a:rPr lang="en-VN" sz="2200" b="1">
                          <a:solidFill>
                            <a:srgbClr val="C00000"/>
                          </a:solidFill>
                        </a:rPr>
                        <a:t>1</a:t>
                      </a:r>
                    </a:p>
                  </a:txBody>
                  <a:tcPr anchor="ctr">
                    <a:solidFill>
                      <a:schemeClr val="accent6">
                        <a:lumMod val="20000"/>
                        <a:lumOff val="80000"/>
                      </a:schemeClr>
                    </a:solidFill>
                  </a:tcPr>
                </a:tc>
                <a:tc>
                  <a:txBody>
                    <a:bodyPr/>
                    <a:lstStyle/>
                    <a:p>
                      <a:pPr algn="ctr"/>
                      <a:r>
                        <a:rPr lang="en-VN" sz="2200" b="1"/>
                        <a:t>5</a:t>
                      </a:r>
                    </a:p>
                  </a:txBody>
                  <a:tcPr anchor="ctr"/>
                </a:tc>
                <a:tc>
                  <a:txBody>
                    <a:bodyPr/>
                    <a:lstStyle/>
                    <a:p>
                      <a:pPr algn="ctr"/>
                      <a:r>
                        <a:rPr lang="en-VN" sz="2200" b="1"/>
                        <a:t>8</a:t>
                      </a:r>
                    </a:p>
                  </a:txBody>
                  <a:tcPr anchor="ctr"/>
                </a:tc>
                <a:tc>
                  <a:txBody>
                    <a:bodyPr/>
                    <a:lstStyle/>
                    <a:p>
                      <a:pPr algn="ctr"/>
                      <a:r>
                        <a:rPr lang="en-VN" sz="2200" b="1"/>
                        <a:t>7</a:t>
                      </a:r>
                    </a:p>
                  </a:txBody>
                  <a:tcPr anchor="ctr"/>
                </a:tc>
                <a:tc>
                  <a:txBody>
                    <a:bodyPr/>
                    <a:lstStyle/>
                    <a:p>
                      <a:pPr algn="ctr"/>
                      <a:r>
                        <a:rPr lang="en-VN" sz="2200" b="1">
                          <a:solidFill>
                            <a:srgbClr val="C00000"/>
                          </a:solidFill>
                        </a:rPr>
                        <a:t>2</a:t>
                      </a:r>
                    </a:p>
                  </a:txBody>
                  <a:tcPr anchor="ctr"/>
                </a:tc>
                <a:extLst>
                  <a:ext uri="{0D108BD9-81ED-4DB2-BD59-A6C34878D82A}">
                    <a16:rowId xmlns:a16="http://schemas.microsoft.com/office/drawing/2014/main" val="3802842608"/>
                  </a:ext>
                </a:extLst>
              </a:tr>
              <a:tr h="370840">
                <a:tc>
                  <a:txBody>
                    <a:bodyPr/>
                    <a:lstStyle/>
                    <a:p>
                      <a:pPr algn="ctr"/>
                      <a:r>
                        <a:rPr lang="en-VN" sz="2200">
                          <a:solidFill>
                            <a:srgbClr val="FF0000"/>
                          </a:solidFill>
                        </a:rPr>
                        <a:t>1</a:t>
                      </a:r>
                    </a:p>
                  </a:txBody>
                  <a:tcPr anchor="ctr">
                    <a:lnB w="12700" cap="flat" cmpd="sng" algn="ctr">
                      <a:noFill/>
                      <a:prstDash val="solid"/>
                      <a:round/>
                      <a:headEnd type="none" w="med" len="med"/>
                      <a:tailEnd type="none" w="med" len="med"/>
                    </a:lnB>
                  </a:tcPr>
                </a:tc>
                <a:tc>
                  <a:txBody>
                    <a:bodyPr/>
                    <a:lstStyle/>
                    <a:p>
                      <a:pPr algn="ctr"/>
                      <a:r>
                        <a:rPr lang="en-VN" sz="2200">
                          <a:solidFill>
                            <a:srgbClr val="0432FF"/>
                          </a:solidFill>
                        </a:rPr>
                        <a:t>2</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a[</a:t>
                      </a:r>
                      <a:r>
                        <a:rPr kumimoji="0" lang="en-US" sz="1800" b="0" i="0" u="none" strike="noStrike" kern="1200" cap="none" spc="0" normalizeH="0" baseline="0" noProof="0">
                          <a:ln>
                            <a:noFill/>
                          </a:ln>
                          <a:solidFill>
                            <a:srgbClr val="FF0000"/>
                          </a:solidFill>
                          <a:effectLst/>
                          <a:uLnTx/>
                          <a:uFillTx/>
                          <a:latin typeface="Calibri" panose="020F0502020204030204"/>
                          <a:ea typeface="+mn-ea"/>
                          <a:cs typeface="+mn-cs"/>
                        </a:rPr>
                        <a:t>1</a:t>
                      </a: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 a[</a:t>
                      </a:r>
                      <a:r>
                        <a:rPr kumimoji="0" lang="en-US" sz="1800" b="0" i="0" u="none" strike="noStrike" kern="1200" cap="none" spc="0" normalizeH="0" baseline="0" noProof="0">
                          <a:ln>
                            <a:noFill/>
                          </a:ln>
                          <a:solidFill>
                            <a:srgbClr val="0432FF"/>
                          </a:solidFill>
                          <a:effectLst/>
                          <a:uLnTx/>
                          <a:uFillTx/>
                          <a:latin typeface="Calibri" panose="020F0502020204030204"/>
                          <a:ea typeface="+mn-ea"/>
                          <a:cs typeface="+mn-cs"/>
                        </a:rPr>
                        <a:t>2</a:t>
                      </a: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a:t>
                      </a:r>
                      <a:endParaRPr kumimoji="0" lang="en-VN" sz="1800" b="0" i="0" u="none" strike="noStrike" kern="1200" cap="none" spc="0" normalizeH="0" baseline="0" noProof="0">
                        <a:ln>
                          <a:noFill/>
                        </a:ln>
                        <a:solidFill>
                          <a:prstClr val="black"/>
                        </a:solidFill>
                        <a:effectLst/>
                        <a:uLnTx/>
                        <a:uFillTx/>
                        <a:latin typeface="Calibri" panose="020F0502020204030204"/>
                        <a:ea typeface="+mn-ea"/>
                        <a:cs typeface="+mn-cs"/>
                      </a:endParaRPr>
                    </a:p>
                  </a:txBody>
                  <a:tcPr anchor="c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VN" sz="1800" b="0" i="0" u="none" strike="noStrike" kern="1200" cap="none" spc="0" normalizeH="0" baseline="0" noProof="0">
                          <a:ln>
                            <a:noFill/>
                          </a:ln>
                          <a:solidFill>
                            <a:prstClr val="black"/>
                          </a:solidFill>
                          <a:effectLst/>
                          <a:uLnTx/>
                          <a:uFillTx/>
                          <a:latin typeface="Calibri" panose="020F0502020204030204"/>
                          <a:ea typeface="+mn-ea"/>
                          <a:cs typeface="+mn-cs"/>
                        </a:rPr>
                        <a:t>-</a:t>
                      </a:r>
                    </a:p>
                  </a:txBody>
                  <a:tcPr anchor="c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VN" sz="2200" b="1" i="0" u="none" strike="noStrike" kern="1200" cap="none" spc="0" normalizeH="0" baseline="0" noProof="0">
                          <a:ln>
                            <a:noFill/>
                          </a:ln>
                          <a:solidFill>
                            <a:schemeClr val="tx1"/>
                          </a:solidFill>
                          <a:effectLst/>
                          <a:uLnTx/>
                          <a:uFillTx/>
                          <a:latin typeface="Calibri" panose="020F0502020204030204"/>
                          <a:ea typeface="+mn-ea"/>
                          <a:cs typeface="+mn-cs"/>
                        </a:rPr>
                        <a:t>1</a:t>
                      </a:r>
                    </a:p>
                  </a:txBody>
                  <a:tcPr anchor="ctr">
                    <a:solidFill>
                      <a:schemeClr val="accent6">
                        <a:lumMod val="20000"/>
                        <a:lumOff val="80000"/>
                      </a:schemeClr>
                    </a:solidFill>
                  </a:tcPr>
                </a:tc>
                <a:tc>
                  <a:txBody>
                    <a:bodyPr/>
                    <a:lstStyle/>
                    <a:p>
                      <a:pPr algn="ctr"/>
                      <a:r>
                        <a:rPr lang="en-VN" sz="2200" b="1">
                          <a:solidFill>
                            <a:srgbClr val="C00000"/>
                          </a:solidFill>
                        </a:rPr>
                        <a:t>5</a:t>
                      </a:r>
                    </a:p>
                  </a:txBody>
                  <a:tcPr anchor="ctr"/>
                </a:tc>
                <a:tc>
                  <a:txBody>
                    <a:bodyPr/>
                    <a:lstStyle/>
                    <a:p>
                      <a:pPr algn="ctr"/>
                      <a:r>
                        <a:rPr lang="en-VN" sz="2200" b="1">
                          <a:solidFill>
                            <a:srgbClr val="C00000"/>
                          </a:solidFill>
                        </a:rPr>
                        <a:t>8</a:t>
                      </a:r>
                    </a:p>
                  </a:txBody>
                  <a:tcPr anchor="ctr"/>
                </a:tc>
                <a:tc>
                  <a:txBody>
                    <a:bodyPr/>
                    <a:lstStyle/>
                    <a:p>
                      <a:pPr algn="ctr"/>
                      <a:r>
                        <a:rPr lang="en-VN" sz="2200" b="1"/>
                        <a:t>7</a:t>
                      </a:r>
                    </a:p>
                  </a:txBody>
                  <a:tcPr anchor="ctr"/>
                </a:tc>
                <a:tc>
                  <a:txBody>
                    <a:bodyPr/>
                    <a:lstStyle/>
                    <a:p>
                      <a:pPr algn="ctr"/>
                      <a:r>
                        <a:rPr lang="en-VN" sz="2200" b="1"/>
                        <a:t>2</a:t>
                      </a:r>
                    </a:p>
                  </a:txBody>
                  <a:tcPr anchor="ctr"/>
                </a:tc>
                <a:extLst>
                  <a:ext uri="{0D108BD9-81ED-4DB2-BD59-A6C34878D82A}">
                    <a16:rowId xmlns:a16="http://schemas.microsoft.com/office/drawing/2014/main" val="4031691246"/>
                  </a:ext>
                </a:extLst>
              </a:tr>
              <a:tr h="370840">
                <a:tc>
                  <a:txBody>
                    <a:bodyPr/>
                    <a:lstStyle/>
                    <a:p>
                      <a:pPr algn="ctr"/>
                      <a:endParaRPr lang="en-VN" sz="2200">
                        <a:solidFill>
                          <a:srgbClr val="FF0000"/>
                        </a:solidFill>
                      </a:endParaRPr>
                    </a:p>
                  </a:txBody>
                  <a:tcPr anchor="ct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VN" sz="2200">
                          <a:solidFill>
                            <a:srgbClr val="0432FF"/>
                          </a:solidFill>
                        </a:rPr>
                        <a:t>3</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a[</a:t>
                      </a:r>
                      <a:r>
                        <a:rPr kumimoji="0" lang="en-US" sz="1800" b="0" i="0" u="none" strike="noStrike" kern="1200" cap="none" spc="0" normalizeH="0" baseline="0" noProof="0">
                          <a:ln>
                            <a:noFill/>
                          </a:ln>
                          <a:solidFill>
                            <a:srgbClr val="FF0000"/>
                          </a:solidFill>
                          <a:effectLst/>
                          <a:uLnTx/>
                          <a:uFillTx/>
                          <a:latin typeface="Calibri" panose="020F0502020204030204"/>
                          <a:ea typeface="+mn-ea"/>
                          <a:cs typeface="+mn-cs"/>
                        </a:rPr>
                        <a:t>1</a:t>
                      </a: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 a[</a:t>
                      </a:r>
                      <a:r>
                        <a:rPr kumimoji="0" lang="en-US" sz="1800" b="0" i="0" u="none" strike="noStrike" kern="1200" cap="none" spc="0" normalizeH="0" baseline="0" noProof="0">
                          <a:ln>
                            <a:noFill/>
                          </a:ln>
                          <a:solidFill>
                            <a:srgbClr val="0432FF"/>
                          </a:solidFill>
                          <a:effectLst/>
                          <a:uLnTx/>
                          <a:uFillTx/>
                          <a:latin typeface="Calibri" panose="020F0502020204030204"/>
                          <a:ea typeface="+mn-ea"/>
                          <a:cs typeface="+mn-cs"/>
                        </a:rPr>
                        <a:t>3</a:t>
                      </a: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a:t>
                      </a:r>
                      <a:endParaRPr kumimoji="0" lang="en-VN" sz="1800" b="0" i="0" u="none" strike="noStrike" kern="1200" cap="none" spc="0" normalizeH="0" baseline="0" noProof="0">
                        <a:ln>
                          <a:noFill/>
                        </a:ln>
                        <a:solidFill>
                          <a:prstClr val="black"/>
                        </a:solidFill>
                        <a:effectLst/>
                        <a:uLnTx/>
                        <a:uFillTx/>
                        <a:latin typeface="Calibri" panose="020F0502020204030204"/>
                        <a:ea typeface="+mn-ea"/>
                        <a:cs typeface="+mn-cs"/>
                      </a:endParaRPr>
                    </a:p>
                  </a:txBody>
                  <a:tcPr anchor="c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VN" sz="1800" b="0" i="0" u="none" strike="noStrike" kern="1200" cap="none" spc="0" normalizeH="0" baseline="0" noProof="0">
                          <a:ln>
                            <a:noFill/>
                          </a:ln>
                          <a:solidFill>
                            <a:prstClr val="black"/>
                          </a:solidFill>
                          <a:effectLst/>
                          <a:uLnTx/>
                          <a:uFillTx/>
                          <a:latin typeface="Calibri" panose="020F0502020204030204"/>
                          <a:ea typeface="+mn-ea"/>
                          <a:cs typeface="+mn-cs"/>
                        </a:rPr>
                        <a:t>-</a:t>
                      </a:r>
                    </a:p>
                  </a:txBody>
                  <a:tcPr anchor="c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VN" sz="2200" b="1" i="0" u="none" strike="noStrike" kern="1200" cap="none" spc="0" normalizeH="0" baseline="0" noProof="0">
                          <a:ln>
                            <a:noFill/>
                          </a:ln>
                          <a:solidFill>
                            <a:schemeClr val="tx1"/>
                          </a:solidFill>
                          <a:effectLst/>
                          <a:uLnTx/>
                          <a:uFillTx/>
                          <a:latin typeface="Calibri" panose="020F0502020204030204"/>
                          <a:ea typeface="+mn-ea"/>
                          <a:cs typeface="+mn-cs"/>
                        </a:rPr>
                        <a:t>1</a:t>
                      </a:r>
                    </a:p>
                  </a:txBody>
                  <a:tcPr anchor="ctr">
                    <a:solidFill>
                      <a:schemeClr val="accent6">
                        <a:lumMod val="20000"/>
                        <a:lumOff val="80000"/>
                      </a:schemeClr>
                    </a:solidFill>
                  </a:tcPr>
                </a:tc>
                <a:tc>
                  <a:txBody>
                    <a:bodyPr/>
                    <a:lstStyle/>
                    <a:p>
                      <a:pPr algn="ctr"/>
                      <a:r>
                        <a:rPr lang="en-VN" sz="2200" b="1">
                          <a:solidFill>
                            <a:srgbClr val="C00000"/>
                          </a:solidFill>
                        </a:rPr>
                        <a:t>5</a:t>
                      </a:r>
                    </a:p>
                  </a:txBody>
                  <a:tcPr anchor="ctr"/>
                </a:tc>
                <a:tc>
                  <a:txBody>
                    <a:bodyPr/>
                    <a:lstStyle/>
                    <a:p>
                      <a:pPr algn="ctr"/>
                      <a:r>
                        <a:rPr lang="en-VN" sz="2200" b="1"/>
                        <a:t>8</a:t>
                      </a:r>
                    </a:p>
                  </a:txBody>
                  <a:tcPr anchor="ctr"/>
                </a:tc>
                <a:tc>
                  <a:txBody>
                    <a:bodyPr/>
                    <a:lstStyle/>
                    <a:p>
                      <a:pPr algn="ctr"/>
                      <a:r>
                        <a:rPr lang="en-VN" sz="2200" b="1">
                          <a:solidFill>
                            <a:srgbClr val="C00000"/>
                          </a:solidFill>
                        </a:rPr>
                        <a:t>7</a:t>
                      </a:r>
                    </a:p>
                  </a:txBody>
                  <a:tcPr anchor="ctr"/>
                </a:tc>
                <a:tc>
                  <a:txBody>
                    <a:bodyPr/>
                    <a:lstStyle/>
                    <a:p>
                      <a:pPr algn="ctr"/>
                      <a:r>
                        <a:rPr lang="en-VN" sz="2200" b="1"/>
                        <a:t>2</a:t>
                      </a:r>
                    </a:p>
                  </a:txBody>
                  <a:tcPr anchor="ctr"/>
                </a:tc>
                <a:extLst>
                  <a:ext uri="{0D108BD9-81ED-4DB2-BD59-A6C34878D82A}">
                    <a16:rowId xmlns:a16="http://schemas.microsoft.com/office/drawing/2014/main" val="4079160574"/>
                  </a:ext>
                </a:extLst>
              </a:tr>
              <a:tr h="370840">
                <a:tc>
                  <a:txBody>
                    <a:bodyPr/>
                    <a:lstStyle/>
                    <a:p>
                      <a:pPr algn="ctr"/>
                      <a:endParaRPr lang="en-VN" sz="2200">
                        <a:solidFill>
                          <a:srgbClr val="FF0000"/>
                        </a:solidFill>
                      </a:endParaRPr>
                    </a:p>
                  </a:txBody>
                  <a:tcPr anchor="ctr">
                    <a:lnT w="12700" cap="flat" cmpd="sng" algn="ctr">
                      <a:noFill/>
                      <a:prstDash val="solid"/>
                      <a:round/>
                      <a:headEnd type="none" w="med" len="med"/>
                      <a:tailEnd type="none" w="med" len="med"/>
                    </a:lnT>
                  </a:tcPr>
                </a:tc>
                <a:tc>
                  <a:txBody>
                    <a:bodyPr/>
                    <a:lstStyle/>
                    <a:p>
                      <a:pPr algn="ctr"/>
                      <a:r>
                        <a:rPr lang="en-VN" sz="2200">
                          <a:solidFill>
                            <a:srgbClr val="0432FF"/>
                          </a:solidFill>
                        </a:rPr>
                        <a:t>4</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a:solidFill>
                            <a:schemeClr val="tx1"/>
                          </a:solidFill>
                        </a:rPr>
                        <a:t>a[</a:t>
                      </a:r>
                      <a:r>
                        <a:rPr lang="en-US" sz="1800" b="0">
                          <a:solidFill>
                            <a:srgbClr val="FF0000"/>
                          </a:solidFill>
                        </a:rPr>
                        <a:t>1</a:t>
                      </a:r>
                      <a:r>
                        <a:rPr lang="en-US" sz="1800" b="0">
                          <a:solidFill>
                            <a:schemeClr val="tx1"/>
                          </a:solidFill>
                        </a:rPr>
                        <a:t>], a[</a:t>
                      </a:r>
                      <a:r>
                        <a:rPr lang="en-US" sz="1800" b="0">
                          <a:solidFill>
                            <a:srgbClr val="0432FF"/>
                          </a:solidFill>
                        </a:rPr>
                        <a:t>4</a:t>
                      </a:r>
                      <a:r>
                        <a:rPr lang="en-US" sz="1800" b="0">
                          <a:solidFill>
                            <a:schemeClr val="tx1"/>
                          </a:solidFill>
                        </a:rPr>
                        <a:t>]</a:t>
                      </a:r>
                      <a:endParaRPr lang="en-VN" sz="1800" b="0">
                        <a:solidFill>
                          <a:schemeClr val="tx1"/>
                        </a:solidFill>
                      </a:endParaRPr>
                    </a:p>
                  </a:txBody>
                  <a:tcPr anchor="c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a:solidFill>
                            <a:schemeClr val="tx1"/>
                          </a:solidFill>
                        </a:rPr>
                        <a:t>a[</a:t>
                      </a:r>
                      <a:r>
                        <a:rPr lang="en-US" sz="1800" b="0">
                          <a:solidFill>
                            <a:srgbClr val="FF0000"/>
                          </a:solidFill>
                        </a:rPr>
                        <a:t>1</a:t>
                      </a:r>
                      <a:r>
                        <a:rPr lang="en-US" sz="1800" b="0">
                          <a:solidFill>
                            <a:schemeClr val="tx1"/>
                          </a:solidFill>
                        </a:rPr>
                        <a:t>], a[</a:t>
                      </a:r>
                      <a:r>
                        <a:rPr lang="en-US" sz="1800" b="0">
                          <a:solidFill>
                            <a:srgbClr val="0432FF"/>
                          </a:solidFill>
                        </a:rPr>
                        <a:t>4</a:t>
                      </a:r>
                      <a:r>
                        <a:rPr lang="en-US" sz="1800" b="0">
                          <a:solidFill>
                            <a:schemeClr val="tx1"/>
                          </a:solidFill>
                        </a:rPr>
                        <a:t>]</a:t>
                      </a:r>
                      <a:endParaRPr lang="en-VN" sz="1800" b="0">
                        <a:solidFill>
                          <a:schemeClr val="tx1"/>
                        </a:solidFill>
                      </a:endParaRPr>
                    </a:p>
                  </a:txBody>
                  <a:tcPr anchor="c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VN" sz="2200" b="1" i="0" u="none" strike="noStrike" kern="1200" cap="none" spc="0" normalizeH="0" baseline="0" noProof="0">
                          <a:ln>
                            <a:noFill/>
                          </a:ln>
                          <a:solidFill>
                            <a:schemeClr val="tx1"/>
                          </a:solidFill>
                          <a:effectLst/>
                          <a:uLnTx/>
                          <a:uFillTx/>
                          <a:latin typeface="Calibri" panose="020F0502020204030204"/>
                          <a:ea typeface="+mn-ea"/>
                          <a:cs typeface="+mn-cs"/>
                        </a:rPr>
                        <a:t>1</a:t>
                      </a:r>
                    </a:p>
                  </a:txBody>
                  <a:tcPr anchor="ctr">
                    <a:solidFill>
                      <a:schemeClr val="accent6">
                        <a:lumMod val="20000"/>
                        <a:lumOff val="80000"/>
                      </a:schemeClr>
                    </a:solidFill>
                  </a:tcPr>
                </a:tc>
                <a:tc>
                  <a:txBody>
                    <a:bodyPr/>
                    <a:lstStyle/>
                    <a:p>
                      <a:pPr algn="ctr"/>
                      <a:r>
                        <a:rPr lang="en-VN" sz="2200" b="1">
                          <a:solidFill>
                            <a:srgbClr val="C00000"/>
                          </a:solidFill>
                        </a:rPr>
                        <a:t>2</a:t>
                      </a:r>
                    </a:p>
                  </a:txBody>
                  <a:tcPr anchor="ctr">
                    <a:solidFill>
                      <a:schemeClr val="accent6">
                        <a:lumMod val="20000"/>
                        <a:lumOff val="80000"/>
                      </a:schemeClr>
                    </a:solidFill>
                  </a:tcPr>
                </a:tc>
                <a:tc>
                  <a:txBody>
                    <a:bodyPr/>
                    <a:lstStyle/>
                    <a:p>
                      <a:pPr algn="ctr"/>
                      <a:r>
                        <a:rPr lang="en-VN" sz="2200" b="1"/>
                        <a:t>8</a:t>
                      </a:r>
                    </a:p>
                  </a:txBody>
                  <a:tcPr anchor="ctr"/>
                </a:tc>
                <a:tc>
                  <a:txBody>
                    <a:bodyPr/>
                    <a:lstStyle/>
                    <a:p>
                      <a:pPr algn="ctr"/>
                      <a:r>
                        <a:rPr lang="en-VN" sz="2200" b="1"/>
                        <a:t>7</a:t>
                      </a:r>
                    </a:p>
                  </a:txBody>
                  <a:tcPr anchor="ctr"/>
                </a:tc>
                <a:tc>
                  <a:txBody>
                    <a:bodyPr/>
                    <a:lstStyle/>
                    <a:p>
                      <a:pPr algn="ctr"/>
                      <a:r>
                        <a:rPr lang="en-VN" sz="2200" b="1">
                          <a:solidFill>
                            <a:srgbClr val="C00000"/>
                          </a:solidFill>
                        </a:rPr>
                        <a:t>5</a:t>
                      </a:r>
                    </a:p>
                  </a:txBody>
                  <a:tcPr anchor="ctr"/>
                </a:tc>
                <a:extLst>
                  <a:ext uri="{0D108BD9-81ED-4DB2-BD59-A6C34878D82A}">
                    <a16:rowId xmlns:a16="http://schemas.microsoft.com/office/drawing/2014/main" val="1657991118"/>
                  </a:ext>
                </a:extLst>
              </a:tr>
              <a:tr h="370840">
                <a:tc>
                  <a:txBody>
                    <a:bodyPr/>
                    <a:lstStyle/>
                    <a:p>
                      <a:pPr algn="ctr"/>
                      <a:r>
                        <a:rPr lang="en-VN" sz="2200">
                          <a:solidFill>
                            <a:srgbClr val="FF0000"/>
                          </a:solidFill>
                        </a:rPr>
                        <a:t>2</a:t>
                      </a:r>
                    </a:p>
                  </a:txBody>
                  <a:tcPr anchor="ctr">
                    <a:lnB w="12700" cap="flat" cmpd="sng" algn="ctr">
                      <a:noFill/>
                      <a:prstDash val="solid"/>
                      <a:round/>
                      <a:headEnd type="none" w="med" len="med"/>
                      <a:tailEnd type="none" w="med" len="med"/>
                    </a:lnB>
                  </a:tcPr>
                </a:tc>
                <a:tc>
                  <a:txBody>
                    <a:bodyPr/>
                    <a:lstStyle/>
                    <a:p>
                      <a:pPr algn="ctr"/>
                      <a:r>
                        <a:rPr lang="en-VN" sz="2200">
                          <a:solidFill>
                            <a:srgbClr val="0432FF"/>
                          </a:solidFill>
                        </a:rPr>
                        <a:t>3</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a[</a:t>
                      </a:r>
                      <a:r>
                        <a:rPr kumimoji="0" lang="en-US" sz="1800" b="0" i="0" u="none" strike="noStrike" kern="1200" cap="none" spc="0" normalizeH="0" baseline="0" noProof="0">
                          <a:ln>
                            <a:noFill/>
                          </a:ln>
                          <a:solidFill>
                            <a:srgbClr val="FF0000"/>
                          </a:solidFill>
                          <a:effectLst/>
                          <a:uLnTx/>
                          <a:uFillTx/>
                          <a:latin typeface="Calibri" panose="020F0502020204030204"/>
                          <a:ea typeface="+mn-ea"/>
                          <a:cs typeface="+mn-cs"/>
                        </a:rPr>
                        <a:t>2</a:t>
                      </a: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 a[</a:t>
                      </a:r>
                      <a:r>
                        <a:rPr kumimoji="0" lang="en-US" sz="1800" b="0" i="0" u="none" strike="noStrike" kern="1200" cap="none" spc="0" normalizeH="0" baseline="0" noProof="0">
                          <a:ln>
                            <a:noFill/>
                          </a:ln>
                          <a:solidFill>
                            <a:srgbClr val="0432FF"/>
                          </a:solidFill>
                          <a:effectLst/>
                          <a:uLnTx/>
                          <a:uFillTx/>
                          <a:latin typeface="Calibri" panose="020F0502020204030204"/>
                          <a:ea typeface="+mn-ea"/>
                          <a:cs typeface="+mn-cs"/>
                        </a:rPr>
                        <a:t>3</a:t>
                      </a: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a:t>
                      </a:r>
                      <a:endParaRPr kumimoji="0" lang="en-VN" sz="1800" b="0" i="0" u="none" strike="noStrike" kern="1200" cap="none" spc="0" normalizeH="0" baseline="0" noProof="0">
                        <a:ln>
                          <a:noFill/>
                        </a:ln>
                        <a:solidFill>
                          <a:prstClr val="black"/>
                        </a:solidFill>
                        <a:effectLst/>
                        <a:uLnTx/>
                        <a:uFillTx/>
                        <a:latin typeface="Calibri" panose="020F0502020204030204"/>
                        <a:ea typeface="+mn-ea"/>
                        <a:cs typeface="+mn-cs"/>
                      </a:endParaRPr>
                    </a:p>
                  </a:txBody>
                  <a:tcPr anchor="c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a:t>
                      </a:r>
                      <a:endParaRPr kumimoji="0" lang="en-VN" sz="1800" b="0" i="0" u="none" strike="noStrike" kern="1200" cap="none" spc="0" normalizeH="0" baseline="0" noProof="0">
                        <a:ln>
                          <a:noFill/>
                        </a:ln>
                        <a:solidFill>
                          <a:prstClr val="black"/>
                        </a:solidFill>
                        <a:effectLst/>
                        <a:uLnTx/>
                        <a:uFillTx/>
                        <a:latin typeface="Calibri" panose="020F0502020204030204"/>
                        <a:ea typeface="+mn-ea"/>
                        <a:cs typeface="+mn-cs"/>
                      </a:endParaRPr>
                    </a:p>
                  </a:txBody>
                  <a:tcPr anchor="c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VN" sz="2200" b="1" i="0" u="none" strike="noStrike" kern="1200" cap="none" spc="0" normalizeH="0" baseline="0" noProof="0">
                          <a:ln>
                            <a:noFill/>
                          </a:ln>
                          <a:solidFill>
                            <a:schemeClr val="tx1"/>
                          </a:solidFill>
                          <a:effectLst/>
                          <a:uLnTx/>
                          <a:uFillTx/>
                          <a:latin typeface="Calibri" panose="020F0502020204030204"/>
                          <a:ea typeface="+mn-ea"/>
                          <a:cs typeface="+mn-cs"/>
                        </a:rPr>
                        <a:t>1</a:t>
                      </a:r>
                    </a:p>
                  </a:txBody>
                  <a:tcPr anchor="ctr">
                    <a:solidFill>
                      <a:schemeClr val="accent6">
                        <a:lumMod val="20000"/>
                        <a:lumOff val="80000"/>
                      </a:schemeClr>
                    </a:solidFill>
                  </a:tcPr>
                </a:tc>
                <a:tc>
                  <a:txBody>
                    <a:bodyPr/>
                    <a:lstStyle/>
                    <a:p>
                      <a:pPr algn="ctr"/>
                      <a:r>
                        <a:rPr lang="en-VN" sz="2200" b="1"/>
                        <a:t>2</a:t>
                      </a:r>
                    </a:p>
                  </a:txBody>
                  <a:tcPr anchor="ctr">
                    <a:solidFill>
                      <a:schemeClr val="accent6">
                        <a:lumMod val="20000"/>
                        <a:lumOff val="80000"/>
                      </a:schemeClr>
                    </a:solidFill>
                  </a:tcPr>
                </a:tc>
                <a:tc>
                  <a:txBody>
                    <a:bodyPr/>
                    <a:lstStyle/>
                    <a:p>
                      <a:pPr algn="ctr"/>
                      <a:r>
                        <a:rPr lang="en-VN" sz="2200" b="1">
                          <a:solidFill>
                            <a:srgbClr val="C00000"/>
                          </a:solidFill>
                        </a:rPr>
                        <a:t>7</a:t>
                      </a:r>
                    </a:p>
                  </a:txBody>
                  <a:tcPr anchor="ctr"/>
                </a:tc>
                <a:tc>
                  <a:txBody>
                    <a:bodyPr/>
                    <a:lstStyle/>
                    <a:p>
                      <a:pPr algn="ctr"/>
                      <a:r>
                        <a:rPr lang="en-VN" sz="2200" b="1">
                          <a:solidFill>
                            <a:srgbClr val="C00000"/>
                          </a:solidFill>
                        </a:rPr>
                        <a:t>8</a:t>
                      </a:r>
                    </a:p>
                  </a:txBody>
                  <a:tcPr anchor="ctr"/>
                </a:tc>
                <a:tc>
                  <a:txBody>
                    <a:bodyPr/>
                    <a:lstStyle/>
                    <a:p>
                      <a:pPr algn="ctr"/>
                      <a:r>
                        <a:rPr lang="en-VN" sz="2200" b="1"/>
                        <a:t>5</a:t>
                      </a:r>
                    </a:p>
                  </a:txBody>
                  <a:tcPr anchor="ctr"/>
                </a:tc>
                <a:extLst>
                  <a:ext uri="{0D108BD9-81ED-4DB2-BD59-A6C34878D82A}">
                    <a16:rowId xmlns:a16="http://schemas.microsoft.com/office/drawing/2014/main" val="3657279857"/>
                  </a:ext>
                </a:extLst>
              </a:tr>
              <a:tr h="370840">
                <a:tc>
                  <a:txBody>
                    <a:bodyPr/>
                    <a:lstStyle/>
                    <a:p>
                      <a:pPr algn="ctr"/>
                      <a:endParaRPr lang="en-VN" sz="2200">
                        <a:solidFill>
                          <a:srgbClr val="FF0000"/>
                        </a:solidFill>
                      </a:endParaRPr>
                    </a:p>
                  </a:txBody>
                  <a:tcPr anchor="ctr">
                    <a:lnT w="12700" cap="flat" cmpd="sng" algn="ctr">
                      <a:noFill/>
                      <a:prstDash val="solid"/>
                      <a:round/>
                      <a:headEnd type="none" w="med" len="med"/>
                      <a:tailEnd type="none" w="med" len="med"/>
                    </a:lnT>
                  </a:tcPr>
                </a:tc>
                <a:tc>
                  <a:txBody>
                    <a:bodyPr/>
                    <a:lstStyle/>
                    <a:p>
                      <a:pPr algn="ctr"/>
                      <a:r>
                        <a:rPr lang="en-VN" sz="2200">
                          <a:solidFill>
                            <a:srgbClr val="0432FF"/>
                          </a:solidFill>
                        </a:rPr>
                        <a:t>4</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a:solidFill>
                            <a:schemeClr val="tx1"/>
                          </a:solidFill>
                        </a:rPr>
                        <a:t>a[</a:t>
                      </a:r>
                      <a:r>
                        <a:rPr lang="en-US" sz="1800" b="0">
                          <a:solidFill>
                            <a:srgbClr val="FF0000"/>
                          </a:solidFill>
                        </a:rPr>
                        <a:t>2</a:t>
                      </a:r>
                      <a:r>
                        <a:rPr lang="en-US" sz="1800" b="0">
                          <a:solidFill>
                            <a:schemeClr val="tx1"/>
                          </a:solidFill>
                        </a:rPr>
                        <a:t>], a[</a:t>
                      </a:r>
                      <a:r>
                        <a:rPr lang="en-US" sz="1800" b="0">
                          <a:solidFill>
                            <a:srgbClr val="0432FF"/>
                          </a:solidFill>
                        </a:rPr>
                        <a:t>4</a:t>
                      </a:r>
                      <a:r>
                        <a:rPr lang="en-US" sz="1800" b="0">
                          <a:solidFill>
                            <a:schemeClr val="tx1"/>
                          </a:solidFill>
                        </a:rPr>
                        <a:t>]</a:t>
                      </a:r>
                      <a:endParaRPr lang="en-VN" sz="1800" b="0">
                        <a:solidFill>
                          <a:schemeClr val="tx1"/>
                        </a:solidFill>
                      </a:endParaRPr>
                    </a:p>
                  </a:txBody>
                  <a:tcPr anchor="c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a:solidFill>
                            <a:schemeClr val="tx1"/>
                          </a:solidFill>
                        </a:rPr>
                        <a:t>a[</a:t>
                      </a:r>
                      <a:r>
                        <a:rPr lang="en-US" sz="1800" b="0">
                          <a:solidFill>
                            <a:srgbClr val="FF0000"/>
                          </a:solidFill>
                        </a:rPr>
                        <a:t>2</a:t>
                      </a:r>
                      <a:r>
                        <a:rPr lang="en-US" sz="1800" b="0">
                          <a:solidFill>
                            <a:schemeClr val="tx1"/>
                          </a:solidFill>
                        </a:rPr>
                        <a:t>], a[</a:t>
                      </a:r>
                      <a:r>
                        <a:rPr lang="en-US" sz="1800" b="0">
                          <a:solidFill>
                            <a:srgbClr val="0432FF"/>
                          </a:solidFill>
                        </a:rPr>
                        <a:t>4</a:t>
                      </a:r>
                      <a:r>
                        <a:rPr lang="en-US" sz="1800" b="0">
                          <a:solidFill>
                            <a:schemeClr val="tx1"/>
                          </a:solidFill>
                        </a:rPr>
                        <a:t>]</a:t>
                      </a:r>
                      <a:endParaRPr lang="en-VN" sz="1800" b="0">
                        <a:solidFill>
                          <a:schemeClr val="tx1"/>
                        </a:solidFill>
                      </a:endParaRPr>
                    </a:p>
                  </a:txBody>
                  <a:tcPr anchor="c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VN" sz="2200" b="1" i="0" u="none" strike="noStrike" kern="1200" cap="none" spc="0" normalizeH="0" baseline="0" noProof="0">
                          <a:ln>
                            <a:noFill/>
                          </a:ln>
                          <a:solidFill>
                            <a:schemeClr val="tx1"/>
                          </a:solidFill>
                          <a:effectLst/>
                          <a:uLnTx/>
                          <a:uFillTx/>
                          <a:latin typeface="Calibri" panose="020F0502020204030204"/>
                          <a:ea typeface="+mn-ea"/>
                          <a:cs typeface="+mn-cs"/>
                        </a:rPr>
                        <a:t>1</a:t>
                      </a:r>
                    </a:p>
                  </a:txBody>
                  <a:tcPr anchor="ctr">
                    <a:solidFill>
                      <a:schemeClr val="accent6">
                        <a:lumMod val="20000"/>
                        <a:lumOff val="80000"/>
                      </a:schemeClr>
                    </a:solidFill>
                  </a:tcPr>
                </a:tc>
                <a:tc>
                  <a:txBody>
                    <a:bodyPr/>
                    <a:lstStyle/>
                    <a:p>
                      <a:pPr algn="ctr"/>
                      <a:r>
                        <a:rPr lang="en-VN" sz="2200" b="1"/>
                        <a:t>2</a:t>
                      </a:r>
                    </a:p>
                  </a:txBody>
                  <a:tcPr anchor="ctr">
                    <a:solidFill>
                      <a:schemeClr val="accent6">
                        <a:lumMod val="20000"/>
                        <a:lumOff val="80000"/>
                      </a:schemeClr>
                    </a:solidFill>
                  </a:tcPr>
                </a:tc>
                <a:tc>
                  <a:txBody>
                    <a:bodyPr/>
                    <a:lstStyle/>
                    <a:p>
                      <a:pPr algn="ctr"/>
                      <a:r>
                        <a:rPr lang="en-VN" sz="2200" b="1">
                          <a:solidFill>
                            <a:srgbClr val="C00000"/>
                          </a:solidFill>
                        </a:rPr>
                        <a:t>5</a:t>
                      </a:r>
                    </a:p>
                  </a:txBody>
                  <a:tcPr anchor="ctr">
                    <a:solidFill>
                      <a:schemeClr val="accent6">
                        <a:lumMod val="20000"/>
                        <a:lumOff val="80000"/>
                      </a:schemeClr>
                    </a:solidFill>
                  </a:tcPr>
                </a:tc>
                <a:tc>
                  <a:txBody>
                    <a:bodyPr/>
                    <a:lstStyle/>
                    <a:p>
                      <a:pPr algn="ctr"/>
                      <a:r>
                        <a:rPr lang="en-VN" sz="2200" b="1"/>
                        <a:t>8</a:t>
                      </a:r>
                    </a:p>
                  </a:txBody>
                  <a:tcPr anchor="ctr"/>
                </a:tc>
                <a:tc>
                  <a:txBody>
                    <a:bodyPr/>
                    <a:lstStyle/>
                    <a:p>
                      <a:pPr algn="ctr"/>
                      <a:r>
                        <a:rPr lang="en-VN" sz="2200" b="1">
                          <a:solidFill>
                            <a:srgbClr val="C00000"/>
                          </a:solidFill>
                        </a:rPr>
                        <a:t>7</a:t>
                      </a:r>
                    </a:p>
                  </a:txBody>
                  <a:tcPr anchor="ctr"/>
                </a:tc>
                <a:extLst>
                  <a:ext uri="{0D108BD9-81ED-4DB2-BD59-A6C34878D82A}">
                    <a16:rowId xmlns:a16="http://schemas.microsoft.com/office/drawing/2014/main" val="2657881473"/>
                  </a:ext>
                </a:extLst>
              </a:tr>
              <a:tr h="370840">
                <a:tc>
                  <a:txBody>
                    <a:bodyPr/>
                    <a:lstStyle/>
                    <a:p>
                      <a:pPr algn="ctr"/>
                      <a:r>
                        <a:rPr lang="en-VN" sz="2200">
                          <a:solidFill>
                            <a:srgbClr val="FF0000"/>
                          </a:solidFill>
                        </a:rPr>
                        <a:t>3</a:t>
                      </a:r>
                    </a:p>
                  </a:txBody>
                  <a:tcPr anchor="ctr"/>
                </a:tc>
                <a:tc>
                  <a:txBody>
                    <a:bodyPr/>
                    <a:lstStyle/>
                    <a:p>
                      <a:pPr algn="ctr"/>
                      <a:r>
                        <a:rPr lang="en-VN" sz="2200">
                          <a:solidFill>
                            <a:srgbClr val="0432FF"/>
                          </a:solidFill>
                        </a:rPr>
                        <a:t>4</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a:solidFill>
                            <a:schemeClr val="tx1"/>
                          </a:solidFill>
                        </a:rPr>
                        <a:t>a[</a:t>
                      </a:r>
                      <a:r>
                        <a:rPr lang="en-US" sz="1800" b="0">
                          <a:solidFill>
                            <a:srgbClr val="FF0000"/>
                          </a:solidFill>
                        </a:rPr>
                        <a:t>3</a:t>
                      </a:r>
                      <a:r>
                        <a:rPr lang="en-US" sz="1800" b="0">
                          <a:solidFill>
                            <a:schemeClr val="tx1"/>
                          </a:solidFill>
                        </a:rPr>
                        <a:t>], a[</a:t>
                      </a:r>
                      <a:r>
                        <a:rPr lang="en-US" sz="1800" b="0">
                          <a:solidFill>
                            <a:srgbClr val="0432FF"/>
                          </a:solidFill>
                        </a:rPr>
                        <a:t>4</a:t>
                      </a:r>
                      <a:r>
                        <a:rPr lang="en-US" sz="1800" b="0">
                          <a:solidFill>
                            <a:schemeClr val="tx1"/>
                          </a:solidFill>
                        </a:rPr>
                        <a:t>]</a:t>
                      </a:r>
                      <a:endParaRPr lang="en-VN" sz="1800" b="0">
                        <a:solidFill>
                          <a:schemeClr val="tx1"/>
                        </a:solidFill>
                      </a:endParaRPr>
                    </a:p>
                  </a:txBody>
                  <a:tcPr anchor="c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a:solidFill>
                            <a:schemeClr val="tx1"/>
                          </a:solidFill>
                        </a:rPr>
                        <a:t>a[</a:t>
                      </a:r>
                      <a:r>
                        <a:rPr lang="en-US" sz="1800" b="0">
                          <a:solidFill>
                            <a:srgbClr val="FF0000"/>
                          </a:solidFill>
                        </a:rPr>
                        <a:t>3</a:t>
                      </a:r>
                      <a:r>
                        <a:rPr lang="en-US" sz="1800" b="0">
                          <a:solidFill>
                            <a:schemeClr val="tx1"/>
                          </a:solidFill>
                        </a:rPr>
                        <a:t>], a[</a:t>
                      </a:r>
                      <a:r>
                        <a:rPr lang="en-US" sz="1800" b="0">
                          <a:solidFill>
                            <a:srgbClr val="0432FF"/>
                          </a:solidFill>
                        </a:rPr>
                        <a:t>4</a:t>
                      </a:r>
                      <a:r>
                        <a:rPr lang="en-US" sz="1800" b="0">
                          <a:solidFill>
                            <a:schemeClr val="tx1"/>
                          </a:solidFill>
                        </a:rPr>
                        <a:t>]</a:t>
                      </a:r>
                      <a:endParaRPr lang="en-VN" sz="1800" b="0">
                        <a:solidFill>
                          <a:schemeClr val="tx1"/>
                        </a:solidFill>
                      </a:endParaRPr>
                    </a:p>
                  </a:txBody>
                  <a:tcPr anchor="c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VN" sz="2200" b="1" i="0" u="none" strike="noStrike" kern="1200" cap="none" spc="0" normalizeH="0" baseline="0" noProof="0">
                          <a:ln>
                            <a:noFill/>
                          </a:ln>
                          <a:solidFill>
                            <a:schemeClr val="tx1"/>
                          </a:solidFill>
                          <a:effectLst/>
                          <a:uLnTx/>
                          <a:uFillTx/>
                          <a:latin typeface="Calibri" panose="020F0502020204030204"/>
                          <a:ea typeface="+mn-ea"/>
                          <a:cs typeface="+mn-cs"/>
                        </a:rPr>
                        <a:t>1</a:t>
                      </a:r>
                    </a:p>
                  </a:txBody>
                  <a:tcPr anchor="ctr">
                    <a:solidFill>
                      <a:schemeClr val="accent6">
                        <a:lumMod val="20000"/>
                        <a:lumOff val="80000"/>
                      </a:schemeClr>
                    </a:solidFill>
                  </a:tcPr>
                </a:tc>
                <a:tc>
                  <a:txBody>
                    <a:bodyPr/>
                    <a:lstStyle/>
                    <a:p>
                      <a:pPr algn="ctr"/>
                      <a:r>
                        <a:rPr lang="en-VN" sz="2200" b="1"/>
                        <a:t>2</a:t>
                      </a:r>
                    </a:p>
                  </a:txBody>
                  <a:tcPr anchor="ctr">
                    <a:solidFill>
                      <a:schemeClr val="accent6">
                        <a:lumMod val="20000"/>
                        <a:lumOff val="80000"/>
                      </a:schemeClr>
                    </a:solidFill>
                  </a:tcPr>
                </a:tc>
                <a:tc>
                  <a:txBody>
                    <a:bodyPr/>
                    <a:lstStyle/>
                    <a:p>
                      <a:pPr algn="ctr"/>
                      <a:r>
                        <a:rPr lang="en-VN" sz="2200" b="1"/>
                        <a:t>5</a:t>
                      </a:r>
                    </a:p>
                  </a:txBody>
                  <a:tcPr anchor="ctr">
                    <a:solidFill>
                      <a:schemeClr val="accent6">
                        <a:lumMod val="20000"/>
                        <a:lumOff val="80000"/>
                      </a:schemeClr>
                    </a:solidFill>
                  </a:tcPr>
                </a:tc>
                <a:tc>
                  <a:txBody>
                    <a:bodyPr/>
                    <a:lstStyle/>
                    <a:p>
                      <a:pPr algn="ctr"/>
                      <a:r>
                        <a:rPr lang="en-VN" sz="2200" b="1">
                          <a:solidFill>
                            <a:srgbClr val="C00000"/>
                          </a:solidFill>
                        </a:rPr>
                        <a:t>7</a:t>
                      </a:r>
                    </a:p>
                  </a:txBody>
                  <a:tcPr anchor="ctr">
                    <a:solidFill>
                      <a:schemeClr val="accent6">
                        <a:lumMod val="20000"/>
                        <a:lumOff val="80000"/>
                      </a:schemeClr>
                    </a:solidFill>
                  </a:tcPr>
                </a:tc>
                <a:tc>
                  <a:txBody>
                    <a:bodyPr/>
                    <a:lstStyle/>
                    <a:p>
                      <a:pPr algn="ctr"/>
                      <a:r>
                        <a:rPr lang="en-VN" sz="2200" b="1">
                          <a:solidFill>
                            <a:srgbClr val="C00000"/>
                          </a:solidFill>
                        </a:rPr>
                        <a:t>8</a:t>
                      </a:r>
                    </a:p>
                  </a:txBody>
                  <a:tcPr anchor="ctr"/>
                </a:tc>
                <a:extLst>
                  <a:ext uri="{0D108BD9-81ED-4DB2-BD59-A6C34878D82A}">
                    <a16:rowId xmlns:a16="http://schemas.microsoft.com/office/drawing/2014/main" val="2566874775"/>
                  </a:ext>
                </a:extLst>
              </a:tr>
            </a:tbl>
          </a:graphicData>
        </a:graphic>
      </p:graphicFrame>
      <p:sp>
        <p:nvSpPr>
          <p:cNvPr id="6" name="Footer Placeholder 5">
            <a:extLst>
              <a:ext uri="{FF2B5EF4-FFF2-40B4-BE49-F238E27FC236}">
                <a16:creationId xmlns:a16="http://schemas.microsoft.com/office/drawing/2014/main" id="{3C00CB2F-E8B1-E64D-B344-EBE71C2FBB86}"/>
              </a:ext>
            </a:extLst>
          </p:cNvPr>
          <p:cNvSpPr>
            <a:spLocks noGrp="1"/>
          </p:cNvSpPr>
          <p:nvPr>
            <p:ph type="ftr" sz="quarter" idx="11"/>
          </p:nvPr>
        </p:nvSpPr>
        <p:spPr/>
        <p:txBody>
          <a:bodyPr/>
          <a:lstStyle/>
          <a:p>
            <a:r>
              <a:rPr lang="vi-VN" dirty="0"/>
              <a:t>Bài 6: Mảng một chiều</a:t>
            </a:r>
            <a:endParaRPr lang="en-US" dirty="0"/>
          </a:p>
        </p:txBody>
      </p:sp>
      <p:sp>
        <p:nvSpPr>
          <p:cNvPr id="2" name="Slide Number Placeholder 1">
            <a:extLst>
              <a:ext uri="{FF2B5EF4-FFF2-40B4-BE49-F238E27FC236}">
                <a16:creationId xmlns:a16="http://schemas.microsoft.com/office/drawing/2014/main" id="{DE184841-1B7D-854B-A1FB-8A355537594C}"/>
              </a:ext>
            </a:extLst>
          </p:cNvPr>
          <p:cNvSpPr>
            <a:spLocks noGrp="1"/>
          </p:cNvSpPr>
          <p:nvPr>
            <p:ph type="sldNum" sz="quarter" idx="12"/>
          </p:nvPr>
        </p:nvSpPr>
        <p:spPr/>
        <p:txBody>
          <a:bodyPr/>
          <a:lstStyle/>
          <a:p>
            <a:fld id="{1AD93096-5B34-4342-9326-69289CEAE4C2}" type="slidenum">
              <a:rPr lang="en-US" smtClean="0"/>
              <a:pPr/>
              <a:t>47</a:t>
            </a:fld>
            <a:endParaRPr lang="en-US" dirty="0"/>
          </a:p>
        </p:txBody>
      </p:sp>
    </p:spTree>
    <p:extLst>
      <p:ext uri="{BB962C8B-B14F-4D97-AF65-F5344CB8AC3E}">
        <p14:creationId xmlns:p14="http://schemas.microsoft.com/office/powerpoint/2010/main" val="17495017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7FBB48-7296-B043-B166-77771F65499C}"/>
              </a:ext>
            </a:extLst>
          </p:cNvPr>
          <p:cNvSpPr>
            <a:spLocks noGrp="1"/>
          </p:cNvSpPr>
          <p:nvPr>
            <p:ph type="title"/>
          </p:nvPr>
        </p:nvSpPr>
        <p:spPr/>
        <p:txBody>
          <a:bodyPr>
            <a:normAutofit fontScale="90000"/>
          </a:bodyPr>
          <a:lstStyle/>
          <a:p>
            <a:r>
              <a:rPr lang="vi-VN"/>
              <a:t>TỔNG KẾT</a:t>
            </a:r>
            <a:endParaRPr lang="en-VN"/>
          </a:p>
        </p:txBody>
      </p:sp>
      <p:sp>
        <p:nvSpPr>
          <p:cNvPr id="4" name="Footer Placeholder 3">
            <a:extLst>
              <a:ext uri="{FF2B5EF4-FFF2-40B4-BE49-F238E27FC236}">
                <a16:creationId xmlns:a16="http://schemas.microsoft.com/office/drawing/2014/main" id="{BD93ECB3-5B10-BA49-8F5D-1DA6F668CBC2}"/>
              </a:ext>
            </a:extLst>
          </p:cNvPr>
          <p:cNvSpPr>
            <a:spLocks noGrp="1"/>
          </p:cNvSpPr>
          <p:nvPr>
            <p:ph type="ftr" sz="quarter" idx="11"/>
          </p:nvPr>
        </p:nvSpPr>
        <p:spPr/>
        <p:txBody>
          <a:bodyPr/>
          <a:lstStyle/>
          <a:p>
            <a:r>
              <a:rPr lang="en-US"/>
              <a:t>Bài 6: Mảng một chiều</a:t>
            </a:r>
          </a:p>
        </p:txBody>
      </p:sp>
      <p:sp>
        <p:nvSpPr>
          <p:cNvPr id="5" name="Slide Number Placeholder 4">
            <a:extLst>
              <a:ext uri="{FF2B5EF4-FFF2-40B4-BE49-F238E27FC236}">
                <a16:creationId xmlns:a16="http://schemas.microsoft.com/office/drawing/2014/main" id="{9C473E3F-2EED-C248-B738-5994C36569BE}"/>
              </a:ext>
            </a:extLst>
          </p:cNvPr>
          <p:cNvSpPr>
            <a:spLocks noGrp="1"/>
          </p:cNvSpPr>
          <p:nvPr>
            <p:ph type="sldNum" sz="quarter" idx="12"/>
          </p:nvPr>
        </p:nvSpPr>
        <p:spPr/>
        <p:txBody>
          <a:bodyPr/>
          <a:lstStyle/>
          <a:p>
            <a:fld id="{1AD93096-5B34-4342-9326-69289CEAE4C2}" type="slidenum">
              <a:rPr lang="en-US" smtClean="0"/>
              <a:pPr/>
              <a:t>48</a:t>
            </a:fld>
            <a:endParaRPr lang="en-US"/>
          </a:p>
        </p:txBody>
      </p:sp>
      <p:sp>
        <p:nvSpPr>
          <p:cNvPr id="3" name="Content Placeholder 2">
            <a:extLst>
              <a:ext uri="{FF2B5EF4-FFF2-40B4-BE49-F238E27FC236}">
                <a16:creationId xmlns:a16="http://schemas.microsoft.com/office/drawing/2014/main" id="{5AF176FD-7669-EF49-B2D4-CDB406817E64}"/>
              </a:ext>
            </a:extLst>
          </p:cNvPr>
          <p:cNvSpPr>
            <a:spLocks noGrp="1"/>
          </p:cNvSpPr>
          <p:nvPr>
            <p:ph idx="1"/>
          </p:nvPr>
        </p:nvSpPr>
        <p:spPr>
          <a:xfrm>
            <a:off x="628650" y="2023782"/>
            <a:ext cx="6054329" cy="2810435"/>
          </a:xfrm>
        </p:spPr>
        <p:txBody>
          <a:bodyPr>
            <a:normAutofit/>
          </a:bodyPr>
          <a:lstStyle/>
          <a:p>
            <a:pPr algn="just"/>
            <a:r>
              <a:rPr lang="en-VN"/>
              <a:t>Hiểu khái niệm </a:t>
            </a:r>
            <a:r>
              <a:rPr lang="en-VN">
                <a:solidFill>
                  <a:srgbClr val="EF6822"/>
                </a:solidFill>
              </a:rPr>
              <a:t>kiểu dữ liệu Mảng </a:t>
            </a:r>
          </a:p>
          <a:p>
            <a:pPr algn="just"/>
            <a:r>
              <a:rPr lang="en-VN" sz="2400"/>
              <a:t>Hiểu cách khai báo hàm có </a:t>
            </a:r>
            <a:r>
              <a:rPr lang="en-VN" sz="2400">
                <a:solidFill>
                  <a:srgbClr val="EF6822"/>
                </a:solidFill>
              </a:rPr>
              <a:t>tham số kiểu tham chiếu </a:t>
            </a:r>
          </a:p>
          <a:p>
            <a:r>
              <a:rPr lang="en-VN"/>
              <a:t>Hiểu và vận dụng </a:t>
            </a:r>
            <a:r>
              <a:rPr lang="en-VN">
                <a:solidFill>
                  <a:srgbClr val="EF6822"/>
                </a:solidFill>
              </a:rPr>
              <a:t>kiểu dữ liệu Mảng một chiều</a:t>
            </a:r>
            <a:endParaRPr lang="en-VN" sz="2400">
              <a:solidFill>
                <a:srgbClr val="EF6822"/>
              </a:solidFill>
            </a:endParaRPr>
          </a:p>
        </p:txBody>
      </p:sp>
      <p:sp>
        <p:nvSpPr>
          <p:cNvPr id="7" name="Rectangle 6">
            <a:extLst>
              <a:ext uri="{FF2B5EF4-FFF2-40B4-BE49-F238E27FC236}">
                <a16:creationId xmlns:a16="http://schemas.microsoft.com/office/drawing/2014/main" id="{0C974B13-B1B8-E148-903B-85C71136A561}"/>
              </a:ext>
            </a:extLst>
          </p:cNvPr>
          <p:cNvSpPr/>
          <p:nvPr/>
        </p:nvSpPr>
        <p:spPr>
          <a:xfrm>
            <a:off x="6968836" y="2558623"/>
            <a:ext cx="1546514" cy="1092607"/>
          </a:xfrm>
          <a:prstGeom prst="rect">
            <a:avLst/>
          </a:prstGeom>
          <a:noFill/>
        </p:spPr>
        <p:txBody>
          <a:bodyPr wrap="square" lIns="91440" tIns="45720" rIns="91440" bIns="45720">
            <a:spAutoFit/>
          </a:bodyPr>
          <a:lstStyle/>
          <a:p>
            <a:pPr algn="ctr"/>
            <a:r>
              <a:rPr lang="en-US" sz="6500" b="1">
                <a:ln w="19050" cmpd="sng">
                  <a:solidFill>
                    <a:srgbClr val="FF103D"/>
                  </a:solidFill>
                  <a:prstDash val="solid"/>
                </a:ln>
                <a:solidFill>
                  <a:srgbClr val="FFFF00"/>
                </a:solidFill>
                <a:effectLst>
                  <a:glow rad="101600">
                    <a:srgbClr val="FF0000">
                      <a:alpha val="40000"/>
                    </a:srgbClr>
                  </a:glow>
                </a:effectLst>
              </a:rPr>
              <a:t>6</a:t>
            </a:r>
          </a:p>
        </p:txBody>
      </p:sp>
    </p:spTree>
    <p:extLst>
      <p:ext uri="{BB962C8B-B14F-4D97-AF65-F5344CB8AC3E}">
        <p14:creationId xmlns:p14="http://schemas.microsoft.com/office/powerpoint/2010/main" val="2539440922"/>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 2013 - 2022</Template>
  <TotalTime>11184</TotalTime>
  <Words>5515</Words>
  <Application>Microsoft Macintosh PowerPoint</Application>
  <PresentationFormat>On-screen Show (4:3)</PresentationFormat>
  <Paragraphs>980</Paragraphs>
  <Slides>48</Slides>
  <Notes>25</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48</vt:i4>
      </vt:variant>
    </vt:vector>
  </HeadingPairs>
  <TitlesOfParts>
    <vt:vector size="59" baseType="lpstr">
      <vt:lpstr>Arial</vt:lpstr>
      <vt:lpstr>Arial (body)</vt:lpstr>
      <vt:lpstr>Calibri</vt:lpstr>
      <vt:lpstr>Cascadia Mono</vt:lpstr>
      <vt:lpstr>Consolas</vt:lpstr>
      <vt:lpstr>Courier New</vt:lpstr>
      <vt:lpstr>Helvetica</vt:lpstr>
      <vt:lpstr>Segoe UI</vt:lpstr>
      <vt:lpstr>Times New Roman</vt:lpstr>
      <vt:lpstr>Wingdings</vt:lpstr>
      <vt:lpstr>Office Theme</vt:lpstr>
      <vt:lpstr>Bài 6 Mảng một chiều</vt:lpstr>
      <vt:lpstr>NỘI DUNG</vt:lpstr>
      <vt:lpstr>GIỚI THIỆU KIỂU DỮ LIỆU MẢNG</vt:lpstr>
      <vt:lpstr>GIỚI THIỆU KIỂU DỮ LIỆU MẢNG</vt:lpstr>
      <vt:lpstr>GIỚI THIỆU KIỂU DỮ LIỆU MẢNG</vt:lpstr>
      <vt:lpstr>KHAI BÁO MẢNG MỘT CHIỀU</vt:lpstr>
      <vt:lpstr>KHỞI TẠO MẢNG MỘT CHIỀU</vt:lpstr>
      <vt:lpstr>KHỞI TẠO MẢNG MỘT CHIỀU</vt:lpstr>
      <vt:lpstr>KHỞI TẠO MẢNG MỘT CHIỀU</vt:lpstr>
      <vt:lpstr>KHỞI TẠO MẢNG MỘT CHIỀU</vt:lpstr>
      <vt:lpstr>LẤY KÍCH THƯỚC CỦA MẢNG MỘT CHIỀU</vt:lpstr>
      <vt:lpstr>TRUY CẬP PHẦN TỬ CỦA MẢNG MỘT CHIỀU</vt:lpstr>
      <vt:lpstr>NHẬP/XUẤT MẢNG MỘT CHIỀU</vt:lpstr>
      <vt:lpstr>NHẬP/XUẤT MẢNG MỘT CHIỀU</vt:lpstr>
      <vt:lpstr>VẬN DỤNG</vt:lpstr>
      <vt:lpstr>HÀM CÓ THAM SỐ KIỂU MẢNG</vt:lpstr>
      <vt:lpstr>TRUYỀN THAM TRỊ KIỂU MẢNG</vt:lpstr>
      <vt:lpstr>TRUYỀN THAM TRỊ KIỂU MẢNG</vt:lpstr>
      <vt:lpstr>TRUYỀN THAM TRỊ KIỂU MẢNG</vt:lpstr>
      <vt:lpstr>TRUYỀN THAM TRỊ KIỂU MẢNG</vt:lpstr>
      <vt:lpstr>TRUYỀN THAM TRỊ KIỂU MẢNG</vt:lpstr>
      <vt:lpstr>TRUYỀN THAM TRỊ KIỂU MẢNG</vt:lpstr>
      <vt:lpstr>TRUYỀN THAM TRỊ KIỂU MẢNG</vt:lpstr>
      <vt:lpstr>TRUYỀN THAM TRỊ KIỂU MẢNG</vt:lpstr>
      <vt:lpstr>TRUYỀN THAM TRỊ KIỂU MẢNG</vt:lpstr>
      <vt:lpstr>TRUYỀN THAM TRỊ KIỂU MẢNG</vt:lpstr>
      <vt:lpstr>TRUYỀN THAM TRỊ KIỂU MẢNG</vt:lpstr>
      <vt:lpstr>TRUYỀN THAM CHIẾU KIỂU MẢNG</vt:lpstr>
      <vt:lpstr>TRUYỀN THAM CHIẾU KIỂU MẢNG</vt:lpstr>
      <vt:lpstr>TRUYỀN THAM CHIẾU KIỂU MẢNG</vt:lpstr>
      <vt:lpstr>TRUYỀN THAM CHIẾU KIỂU MẢNG</vt:lpstr>
      <vt:lpstr>TRUYỀN THAM CHIẾU KIỂU MẢNG</vt:lpstr>
      <vt:lpstr>VẬN DỤNG</vt:lpstr>
      <vt:lpstr>VẬN DỤNG</vt:lpstr>
      <vt:lpstr>VẬN DỤNG</vt:lpstr>
      <vt:lpstr>VẬN DỤNG</vt:lpstr>
      <vt:lpstr>NỘI DUNG</vt:lpstr>
      <vt:lpstr>VẬN DỤNG</vt:lpstr>
      <vt:lpstr>KIỂU DỮ LIỆU LIST&lt;T&gt;</vt:lpstr>
      <vt:lpstr>KIỂU DỮ LIỆU LIST&lt;T&gt;</vt:lpstr>
      <vt:lpstr>KIỂU DỮ LIỆU LIST&lt;T&gt;</vt:lpstr>
      <vt:lpstr>VẬN DỤNG</vt:lpstr>
      <vt:lpstr>VẬN DỤNG</vt:lpstr>
      <vt:lpstr>VẬN DỤNG</vt:lpstr>
      <vt:lpstr>THUẬT TOÁN INTERCHANGE SORT</vt:lpstr>
      <vt:lpstr>THUẬT TOÁN INTERCHANGE SORT</vt:lpstr>
      <vt:lpstr>THUẬT TOÁN INTERCHANGE SORT</vt:lpstr>
      <vt:lpstr>TỔNG KẾT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Trương Nguyệt</dc:creator>
  <cp:lastModifiedBy>Loc Huynh</cp:lastModifiedBy>
  <cp:revision>345</cp:revision>
  <cp:lastPrinted>2023-10-17T04:22:09Z</cp:lastPrinted>
  <dcterms:created xsi:type="dcterms:W3CDTF">2021-11-12T01:36:46Z</dcterms:created>
  <dcterms:modified xsi:type="dcterms:W3CDTF">2023-10-23T06:35:50Z</dcterms:modified>
</cp:coreProperties>
</file>