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ink/ink1.xml" ContentType="application/inkml+xml"/>
  <Override PartName="/ppt/ink/ink2.xml" ContentType="application/inkml+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47"/>
  </p:notesMasterIdLst>
  <p:handoutMasterIdLst>
    <p:handoutMasterId r:id="rId48"/>
  </p:handoutMasterIdLst>
  <p:sldIdLst>
    <p:sldId id="393" r:id="rId2"/>
    <p:sldId id="304" r:id="rId3"/>
    <p:sldId id="552" r:id="rId4"/>
    <p:sldId id="553" r:id="rId5"/>
    <p:sldId id="572" r:id="rId6"/>
    <p:sldId id="511" r:id="rId7"/>
    <p:sldId id="513" r:id="rId8"/>
    <p:sldId id="573" r:id="rId9"/>
    <p:sldId id="574" r:id="rId10"/>
    <p:sldId id="575" r:id="rId11"/>
    <p:sldId id="576" r:id="rId12"/>
    <p:sldId id="520" r:id="rId13"/>
    <p:sldId id="577" r:id="rId14"/>
    <p:sldId id="578" r:id="rId15"/>
    <p:sldId id="579" r:id="rId16"/>
    <p:sldId id="580" r:id="rId17"/>
    <p:sldId id="523" r:id="rId18"/>
    <p:sldId id="526" r:id="rId19"/>
    <p:sldId id="525" r:id="rId20"/>
    <p:sldId id="527" r:id="rId21"/>
    <p:sldId id="581" r:id="rId22"/>
    <p:sldId id="531" r:id="rId23"/>
    <p:sldId id="533" r:id="rId24"/>
    <p:sldId id="532" r:id="rId25"/>
    <p:sldId id="554" r:id="rId26"/>
    <p:sldId id="524" r:id="rId27"/>
    <p:sldId id="555" r:id="rId28"/>
    <p:sldId id="556" r:id="rId29"/>
    <p:sldId id="557" r:id="rId30"/>
    <p:sldId id="558" r:id="rId31"/>
    <p:sldId id="559" r:id="rId32"/>
    <p:sldId id="560" r:id="rId33"/>
    <p:sldId id="561" r:id="rId34"/>
    <p:sldId id="562" r:id="rId35"/>
    <p:sldId id="544" r:id="rId36"/>
    <p:sldId id="563" r:id="rId37"/>
    <p:sldId id="564" r:id="rId38"/>
    <p:sldId id="565" r:id="rId39"/>
    <p:sldId id="566" r:id="rId40"/>
    <p:sldId id="567" r:id="rId41"/>
    <p:sldId id="568" r:id="rId42"/>
    <p:sldId id="569" r:id="rId43"/>
    <p:sldId id="570" r:id="rId44"/>
    <p:sldId id="571" r:id="rId45"/>
    <p:sldId id="492" r:id="rId4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guide id="3" pos="176" userDrawn="1">
          <p15:clr>
            <a:srgbClr val="A4A3A4"/>
          </p15:clr>
        </p15:guide>
        <p15:guide id="4" pos="5585" userDrawn="1">
          <p15:clr>
            <a:srgbClr val="A4A3A4"/>
          </p15:clr>
        </p15:guide>
        <p15:guide id="5" orient="horz" pos="210" userDrawn="1">
          <p15:clr>
            <a:srgbClr val="A4A3A4"/>
          </p15:clr>
        </p15:guide>
        <p15:guide id="6" orient="horz" pos="4110" userDrawn="1">
          <p15:clr>
            <a:srgbClr val="A4A3A4"/>
          </p15:clr>
        </p15:guide>
        <p15:guide id="7" pos="125"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432FF"/>
    <a:srgbClr val="EF6822"/>
    <a:srgbClr val="17459E"/>
    <a:srgbClr val="FFFF00"/>
    <a:srgbClr val="000000"/>
    <a:srgbClr val="FFFC00"/>
    <a:srgbClr val="FF9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191E253-D739-6B4F-B188-AC17CCA94646}" v="1009" dt="2023-10-27T10:29:57.26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41708"/>
    <p:restoredTop sz="79114"/>
  </p:normalViewPr>
  <p:slideViewPr>
    <p:cSldViewPr snapToGrid="0" snapToObjects="1" showGuides="1">
      <p:cViewPr varScale="1">
        <p:scale>
          <a:sx n="92" d="100"/>
          <a:sy n="92" d="100"/>
        </p:scale>
        <p:origin x="1688" y="176"/>
      </p:cViewPr>
      <p:guideLst>
        <p:guide orient="horz" pos="2160"/>
        <p:guide pos="2880"/>
        <p:guide pos="176"/>
        <p:guide pos="5585"/>
        <p:guide orient="horz" pos="210"/>
        <p:guide orient="horz" pos="4110"/>
        <p:guide pos="125"/>
      </p:guideLst>
    </p:cSldViewPr>
  </p:slideViewPr>
  <p:outlineViewPr>
    <p:cViewPr>
      <p:scale>
        <a:sx n="33" d="100"/>
        <a:sy n="33" d="100"/>
      </p:scale>
      <p:origin x="0" y="0"/>
    </p:cViewPr>
  </p:outlineViewPr>
  <p:notesTextViewPr>
    <p:cViewPr>
      <p:scale>
        <a:sx n="1" d="1"/>
        <a:sy n="1" d="1"/>
      </p:scale>
      <p:origin x="0" y="0"/>
    </p:cViewPr>
  </p:notesTextViewPr>
  <p:notesViewPr>
    <p:cSldViewPr snapToGrid="0" snapToObjects="1">
      <p:cViewPr varScale="1">
        <p:scale>
          <a:sx n="97" d="100"/>
          <a:sy n="97" d="100"/>
        </p:scale>
        <p:origin x="3832" y="20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oc Huynh" userId="80c0383e323bd6ea" providerId="LiveId" clId="{FFC07FDF-56AE-4948-ACC0-E3255C161FA8}"/>
    <pc:docChg chg="custSel addSld delSld modSld">
      <pc:chgData name="Loc Huynh" userId="80c0383e323bd6ea" providerId="LiveId" clId="{FFC07FDF-56AE-4948-ACC0-E3255C161FA8}" dt="2023-09-12T00:52:16.823" v="422" actId="20577"/>
      <pc:docMkLst>
        <pc:docMk/>
      </pc:docMkLst>
      <pc:sldChg chg="add del">
        <pc:chgData name="Loc Huynh" userId="80c0383e323bd6ea" providerId="LiveId" clId="{FFC07FDF-56AE-4948-ACC0-E3255C161FA8}" dt="2023-09-12T00:35:38.874" v="113" actId="2696"/>
        <pc:sldMkLst>
          <pc:docMk/>
          <pc:sldMk cId="0" sldId="292"/>
        </pc:sldMkLst>
      </pc:sldChg>
      <pc:sldChg chg="modSp add del mod">
        <pc:chgData name="Loc Huynh" userId="80c0383e323bd6ea" providerId="LiveId" clId="{FFC07FDF-56AE-4948-ACC0-E3255C161FA8}" dt="2023-09-12T00:36:46.528" v="119" actId="2696"/>
        <pc:sldMkLst>
          <pc:docMk/>
          <pc:sldMk cId="1841662302" sldId="300"/>
        </pc:sldMkLst>
        <pc:spChg chg="mod">
          <ac:chgData name="Loc Huynh" userId="80c0383e323bd6ea" providerId="LiveId" clId="{FFC07FDF-56AE-4948-ACC0-E3255C161FA8}" dt="2023-09-12T00:35:33.195" v="38" actId="27636"/>
          <ac:spMkLst>
            <pc:docMk/>
            <pc:sldMk cId="1841662302" sldId="300"/>
            <ac:spMk id="2" creationId="{707B5CBE-3939-F54D-A22C-69B71CE11473}"/>
          </ac:spMkLst>
        </pc:spChg>
      </pc:sldChg>
      <pc:sldChg chg="del">
        <pc:chgData name="Loc Huynh" userId="80c0383e323bd6ea" providerId="LiveId" clId="{FFC07FDF-56AE-4948-ACC0-E3255C161FA8}" dt="2023-09-12T00:36:32.095" v="114" actId="2696"/>
        <pc:sldMkLst>
          <pc:docMk/>
          <pc:sldMk cId="2329642701" sldId="304"/>
        </pc:sldMkLst>
      </pc:sldChg>
      <pc:sldChg chg="modSp add mod">
        <pc:chgData name="Loc Huynh" userId="80c0383e323bd6ea" providerId="LiveId" clId="{FFC07FDF-56AE-4948-ACC0-E3255C161FA8}" dt="2023-09-12T00:50:39.234" v="404" actId="207"/>
        <pc:sldMkLst>
          <pc:docMk/>
          <pc:sldMk cId="2463610150" sldId="304"/>
        </pc:sldMkLst>
        <pc:spChg chg="mod">
          <ac:chgData name="Loc Huynh" userId="80c0383e323bd6ea" providerId="LiveId" clId="{FFC07FDF-56AE-4948-ACC0-E3255C161FA8}" dt="2023-09-12T00:50:39.234" v="404" actId="207"/>
          <ac:spMkLst>
            <pc:docMk/>
            <pc:sldMk cId="2463610150" sldId="304"/>
            <ac:spMk id="3" creationId="{F68C27CE-6A1E-0840-BC2F-D1738F041307}"/>
          </ac:spMkLst>
        </pc:spChg>
        <pc:spChg chg="mod">
          <ac:chgData name="Loc Huynh" userId="80c0383e323bd6ea" providerId="LiveId" clId="{FFC07FDF-56AE-4948-ACC0-E3255C161FA8}" dt="2023-09-12T00:48:01.660" v="321" actId="20577"/>
          <ac:spMkLst>
            <pc:docMk/>
            <pc:sldMk cId="2463610150" sldId="304"/>
            <ac:spMk id="5" creationId="{DC2E42D6-F01F-DA42-B0A3-CE37CE665C24}"/>
          </ac:spMkLst>
        </pc:spChg>
      </pc:sldChg>
      <pc:sldChg chg="delSp add del mod">
        <pc:chgData name="Loc Huynh" userId="80c0383e323bd6ea" providerId="LiveId" clId="{FFC07FDF-56AE-4948-ACC0-E3255C161FA8}" dt="2023-09-12T00:45:01.913" v="284" actId="2696"/>
        <pc:sldMkLst>
          <pc:docMk/>
          <pc:sldMk cId="2590096522" sldId="386"/>
        </pc:sldMkLst>
        <pc:spChg chg="del">
          <ac:chgData name="Loc Huynh" userId="80c0383e323bd6ea" providerId="LiveId" clId="{FFC07FDF-56AE-4948-ACC0-E3255C161FA8}" dt="2023-09-12T00:45:00.075" v="283" actId="478"/>
          <ac:spMkLst>
            <pc:docMk/>
            <pc:sldMk cId="2590096522" sldId="386"/>
            <ac:spMk id="4" creationId="{981EEFA6-A77D-D84F-A11A-230B99FFB076}"/>
          </ac:spMkLst>
        </pc:spChg>
      </pc:sldChg>
      <pc:sldChg chg="modSp add mod chgLayout">
        <pc:chgData name="Loc Huynh" userId="80c0383e323bd6ea" providerId="LiveId" clId="{FFC07FDF-56AE-4948-ACC0-E3255C161FA8}" dt="2023-09-12T00:52:16.823" v="422" actId="20577"/>
        <pc:sldMkLst>
          <pc:docMk/>
          <pc:sldMk cId="2103274842" sldId="389"/>
        </pc:sldMkLst>
        <pc:spChg chg="mod ord">
          <ac:chgData name="Loc Huynh" userId="80c0383e323bd6ea" providerId="LiveId" clId="{FFC07FDF-56AE-4948-ACC0-E3255C161FA8}" dt="2023-09-12T00:50:51.472" v="405" actId="700"/>
          <ac:spMkLst>
            <pc:docMk/>
            <pc:sldMk cId="2103274842" sldId="389"/>
            <ac:spMk id="2" creationId="{34700F01-C71B-5745-8671-92B2B0AE814D}"/>
          </ac:spMkLst>
        </pc:spChg>
        <pc:spChg chg="mod ord">
          <ac:chgData name="Loc Huynh" userId="80c0383e323bd6ea" providerId="LiveId" clId="{FFC07FDF-56AE-4948-ACC0-E3255C161FA8}" dt="2023-09-12T00:52:16.823" v="422" actId="20577"/>
          <ac:spMkLst>
            <pc:docMk/>
            <pc:sldMk cId="2103274842" sldId="389"/>
            <ac:spMk id="3" creationId="{57D3F746-5EAA-354B-933A-D7D4A545895B}"/>
          </ac:spMkLst>
        </pc:spChg>
        <pc:spChg chg="mod ord">
          <ac:chgData name="Loc Huynh" userId="80c0383e323bd6ea" providerId="LiveId" clId="{FFC07FDF-56AE-4948-ACC0-E3255C161FA8}" dt="2023-09-12T00:50:51.472" v="405" actId="700"/>
          <ac:spMkLst>
            <pc:docMk/>
            <pc:sldMk cId="2103274842" sldId="389"/>
            <ac:spMk id="4" creationId="{0A8BACB3-AF7A-C148-89DB-23608237381C}"/>
          </ac:spMkLst>
        </pc:spChg>
        <pc:spChg chg="mod ord">
          <ac:chgData name="Loc Huynh" userId="80c0383e323bd6ea" providerId="LiveId" clId="{FFC07FDF-56AE-4948-ACC0-E3255C161FA8}" dt="2023-09-12T00:50:51.472" v="405" actId="700"/>
          <ac:spMkLst>
            <pc:docMk/>
            <pc:sldMk cId="2103274842" sldId="389"/>
            <ac:spMk id="5" creationId="{6D5A6AE7-06A5-0D48-A4CC-1651F1535513}"/>
          </ac:spMkLst>
        </pc:spChg>
        <pc:picChg chg="mod">
          <ac:chgData name="Loc Huynh" userId="80c0383e323bd6ea" providerId="LiveId" clId="{FFC07FDF-56AE-4948-ACC0-E3255C161FA8}" dt="2023-09-12T00:51:15.826" v="409" actId="1076"/>
          <ac:picMkLst>
            <pc:docMk/>
            <pc:sldMk cId="2103274842" sldId="389"/>
            <ac:picMk id="7" creationId="{0A23A2F4-C966-7445-B942-85A2DDDE4C6C}"/>
          </ac:picMkLst>
        </pc:picChg>
      </pc:sldChg>
      <pc:sldChg chg="modSp add mod">
        <pc:chgData name="Loc Huynh" userId="80c0383e323bd6ea" providerId="LiveId" clId="{FFC07FDF-56AE-4948-ACC0-E3255C161FA8}" dt="2023-09-12T00:35:33.554" v="43" actId="27636"/>
        <pc:sldMkLst>
          <pc:docMk/>
          <pc:sldMk cId="3109192718" sldId="390"/>
        </pc:sldMkLst>
        <pc:spChg chg="mod">
          <ac:chgData name="Loc Huynh" userId="80c0383e323bd6ea" providerId="LiveId" clId="{FFC07FDF-56AE-4948-ACC0-E3255C161FA8}" dt="2023-09-12T00:35:33.540" v="42" actId="27636"/>
          <ac:spMkLst>
            <pc:docMk/>
            <pc:sldMk cId="3109192718" sldId="390"/>
            <ac:spMk id="4" creationId="{7595F988-04FD-5F4C-8C1B-5AB618A20DB2}"/>
          </ac:spMkLst>
        </pc:spChg>
        <pc:spChg chg="mod">
          <ac:chgData name="Loc Huynh" userId="80c0383e323bd6ea" providerId="LiveId" clId="{FFC07FDF-56AE-4948-ACC0-E3255C161FA8}" dt="2023-09-12T00:35:33.554" v="43" actId="27636"/>
          <ac:spMkLst>
            <pc:docMk/>
            <pc:sldMk cId="3109192718" sldId="390"/>
            <ac:spMk id="8" creationId="{08F2A54B-9133-D245-A36E-E96810974059}"/>
          </ac:spMkLst>
        </pc:spChg>
      </pc:sldChg>
      <pc:sldChg chg="modSp mod">
        <pc:chgData name="Loc Huynh" userId="80c0383e323bd6ea" providerId="LiveId" clId="{FFC07FDF-56AE-4948-ACC0-E3255C161FA8}" dt="2023-09-12T00:47:49.417" v="288" actId="14100"/>
        <pc:sldMkLst>
          <pc:docMk/>
          <pc:sldMk cId="4095758079" sldId="393"/>
        </pc:sldMkLst>
        <pc:spChg chg="mod">
          <ac:chgData name="Loc Huynh" userId="80c0383e323bd6ea" providerId="LiveId" clId="{FFC07FDF-56AE-4948-ACC0-E3255C161FA8}" dt="2023-09-12T00:35:04.507" v="34" actId="20577"/>
          <ac:spMkLst>
            <pc:docMk/>
            <pc:sldMk cId="4095758079" sldId="393"/>
            <ac:spMk id="2" creationId="{00000000-0000-0000-0000-000000000000}"/>
          </ac:spMkLst>
        </pc:spChg>
        <pc:spChg chg="mod">
          <ac:chgData name="Loc Huynh" userId="80c0383e323bd6ea" providerId="LiveId" clId="{FFC07FDF-56AE-4948-ACC0-E3255C161FA8}" dt="2023-09-12T00:47:49.417" v="288" actId="14100"/>
          <ac:spMkLst>
            <pc:docMk/>
            <pc:sldMk cId="4095758079" sldId="393"/>
            <ac:spMk id="6" creationId="{4FEBBFF9-93B0-4C1B-3209-2310D7A4D2B5}"/>
          </ac:spMkLst>
        </pc:spChg>
      </pc:sldChg>
      <pc:sldChg chg="modSp add mod">
        <pc:chgData name="Loc Huynh" userId="80c0383e323bd6ea" providerId="LiveId" clId="{FFC07FDF-56AE-4948-ACC0-E3255C161FA8}" dt="2023-09-12T00:35:34.581" v="68" actId="27636"/>
        <pc:sldMkLst>
          <pc:docMk/>
          <pc:sldMk cId="2252125456" sldId="417"/>
        </pc:sldMkLst>
        <pc:spChg chg="mod">
          <ac:chgData name="Loc Huynh" userId="80c0383e323bd6ea" providerId="LiveId" clId="{FFC07FDF-56AE-4948-ACC0-E3255C161FA8}" dt="2023-09-12T00:35:34.581" v="68" actId="27636"/>
          <ac:spMkLst>
            <pc:docMk/>
            <pc:sldMk cId="2252125456" sldId="417"/>
            <ac:spMk id="2" creationId="{DF2229FD-A740-5748-AFB0-392AC29E07F4}"/>
          </ac:spMkLst>
        </pc:spChg>
      </pc:sldChg>
      <pc:sldChg chg="modSp add mod">
        <pc:chgData name="Loc Huynh" userId="80c0383e323bd6ea" providerId="LiveId" clId="{FFC07FDF-56AE-4948-ACC0-E3255C161FA8}" dt="2023-09-12T00:35:34.618" v="69" actId="27636"/>
        <pc:sldMkLst>
          <pc:docMk/>
          <pc:sldMk cId="4156242330" sldId="418"/>
        </pc:sldMkLst>
        <pc:spChg chg="mod">
          <ac:chgData name="Loc Huynh" userId="80c0383e323bd6ea" providerId="LiveId" clId="{FFC07FDF-56AE-4948-ACC0-E3255C161FA8}" dt="2023-09-12T00:35:34.618" v="69" actId="27636"/>
          <ac:spMkLst>
            <pc:docMk/>
            <pc:sldMk cId="4156242330" sldId="418"/>
            <ac:spMk id="2" creationId="{DF2229FD-A740-5748-AFB0-392AC29E07F4}"/>
          </ac:spMkLst>
        </pc:spChg>
      </pc:sldChg>
      <pc:sldChg chg="modSp add mod">
        <pc:chgData name="Loc Huynh" userId="80c0383e323bd6ea" providerId="LiveId" clId="{FFC07FDF-56AE-4948-ACC0-E3255C161FA8}" dt="2023-09-12T00:35:34.642" v="70" actId="27636"/>
        <pc:sldMkLst>
          <pc:docMk/>
          <pc:sldMk cId="3461866014" sldId="419"/>
        </pc:sldMkLst>
        <pc:spChg chg="mod">
          <ac:chgData name="Loc Huynh" userId="80c0383e323bd6ea" providerId="LiveId" clId="{FFC07FDF-56AE-4948-ACC0-E3255C161FA8}" dt="2023-09-12T00:35:34.642" v="70" actId="27636"/>
          <ac:spMkLst>
            <pc:docMk/>
            <pc:sldMk cId="3461866014" sldId="419"/>
            <ac:spMk id="2" creationId="{DF2229FD-A740-5748-AFB0-392AC29E07F4}"/>
          </ac:spMkLst>
        </pc:spChg>
      </pc:sldChg>
      <pc:sldChg chg="modSp add mod">
        <pc:chgData name="Loc Huynh" userId="80c0383e323bd6ea" providerId="LiveId" clId="{FFC07FDF-56AE-4948-ACC0-E3255C161FA8}" dt="2023-09-12T00:35:34.674" v="71" actId="27636"/>
        <pc:sldMkLst>
          <pc:docMk/>
          <pc:sldMk cId="752068417" sldId="420"/>
        </pc:sldMkLst>
        <pc:spChg chg="mod">
          <ac:chgData name="Loc Huynh" userId="80c0383e323bd6ea" providerId="LiveId" clId="{FFC07FDF-56AE-4948-ACC0-E3255C161FA8}" dt="2023-09-12T00:35:34.674" v="71" actId="27636"/>
          <ac:spMkLst>
            <pc:docMk/>
            <pc:sldMk cId="752068417" sldId="420"/>
            <ac:spMk id="2" creationId="{DF2229FD-A740-5748-AFB0-392AC29E07F4}"/>
          </ac:spMkLst>
        </pc:spChg>
      </pc:sldChg>
      <pc:sldChg chg="modSp add mod">
        <pc:chgData name="Loc Huynh" userId="80c0383e323bd6ea" providerId="LiveId" clId="{FFC07FDF-56AE-4948-ACC0-E3255C161FA8}" dt="2023-09-12T00:35:34.707" v="72" actId="27636"/>
        <pc:sldMkLst>
          <pc:docMk/>
          <pc:sldMk cId="4002749354" sldId="421"/>
        </pc:sldMkLst>
        <pc:spChg chg="mod">
          <ac:chgData name="Loc Huynh" userId="80c0383e323bd6ea" providerId="LiveId" clId="{FFC07FDF-56AE-4948-ACC0-E3255C161FA8}" dt="2023-09-12T00:35:34.707" v="72" actId="27636"/>
          <ac:spMkLst>
            <pc:docMk/>
            <pc:sldMk cId="4002749354" sldId="421"/>
            <ac:spMk id="2" creationId="{DF2229FD-A740-5748-AFB0-392AC29E07F4}"/>
          </ac:spMkLst>
        </pc:spChg>
      </pc:sldChg>
      <pc:sldChg chg="modSp add mod">
        <pc:chgData name="Loc Huynh" userId="80c0383e323bd6ea" providerId="LiveId" clId="{FFC07FDF-56AE-4948-ACC0-E3255C161FA8}" dt="2023-09-12T00:35:34.776" v="73" actId="27636"/>
        <pc:sldMkLst>
          <pc:docMk/>
          <pc:sldMk cId="1018241307" sldId="422"/>
        </pc:sldMkLst>
        <pc:spChg chg="mod">
          <ac:chgData name="Loc Huynh" userId="80c0383e323bd6ea" providerId="LiveId" clId="{FFC07FDF-56AE-4948-ACC0-E3255C161FA8}" dt="2023-09-12T00:35:34.776" v="73" actId="27636"/>
          <ac:spMkLst>
            <pc:docMk/>
            <pc:sldMk cId="1018241307" sldId="422"/>
            <ac:spMk id="2" creationId="{DF2229FD-A740-5748-AFB0-392AC29E07F4}"/>
          </ac:spMkLst>
        </pc:spChg>
      </pc:sldChg>
      <pc:sldChg chg="modSp add mod">
        <pc:chgData name="Loc Huynh" userId="80c0383e323bd6ea" providerId="LiveId" clId="{FFC07FDF-56AE-4948-ACC0-E3255C161FA8}" dt="2023-09-12T00:35:34.901" v="75" actId="27636"/>
        <pc:sldMkLst>
          <pc:docMk/>
          <pc:sldMk cId="1060857223" sldId="423"/>
        </pc:sldMkLst>
        <pc:spChg chg="mod">
          <ac:chgData name="Loc Huynh" userId="80c0383e323bd6ea" providerId="LiveId" clId="{FFC07FDF-56AE-4948-ACC0-E3255C161FA8}" dt="2023-09-12T00:35:34.901" v="75" actId="27636"/>
          <ac:spMkLst>
            <pc:docMk/>
            <pc:sldMk cId="1060857223" sldId="423"/>
            <ac:spMk id="2" creationId="{80F262CC-7108-BA47-9DF4-6470E3B2A4D3}"/>
          </ac:spMkLst>
        </pc:spChg>
        <pc:spChg chg="mod">
          <ac:chgData name="Loc Huynh" userId="80c0383e323bd6ea" providerId="LiveId" clId="{FFC07FDF-56AE-4948-ACC0-E3255C161FA8}" dt="2023-09-12T00:35:34.899" v="74" actId="27636"/>
          <ac:spMkLst>
            <pc:docMk/>
            <pc:sldMk cId="1060857223" sldId="423"/>
            <ac:spMk id="3" creationId="{9AF62101-CCA0-D741-965E-52864A21749A}"/>
          </ac:spMkLst>
        </pc:spChg>
      </pc:sldChg>
      <pc:sldChg chg="modSp add mod">
        <pc:chgData name="Loc Huynh" userId="80c0383e323bd6ea" providerId="LiveId" clId="{FFC07FDF-56AE-4948-ACC0-E3255C161FA8}" dt="2023-09-12T00:35:34.930" v="76" actId="27636"/>
        <pc:sldMkLst>
          <pc:docMk/>
          <pc:sldMk cId="1639710476" sldId="424"/>
        </pc:sldMkLst>
        <pc:spChg chg="mod">
          <ac:chgData name="Loc Huynh" userId="80c0383e323bd6ea" providerId="LiveId" clId="{FFC07FDF-56AE-4948-ACC0-E3255C161FA8}" dt="2023-09-12T00:35:34.930" v="76" actId="27636"/>
          <ac:spMkLst>
            <pc:docMk/>
            <pc:sldMk cId="1639710476" sldId="424"/>
            <ac:spMk id="2" creationId="{80F262CC-7108-BA47-9DF4-6470E3B2A4D3}"/>
          </ac:spMkLst>
        </pc:spChg>
      </pc:sldChg>
      <pc:sldChg chg="modSp add mod">
        <pc:chgData name="Loc Huynh" userId="80c0383e323bd6ea" providerId="LiveId" clId="{FFC07FDF-56AE-4948-ACC0-E3255C161FA8}" dt="2023-09-12T00:35:35.057" v="78" actId="27636"/>
        <pc:sldMkLst>
          <pc:docMk/>
          <pc:sldMk cId="3333566873" sldId="425"/>
        </pc:sldMkLst>
        <pc:spChg chg="mod">
          <ac:chgData name="Loc Huynh" userId="80c0383e323bd6ea" providerId="LiveId" clId="{FFC07FDF-56AE-4948-ACC0-E3255C161FA8}" dt="2023-09-12T00:35:35.057" v="78" actId="27636"/>
          <ac:spMkLst>
            <pc:docMk/>
            <pc:sldMk cId="3333566873" sldId="425"/>
            <ac:spMk id="2" creationId="{80F262CC-7108-BA47-9DF4-6470E3B2A4D3}"/>
          </ac:spMkLst>
        </pc:spChg>
      </pc:sldChg>
      <pc:sldChg chg="modSp add mod">
        <pc:chgData name="Loc Huynh" userId="80c0383e323bd6ea" providerId="LiveId" clId="{FFC07FDF-56AE-4948-ACC0-E3255C161FA8}" dt="2023-09-12T00:35:34.961" v="77" actId="27636"/>
        <pc:sldMkLst>
          <pc:docMk/>
          <pc:sldMk cId="42986778" sldId="426"/>
        </pc:sldMkLst>
        <pc:spChg chg="mod">
          <ac:chgData name="Loc Huynh" userId="80c0383e323bd6ea" providerId="LiveId" clId="{FFC07FDF-56AE-4948-ACC0-E3255C161FA8}" dt="2023-09-12T00:35:34.961" v="77" actId="27636"/>
          <ac:spMkLst>
            <pc:docMk/>
            <pc:sldMk cId="42986778" sldId="426"/>
            <ac:spMk id="2" creationId="{80F262CC-7108-BA47-9DF4-6470E3B2A4D3}"/>
          </ac:spMkLst>
        </pc:spChg>
      </pc:sldChg>
      <pc:sldChg chg="modSp add mod">
        <pc:chgData name="Loc Huynh" userId="80c0383e323bd6ea" providerId="LiveId" clId="{FFC07FDF-56AE-4948-ACC0-E3255C161FA8}" dt="2023-09-12T00:35:35.104" v="79" actId="27636"/>
        <pc:sldMkLst>
          <pc:docMk/>
          <pc:sldMk cId="3400533864" sldId="427"/>
        </pc:sldMkLst>
        <pc:spChg chg="mod">
          <ac:chgData name="Loc Huynh" userId="80c0383e323bd6ea" providerId="LiveId" clId="{FFC07FDF-56AE-4948-ACC0-E3255C161FA8}" dt="2023-09-12T00:35:35.104" v="79" actId="27636"/>
          <ac:spMkLst>
            <pc:docMk/>
            <pc:sldMk cId="3400533864" sldId="427"/>
            <ac:spMk id="2" creationId="{899DFE1E-6383-B44C-B387-B63B6B1BC446}"/>
          </ac:spMkLst>
        </pc:spChg>
      </pc:sldChg>
      <pc:sldChg chg="modSp add mod">
        <pc:chgData name="Loc Huynh" userId="80c0383e323bd6ea" providerId="LiveId" clId="{FFC07FDF-56AE-4948-ACC0-E3255C161FA8}" dt="2023-09-12T00:35:35.149" v="80" actId="27636"/>
        <pc:sldMkLst>
          <pc:docMk/>
          <pc:sldMk cId="1376264870" sldId="428"/>
        </pc:sldMkLst>
        <pc:spChg chg="mod">
          <ac:chgData name="Loc Huynh" userId="80c0383e323bd6ea" providerId="LiveId" clId="{FFC07FDF-56AE-4948-ACC0-E3255C161FA8}" dt="2023-09-12T00:35:35.149" v="80" actId="27636"/>
          <ac:spMkLst>
            <pc:docMk/>
            <pc:sldMk cId="1376264870" sldId="428"/>
            <ac:spMk id="2" creationId="{899DFE1E-6383-B44C-B387-B63B6B1BC446}"/>
          </ac:spMkLst>
        </pc:spChg>
      </pc:sldChg>
      <pc:sldChg chg="modSp add mod">
        <pc:chgData name="Loc Huynh" userId="80c0383e323bd6ea" providerId="LiveId" clId="{FFC07FDF-56AE-4948-ACC0-E3255C161FA8}" dt="2023-09-12T00:35:35.540" v="87" actId="27636"/>
        <pc:sldMkLst>
          <pc:docMk/>
          <pc:sldMk cId="2750843972" sldId="429"/>
        </pc:sldMkLst>
        <pc:spChg chg="mod">
          <ac:chgData name="Loc Huynh" userId="80c0383e323bd6ea" providerId="LiveId" clId="{FFC07FDF-56AE-4948-ACC0-E3255C161FA8}" dt="2023-09-12T00:35:35.540" v="87" actId="27636"/>
          <ac:spMkLst>
            <pc:docMk/>
            <pc:sldMk cId="2750843972" sldId="429"/>
            <ac:spMk id="2" creationId="{67D965CF-1D55-5443-919B-AC77503498CA}"/>
          </ac:spMkLst>
        </pc:spChg>
      </pc:sldChg>
      <pc:sldChg chg="modSp add mod">
        <pc:chgData name="Loc Huynh" userId="80c0383e323bd6ea" providerId="LiveId" clId="{FFC07FDF-56AE-4948-ACC0-E3255C161FA8}" dt="2023-09-12T00:35:35.283" v="81" actId="27636"/>
        <pc:sldMkLst>
          <pc:docMk/>
          <pc:sldMk cId="892916379" sldId="430"/>
        </pc:sldMkLst>
        <pc:spChg chg="mod">
          <ac:chgData name="Loc Huynh" userId="80c0383e323bd6ea" providerId="LiveId" clId="{FFC07FDF-56AE-4948-ACC0-E3255C161FA8}" dt="2023-09-12T00:35:35.283" v="81" actId="27636"/>
          <ac:spMkLst>
            <pc:docMk/>
            <pc:sldMk cId="892916379" sldId="430"/>
            <ac:spMk id="3" creationId="{00000000-0000-0000-0000-000000000000}"/>
          </ac:spMkLst>
        </pc:spChg>
      </pc:sldChg>
      <pc:sldChg chg="modSp add mod">
        <pc:chgData name="Loc Huynh" userId="80c0383e323bd6ea" providerId="LiveId" clId="{FFC07FDF-56AE-4948-ACC0-E3255C161FA8}" dt="2023-09-12T00:35:35.407" v="83" actId="27636"/>
        <pc:sldMkLst>
          <pc:docMk/>
          <pc:sldMk cId="1943365552" sldId="433"/>
        </pc:sldMkLst>
        <pc:spChg chg="mod">
          <ac:chgData name="Loc Huynh" userId="80c0383e323bd6ea" providerId="LiveId" clId="{FFC07FDF-56AE-4948-ACC0-E3255C161FA8}" dt="2023-09-12T00:35:35.407" v="83" actId="27636"/>
          <ac:spMkLst>
            <pc:docMk/>
            <pc:sldMk cId="1943365552" sldId="433"/>
            <ac:spMk id="3" creationId="{00000000-0000-0000-0000-000000000000}"/>
          </ac:spMkLst>
        </pc:spChg>
      </pc:sldChg>
      <pc:sldChg chg="modSp add mod">
        <pc:chgData name="Loc Huynh" userId="80c0383e323bd6ea" providerId="LiveId" clId="{FFC07FDF-56AE-4948-ACC0-E3255C161FA8}" dt="2023-09-12T00:35:35.444" v="84" actId="27636"/>
        <pc:sldMkLst>
          <pc:docMk/>
          <pc:sldMk cId="1953601379" sldId="434"/>
        </pc:sldMkLst>
        <pc:spChg chg="mod">
          <ac:chgData name="Loc Huynh" userId="80c0383e323bd6ea" providerId="LiveId" clId="{FFC07FDF-56AE-4948-ACC0-E3255C161FA8}" dt="2023-09-12T00:35:35.444" v="84" actId="27636"/>
          <ac:spMkLst>
            <pc:docMk/>
            <pc:sldMk cId="1953601379" sldId="434"/>
            <ac:spMk id="3" creationId="{00000000-0000-0000-0000-000000000000}"/>
          </ac:spMkLst>
        </pc:spChg>
      </pc:sldChg>
      <pc:sldChg chg="modSp add mod">
        <pc:chgData name="Loc Huynh" userId="80c0383e323bd6ea" providerId="LiveId" clId="{FFC07FDF-56AE-4948-ACC0-E3255C161FA8}" dt="2023-09-12T00:35:35.474" v="85" actId="27636"/>
        <pc:sldMkLst>
          <pc:docMk/>
          <pc:sldMk cId="41131106" sldId="436"/>
        </pc:sldMkLst>
        <pc:spChg chg="mod">
          <ac:chgData name="Loc Huynh" userId="80c0383e323bd6ea" providerId="LiveId" clId="{FFC07FDF-56AE-4948-ACC0-E3255C161FA8}" dt="2023-09-12T00:35:35.474" v="85" actId="27636"/>
          <ac:spMkLst>
            <pc:docMk/>
            <pc:sldMk cId="41131106" sldId="436"/>
            <ac:spMk id="3" creationId="{00000000-0000-0000-0000-000000000000}"/>
          </ac:spMkLst>
        </pc:spChg>
      </pc:sldChg>
      <pc:sldChg chg="modSp add mod">
        <pc:chgData name="Loc Huynh" userId="80c0383e323bd6ea" providerId="LiveId" clId="{FFC07FDF-56AE-4948-ACC0-E3255C161FA8}" dt="2023-09-12T00:35:35.371" v="82" actId="27636"/>
        <pc:sldMkLst>
          <pc:docMk/>
          <pc:sldMk cId="3186563993" sldId="439"/>
        </pc:sldMkLst>
        <pc:spChg chg="mod">
          <ac:chgData name="Loc Huynh" userId="80c0383e323bd6ea" providerId="LiveId" clId="{FFC07FDF-56AE-4948-ACC0-E3255C161FA8}" dt="2023-09-12T00:35:35.371" v="82" actId="27636"/>
          <ac:spMkLst>
            <pc:docMk/>
            <pc:sldMk cId="3186563993" sldId="439"/>
            <ac:spMk id="3" creationId="{00000000-0000-0000-0000-000000000000}"/>
          </ac:spMkLst>
        </pc:spChg>
      </pc:sldChg>
      <pc:sldChg chg="modSp add mod">
        <pc:chgData name="Loc Huynh" userId="80c0383e323bd6ea" providerId="LiveId" clId="{FFC07FDF-56AE-4948-ACC0-E3255C161FA8}" dt="2023-09-12T00:35:35.504" v="86" actId="27636"/>
        <pc:sldMkLst>
          <pc:docMk/>
          <pc:sldMk cId="4080267677" sldId="440"/>
        </pc:sldMkLst>
        <pc:spChg chg="mod">
          <ac:chgData name="Loc Huynh" userId="80c0383e323bd6ea" providerId="LiveId" clId="{FFC07FDF-56AE-4948-ACC0-E3255C161FA8}" dt="2023-09-12T00:35:35.504" v="86" actId="27636"/>
          <ac:spMkLst>
            <pc:docMk/>
            <pc:sldMk cId="4080267677" sldId="440"/>
            <ac:spMk id="3" creationId="{00000000-0000-0000-0000-000000000000}"/>
          </ac:spMkLst>
        </pc:spChg>
      </pc:sldChg>
      <pc:sldChg chg="modSp add mod">
        <pc:chgData name="Loc Huynh" userId="80c0383e323bd6ea" providerId="LiveId" clId="{FFC07FDF-56AE-4948-ACC0-E3255C161FA8}" dt="2023-09-12T00:35:36.206" v="105" actId="27636"/>
        <pc:sldMkLst>
          <pc:docMk/>
          <pc:sldMk cId="2359405987" sldId="442"/>
        </pc:sldMkLst>
        <pc:spChg chg="mod">
          <ac:chgData name="Loc Huynh" userId="80c0383e323bd6ea" providerId="LiveId" clId="{FFC07FDF-56AE-4948-ACC0-E3255C161FA8}" dt="2023-09-12T00:35:36.206" v="105" actId="27636"/>
          <ac:spMkLst>
            <pc:docMk/>
            <pc:sldMk cId="2359405987" sldId="442"/>
            <ac:spMk id="3" creationId="{00000000-0000-0000-0000-000000000000}"/>
          </ac:spMkLst>
        </pc:spChg>
      </pc:sldChg>
      <pc:sldChg chg="modSp add mod">
        <pc:chgData name="Loc Huynh" userId="80c0383e323bd6ea" providerId="LiveId" clId="{FFC07FDF-56AE-4948-ACC0-E3255C161FA8}" dt="2023-09-12T00:35:36.250" v="106" actId="27636"/>
        <pc:sldMkLst>
          <pc:docMk/>
          <pc:sldMk cId="2035529738" sldId="443"/>
        </pc:sldMkLst>
        <pc:spChg chg="mod">
          <ac:chgData name="Loc Huynh" userId="80c0383e323bd6ea" providerId="LiveId" clId="{FFC07FDF-56AE-4948-ACC0-E3255C161FA8}" dt="2023-09-12T00:35:36.250" v="106" actId="27636"/>
          <ac:spMkLst>
            <pc:docMk/>
            <pc:sldMk cId="2035529738" sldId="443"/>
            <ac:spMk id="3" creationId="{00000000-0000-0000-0000-000000000000}"/>
          </ac:spMkLst>
        </pc:spChg>
      </pc:sldChg>
      <pc:sldChg chg="modSp add mod">
        <pc:chgData name="Loc Huynh" userId="80c0383e323bd6ea" providerId="LiveId" clId="{FFC07FDF-56AE-4948-ACC0-E3255C161FA8}" dt="2023-09-12T00:35:33.416" v="41" actId="27636"/>
        <pc:sldMkLst>
          <pc:docMk/>
          <pc:sldMk cId="4105547035" sldId="448"/>
        </pc:sldMkLst>
        <pc:spChg chg="mod">
          <ac:chgData name="Loc Huynh" userId="80c0383e323bd6ea" providerId="LiveId" clId="{FFC07FDF-56AE-4948-ACC0-E3255C161FA8}" dt="2023-09-12T00:35:33.416" v="41" actId="27636"/>
          <ac:spMkLst>
            <pc:docMk/>
            <pc:sldMk cId="4105547035" sldId="448"/>
            <ac:spMk id="2" creationId="{5EE83C73-B468-9547-9EDA-C0F5E10AC545}"/>
          </ac:spMkLst>
        </pc:spChg>
      </pc:sldChg>
      <pc:sldChg chg="modSp add mod">
        <pc:chgData name="Loc Huynh" userId="80c0383e323bd6ea" providerId="LiveId" clId="{FFC07FDF-56AE-4948-ACC0-E3255C161FA8}" dt="2023-09-12T00:35:33.608" v="44" actId="27636"/>
        <pc:sldMkLst>
          <pc:docMk/>
          <pc:sldMk cId="358272439" sldId="449"/>
        </pc:sldMkLst>
        <pc:spChg chg="mod">
          <ac:chgData name="Loc Huynh" userId="80c0383e323bd6ea" providerId="LiveId" clId="{FFC07FDF-56AE-4948-ACC0-E3255C161FA8}" dt="2023-09-12T00:35:33.608" v="44" actId="27636"/>
          <ac:spMkLst>
            <pc:docMk/>
            <pc:sldMk cId="358272439" sldId="449"/>
            <ac:spMk id="2" creationId="{307E12B0-30AF-E944-9837-C92AEF49A357}"/>
          </ac:spMkLst>
        </pc:spChg>
      </pc:sldChg>
      <pc:sldChg chg="modSp add mod">
        <pc:chgData name="Loc Huynh" userId="80c0383e323bd6ea" providerId="LiveId" clId="{FFC07FDF-56AE-4948-ACC0-E3255C161FA8}" dt="2023-09-12T00:35:33.641" v="45" actId="27636"/>
        <pc:sldMkLst>
          <pc:docMk/>
          <pc:sldMk cId="3450026280" sldId="450"/>
        </pc:sldMkLst>
        <pc:spChg chg="mod">
          <ac:chgData name="Loc Huynh" userId="80c0383e323bd6ea" providerId="LiveId" clId="{FFC07FDF-56AE-4948-ACC0-E3255C161FA8}" dt="2023-09-12T00:35:33.641" v="45" actId="27636"/>
          <ac:spMkLst>
            <pc:docMk/>
            <pc:sldMk cId="3450026280" sldId="450"/>
            <ac:spMk id="2" creationId="{307E12B0-30AF-E944-9837-C92AEF49A357}"/>
          </ac:spMkLst>
        </pc:spChg>
      </pc:sldChg>
      <pc:sldChg chg="modSp add mod">
        <pc:chgData name="Loc Huynh" userId="80c0383e323bd6ea" providerId="LiveId" clId="{FFC07FDF-56AE-4948-ACC0-E3255C161FA8}" dt="2023-09-12T00:35:33.694" v="47" actId="27636"/>
        <pc:sldMkLst>
          <pc:docMk/>
          <pc:sldMk cId="2343509165" sldId="451"/>
        </pc:sldMkLst>
        <pc:spChg chg="mod">
          <ac:chgData name="Loc Huynh" userId="80c0383e323bd6ea" providerId="LiveId" clId="{FFC07FDF-56AE-4948-ACC0-E3255C161FA8}" dt="2023-09-12T00:35:33.694" v="47" actId="27636"/>
          <ac:spMkLst>
            <pc:docMk/>
            <pc:sldMk cId="2343509165" sldId="451"/>
            <ac:spMk id="2" creationId="{77B9269B-79C8-1341-B6DB-813F3CC2A24B}"/>
          </ac:spMkLst>
        </pc:spChg>
        <pc:spChg chg="mod">
          <ac:chgData name="Loc Huynh" userId="80c0383e323bd6ea" providerId="LiveId" clId="{FFC07FDF-56AE-4948-ACC0-E3255C161FA8}" dt="2023-09-12T00:35:33.691" v="46" actId="27636"/>
          <ac:spMkLst>
            <pc:docMk/>
            <pc:sldMk cId="2343509165" sldId="451"/>
            <ac:spMk id="3" creationId="{2367EAE8-B0EA-5F48-8E8B-1FAEEDF05579}"/>
          </ac:spMkLst>
        </pc:spChg>
      </pc:sldChg>
      <pc:sldChg chg="modSp add mod">
        <pc:chgData name="Loc Huynh" userId="80c0383e323bd6ea" providerId="LiveId" clId="{FFC07FDF-56AE-4948-ACC0-E3255C161FA8}" dt="2023-09-12T00:35:33.722" v="48" actId="27636"/>
        <pc:sldMkLst>
          <pc:docMk/>
          <pc:sldMk cId="547251480" sldId="452"/>
        </pc:sldMkLst>
        <pc:spChg chg="mod">
          <ac:chgData name="Loc Huynh" userId="80c0383e323bd6ea" providerId="LiveId" clId="{FFC07FDF-56AE-4948-ACC0-E3255C161FA8}" dt="2023-09-12T00:35:33.722" v="48" actId="27636"/>
          <ac:spMkLst>
            <pc:docMk/>
            <pc:sldMk cId="547251480" sldId="452"/>
            <ac:spMk id="2" creationId="{B3C24E39-D109-1542-820A-B8D614A212A9}"/>
          </ac:spMkLst>
        </pc:spChg>
      </pc:sldChg>
      <pc:sldChg chg="modSp add mod">
        <pc:chgData name="Loc Huynh" userId="80c0383e323bd6ea" providerId="LiveId" clId="{FFC07FDF-56AE-4948-ACC0-E3255C161FA8}" dt="2023-09-12T00:35:33.766" v="50" actId="27636"/>
        <pc:sldMkLst>
          <pc:docMk/>
          <pc:sldMk cId="973002323" sldId="453"/>
        </pc:sldMkLst>
        <pc:spChg chg="mod">
          <ac:chgData name="Loc Huynh" userId="80c0383e323bd6ea" providerId="LiveId" clId="{FFC07FDF-56AE-4948-ACC0-E3255C161FA8}" dt="2023-09-12T00:35:33.751" v="49" actId="27636"/>
          <ac:spMkLst>
            <pc:docMk/>
            <pc:sldMk cId="973002323" sldId="453"/>
            <ac:spMk id="2" creationId="{B3C24E39-D109-1542-820A-B8D614A212A9}"/>
          </ac:spMkLst>
        </pc:spChg>
        <pc:spChg chg="mod">
          <ac:chgData name="Loc Huynh" userId="80c0383e323bd6ea" providerId="LiveId" clId="{FFC07FDF-56AE-4948-ACC0-E3255C161FA8}" dt="2023-09-12T00:35:33.766" v="50" actId="27636"/>
          <ac:spMkLst>
            <pc:docMk/>
            <pc:sldMk cId="973002323" sldId="453"/>
            <ac:spMk id="3" creationId="{176A9FE1-2294-4F44-B43C-EB2898277BF1}"/>
          </ac:spMkLst>
        </pc:spChg>
      </pc:sldChg>
      <pc:sldChg chg="add">
        <pc:chgData name="Loc Huynh" userId="80c0383e323bd6ea" providerId="LiveId" clId="{FFC07FDF-56AE-4948-ACC0-E3255C161FA8}" dt="2023-09-12T00:35:31.138" v="35"/>
        <pc:sldMkLst>
          <pc:docMk/>
          <pc:sldMk cId="2104086031" sldId="454"/>
        </pc:sldMkLst>
      </pc:sldChg>
      <pc:sldChg chg="modSp add mod">
        <pc:chgData name="Loc Huynh" userId="80c0383e323bd6ea" providerId="LiveId" clId="{FFC07FDF-56AE-4948-ACC0-E3255C161FA8}" dt="2023-09-12T00:35:33.796" v="51" actId="27636"/>
        <pc:sldMkLst>
          <pc:docMk/>
          <pc:sldMk cId="2538116365" sldId="455"/>
        </pc:sldMkLst>
        <pc:spChg chg="mod">
          <ac:chgData name="Loc Huynh" userId="80c0383e323bd6ea" providerId="LiveId" clId="{FFC07FDF-56AE-4948-ACC0-E3255C161FA8}" dt="2023-09-12T00:35:33.796" v="51" actId="27636"/>
          <ac:spMkLst>
            <pc:docMk/>
            <pc:sldMk cId="2538116365" sldId="455"/>
            <ac:spMk id="2" creationId="{3DD2764E-2400-8D4C-98E1-8E8465AF8CBD}"/>
          </ac:spMkLst>
        </pc:spChg>
      </pc:sldChg>
      <pc:sldChg chg="modSp add mod">
        <pc:chgData name="Loc Huynh" userId="80c0383e323bd6ea" providerId="LiveId" clId="{FFC07FDF-56AE-4948-ACC0-E3255C161FA8}" dt="2023-09-12T00:35:33.826" v="52" actId="27636"/>
        <pc:sldMkLst>
          <pc:docMk/>
          <pc:sldMk cId="336719145" sldId="456"/>
        </pc:sldMkLst>
        <pc:spChg chg="mod">
          <ac:chgData name="Loc Huynh" userId="80c0383e323bd6ea" providerId="LiveId" clId="{FFC07FDF-56AE-4948-ACC0-E3255C161FA8}" dt="2023-09-12T00:35:33.826" v="52" actId="27636"/>
          <ac:spMkLst>
            <pc:docMk/>
            <pc:sldMk cId="336719145" sldId="456"/>
            <ac:spMk id="2" creationId="{703D850F-9603-3946-BD26-6A6AA1D03F2B}"/>
          </ac:spMkLst>
        </pc:spChg>
      </pc:sldChg>
      <pc:sldChg chg="modSp add mod">
        <pc:chgData name="Loc Huynh" userId="80c0383e323bd6ea" providerId="LiveId" clId="{FFC07FDF-56AE-4948-ACC0-E3255C161FA8}" dt="2023-09-12T00:35:33.966" v="54" actId="27636"/>
        <pc:sldMkLst>
          <pc:docMk/>
          <pc:sldMk cId="844610759" sldId="457"/>
        </pc:sldMkLst>
        <pc:spChg chg="mod">
          <ac:chgData name="Loc Huynh" userId="80c0383e323bd6ea" providerId="LiveId" clId="{FFC07FDF-56AE-4948-ACC0-E3255C161FA8}" dt="2023-09-12T00:35:33.907" v="53" actId="27636"/>
          <ac:spMkLst>
            <pc:docMk/>
            <pc:sldMk cId="844610759" sldId="457"/>
            <ac:spMk id="2" creationId="{703D850F-9603-3946-BD26-6A6AA1D03F2B}"/>
          </ac:spMkLst>
        </pc:spChg>
        <pc:spChg chg="mod">
          <ac:chgData name="Loc Huynh" userId="80c0383e323bd6ea" providerId="LiveId" clId="{FFC07FDF-56AE-4948-ACC0-E3255C161FA8}" dt="2023-09-12T00:35:33.966" v="54" actId="27636"/>
          <ac:spMkLst>
            <pc:docMk/>
            <pc:sldMk cId="844610759" sldId="457"/>
            <ac:spMk id="3" creationId="{7B0A1E63-139D-6A40-9ED6-A4927BB7C207}"/>
          </ac:spMkLst>
        </pc:spChg>
      </pc:sldChg>
      <pc:sldChg chg="modSp add mod">
        <pc:chgData name="Loc Huynh" userId="80c0383e323bd6ea" providerId="LiveId" clId="{FFC07FDF-56AE-4948-ACC0-E3255C161FA8}" dt="2023-09-12T00:35:34.055" v="56" actId="27636"/>
        <pc:sldMkLst>
          <pc:docMk/>
          <pc:sldMk cId="1501404333" sldId="458"/>
        </pc:sldMkLst>
        <pc:spChg chg="mod">
          <ac:chgData name="Loc Huynh" userId="80c0383e323bd6ea" providerId="LiveId" clId="{FFC07FDF-56AE-4948-ACC0-E3255C161FA8}" dt="2023-09-12T00:35:34.055" v="56" actId="27636"/>
          <ac:spMkLst>
            <pc:docMk/>
            <pc:sldMk cId="1501404333" sldId="458"/>
            <ac:spMk id="4" creationId="{D1264F53-9C65-6748-AB3B-94A97F7D4778}"/>
          </ac:spMkLst>
        </pc:spChg>
        <pc:spChg chg="mod">
          <ac:chgData name="Loc Huynh" userId="80c0383e323bd6ea" providerId="LiveId" clId="{FFC07FDF-56AE-4948-ACC0-E3255C161FA8}" dt="2023-09-12T00:35:34.052" v="55" actId="27636"/>
          <ac:spMkLst>
            <pc:docMk/>
            <pc:sldMk cId="1501404333" sldId="458"/>
            <ac:spMk id="8" creationId="{E3DF5B96-99A2-FB47-81C4-3107811DF7AE}"/>
          </ac:spMkLst>
        </pc:spChg>
      </pc:sldChg>
      <pc:sldChg chg="modSp add mod">
        <pc:chgData name="Loc Huynh" userId="80c0383e323bd6ea" providerId="LiveId" clId="{FFC07FDF-56AE-4948-ACC0-E3255C161FA8}" dt="2023-09-12T00:35:34.091" v="57" actId="27636"/>
        <pc:sldMkLst>
          <pc:docMk/>
          <pc:sldMk cId="760621709" sldId="459"/>
        </pc:sldMkLst>
        <pc:spChg chg="mod">
          <ac:chgData name="Loc Huynh" userId="80c0383e323bd6ea" providerId="LiveId" clId="{FFC07FDF-56AE-4948-ACC0-E3255C161FA8}" dt="2023-09-12T00:35:34.091" v="57" actId="27636"/>
          <ac:spMkLst>
            <pc:docMk/>
            <pc:sldMk cId="760621709" sldId="459"/>
            <ac:spMk id="2" creationId="{A084E511-2F0A-2E4E-93F8-16231F34AE9E}"/>
          </ac:spMkLst>
        </pc:spChg>
      </pc:sldChg>
      <pc:sldChg chg="modSp add mod">
        <pc:chgData name="Loc Huynh" userId="80c0383e323bd6ea" providerId="LiveId" clId="{FFC07FDF-56AE-4948-ACC0-E3255C161FA8}" dt="2023-09-12T00:35:34.129" v="58" actId="27636"/>
        <pc:sldMkLst>
          <pc:docMk/>
          <pc:sldMk cId="547033570" sldId="460"/>
        </pc:sldMkLst>
        <pc:spChg chg="mod">
          <ac:chgData name="Loc Huynh" userId="80c0383e323bd6ea" providerId="LiveId" clId="{FFC07FDF-56AE-4948-ACC0-E3255C161FA8}" dt="2023-09-12T00:35:34.129" v="58" actId="27636"/>
          <ac:spMkLst>
            <pc:docMk/>
            <pc:sldMk cId="547033570" sldId="460"/>
            <ac:spMk id="2" creationId="{A084E511-2F0A-2E4E-93F8-16231F34AE9E}"/>
          </ac:spMkLst>
        </pc:spChg>
      </pc:sldChg>
      <pc:sldChg chg="modSp add mod">
        <pc:chgData name="Loc Huynh" userId="80c0383e323bd6ea" providerId="LiveId" clId="{FFC07FDF-56AE-4948-ACC0-E3255C161FA8}" dt="2023-09-12T00:35:34.157" v="59" actId="27636"/>
        <pc:sldMkLst>
          <pc:docMk/>
          <pc:sldMk cId="2304379650" sldId="461"/>
        </pc:sldMkLst>
        <pc:spChg chg="mod">
          <ac:chgData name="Loc Huynh" userId="80c0383e323bd6ea" providerId="LiveId" clId="{FFC07FDF-56AE-4948-ACC0-E3255C161FA8}" dt="2023-09-12T00:35:34.157" v="59" actId="27636"/>
          <ac:spMkLst>
            <pc:docMk/>
            <pc:sldMk cId="2304379650" sldId="461"/>
            <ac:spMk id="2" creationId="{A084E511-2F0A-2E4E-93F8-16231F34AE9E}"/>
          </ac:spMkLst>
        </pc:spChg>
      </pc:sldChg>
      <pc:sldChg chg="modSp add mod">
        <pc:chgData name="Loc Huynh" userId="80c0383e323bd6ea" providerId="LiveId" clId="{FFC07FDF-56AE-4948-ACC0-E3255C161FA8}" dt="2023-09-12T00:35:34.240" v="60" actId="27636"/>
        <pc:sldMkLst>
          <pc:docMk/>
          <pc:sldMk cId="1909827065" sldId="462"/>
        </pc:sldMkLst>
        <pc:spChg chg="mod">
          <ac:chgData name="Loc Huynh" userId="80c0383e323bd6ea" providerId="LiveId" clId="{FFC07FDF-56AE-4948-ACC0-E3255C161FA8}" dt="2023-09-12T00:35:34.240" v="60" actId="27636"/>
          <ac:spMkLst>
            <pc:docMk/>
            <pc:sldMk cId="1909827065" sldId="462"/>
            <ac:spMk id="2" creationId="{A084E511-2F0A-2E4E-93F8-16231F34AE9E}"/>
          </ac:spMkLst>
        </pc:spChg>
      </pc:sldChg>
      <pc:sldChg chg="modSp add mod">
        <pc:chgData name="Loc Huynh" userId="80c0383e323bd6ea" providerId="LiveId" clId="{FFC07FDF-56AE-4948-ACC0-E3255C161FA8}" dt="2023-09-12T00:35:34.292" v="61" actId="27636"/>
        <pc:sldMkLst>
          <pc:docMk/>
          <pc:sldMk cId="1184405224" sldId="463"/>
        </pc:sldMkLst>
        <pc:spChg chg="mod">
          <ac:chgData name="Loc Huynh" userId="80c0383e323bd6ea" providerId="LiveId" clId="{FFC07FDF-56AE-4948-ACC0-E3255C161FA8}" dt="2023-09-12T00:35:34.292" v="61" actId="27636"/>
          <ac:spMkLst>
            <pc:docMk/>
            <pc:sldMk cId="1184405224" sldId="463"/>
            <ac:spMk id="2" creationId="{A084E511-2F0A-2E4E-93F8-16231F34AE9E}"/>
          </ac:spMkLst>
        </pc:spChg>
      </pc:sldChg>
      <pc:sldChg chg="modSp add mod">
        <pc:chgData name="Loc Huynh" userId="80c0383e323bd6ea" providerId="LiveId" clId="{FFC07FDF-56AE-4948-ACC0-E3255C161FA8}" dt="2023-09-12T00:35:34.332" v="62" actId="27636"/>
        <pc:sldMkLst>
          <pc:docMk/>
          <pc:sldMk cId="3184868754" sldId="464"/>
        </pc:sldMkLst>
        <pc:spChg chg="mod">
          <ac:chgData name="Loc Huynh" userId="80c0383e323bd6ea" providerId="LiveId" clId="{FFC07FDF-56AE-4948-ACC0-E3255C161FA8}" dt="2023-09-12T00:35:34.332" v="62" actId="27636"/>
          <ac:spMkLst>
            <pc:docMk/>
            <pc:sldMk cId="3184868754" sldId="464"/>
            <ac:spMk id="2" creationId="{A084E511-2F0A-2E4E-93F8-16231F34AE9E}"/>
          </ac:spMkLst>
        </pc:spChg>
      </pc:sldChg>
      <pc:sldChg chg="modSp add mod">
        <pc:chgData name="Loc Huynh" userId="80c0383e323bd6ea" providerId="LiveId" clId="{FFC07FDF-56AE-4948-ACC0-E3255C161FA8}" dt="2023-09-12T00:35:34.343" v="63" actId="27636"/>
        <pc:sldMkLst>
          <pc:docMk/>
          <pc:sldMk cId="1313697068" sldId="465"/>
        </pc:sldMkLst>
        <pc:spChg chg="mod">
          <ac:chgData name="Loc Huynh" userId="80c0383e323bd6ea" providerId="LiveId" clId="{FFC07FDF-56AE-4948-ACC0-E3255C161FA8}" dt="2023-09-12T00:35:34.343" v="63" actId="27636"/>
          <ac:spMkLst>
            <pc:docMk/>
            <pc:sldMk cId="1313697068" sldId="465"/>
            <ac:spMk id="2" creationId="{A084E511-2F0A-2E4E-93F8-16231F34AE9E}"/>
          </ac:spMkLst>
        </pc:spChg>
      </pc:sldChg>
      <pc:sldChg chg="modSp add mod">
        <pc:chgData name="Loc Huynh" userId="80c0383e323bd6ea" providerId="LiveId" clId="{FFC07FDF-56AE-4948-ACC0-E3255C161FA8}" dt="2023-09-12T00:35:34.394" v="64" actId="27636"/>
        <pc:sldMkLst>
          <pc:docMk/>
          <pc:sldMk cId="1200658594" sldId="466"/>
        </pc:sldMkLst>
        <pc:spChg chg="mod">
          <ac:chgData name="Loc Huynh" userId="80c0383e323bd6ea" providerId="LiveId" clId="{FFC07FDF-56AE-4948-ACC0-E3255C161FA8}" dt="2023-09-12T00:35:34.394" v="64" actId="27636"/>
          <ac:spMkLst>
            <pc:docMk/>
            <pc:sldMk cId="1200658594" sldId="466"/>
            <ac:spMk id="2" creationId="{A084E511-2F0A-2E4E-93F8-16231F34AE9E}"/>
          </ac:spMkLst>
        </pc:spChg>
      </pc:sldChg>
      <pc:sldChg chg="modSp add mod">
        <pc:chgData name="Loc Huynh" userId="80c0383e323bd6ea" providerId="LiveId" clId="{FFC07FDF-56AE-4948-ACC0-E3255C161FA8}" dt="2023-09-12T00:35:34.430" v="65" actId="27636"/>
        <pc:sldMkLst>
          <pc:docMk/>
          <pc:sldMk cId="344793592" sldId="467"/>
        </pc:sldMkLst>
        <pc:spChg chg="mod">
          <ac:chgData name="Loc Huynh" userId="80c0383e323bd6ea" providerId="LiveId" clId="{FFC07FDF-56AE-4948-ACC0-E3255C161FA8}" dt="2023-09-12T00:35:34.430" v="65" actId="27636"/>
          <ac:spMkLst>
            <pc:docMk/>
            <pc:sldMk cId="344793592" sldId="467"/>
            <ac:spMk id="2" creationId="{A084E511-2F0A-2E4E-93F8-16231F34AE9E}"/>
          </ac:spMkLst>
        </pc:spChg>
      </pc:sldChg>
      <pc:sldChg chg="modSp add mod">
        <pc:chgData name="Loc Huynh" userId="80c0383e323bd6ea" providerId="LiveId" clId="{FFC07FDF-56AE-4948-ACC0-E3255C161FA8}" dt="2023-09-12T00:35:34.508" v="66" actId="27636"/>
        <pc:sldMkLst>
          <pc:docMk/>
          <pc:sldMk cId="3122522420" sldId="468"/>
        </pc:sldMkLst>
        <pc:spChg chg="mod">
          <ac:chgData name="Loc Huynh" userId="80c0383e323bd6ea" providerId="LiveId" clId="{FFC07FDF-56AE-4948-ACC0-E3255C161FA8}" dt="2023-09-12T00:35:34.508" v="66" actId="27636"/>
          <ac:spMkLst>
            <pc:docMk/>
            <pc:sldMk cId="3122522420" sldId="468"/>
            <ac:spMk id="2" creationId="{A084E511-2F0A-2E4E-93F8-16231F34AE9E}"/>
          </ac:spMkLst>
        </pc:spChg>
      </pc:sldChg>
      <pc:sldChg chg="modSp add mod">
        <pc:chgData name="Loc Huynh" userId="80c0383e323bd6ea" providerId="LiveId" clId="{FFC07FDF-56AE-4948-ACC0-E3255C161FA8}" dt="2023-09-12T00:35:34.544" v="67" actId="27636"/>
        <pc:sldMkLst>
          <pc:docMk/>
          <pc:sldMk cId="1770153382" sldId="469"/>
        </pc:sldMkLst>
        <pc:spChg chg="mod">
          <ac:chgData name="Loc Huynh" userId="80c0383e323bd6ea" providerId="LiveId" clId="{FFC07FDF-56AE-4948-ACC0-E3255C161FA8}" dt="2023-09-12T00:35:34.544" v="67" actId="27636"/>
          <ac:spMkLst>
            <pc:docMk/>
            <pc:sldMk cId="1770153382" sldId="469"/>
            <ac:spMk id="2" creationId="{A084E511-2F0A-2E4E-93F8-16231F34AE9E}"/>
          </ac:spMkLst>
        </pc:spChg>
      </pc:sldChg>
      <pc:sldChg chg="modSp add mod">
        <pc:chgData name="Loc Huynh" userId="80c0383e323bd6ea" providerId="LiveId" clId="{FFC07FDF-56AE-4948-ACC0-E3255C161FA8}" dt="2023-09-12T00:35:35.572" v="88" actId="27636"/>
        <pc:sldMkLst>
          <pc:docMk/>
          <pc:sldMk cId="3684564904" sldId="470"/>
        </pc:sldMkLst>
        <pc:spChg chg="mod">
          <ac:chgData name="Loc Huynh" userId="80c0383e323bd6ea" providerId="LiveId" clId="{FFC07FDF-56AE-4948-ACC0-E3255C161FA8}" dt="2023-09-12T00:35:35.572" v="88" actId="27636"/>
          <ac:spMkLst>
            <pc:docMk/>
            <pc:sldMk cId="3684564904" sldId="470"/>
            <ac:spMk id="2" creationId="{67D965CF-1D55-5443-919B-AC77503498CA}"/>
          </ac:spMkLst>
        </pc:spChg>
      </pc:sldChg>
      <pc:sldChg chg="modSp add mod">
        <pc:chgData name="Loc Huynh" userId="80c0383e323bd6ea" providerId="LiveId" clId="{FFC07FDF-56AE-4948-ACC0-E3255C161FA8}" dt="2023-09-12T00:35:35.605" v="89" actId="27636"/>
        <pc:sldMkLst>
          <pc:docMk/>
          <pc:sldMk cId="1997632837" sldId="471"/>
        </pc:sldMkLst>
        <pc:spChg chg="mod">
          <ac:chgData name="Loc Huynh" userId="80c0383e323bd6ea" providerId="LiveId" clId="{FFC07FDF-56AE-4948-ACC0-E3255C161FA8}" dt="2023-09-12T00:35:35.605" v="89" actId="27636"/>
          <ac:spMkLst>
            <pc:docMk/>
            <pc:sldMk cId="1997632837" sldId="471"/>
            <ac:spMk id="2" creationId="{67D965CF-1D55-5443-919B-AC77503498CA}"/>
          </ac:spMkLst>
        </pc:spChg>
      </pc:sldChg>
      <pc:sldChg chg="modSp add mod">
        <pc:chgData name="Loc Huynh" userId="80c0383e323bd6ea" providerId="LiveId" clId="{FFC07FDF-56AE-4948-ACC0-E3255C161FA8}" dt="2023-09-12T00:35:35.683" v="90" actId="27636"/>
        <pc:sldMkLst>
          <pc:docMk/>
          <pc:sldMk cId="3934483243" sldId="472"/>
        </pc:sldMkLst>
        <pc:spChg chg="mod">
          <ac:chgData name="Loc Huynh" userId="80c0383e323bd6ea" providerId="LiveId" clId="{FFC07FDF-56AE-4948-ACC0-E3255C161FA8}" dt="2023-09-12T00:35:35.683" v="90" actId="27636"/>
          <ac:spMkLst>
            <pc:docMk/>
            <pc:sldMk cId="3934483243" sldId="472"/>
            <ac:spMk id="2" creationId="{67D965CF-1D55-5443-919B-AC77503498CA}"/>
          </ac:spMkLst>
        </pc:spChg>
      </pc:sldChg>
      <pc:sldChg chg="modSp add mod">
        <pc:chgData name="Loc Huynh" userId="80c0383e323bd6ea" providerId="LiveId" clId="{FFC07FDF-56AE-4948-ACC0-E3255C161FA8}" dt="2023-09-12T00:35:35.742" v="92" actId="27636"/>
        <pc:sldMkLst>
          <pc:docMk/>
          <pc:sldMk cId="3915191108" sldId="473"/>
        </pc:sldMkLst>
        <pc:spChg chg="mod">
          <ac:chgData name="Loc Huynh" userId="80c0383e323bd6ea" providerId="LiveId" clId="{FFC07FDF-56AE-4948-ACC0-E3255C161FA8}" dt="2023-09-12T00:35:35.742" v="92" actId="27636"/>
          <ac:spMkLst>
            <pc:docMk/>
            <pc:sldMk cId="3915191108" sldId="473"/>
            <ac:spMk id="2" creationId="{00000000-0000-0000-0000-000000000000}"/>
          </ac:spMkLst>
        </pc:spChg>
        <pc:spChg chg="mod">
          <ac:chgData name="Loc Huynh" userId="80c0383e323bd6ea" providerId="LiveId" clId="{FFC07FDF-56AE-4948-ACC0-E3255C161FA8}" dt="2023-09-12T00:35:35.690" v="91" actId="27636"/>
          <ac:spMkLst>
            <pc:docMk/>
            <pc:sldMk cId="3915191108" sldId="473"/>
            <ac:spMk id="3" creationId="{00000000-0000-0000-0000-000000000000}"/>
          </ac:spMkLst>
        </pc:spChg>
      </pc:sldChg>
      <pc:sldChg chg="modSp add mod">
        <pc:chgData name="Loc Huynh" userId="80c0383e323bd6ea" providerId="LiveId" clId="{FFC07FDF-56AE-4948-ACC0-E3255C161FA8}" dt="2023-09-12T00:35:35.777" v="93" actId="27636"/>
        <pc:sldMkLst>
          <pc:docMk/>
          <pc:sldMk cId="1242105478" sldId="474"/>
        </pc:sldMkLst>
        <pc:spChg chg="mod">
          <ac:chgData name="Loc Huynh" userId="80c0383e323bd6ea" providerId="LiveId" clId="{FFC07FDF-56AE-4948-ACC0-E3255C161FA8}" dt="2023-09-12T00:35:35.777" v="93" actId="27636"/>
          <ac:spMkLst>
            <pc:docMk/>
            <pc:sldMk cId="1242105478" sldId="474"/>
            <ac:spMk id="3" creationId="{00000000-0000-0000-0000-000000000000}"/>
          </ac:spMkLst>
        </pc:spChg>
      </pc:sldChg>
      <pc:sldChg chg="modSp add mod">
        <pc:chgData name="Loc Huynh" userId="80c0383e323bd6ea" providerId="LiveId" clId="{FFC07FDF-56AE-4948-ACC0-E3255C161FA8}" dt="2023-09-12T00:35:35.815" v="94" actId="27636"/>
        <pc:sldMkLst>
          <pc:docMk/>
          <pc:sldMk cId="4292046202" sldId="475"/>
        </pc:sldMkLst>
        <pc:spChg chg="mod">
          <ac:chgData name="Loc Huynh" userId="80c0383e323bd6ea" providerId="LiveId" clId="{FFC07FDF-56AE-4948-ACC0-E3255C161FA8}" dt="2023-09-12T00:35:35.815" v="94" actId="27636"/>
          <ac:spMkLst>
            <pc:docMk/>
            <pc:sldMk cId="4292046202" sldId="475"/>
            <ac:spMk id="3" creationId="{00000000-0000-0000-0000-000000000000}"/>
          </ac:spMkLst>
        </pc:spChg>
      </pc:sldChg>
      <pc:sldChg chg="modSp add mod">
        <pc:chgData name="Loc Huynh" userId="80c0383e323bd6ea" providerId="LiveId" clId="{FFC07FDF-56AE-4948-ACC0-E3255C161FA8}" dt="2023-09-12T00:35:35.844" v="95" actId="27636"/>
        <pc:sldMkLst>
          <pc:docMk/>
          <pc:sldMk cId="950542315" sldId="476"/>
        </pc:sldMkLst>
        <pc:spChg chg="mod">
          <ac:chgData name="Loc Huynh" userId="80c0383e323bd6ea" providerId="LiveId" clId="{FFC07FDF-56AE-4948-ACC0-E3255C161FA8}" dt="2023-09-12T00:35:35.844" v="95" actId="27636"/>
          <ac:spMkLst>
            <pc:docMk/>
            <pc:sldMk cId="950542315" sldId="476"/>
            <ac:spMk id="3" creationId="{00000000-0000-0000-0000-000000000000}"/>
          </ac:spMkLst>
        </pc:spChg>
      </pc:sldChg>
      <pc:sldChg chg="modSp add mod">
        <pc:chgData name="Loc Huynh" userId="80c0383e323bd6ea" providerId="LiveId" clId="{FFC07FDF-56AE-4948-ACC0-E3255C161FA8}" dt="2023-09-12T00:35:35.880" v="96" actId="27636"/>
        <pc:sldMkLst>
          <pc:docMk/>
          <pc:sldMk cId="1686432855" sldId="477"/>
        </pc:sldMkLst>
        <pc:spChg chg="mod">
          <ac:chgData name="Loc Huynh" userId="80c0383e323bd6ea" providerId="LiveId" clId="{FFC07FDF-56AE-4948-ACC0-E3255C161FA8}" dt="2023-09-12T00:35:35.880" v="96" actId="27636"/>
          <ac:spMkLst>
            <pc:docMk/>
            <pc:sldMk cId="1686432855" sldId="477"/>
            <ac:spMk id="3" creationId="{00000000-0000-0000-0000-000000000000}"/>
          </ac:spMkLst>
        </pc:spChg>
      </pc:sldChg>
      <pc:sldChg chg="modSp add mod">
        <pc:chgData name="Loc Huynh" userId="80c0383e323bd6ea" providerId="LiveId" clId="{FFC07FDF-56AE-4948-ACC0-E3255C161FA8}" dt="2023-09-12T00:35:35.908" v="97" actId="27636"/>
        <pc:sldMkLst>
          <pc:docMk/>
          <pc:sldMk cId="422089934" sldId="478"/>
        </pc:sldMkLst>
        <pc:spChg chg="mod">
          <ac:chgData name="Loc Huynh" userId="80c0383e323bd6ea" providerId="LiveId" clId="{FFC07FDF-56AE-4948-ACC0-E3255C161FA8}" dt="2023-09-12T00:35:35.908" v="97" actId="27636"/>
          <ac:spMkLst>
            <pc:docMk/>
            <pc:sldMk cId="422089934" sldId="478"/>
            <ac:spMk id="3" creationId="{00000000-0000-0000-0000-000000000000}"/>
          </ac:spMkLst>
        </pc:spChg>
      </pc:sldChg>
      <pc:sldChg chg="addSp modSp add mod">
        <pc:chgData name="Loc Huynh" userId="80c0383e323bd6ea" providerId="LiveId" clId="{FFC07FDF-56AE-4948-ACC0-E3255C161FA8}" dt="2023-09-12T00:48:26.342" v="322"/>
        <pc:sldMkLst>
          <pc:docMk/>
          <pc:sldMk cId="1634204803" sldId="479"/>
        </pc:sldMkLst>
        <pc:spChg chg="mod">
          <ac:chgData name="Loc Huynh" userId="80c0383e323bd6ea" providerId="LiveId" clId="{FFC07FDF-56AE-4948-ACC0-E3255C161FA8}" dt="2023-09-12T00:35:35.940" v="98" actId="27636"/>
          <ac:spMkLst>
            <pc:docMk/>
            <pc:sldMk cId="1634204803" sldId="479"/>
            <ac:spMk id="3" creationId="{00000000-0000-0000-0000-000000000000}"/>
          </ac:spMkLst>
        </pc:spChg>
        <pc:spChg chg="add mod">
          <ac:chgData name="Loc Huynh" userId="80c0383e323bd6ea" providerId="LiveId" clId="{FFC07FDF-56AE-4948-ACC0-E3255C161FA8}" dt="2023-09-12T00:48:26.342" v="322"/>
          <ac:spMkLst>
            <pc:docMk/>
            <pc:sldMk cId="1634204803" sldId="479"/>
            <ac:spMk id="4" creationId="{93FA9B38-7A55-6EB5-EB48-E903764EEBBD}"/>
          </ac:spMkLst>
        </pc:spChg>
        <pc:spChg chg="add mod">
          <ac:chgData name="Loc Huynh" userId="80c0383e323bd6ea" providerId="LiveId" clId="{FFC07FDF-56AE-4948-ACC0-E3255C161FA8}" dt="2023-09-12T00:48:26.342" v="322"/>
          <ac:spMkLst>
            <pc:docMk/>
            <pc:sldMk cId="1634204803" sldId="479"/>
            <ac:spMk id="5" creationId="{E331A7DD-0828-E0E0-80D4-1292F1B74723}"/>
          </ac:spMkLst>
        </pc:spChg>
      </pc:sldChg>
      <pc:sldChg chg="modSp add mod">
        <pc:chgData name="Loc Huynh" userId="80c0383e323bd6ea" providerId="LiveId" clId="{FFC07FDF-56AE-4948-ACC0-E3255C161FA8}" dt="2023-09-12T00:35:35.994" v="99" actId="27636"/>
        <pc:sldMkLst>
          <pc:docMk/>
          <pc:sldMk cId="1875871481" sldId="480"/>
        </pc:sldMkLst>
        <pc:spChg chg="mod">
          <ac:chgData name="Loc Huynh" userId="80c0383e323bd6ea" providerId="LiveId" clId="{FFC07FDF-56AE-4948-ACC0-E3255C161FA8}" dt="2023-09-12T00:35:35.994" v="99" actId="27636"/>
          <ac:spMkLst>
            <pc:docMk/>
            <pc:sldMk cId="1875871481" sldId="480"/>
            <ac:spMk id="3" creationId="{00000000-0000-0000-0000-000000000000}"/>
          </ac:spMkLst>
        </pc:spChg>
      </pc:sldChg>
      <pc:sldChg chg="modSp add mod">
        <pc:chgData name="Loc Huynh" userId="80c0383e323bd6ea" providerId="LiveId" clId="{FFC07FDF-56AE-4948-ACC0-E3255C161FA8}" dt="2023-09-12T00:35:36.038" v="100" actId="27636"/>
        <pc:sldMkLst>
          <pc:docMk/>
          <pc:sldMk cId="920391041" sldId="481"/>
        </pc:sldMkLst>
        <pc:spChg chg="mod">
          <ac:chgData name="Loc Huynh" userId="80c0383e323bd6ea" providerId="LiveId" clId="{FFC07FDF-56AE-4948-ACC0-E3255C161FA8}" dt="2023-09-12T00:35:36.038" v="100" actId="27636"/>
          <ac:spMkLst>
            <pc:docMk/>
            <pc:sldMk cId="920391041" sldId="481"/>
            <ac:spMk id="3" creationId="{00000000-0000-0000-0000-000000000000}"/>
          </ac:spMkLst>
        </pc:spChg>
      </pc:sldChg>
      <pc:sldChg chg="modSp add mod">
        <pc:chgData name="Loc Huynh" userId="80c0383e323bd6ea" providerId="LiveId" clId="{FFC07FDF-56AE-4948-ACC0-E3255C161FA8}" dt="2023-09-12T00:35:36.077" v="101" actId="27636"/>
        <pc:sldMkLst>
          <pc:docMk/>
          <pc:sldMk cId="3148386529" sldId="482"/>
        </pc:sldMkLst>
        <pc:spChg chg="mod">
          <ac:chgData name="Loc Huynh" userId="80c0383e323bd6ea" providerId="LiveId" clId="{FFC07FDF-56AE-4948-ACC0-E3255C161FA8}" dt="2023-09-12T00:35:36.077" v="101" actId="27636"/>
          <ac:spMkLst>
            <pc:docMk/>
            <pc:sldMk cId="3148386529" sldId="482"/>
            <ac:spMk id="3" creationId="{00000000-0000-0000-0000-000000000000}"/>
          </ac:spMkLst>
        </pc:spChg>
      </pc:sldChg>
      <pc:sldChg chg="modSp add mod">
        <pc:chgData name="Loc Huynh" userId="80c0383e323bd6ea" providerId="LiveId" clId="{FFC07FDF-56AE-4948-ACC0-E3255C161FA8}" dt="2023-09-12T00:35:36.146" v="103" actId="27636"/>
        <pc:sldMkLst>
          <pc:docMk/>
          <pc:sldMk cId="325634289" sldId="483"/>
        </pc:sldMkLst>
        <pc:spChg chg="mod">
          <ac:chgData name="Loc Huynh" userId="80c0383e323bd6ea" providerId="LiveId" clId="{FFC07FDF-56AE-4948-ACC0-E3255C161FA8}" dt="2023-09-12T00:35:36.145" v="102" actId="27636"/>
          <ac:spMkLst>
            <pc:docMk/>
            <pc:sldMk cId="325634289" sldId="483"/>
            <ac:spMk id="2" creationId="{00000000-0000-0000-0000-000000000000}"/>
          </ac:spMkLst>
        </pc:spChg>
        <pc:spChg chg="mod">
          <ac:chgData name="Loc Huynh" userId="80c0383e323bd6ea" providerId="LiveId" clId="{FFC07FDF-56AE-4948-ACC0-E3255C161FA8}" dt="2023-09-12T00:35:36.146" v="103" actId="27636"/>
          <ac:spMkLst>
            <pc:docMk/>
            <pc:sldMk cId="325634289" sldId="483"/>
            <ac:spMk id="3" creationId="{00000000-0000-0000-0000-000000000000}"/>
          </ac:spMkLst>
        </pc:spChg>
      </pc:sldChg>
      <pc:sldChg chg="modSp add mod">
        <pc:chgData name="Loc Huynh" userId="80c0383e323bd6ea" providerId="LiveId" clId="{FFC07FDF-56AE-4948-ACC0-E3255C161FA8}" dt="2023-09-12T00:35:36.175" v="104" actId="27636"/>
        <pc:sldMkLst>
          <pc:docMk/>
          <pc:sldMk cId="468758230" sldId="484"/>
        </pc:sldMkLst>
        <pc:spChg chg="mod">
          <ac:chgData name="Loc Huynh" userId="80c0383e323bd6ea" providerId="LiveId" clId="{FFC07FDF-56AE-4948-ACC0-E3255C161FA8}" dt="2023-09-12T00:35:36.175" v="104" actId="27636"/>
          <ac:spMkLst>
            <pc:docMk/>
            <pc:sldMk cId="468758230" sldId="484"/>
            <ac:spMk id="3" creationId="{00000000-0000-0000-0000-000000000000}"/>
          </ac:spMkLst>
        </pc:spChg>
      </pc:sldChg>
      <pc:sldChg chg="modSp add mod">
        <pc:chgData name="Loc Huynh" userId="80c0383e323bd6ea" providerId="LiveId" clId="{FFC07FDF-56AE-4948-ACC0-E3255C161FA8}" dt="2023-09-12T00:35:36.313" v="107" actId="27636"/>
        <pc:sldMkLst>
          <pc:docMk/>
          <pc:sldMk cId="1211839815" sldId="485"/>
        </pc:sldMkLst>
        <pc:spChg chg="mod">
          <ac:chgData name="Loc Huynh" userId="80c0383e323bd6ea" providerId="LiveId" clId="{FFC07FDF-56AE-4948-ACC0-E3255C161FA8}" dt="2023-09-12T00:35:36.313" v="107" actId="27636"/>
          <ac:spMkLst>
            <pc:docMk/>
            <pc:sldMk cId="1211839815" sldId="485"/>
            <ac:spMk id="2" creationId="{7474A01E-A813-5647-A400-1D6EAD852A52}"/>
          </ac:spMkLst>
        </pc:spChg>
      </pc:sldChg>
      <pc:sldChg chg="modSp add mod">
        <pc:chgData name="Loc Huynh" userId="80c0383e323bd6ea" providerId="LiveId" clId="{FFC07FDF-56AE-4948-ACC0-E3255C161FA8}" dt="2023-09-12T00:35:36.337" v="108" actId="27636"/>
        <pc:sldMkLst>
          <pc:docMk/>
          <pc:sldMk cId="4108101354" sldId="486"/>
        </pc:sldMkLst>
        <pc:spChg chg="mod">
          <ac:chgData name="Loc Huynh" userId="80c0383e323bd6ea" providerId="LiveId" clId="{FFC07FDF-56AE-4948-ACC0-E3255C161FA8}" dt="2023-09-12T00:35:36.337" v="108" actId="27636"/>
          <ac:spMkLst>
            <pc:docMk/>
            <pc:sldMk cId="4108101354" sldId="486"/>
            <ac:spMk id="2" creationId="{7474A01E-A813-5647-A400-1D6EAD852A52}"/>
          </ac:spMkLst>
        </pc:spChg>
      </pc:sldChg>
      <pc:sldChg chg="modSp add mod">
        <pc:chgData name="Loc Huynh" userId="80c0383e323bd6ea" providerId="LiveId" clId="{FFC07FDF-56AE-4948-ACC0-E3255C161FA8}" dt="2023-09-12T00:35:36.391" v="109" actId="27636"/>
        <pc:sldMkLst>
          <pc:docMk/>
          <pc:sldMk cId="4007891925" sldId="487"/>
        </pc:sldMkLst>
        <pc:spChg chg="mod">
          <ac:chgData name="Loc Huynh" userId="80c0383e323bd6ea" providerId="LiveId" clId="{FFC07FDF-56AE-4948-ACC0-E3255C161FA8}" dt="2023-09-12T00:35:36.391" v="109" actId="27636"/>
          <ac:spMkLst>
            <pc:docMk/>
            <pc:sldMk cId="4007891925" sldId="487"/>
            <ac:spMk id="2" creationId="{7474A01E-A813-5647-A400-1D6EAD852A52}"/>
          </ac:spMkLst>
        </pc:spChg>
      </pc:sldChg>
      <pc:sldChg chg="modSp add mod">
        <pc:chgData name="Loc Huynh" userId="80c0383e323bd6ea" providerId="LiveId" clId="{FFC07FDF-56AE-4948-ACC0-E3255C161FA8}" dt="2023-09-12T00:35:36.430" v="110" actId="27636"/>
        <pc:sldMkLst>
          <pc:docMk/>
          <pc:sldMk cId="1413876724" sldId="488"/>
        </pc:sldMkLst>
        <pc:spChg chg="mod">
          <ac:chgData name="Loc Huynh" userId="80c0383e323bd6ea" providerId="LiveId" clId="{FFC07FDF-56AE-4948-ACC0-E3255C161FA8}" dt="2023-09-12T00:35:36.430" v="110" actId="27636"/>
          <ac:spMkLst>
            <pc:docMk/>
            <pc:sldMk cId="1413876724" sldId="488"/>
            <ac:spMk id="2" creationId="{7474A01E-A813-5647-A400-1D6EAD852A52}"/>
          </ac:spMkLst>
        </pc:spChg>
      </pc:sldChg>
      <pc:sldChg chg="modSp add mod">
        <pc:chgData name="Loc Huynh" userId="80c0383e323bd6ea" providerId="LiveId" clId="{FFC07FDF-56AE-4948-ACC0-E3255C161FA8}" dt="2023-09-12T00:35:36.462" v="111" actId="27636"/>
        <pc:sldMkLst>
          <pc:docMk/>
          <pc:sldMk cId="2855966079" sldId="489"/>
        </pc:sldMkLst>
        <pc:spChg chg="mod">
          <ac:chgData name="Loc Huynh" userId="80c0383e323bd6ea" providerId="LiveId" clId="{FFC07FDF-56AE-4948-ACC0-E3255C161FA8}" dt="2023-09-12T00:35:36.462" v="111" actId="27636"/>
          <ac:spMkLst>
            <pc:docMk/>
            <pc:sldMk cId="2855966079" sldId="489"/>
            <ac:spMk id="2" creationId="{7474A01E-A813-5647-A400-1D6EAD852A52}"/>
          </ac:spMkLst>
        </pc:spChg>
      </pc:sldChg>
      <pc:sldChg chg="modSp add mod">
        <pc:chgData name="Loc Huynh" userId="80c0383e323bd6ea" providerId="LiveId" clId="{FFC07FDF-56AE-4948-ACC0-E3255C161FA8}" dt="2023-09-12T00:35:36.506" v="112" actId="27636"/>
        <pc:sldMkLst>
          <pc:docMk/>
          <pc:sldMk cId="123613759" sldId="490"/>
        </pc:sldMkLst>
        <pc:spChg chg="mod">
          <ac:chgData name="Loc Huynh" userId="80c0383e323bd6ea" providerId="LiveId" clId="{FFC07FDF-56AE-4948-ACC0-E3255C161FA8}" dt="2023-09-12T00:35:36.506" v="112" actId="27636"/>
          <ac:spMkLst>
            <pc:docMk/>
            <pc:sldMk cId="123613759" sldId="490"/>
            <ac:spMk id="2" creationId="{7474A01E-A813-5647-A400-1D6EAD852A52}"/>
          </ac:spMkLst>
        </pc:spChg>
      </pc:sldChg>
      <pc:sldChg chg="modSp add del mod">
        <pc:chgData name="Loc Huynh" userId="80c0383e323bd6ea" providerId="LiveId" clId="{FFC07FDF-56AE-4948-ACC0-E3255C161FA8}" dt="2023-09-12T00:40:15.556" v="145" actId="2696"/>
        <pc:sldMkLst>
          <pc:docMk/>
          <pc:sldMk cId="3721356060" sldId="491"/>
        </pc:sldMkLst>
        <pc:spChg chg="mod">
          <ac:chgData name="Loc Huynh" userId="80c0383e323bd6ea" providerId="LiveId" clId="{FFC07FDF-56AE-4948-ACC0-E3255C161FA8}" dt="2023-09-12T00:35:31.339" v="36" actId="27636"/>
          <ac:spMkLst>
            <pc:docMk/>
            <pc:sldMk cId="3721356060" sldId="491"/>
            <ac:spMk id="2" creationId="{B47FBB48-7296-B043-B166-77771F65499C}"/>
          </ac:spMkLst>
        </pc:spChg>
        <pc:spChg chg="mod">
          <ac:chgData name="Loc Huynh" userId="80c0383e323bd6ea" providerId="LiveId" clId="{FFC07FDF-56AE-4948-ACC0-E3255C161FA8}" dt="2023-09-12T00:35:31.362" v="37" actId="27636"/>
          <ac:spMkLst>
            <pc:docMk/>
            <pc:sldMk cId="3721356060" sldId="491"/>
            <ac:spMk id="3" creationId="{5AF176FD-7669-EF49-B2D4-CDB406817E64}"/>
          </ac:spMkLst>
        </pc:spChg>
      </pc:sldChg>
      <pc:sldChg chg="modSp add mod">
        <pc:chgData name="Loc Huynh" userId="80c0383e323bd6ea" providerId="LiveId" clId="{FFC07FDF-56AE-4948-ACC0-E3255C161FA8}" dt="2023-09-12T00:45:41.627" v="287" actId="20577"/>
        <pc:sldMkLst>
          <pc:docMk/>
          <pc:sldMk cId="2539440922" sldId="492"/>
        </pc:sldMkLst>
        <pc:spChg chg="mod">
          <ac:chgData name="Loc Huynh" userId="80c0383e323bd6ea" providerId="LiveId" clId="{FFC07FDF-56AE-4948-ACC0-E3255C161FA8}" dt="2023-09-12T00:45:41.627" v="287" actId="20577"/>
          <ac:spMkLst>
            <pc:docMk/>
            <pc:sldMk cId="2539440922" sldId="492"/>
            <ac:spMk id="3" creationId="{5AF176FD-7669-EF49-B2D4-CDB406817E64}"/>
          </ac:spMkLst>
        </pc:spChg>
        <pc:spChg chg="mod">
          <ac:chgData name="Loc Huynh" userId="80c0383e323bd6ea" providerId="LiveId" clId="{FFC07FDF-56AE-4948-ACC0-E3255C161FA8}" dt="2023-09-12T00:40:04.156" v="142" actId="20577"/>
          <ac:spMkLst>
            <pc:docMk/>
            <pc:sldMk cId="2539440922" sldId="492"/>
            <ac:spMk id="7" creationId="{0C974B13-B1B8-E148-903B-85C71136A561}"/>
          </ac:spMkLst>
        </pc:spChg>
      </pc:sldChg>
      <pc:sldMasterChg chg="delSldLayout">
        <pc:chgData name="Loc Huynh" userId="80c0383e323bd6ea" providerId="LiveId" clId="{FFC07FDF-56AE-4948-ACC0-E3255C161FA8}" dt="2023-09-12T00:45:01.916" v="285" actId="2696"/>
        <pc:sldMasterMkLst>
          <pc:docMk/>
          <pc:sldMasterMk cId="3606943067" sldId="2147483660"/>
        </pc:sldMasterMkLst>
        <pc:sldLayoutChg chg="del">
          <pc:chgData name="Loc Huynh" userId="80c0383e323bd6ea" providerId="LiveId" clId="{FFC07FDF-56AE-4948-ACC0-E3255C161FA8}" dt="2023-09-12T00:45:01.916" v="285" actId="2696"/>
          <pc:sldLayoutMkLst>
            <pc:docMk/>
            <pc:sldMasterMk cId="3606943067" sldId="2147483660"/>
            <pc:sldLayoutMk cId="2128116592" sldId="2147483669"/>
          </pc:sldLayoutMkLst>
        </pc:sldLayoutChg>
      </pc:sldMasterChg>
    </pc:docChg>
  </pc:docChgLst>
  <pc:docChgLst>
    <pc:chgData name="Loc Huynh" userId="80c0383e323bd6ea" providerId="LiveId" clId="{72CEA336-3CF7-0740-9187-942BCF55D6BE}"/>
    <pc:docChg chg="undo custSel addSld delSld modSld sldOrd modHandout">
      <pc:chgData name="Loc Huynh" userId="80c0383e323bd6ea" providerId="LiveId" clId="{72CEA336-3CF7-0740-9187-942BCF55D6BE}" dt="2023-09-11T13:27:52.577" v="14359"/>
      <pc:docMkLst>
        <pc:docMk/>
      </pc:docMkLst>
      <pc:sldChg chg="addSp delSp modSp del mod">
        <pc:chgData name="Loc Huynh" userId="80c0383e323bd6ea" providerId="LiveId" clId="{72CEA336-3CF7-0740-9187-942BCF55D6BE}" dt="2023-09-11T03:46:53.777" v="8238" actId="2696"/>
        <pc:sldMkLst>
          <pc:docMk/>
          <pc:sldMk cId="0" sldId="292"/>
        </pc:sldMkLst>
        <pc:spChg chg="mod">
          <ac:chgData name="Loc Huynh" userId="80c0383e323bd6ea" providerId="LiveId" clId="{72CEA336-3CF7-0740-9187-942BCF55D6BE}" dt="2023-08-30T02:29:51.893" v="4848" actId="207"/>
          <ac:spMkLst>
            <pc:docMk/>
            <pc:sldMk cId="0" sldId="292"/>
            <ac:spMk id="2" creationId="{00000000-0000-0000-0000-000000000000}"/>
          </ac:spMkLst>
        </pc:spChg>
        <pc:spChg chg="add del mod">
          <ac:chgData name="Loc Huynh" userId="80c0383e323bd6ea" providerId="LiveId" clId="{72CEA336-3CF7-0740-9187-942BCF55D6BE}" dt="2023-08-30T02:28:46.272" v="4844" actId="478"/>
          <ac:spMkLst>
            <pc:docMk/>
            <pc:sldMk cId="0" sldId="292"/>
            <ac:spMk id="3" creationId="{B583AFBD-1AA8-405D-0BCF-3B7E3F265A75}"/>
          </ac:spMkLst>
        </pc:spChg>
        <pc:spChg chg="del">
          <ac:chgData name="Loc Huynh" userId="80c0383e323bd6ea" providerId="LiveId" clId="{72CEA336-3CF7-0740-9187-942BCF55D6BE}" dt="2023-08-30T02:28:44.022" v="4843" actId="478"/>
          <ac:spMkLst>
            <pc:docMk/>
            <pc:sldMk cId="0" sldId="292"/>
            <ac:spMk id="4" creationId="{FB84735A-F5BB-4C4D-93E0-8DCF8CEA9FB1}"/>
          </ac:spMkLst>
        </pc:spChg>
        <pc:spChg chg="del">
          <ac:chgData name="Loc Huynh" userId="80c0383e323bd6ea" providerId="LiveId" clId="{72CEA336-3CF7-0740-9187-942BCF55D6BE}" dt="2023-08-30T02:29:16.068" v="4846" actId="478"/>
          <ac:spMkLst>
            <pc:docMk/>
            <pc:sldMk cId="0" sldId="292"/>
            <ac:spMk id="6" creationId="{4FEBBFF9-93B0-4C1B-3209-2310D7A4D2B5}"/>
          </ac:spMkLst>
        </pc:spChg>
      </pc:sldChg>
      <pc:sldChg chg="modSp mod">
        <pc:chgData name="Loc Huynh" userId="80c0383e323bd6ea" providerId="LiveId" clId="{72CEA336-3CF7-0740-9187-942BCF55D6BE}" dt="2023-09-11T09:21:28.330" v="10827" actId="207"/>
        <pc:sldMkLst>
          <pc:docMk/>
          <pc:sldMk cId="2329642701" sldId="304"/>
        </pc:sldMkLst>
        <pc:spChg chg="mod">
          <ac:chgData name="Loc Huynh" userId="80c0383e323bd6ea" providerId="LiveId" clId="{72CEA336-3CF7-0740-9187-942BCF55D6BE}" dt="2023-09-11T09:21:28.330" v="10827" actId="207"/>
          <ac:spMkLst>
            <pc:docMk/>
            <pc:sldMk cId="2329642701" sldId="304"/>
            <ac:spMk id="3" creationId="{F68C27CE-6A1E-0840-BC2F-D1738F041307}"/>
          </ac:spMkLst>
        </pc:spChg>
      </pc:sldChg>
      <pc:sldChg chg="del">
        <pc:chgData name="Loc Huynh" userId="80c0383e323bd6ea" providerId="LiveId" clId="{72CEA336-3CF7-0740-9187-942BCF55D6BE}" dt="2023-08-18T08:32:04.314" v="1003" actId="2696"/>
        <pc:sldMkLst>
          <pc:docMk/>
          <pc:sldMk cId="788840201" sldId="305"/>
        </pc:sldMkLst>
      </pc:sldChg>
      <pc:sldChg chg="addSp delSp modSp mod modNotes modNotesTx">
        <pc:chgData name="Loc Huynh" userId="80c0383e323bd6ea" providerId="LiveId" clId="{72CEA336-3CF7-0740-9187-942BCF55D6BE}" dt="2023-09-11T13:27:24.682" v="14358"/>
        <pc:sldMkLst>
          <pc:docMk/>
          <pc:sldMk cId="3698868878" sldId="306"/>
        </pc:sldMkLst>
        <pc:spChg chg="mod">
          <ac:chgData name="Loc Huynh" userId="80c0383e323bd6ea" providerId="LiveId" clId="{72CEA336-3CF7-0740-9187-942BCF55D6BE}" dt="2023-08-18T08:33:45.679" v="1062"/>
          <ac:spMkLst>
            <pc:docMk/>
            <pc:sldMk cId="3698868878" sldId="306"/>
            <ac:spMk id="2" creationId="{7B00E714-86D8-D94C-B1C3-AF267E84D197}"/>
          </ac:spMkLst>
        </pc:spChg>
        <pc:spChg chg="mod">
          <ac:chgData name="Loc Huynh" userId="80c0383e323bd6ea" providerId="LiveId" clId="{72CEA336-3CF7-0740-9187-942BCF55D6BE}" dt="2023-08-20T07:49:08.703" v="2441" actId="20577"/>
          <ac:spMkLst>
            <pc:docMk/>
            <pc:sldMk cId="3698868878" sldId="306"/>
            <ac:spMk id="3" creationId="{7FFBE53D-29E6-6243-A558-44AA8B0D326B}"/>
          </ac:spMkLst>
        </pc:spChg>
        <pc:spChg chg="add mod">
          <ac:chgData name="Loc Huynh" userId="80c0383e323bd6ea" providerId="LiveId" clId="{72CEA336-3CF7-0740-9187-942BCF55D6BE}" dt="2023-08-30T01:59:21.565" v="4412" actId="1076"/>
          <ac:spMkLst>
            <pc:docMk/>
            <pc:sldMk cId="3698868878" sldId="306"/>
            <ac:spMk id="9" creationId="{D45635DA-23A4-6DDA-A7EB-67E973DE8393}"/>
          </ac:spMkLst>
        </pc:spChg>
        <pc:spChg chg="del mod">
          <ac:chgData name="Loc Huynh" userId="80c0383e323bd6ea" providerId="LiveId" clId="{72CEA336-3CF7-0740-9187-942BCF55D6BE}" dt="2023-08-20T07:30:02.386" v="2394" actId="478"/>
          <ac:spMkLst>
            <pc:docMk/>
            <pc:sldMk cId="3698868878" sldId="306"/>
            <ac:spMk id="11" creationId="{55FE0B60-7C47-6042-8808-C7D970DAC5CD}"/>
          </ac:spMkLst>
        </pc:spChg>
        <pc:spChg chg="del mod">
          <ac:chgData name="Loc Huynh" userId="80c0383e323bd6ea" providerId="LiveId" clId="{72CEA336-3CF7-0740-9187-942BCF55D6BE}" dt="2023-08-30T01:59:18.390" v="4409" actId="21"/>
          <ac:spMkLst>
            <pc:docMk/>
            <pc:sldMk cId="3698868878" sldId="306"/>
            <ac:spMk id="14" creationId="{330DF356-4720-AA47-BEB6-69725D0F33C1}"/>
          </ac:spMkLst>
        </pc:spChg>
        <pc:picChg chg="add mod">
          <ac:chgData name="Loc Huynh" userId="80c0383e323bd6ea" providerId="LiveId" clId="{72CEA336-3CF7-0740-9187-942BCF55D6BE}" dt="2023-08-30T01:59:11.794" v="4407" actId="1076"/>
          <ac:picMkLst>
            <pc:docMk/>
            <pc:sldMk cId="3698868878" sldId="306"/>
            <ac:picMk id="8" creationId="{527026FA-065B-9EBC-5457-7B936AAA26ED}"/>
          </ac:picMkLst>
        </pc:picChg>
        <pc:picChg chg="del">
          <ac:chgData name="Loc Huynh" userId="80c0383e323bd6ea" providerId="LiveId" clId="{72CEA336-3CF7-0740-9187-942BCF55D6BE}" dt="2023-08-30T01:59:00.496" v="4404" actId="478"/>
          <ac:picMkLst>
            <pc:docMk/>
            <pc:sldMk cId="3698868878" sldId="306"/>
            <ac:picMk id="15" creationId="{9FE59F05-0644-1241-A849-FD1133AABE85}"/>
          </ac:picMkLst>
        </pc:picChg>
        <pc:picChg chg="add mod">
          <ac:chgData name="Loc Huynh" userId="80c0383e323bd6ea" providerId="LiveId" clId="{72CEA336-3CF7-0740-9187-942BCF55D6BE}" dt="2023-08-30T01:59:14.827" v="4408" actId="1076"/>
          <ac:picMkLst>
            <pc:docMk/>
            <pc:sldMk cId="3698868878" sldId="306"/>
            <ac:picMk id="1026" creationId="{372A4D4B-090B-A3C1-9698-EF59FD0909A5}"/>
          </ac:picMkLst>
        </pc:picChg>
      </pc:sldChg>
      <pc:sldChg chg="delSp modSp mod ord modNotes modNotesTx">
        <pc:chgData name="Loc Huynh" userId="80c0383e323bd6ea" providerId="LiveId" clId="{72CEA336-3CF7-0740-9187-942BCF55D6BE}" dt="2023-09-11T13:27:24.682" v="14358"/>
        <pc:sldMkLst>
          <pc:docMk/>
          <pc:sldMk cId="1649213010" sldId="307"/>
        </pc:sldMkLst>
        <pc:spChg chg="mod">
          <ac:chgData name="Loc Huynh" userId="80c0383e323bd6ea" providerId="LiveId" clId="{72CEA336-3CF7-0740-9187-942BCF55D6BE}" dt="2023-08-18T08:33:48.804" v="1063"/>
          <ac:spMkLst>
            <pc:docMk/>
            <pc:sldMk cId="1649213010" sldId="307"/>
            <ac:spMk id="2" creationId="{7B00E714-86D8-D94C-B1C3-AF267E84D197}"/>
          </ac:spMkLst>
        </pc:spChg>
        <pc:spChg chg="del mod">
          <ac:chgData name="Loc Huynh" userId="80c0383e323bd6ea" providerId="LiveId" clId="{72CEA336-3CF7-0740-9187-942BCF55D6BE}" dt="2023-08-30T04:58:16.937" v="6472" actId="478"/>
          <ac:spMkLst>
            <pc:docMk/>
            <pc:sldMk cId="1649213010" sldId="307"/>
            <ac:spMk id="3" creationId="{7FFBE53D-29E6-6243-A558-44AA8B0D326B}"/>
          </ac:spMkLst>
        </pc:spChg>
        <pc:spChg chg="mod">
          <ac:chgData name="Loc Huynh" userId="80c0383e323bd6ea" providerId="LiveId" clId="{72CEA336-3CF7-0740-9187-942BCF55D6BE}" dt="2023-08-30T04:58:28.803" v="6475" actId="14100"/>
          <ac:spMkLst>
            <pc:docMk/>
            <pc:sldMk cId="1649213010" sldId="307"/>
            <ac:spMk id="9" creationId="{C24D2B6B-22A3-8043-862C-739AAC367B73}"/>
          </ac:spMkLst>
        </pc:spChg>
        <pc:picChg chg="mod">
          <ac:chgData name="Loc Huynh" userId="80c0383e323bd6ea" providerId="LiveId" clId="{72CEA336-3CF7-0740-9187-942BCF55D6BE}" dt="2023-08-30T04:58:37.084" v="6477" actId="1035"/>
          <ac:picMkLst>
            <pc:docMk/>
            <pc:sldMk cId="1649213010" sldId="307"/>
            <ac:picMk id="9218" creationId="{320DB015-45CC-2A47-9B1A-479527703243}"/>
          </ac:picMkLst>
        </pc:picChg>
      </pc:sldChg>
      <pc:sldChg chg="modSp mod ord modNotes">
        <pc:chgData name="Loc Huynh" userId="80c0383e323bd6ea" providerId="LiveId" clId="{72CEA336-3CF7-0740-9187-942BCF55D6BE}" dt="2023-09-11T13:27:24.682" v="14358"/>
        <pc:sldMkLst>
          <pc:docMk/>
          <pc:sldMk cId="1085273114" sldId="308"/>
        </pc:sldMkLst>
        <pc:spChg chg="mod">
          <ac:chgData name="Loc Huynh" userId="80c0383e323bd6ea" providerId="LiveId" clId="{72CEA336-3CF7-0740-9187-942BCF55D6BE}" dt="2023-08-18T08:33:54.133" v="1064"/>
          <ac:spMkLst>
            <pc:docMk/>
            <pc:sldMk cId="1085273114" sldId="308"/>
            <ac:spMk id="2" creationId="{7B00E714-86D8-D94C-B1C3-AF267E84D197}"/>
          </ac:spMkLst>
        </pc:spChg>
      </pc:sldChg>
      <pc:sldChg chg="modSp mod ord modNotes">
        <pc:chgData name="Loc Huynh" userId="80c0383e323bd6ea" providerId="LiveId" clId="{72CEA336-3CF7-0740-9187-942BCF55D6BE}" dt="2023-09-11T13:27:24.682" v="14358"/>
        <pc:sldMkLst>
          <pc:docMk/>
          <pc:sldMk cId="136576927" sldId="309"/>
        </pc:sldMkLst>
        <pc:spChg chg="mod">
          <ac:chgData name="Loc Huynh" userId="80c0383e323bd6ea" providerId="LiveId" clId="{72CEA336-3CF7-0740-9187-942BCF55D6BE}" dt="2023-08-18T08:33:57.128" v="1065"/>
          <ac:spMkLst>
            <pc:docMk/>
            <pc:sldMk cId="136576927" sldId="309"/>
            <ac:spMk id="2" creationId="{7B00E714-86D8-D94C-B1C3-AF267E84D197}"/>
          </ac:spMkLst>
        </pc:spChg>
        <pc:spChg chg="mod">
          <ac:chgData name="Loc Huynh" userId="80c0383e323bd6ea" providerId="LiveId" clId="{72CEA336-3CF7-0740-9187-942BCF55D6BE}" dt="2023-08-30T05:17:38.082" v="6801" actId="114"/>
          <ac:spMkLst>
            <pc:docMk/>
            <pc:sldMk cId="136576927" sldId="309"/>
            <ac:spMk id="3" creationId="{7FFBE53D-29E6-6243-A558-44AA8B0D326B}"/>
          </ac:spMkLst>
        </pc:spChg>
        <pc:spChg chg="mod">
          <ac:chgData name="Loc Huynh" userId="80c0383e323bd6ea" providerId="LiveId" clId="{72CEA336-3CF7-0740-9187-942BCF55D6BE}" dt="2023-09-11T13:19:09.339" v="14318"/>
          <ac:spMkLst>
            <pc:docMk/>
            <pc:sldMk cId="136576927" sldId="309"/>
            <ac:spMk id="20" creationId="{30D8E839-1836-9C40-94DD-5B4F0FC55D28}"/>
          </ac:spMkLst>
        </pc:spChg>
      </pc:sldChg>
      <pc:sldChg chg="modSp mod ord modNotes">
        <pc:chgData name="Loc Huynh" userId="80c0383e323bd6ea" providerId="LiveId" clId="{72CEA336-3CF7-0740-9187-942BCF55D6BE}" dt="2023-09-11T13:27:24.682" v="14358"/>
        <pc:sldMkLst>
          <pc:docMk/>
          <pc:sldMk cId="3163597442" sldId="310"/>
        </pc:sldMkLst>
        <pc:spChg chg="mod">
          <ac:chgData name="Loc Huynh" userId="80c0383e323bd6ea" providerId="LiveId" clId="{72CEA336-3CF7-0740-9187-942BCF55D6BE}" dt="2023-08-18T08:34:00.737" v="1066"/>
          <ac:spMkLst>
            <pc:docMk/>
            <pc:sldMk cId="3163597442" sldId="310"/>
            <ac:spMk id="2" creationId="{7B00E714-86D8-D94C-B1C3-AF267E84D197}"/>
          </ac:spMkLst>
        </pc:spChg>
        <pc:spChg chg="mod">
          <ac:chgData name="Loc Huynh" userId="80c0383e323bd6ea" providerId="LiveId" clId="{72CEA336-3CF7-0740-9187-942BCF55D6BE}" dt="2023-08-18T03:11:28.584" v="374" actId="20577"/>
          <ac:spMkLst>
            <pc:docMk/>
            <pc:sldMk cId="3163597442" sldId="310"/>
            <ac:spMk id="3" creationId="{7FFBE53D-29E6-6243-A558-44AA8B0D326B}"/>
          </ac:spMkLst>
        </pc:spChg>
      </pc:sldChg>
      <pc:sldChg chg="del">
        <pc:chgData name="Loc Huynh" userId="80c0383e323bd6ea" providerId="LiveId" clId="{72CEA336-3CF7-0740-9187-942BCF55D6BE}" dt="2023-09-11T06:31:51.699" v="8544" actId="2696"/>
        <pc:sldMkLst>
          <pc:docMk/>
          <pc:sldMk cId="4257852038" sldId="311"/>
        </pc:sldMkLst>
      </pc:sldChg>
      <pc:sldChg chg="addSp delSp modSp mod modNotes">
        <pc:chgData name="Loc Huynh" userId="80c0383e323bd6ea" providerId="LiveId" clId="{72CEA336-3CF7-0740-9187-942BCF55D6BE}" dt="2023-09-11T13:27:24.682" v="14358"/>
        <pc:sldMkLst>
          <pc:docMk/>
          <pc:sldMk cId="1505658864" sldId="313"/>
        </pc:sldMkLst>
        <pc:spChg chg="mod">
          <ac:chgData name="Loc Huynh" userId="80c0383e323bd6ea" providerId="LiveId" clId="{72CEA336-3CF7-0740-9187-942BCF55D6BE}" dt="2023-08-18T08:34:03.623" v="1067"/>
          <ac:spMkLst>
            <pc:docMk/>
            <pc:sldMk cId="1505658864" sldId="313"/>
            <ac:spMk id="2" creationId="{7B00E714-86D8-D94C-B1C3-AF267E84D197}"/>
          </ac:spMkLst>
        </pc:spChg>
        <pc:spChg chg="mod">
          <ac:chgData name="Loc Huynh" userId="80c0383e323bd6ea" providerId="LiveId" clId="{72CEA336-3CF7-0740-9187-942BCF55D6BE}" dt="2023-08-18T09:49:31.294" v="1602" actId="1035"/>
          <ac:spMkLst>
            <pc:docMk/>
            <pc:sldMk cId="1505658864" sldId="313"/>
            <ac:spMk id="3" creationId="{7FFBE53D-29E6-6243-A558-44AA8B0D326B}"/>
          </ac:spMkLst>
        </pc:spChg>
        <pc:spChg chg="add mod">
          <ac:chgData name="Loc Huynh" userId="80c0383e323bd6ea" providerId="LiveId" clId="{72CEA336-3CF7-0740-9187-942BCF55D6BE}" dt="2023-08-18T09:49:31.294" v="1602" actId="1035"/>
          <ac:spMkLst>
            <pc:docMk/>
            <pc:sldMk cId="1505658864" sldId="313"/>
            <ac:spMk id="6" creationId="{19B41883-10E9-1505-64FC-F5D629EDBA60}"/>
          </ac:spMkLst>
        </pc:spChg>
        <pc:spChg chg="mod">
          <ac:chgData name="Loc Huynh" userId="80c0383e323bd6ea" providerId="LiveId" clId="{72CEA336-3CF7-0740-9187-942BCF55D6BE}" dt="2023-08-18T09:49:31.294" v="1602" actId="1035"/>
          <ac:spMkLst>
            <pc:docMk/>
            <pc:sldMk cId="1505658864" sldId="313"/>
            <ac:spMk id="7" creationId="{6CABF3B0-CCF3-5645-9C23-D53047E62CEA}"/>
          </ac:spMkLst>
        </pc:spChg>
        <pc:spChg chg="mod">
          <ac:chgData name="Loc Huynh" userId="80c0383e323bd6ea" providerId="LiveId" clId="{72CEA336-3CF7-0740-9187-942BCF55D6BE}" dt="2023-08-18T09:49:31.294" v="1602" actId="1035"/>
          <ac:spMkLst>
            <pc:docMk/>
            <pc:sldMk cId="1505658864" sldId="313"/>
            <ac:spMk id="8" creationId="{1220F9DC-B861-FC4B-B615-8AE014B5EE30}"/>
          </ac:spMkLst>
        </pc:spChg>
        <pc:spChg chg="mod">
          <ac:chgData name="Loc Huynh" userId="80c0383e323bd6ea" providerId="LiveId" clId="{72CEA336-3CF7-0740-9187-942BCF55D6BE}" dt="2023-08-18T09:49:31.294" v="1602" actId="1035"/>
          <ac:spMkLst>
            <pc:docMk/>
            <pc:sldMk cId="1505658864" sldId="313"/>
            <ac:spMk id="11" creationId="{92CD03D7-E799-744B-8FFF-EC85E26AFE32}"/>
          </ac:spMkLst>
        </pc:spChg>
        <pc:spChg chg="mod">
          <ac:chgData name="Loc Huynh" userId="80c0383e323bd6ea" providerId="LiveId" clId="{72CEA336-3CF7-0740-9187-942BCF55D6BE}" dt="2023-08-18T09:49:31.294" v="1602" actId="1035"/>
          <ac:spMkLst>
            <pc:docMk/>
            <pc:sldMk cId="1505658864" sldId="313"/>
            <ac:spMk id="16" creationId="{8DC6C6D9-931A-9544-B235-F0C89A173920}"/>
          </ac:spMkLst>
        </pc:spChg>
        <pc:spChg chg="mod">
          <ac:chgData name="Loc Huynh" userId="80c0383e323bd6ea" providerId="LiveId" clId="{72CEA336-3CF7-0740-9187-942BCF55D6BE}" dt="2023-08-18T09:49:31.294" v="1602" actId="1035"/>
          <ac:spMkLst>
            <pc:docMk/>
            <pc:sldMk cId="1505658864" sldId="313"/>
            <ac:spMk id="17" creationId="{A3A1475F-1C42-3647-A1CF-8E728BD487B2}"/>
          </ac:spMkLst>
        </pc:spChg>
        <pc:spChg chg="mod">
          <ac:chgData name="Loc Huynh" userId="80c0383e323bd6ea" providerId="LiveId" clId="{72CEA336-3CF7-0740-9187-942BCF55D6BE}" dt="2023-08-18T09:49:31.294" v="1602" actId="1035"/>
          <ac:spMkLst>
            <pc:docMk/>
            <pc:sldMk cId="1505658864" sldId="313"/>
            <ac:spMk id="19" creationId="{82F89DBF-F711-664B-828C-1E98B8E79BD0}"/>
          </ac:spMkLst>
        </pc:spChg>
        <pc:spChg chg="mod">
          <ac:chgData name="Loc Huynh" userId="80c0383e323bd6ea" providerId="LiveId" clId="{72CEA336-3CF7-0740-9187-942BCF55D6BE}" dt="2023-08-30T05:20:32.917" v="6830" actId="20577"/>
          <ac:spMkLst>
            <pc:docMk/>
            <pc:sldMk cId="1505658864" sldId="313"/>
            <ac:spMk id="20" creationId="{30D8E839-1836-9C40-94DD-5B4F0FC55D28}"/>
          </ac:spMkLst>
        </pc:spChg>
        <pc:spChg chg="mod">
          <ac:chgData name="Loc Huynh" userId="80c0383e323bd6ea" providerId="LiveId" clId="{72CEA336-3CF7-0740-9187-942BCF55D6BE}" dt="2023-08-18T09:49:31.294" v="1602" actId="1035"/>
          <ac:spMkLst>
            <pc:docMk/>
            <pc:sldMk cId="1505658864" sldId="313"/>
            <ac:spMk id="21" creationId="{208F7FE8-5DFD-4940-873E-8A0152426814}"/>
          </ac:spMkLst>
        </pc:spChg>
        <pc:spChg chg="mod">
          <ac:chgData name="Loc Huynh" userId="80c0383e323bd6ea" providerId="LiveId" clId="{72CEA336-3CF7-0740-9187-942BCF55D6BE}" dt="2023-08-18T09:49:31.294" v="1602" actId="1035"/>
          <ac:spMkLst>
            <pc:docMk/>
            <pc:sldMk cId="1505658864" sldId="313"/>
            <ac:spMk id="22" creationId="{B17EEA3B-5A43-7B4C-91C5-2A859610A16C}"/>
          </ac:spMkLst>
        </pc:spChg>
        <pc:spChg chg="mod">
          <ac:chgData name="Loc Huynh" userId="80c0383e323bd6ea" providerId="LiveId" clId="{72CEA336-3CF7-0740-9187-942BCF55D6BE}" dt="2023-08-18T09:49:31.294" v="1602" actId="1035"/>
          <ac:spMkLst>
            <pc:docMk/>
            <pc:sldMk cId="1505658864" sldId="313"/>
            <ac:spMk id="24" creationId="{09F1C56A-3E26-4441-90A1-962CA4E8C4F4}"/>
          </ac:spMkLst>
        </pc:spChg>
        <pc:spChg chg="mod">
          <ac:chgData name="Loc Huynh" userId="80c0383e323bd6ea" providerId="LiveId" clId="{72CEA336-3CF7-0740-9187-942BCF55D6BE}" dt="2023-08-18T09:49:31.294" v="1602" actId="1035"/>
          <ac:spMkLst>
            <pc:docMk/>
            <pc:sldMk cId="1505658864" sldId="313"/>
            <ac:spMk id="26" creationId="{DC2A4460-7468-5C4E-BAC3-76E454C7408C}"/>
          </ac:spMkLst>
        </pc:spChg>
        <pc:spChg chg="add del mod">
          <ac:chgData name="Loc Huynh" userId="80c0383e323bd6ea" providerId="LiveId" clId="{72CEA336-3CF7-0740-9187-942BCF55D6BE}" dt="2023-08-18T09:50:08.768" v="1606" actId="478"/>
          <ac:spMkLst>
            <pc:docMk/>
            <pc:sldMk cId="1505658864" sldId="313"/>
            <ac:spMk id="27" creationId="{E6788127-EAF5-694E-9D1E-295CCFB23D1E}"/>
          </ac:spMkLst>
        </pc:spChg>
        <pc:spChg chg="mod">
          <ac:chgData name="Loc Huynh" userId="80c0383e323bd6ea" providerId="LiveId" clId="{72CEA336-3CF7-0740-9187-942BCF55D6BE}" dt="2023-08-18T09:49:31.294" v="1602" actId="1035"/>
          <ac:spMkLst>
            <pc:docMk/>
            <pc:sldMk cId="1505658864" sldId="313"/>
            <ac:spMk id="29" creationId="{ABA6D674-3C43-9049-93EC-575441356998}"/>
          </ac:spMkLst>
        </pc:spChg>
        <pc:spChg chg="mod">
          <ac:chgData name="Loc Huynh" userId="80c0383e323bd6ea" providerId="LiveId" clId="{72CEA336-3CF7-0740-9187-942BCF55D6BE}" dt="2023-08-18T09:49:31.294" v="1602" actId="1035"/>
          <ac:spMkLst>
            <pc:docMk/>
            <pc:sldMk cId="1505658864" sldId="313"/>
            <ac:spMk id="30" creationId="{E2C75CD4-AE5E-3944-B32D-AB9BCF47170B}"/>
          </ac:spMkLst>
        </pc:spChg>
        <pc:grpChg chg="mod">
          <ac:chgData name="Loc Huynh" userId="80c0383e323bd6ea" providerId="LiveId" clId="{72CEA336-3CF7-0740-9187-942BCF55D6BE}" dt="2023-08-18T09:49:31.294" v="1602" actId="1035"/>
          <ac:grpSpMkLst>
            <pc:docMk/>
            <pc:sldMk cId="1505658864" sldId="313"/>
            <ac:grpSpMk id="9" creationId="{C9BA6E1B-C256-404E-9FCE-0480B0B9D30D}"/>
          </ac:grpSpMkLst>
        </pc:grpChg>
        <pc:grpChg chg="mod">
          <ac:chgData name="Loc Huynh" userId="80c0383e323bd6ea" providerId="LiveId" clId="{72CEA336-3CF7-0740-9187-942BCF55D6BE}" dt="2023-08-18T09:49:31.294" v="1602" actId="1035"/>
          <ac:grpSpMkLst>
            <pc:docMk/>
            <pc:sldMk cId="1505658864" sldId="313"/>
            <ac:grpSpMk id="10" creationId="{300B0134-BC7B-5A43-BA87-AC1ACF693F48}"/>
          </ac:grpSpMkLst>
        </pc:grpChg>
        <pc:grpChg chg="mod">
          <ac:chgData name="Loc Huynh" userId="80c0383e323bd6ea" providerId="LiveId" clId="{72CEA336-3CF7-0740-9187-942BCF55D6BE}" dt="2023-08-18T09:49:31.294" v="1602" actId="1035"/>
          <ac:grpSpMkLst>
            <pc:docMk/>
            <pc:sldMk cId="1505658864" sldId="313"/>
            <ac:grpSpMk id="12" creationId="{700F5E3A-8D9E-CF46-BBD3-5739A3ADC061}"/>
          </ac:grpSpMkLst>
        </pc:grpChg>
        <pc:picChg chg="mod">
          <ac:chgData name="Loc Huynh" userId="80c0383e323bd6ea" providerId="LiveId" clId="{72CEA336-3CF7-0740-9187-942BCF55D6BE}" dt="2023-08-18T09:49:31.294" v="1602" actId="1035"/>
          <ac:picMkLst>
            <pc:docMk/>
            <pc:sldMk cId="1505658864" sldId="313"/>
            <ac:picMk id="18" creationId="{9FCF0CCC-86A7-7940-AFAB-1D4F3BD6C7B6}"/>
          </ac:picMkLst>
        </pc:picChg>
        <pc:picChg chg="mod">
          <ac:chgData name="Loc Huynh" userId="80c0383e323bd6ea" providerId="LiveId" clId="{72CEA336-3CF7-0740-9187-942BCF55D6BE}" dt="2023-08-18T09:49:31.294" v="1602" actId="1035"/>
          <ac:picMkLst>
            <pc:docMk/>
            <pc:sldMk cId="1505658864" sldId="313"/>
            <ac:picMk id="25" creationId="{7A491AE9-606F-914B-ADA6-AA5690F81D9C}"/>
          </ac:picMkLst>
        </pc:picChg>
        <pc:picChg chg="mod">
          <ac:chgData name="Loc Huynh" userId="80c0383e323bd6ea" providerId="LiveId" clId="{72CEA336-3CF7-0740-9187-942BCF55D6BE}" dt="2023-08-18T09:49:31.294" v="1602" actId="1035"/>
          <ac:picMkLst>
            <pc:docMk/>
            <pc:sldMk cId="1505658864" sldId="313"/>
            <ac:picMk id="28" creationId="{D6E9D265-6CEE-3E4F-BD88-C1A53192B460}"/>
          </ac:picMkLst>
        </pc:picChg>
        <pc:picChg chg="mod">
          <ac:chgData name="Loc Huynh" userId="80c0383e323bd6ea" providerId="LiveId" clId="{72CEA336-3CF7-0740-9187-942BCF55D6BE}" dt="2023-08-18T09:49:31.294" v="1602" actId="1035"/>
          <ac:picMkLst>
            <pc:docMk/>
            <pc:sldMk cId="1505658864" sldId="313"/>
            <ac:picMk id="37" creationId="{B0017858-0E8F-9C46-A75C-9B35D1C20892}"/>
          </ac:picMkLst>
        </pc:picChg>
        <pc:picChg chg="mod">
          <ac:chgData name="Loc Huynh" userId="80c0383e323bd6ea" providerId="LiveId" clId="{72CEA336-3CF7-0740-9187-942BCF55D6BE}" dt="2023-08-18T09:49:31.294" v="1602" actId="1035"/>
          <ac:picMkLst>
            <pc:docMk/>
            <pc:sldMk cId="1505658864" sldId="313"/>
            <ac:picMk id="11272" creationId="{911536AB-AE09-184A-902E-87CDBEC33A8C}"/>
          </ac:picMkLst>
        </pc:picChg>
        <pc:picChg chg="mod">
          <ac:chgData name="Loc Huynh" userId="80c0383e323bd6ea" providerId="LiveId" clId="{72CEA336-3CF7-0740-9187-942BCF55D6BE}" dt="2023-08-18T09:49:31.294" v="1602" actId="1035"/>
          <ac:picMkLst>
            <pc:docMk/>
            <pc:sldMk cId="1505658864" sldId="313"/>
            <ac:picMk id="14338" creationId="{7D325DAB-C8EF-6E49-BE8C-CCF7801CE6D1}"/>
          </ac:picMkLst>
        </pc:picChg>
      </pc:sldChg>
      <pc:sldChg chg="del">
        <pc:chgData name="Loc Huynh" userId="80c0383e323bd6ea" providerId="LiveId" clId="{72CEA336-3CF7-0740-9187-942BCF55D6BE}" dt="2023-08-18T08:32:05.583" v="1004" actId="2696"/>
        <pc:sldMkLst>
          <pc:docMk/>
          <pc:sldMk cId="2958557138" sldId="315"/>
        </pc:sldMkLst>
      </pc:sldChg>
      <pc:sldChg chg="addSp modSp mod modNotes modNotesTx">
        <pc:chgData name="Loc Huynh" userId="80c0383e323bd6ea" providerId="LiveId" clId="{72CEA336-3CF7-0740-9187-942BCF55D6BE}" dt="2023-09-11T13:27:24.682" v="14358"/>
        <pc:sldMkLst>
          <pc:docMk/>
          <pc:sldMk cId="2386089045" sldId="316"/>
        </pc:sldMkLst>
        <pc:spChg chg="mod">
          <ac:chgData name="Loc Huynh" userId="80c0383e323bd6ea" providerId="LiveId" clId="{72CEA336-3CF7-0740-9187-942BCF55D6BE}" dt="2023-08-18T08:33:36.975" v="1061" actId="20577"/>
          <ac:spMkLst>
            <pc:docMk/>
            <pc:sldMk cId="2386089045" sldId="316"/>
            <ac:spMk id="2" creationId="{7B00E714-86D8-D94C-B1C3-AF267E84D197}"/>
          </ac:spMkLst>
        </pc:spChg>
        <pc:spChg chg="mod">
          <ac:chgData name="Loc Huynh" userId="80c0383e323bd6ea" providerId="LiveId" clId="{72CEA336-3CF7-0740-9187-942BCF55D6BE}" dt="2023-08-30T04:56:44.455" v="6418" actId="207"/>
          <ac:spMkLst>
            <pc:docMk/>
            <pc:sldMk cId="2386089045" sldId="316"/>
            <ac:spMk id="3" creationId="{7FFBE53D-29E6-6243-A558-44AA8B0D326B}"/>
          </ac:spMkLst>
        </pc:spChg>
        <pc:spChg chg="mod">
          <ac:chgData name="Loc Huynh" userId="80c0383e323bd6ea" providerId="LiveId" clId="{72CEA336-3CF7-0740-9187-942BCF55D6BE}" dt="2023-08-21T02:13:53.940" v="2629" actId="1076"/>
          <ac:spMkLst>
            <pc:docMk/>
            <pc:sldMk cId="2386089045" sldId="316"/>
            <ac:spMk id="8" creationId="{DF390B2C-B625-7A47-8317-DEF33255B4F9}"/>
          </ac:spMkLst>
        </pc:spChg>
        <pc:picChg chg="mod">
          <ac:chgData name="Loc Huynh" userId="80c0383e323bd6ea" providerId="LiveId" clId="{72CEA336-3CF7-0740-9187-942BCF55D6BE}" dt="2023-08-21T02:13:50.264" v="2628" actId="1076"/>
          <ac:picMkLst>
            <pc:docMk/>
            <pc:sldMk cId="2386089045" sldId="316"/>
            <ac:picMk id="7" creationId="{DC173718-4014-C249-BA30-EA13655537C2}"/>
          </ac:picMkLst>
        </pc:picChg>
        <pc:picChg chg="add mod">
          <ac:chgData name="Loc Huynh" userId="80c0383e323bd6ea" providerId="LiveId" clId="{72CEA336-3CF7-0740-9187-942BCF55D6BE}" dt="2023-08-21T02:13:44.669" v="2627" actId="1076"/>
          <ac:picMkLst>
            <pc:docMk/>
            <pc:sldMk cId="2386089045" sldId="316"/>
            <ac:picMk id="10" creationId="{9301D4FD-13DD-6382-375B-84F401E4BB36}"/>
          </ac:picMkLst>
        </pc:picChg>
      </pc:sldChg>
      <pc:sldChg chg="del">
        <pc:chgData name="Loc Huynh" userId="80c0383e323bd6ea" providerId="LiveId" clId="{72CEA336-3CF7-0740-9187-942BCF55D6BE}" dt="2023-08-18T02:48:37.988" v="3" actId="2696"/>
        <pc:sldMkLst>
          <pc:docMk/>
          <pc:sldMk cId="1062131435" sldId="317"/>
        </pc:sldMkLst>
      </pc:sldChg>
      <pc:sldChg chg="del">
        <pc:chgData name="Loc Huynh" userId="80c0383e323bd6ea" providerId="LiveId" clId="{72CEA336-3CF7-0740-9187-942BCF55D6BE}" dt="2023-08-18T08:32:09.141" v="1005" actId="2696"/>
        <pc:sldMkLst>
          <pc:docMk/>
          <pc:sldMk cId="3803635203" sldId="318"/>
        </pc:sldMkLst>
      </pc:sldChg>
      <pc:sldChg chg="del">
        <pc:chgData name="Loc Huynh" userId="80c0383e323bd6ea" providerId="LiveId" clId="{72CEA336-3CF7-0740-9187-942BCF55D6BE}" dt="2023-08-18T08:32:12.810" v="1006" actId="2696"/>
        <pc:sldMkLst>
          <pc:docMk/>
          <pc:sldMk cId="1075832386" sldId="319"/>
        </pc:sldMkLst>
      </pc:sldChg>
      <pc:sldChg chg="addSp delSp modSp mod">
        <pc:chgData name="Loc Huynh" userId="80c0383e323bd6ea" providerId="LiveId" clId="{72CEA336-3CF7-0740-9187-942BCF55D6BE}" dt="2023-08-21T05:24:44.264" v="4162" actId="20577"/>
        <pc:sldMkLst>
          <pc:docMk/>
          <pc:sldMk cId="1615855309" sldId="320"/>
        </pc:sldMkLst>
        <pc:spChg chg="mod">
          <ac:chgData name="Loc Huynh" userId="80c0383e323bd6ea" providerId="LiveId" clId="{72CEA336-3CF7-0740-9187-942BCF55D6BE}" dt="2023-08-21T02:04:26.923" v="2492" actId="20577"/>
          <ac:spMkLst>
            <pc:docMk/>
            <pc:sldMk cId="1615855309" sldId="320"/>
            <ac:spMk id="2" creationId="{4F5E882A-E811-DD41-8D3C-A8C2FFDB94A3}"/>
          </ac:spMkLst>
        </pc:spChg>
        <pc:spChg chg="mod">
          <ac:chgData name="Loc Huynh" userId="80c0383e323bd6ea" providerId="LiveId" clId="{72CEA336-3CF7-0740-9187-942BCF55D6BE}" dt="2023-08-21T05:24:44.264" v="4162" actId="20577"/>
          <ac:spMkLst>
            <pc:docMk/>
            <pc:sldMk cId="1615855309" sldId="320"/>
            <ac:spMk id="3" creationId="{5511CC07-0D49-434E-8EE9-377DC0963F2A}"/>
          </ac:spMkLst>
        </pc:spChg>
        <pc:spChg chg="add del mod">
          <ac:chgData name="Loc Huynh" userId="80c0383e323bd6ea" providerId="LiveId" clId="{72CEA336-3CF7-0740-9187-942BCF55D6BE}" dt="2023-08-21T02:34:57.896" v="2981" actId="478"/>
          <ac:spMkLst>
            <pc:docMk/>
            <pc:sldMk cId="1615855309" sldId="320"/>
            <ac:spMk id="6" creationId="{1851ECDA-9DAF-4185-665E-F1A8E65998A0}"/>
          </ac:spMkLst>
        </pc:spChg>
        <pc:spChg chg="add del mod">
          <ac:chgData name="Loc Huynh" userId="80c0383e323bd6ea" providerId="LiveId" clId="{72CEA336-3CF7-0740-9187-942BCF55D6BE}" dt="2023-08-21T02:35:01.219" v="2984" actId="478"/>
          <ac:spMkLst>
            <pc:docMk/>
            <pc:sldMk cId="1615855309" sldId="320"/>
            <ac:spMk id="7" creationId="{5FF7D1C0-7215-8A9F-3D6F-11F2E7B7AC10}"/>
          </ac:spMkLst>
        </pc:spChg>
        <pc:spChg chg="add del">
          <ac:chgData name="Loc Huynh" userId="80c0383e323bd6ea" providerId="LiveId" clId="{72CEA336-3CF7-0740-9187-942BCF55D6BE}" dt="2023-08-18T09:30:02.596" v="1375" actId="11529"/>
          <ac:spMkLst>
            <pc:docMk/>
            <pc:sldMk cId="1615855309" sldId="320"/>
            <ac:spMk id="8" creationId="{26EE2197-17D4-0DE3-7047-08FF88596469}"/>
          </ac:spMkLst>
        </pc:spChg>
        <pc:spChg chg="add del mod">
          <ac:chgData name="Loc Huynh" userId="80c0383e323bd6ea" providerId="LiveId" clId="{72CEA336-3CF7-0740-9187-942BCF55D6BE}" dt="2023-08-21T02:35:00.744" v="2983" actId="478"/>
          <ac:spMkLst>
            <pc:docMk/>
            <pc:sldMk cId="1615855309" sldId="320"/>
            <ac:spMk id="9" creationId="{7179BB11-4014-59E0-0E13-CF5F1FE72551}"/>
          </ac:spMkLst>
        </pc:spChg>
        <pc:graphicFrameChg chg="add del mod modGraphic">
          <ac:chgData name="Loc Huynh" userId="80c0383e323bd6ea" providerId="LiveId" clId="{72CEA336-3CF7-0740-9187-942BCF55D6BE}" dt="2023-08-21T02:40:03.554" v="3348" actId="478"/>
          <ac:graphicFrameMkLst>
            <pc:docMk/>
            <pc:sldMk cId="1615855309" sldId="320"/>
            <ac:graphicFrameMk id="8" creationId="{2EBDC3DD-5F52-43EE-5EC2-0C6C8B8308EC}"/>
          </ac:graphicFrameMkLst>
        </pc:graphicFrameChg>
        <pc:picChg chg="del">
          <ac:chgData name="Loc Huynh" userId="80c0383e323bd6ea" providerId="LiveId" clId="{72CEA336-3CF7-0740-9187-942BCF55D6BE}" dt="2023-08-18T09:28:51.952" v="1346" actId="478"/>
          <ac:picMkLst>
            <pc:docMk/>
            <pc:sldMk cId="1615855309" sldId="320"/>
            <ac:picMk id="17410" creationId="{EB357F9F-13D3-3A43-A23F-17AD8013485C}"/>
          </ac:picMkLst>
        </pc:picChg>
        <pc:cxnChg chg="add del mod">
          <ac:chgData name="Loc Huynh" userId="80c0383e323bd6ea" providerId="LiveId" clId="{72CEA336-3CF7-0740-9187-942BCF55D6BE}" dt="2023-08-21T02:35:00.100" v="2982" actId="478"/>
          <ac:cxnSpMkLst>
            <pc:docMk/>
            <pc:sldMk cId="1615855309" sldId="320"/>
            <ac:cxnSpMk id="11" creationId="{D2F4C658-EA64-BC94-E089-8855741AD804}"/>
          </ac:cxnSpMkLst>
        </pc:cxnChg>
        <pc:cxnChg chg="add del mod">
          <ac:chgData name="Loc Huynh" userId="80c0383e323bd6ea" providerId="LiveId" clId="{72CEA336-3CF7-0740-9187-942BCF55D6BE}" dt="2023-08-21T02:35:01.754" v="2985" actId="478"/>
          <ac:cxnSpMkLst>
            <pc:docMk/>
            <pc:sldMk cId="1615855309" sldId="320"/>
            <ac:cxnSpMk id="13" creationId="{16D1D2BE-2E1A-B8D1-7D1B-AF7A8E4A1182}"/>
          </ac:cxnSpMkLst>
        </pc:cxnChg>
      </pc:sldChg>
      <pc:sldChg chg="delSp modSp mod ord delAnim modNotes modNotesTx">
        <pc:chgData name="Loc Huynh" userId="80c0383e323bd6ea" providerId="LiveId" clId="{72CEA336-3CF7-0740-9187-942BCF55D6BE}" dt="2023-09-11T13:27:24.682" v="14358"/>
        <pc:sldMkLst>
          <pc:docMk/>
          <pc:sldMk cId="1889408896" sldId="321"/>
        </pc:sldMkLst>
        <pc:spChg chg="mod">
          <ac:chgData name="Loc Huynh" userId="80c0383e323bd6ea" providerId="LiveId" clId="{72CEA336-3CF7-0740-9187-942BCF55D6BE}" dt="2023-09-11T09:25:13.190" v="10896" actId="20577"/>
          <ac:spMkLst>
            <pc:docMk/>
            <pc:sldMk cId="1889408896" sldId="321"/>
            <ac:spMk id="2" creationId="{04D8CE48-8FE4-8B46-BDCD-1C3D4332E9E2}"/>
          </ac:spMkLst>
        </pc:spChg>
        <pc:spChg chg="mod">
          <ac:chgData name="Loc Huynh" userId="80c0383e323bd6ea" providerId="LiveId" clId="{72CEA336-3CF7-0740-9187-942BCF55D6BE}" dt="2023-09-11T07:41:17.131" v="9020" actId="207"/>
          <ac:spMkLst>
            <pc:docMk/>
            <pc:sldMk cId="1889408896" sldId="321"/>
            <ac:spMk id="3" creationId="{8A535DAA-E754-1A4F-9352-0F003E23760C}"/>
          </ac:spMkLst>
        </pc:spChg>
        <pc:spChg chg="del">
          <ac:chgData name="Loc Huynh" userId="80c0383e323bd6ea" providerId="LiveId" clId="{72CEA336-3CF7-0740-9187-942BCF55D6BE}" dt="2023-09-11T06:53:39.595" v="8550" actId="478"/>
          <ac:spMkLst>
            <pc:docMk/>
            <pc:sldMk cId="1889408896" sldId="321"/>
            <ac:spMk id="6" creationId="{47196583-A578-6643-8381-93353256A7EE}"/>
          </ac:spMkLst>
        </pc:spChg>
        <pc:spChg chg="del mod">
          <ac:chgData name="Loc Huynh" userId="80c0383e323bd6ea" providerId="LiveId" clId="{72CEA336-3CF7-0740-9187-942BCF55D6BE}" dt="2023-08-21T05:33:23.341" v="4397" actId="478"/>
          <ac:spMkLst>
            <pc:docMk/>
            <pc:sldMk cId="1889408896" sldId="321"/>
            <ac:spMk id="8" creationId="{54D18F1F-2EFC-FF4E-AEAA-04E033CC26C9}"/>
          </ac:spMkLst>
        </pc:spChg>
        <pc:picChg chg="del">
          <ac:chgData name="Loc Huynh" userId="80c0383e323bd6ea" providerId="LiveId" clId="{72CEA336-3CF7-0740-9187-942BCF55D6BE}" dt="2023-08-21T05:33:21.311" v="4395" actId="478"/>
          <ac:picMkLst>
            <pc:docMk/>
            <pc:sldMk cId="1889408896" sldId="321"/>
            <ac:picMk id="7" creationId="{12F64925-8727-594A-993A-E9E6B4DEF37D}"/>
          </ac:picMkLst>
        </pc:picChg>
      </pc:sldChg>
      <pc:sldChg chg="modSp del mod">
        <pc:chgData name="Loc Huynh" userId="80c0383e323bd6ea" providerId="LiveId" clId="{72CEA336-3CF7-0740-9187-942BCF55D6BE}" dt="2023-09-11T07:34:43.519" v="8960" actId="2696"/>
        <pc:sldMkLst>
          <pc:docMk/>
          <pc:sldMk cId="2833664120" sldId="322"/>
        </pc:sldMkLst>
        <pc:spChg chg="mod">
          <ac:chgData name="Loc Huynh" userId="80c0383e323bd6ea" providerId="LiveId" clId="{72CEA336-3CF7-0740-9187-942BCF55D6BE}" dt="2023-09-11T06:53:58.851" v="8554" actId="21"/>
          <ac:spMkLst>
            <pc:docMk/>
            <pc:sldMk cId="2833664120" sldId="322"/>
            <ac:spMk id="3" creationId="{8A535DAA-E754-1A4F-9352-0F003E23760C}"/>
          </ac:spMkLst>
        </pc:spChg>
      </pc:sldChg>
      <pc:sldChg chg="modSp del mod">
        <pc:chgData name="Loc Huynh" userId="80c0383e323bd6ea" providerId="LiveId" clId="{72CEA336-3CF7-0740-9187-942BCF55D6BE}" dt="2023-09-11T06:54:19.136" v="8564" actId="2696"/>
        <pc:sldMkLst>
          <pc:docMk/>
          <pc:sldMk cId="1698545922" sldId="323"/>
        </pc:sldMkLst>
        <pc:spChg chg="mod">
          <ac:chgData name="Loc Huynh" userId="80c0383e323bd6ea" providerId="LiveId" clId="{72CEA336-3CF7-0740-9187-942BCF55D6BE}" dt="2023-08-18T08:52:02.688" v="1158" actId="20577"/>
          <ac:spMkLst>
            <pc:docMk/>
            <pc:sldMk cId="1698545922" sldId="323"/>
            <ac:spMk id="3" creationId="{8A535DAA-E754-1A4F-9352-0F003E23760C}"/>
          </ac:spMkLst>
        </pc:spChg>
      </pc:sldChg>
      <pc:sldChg chg="modSp del mod">
        <pc:chgData name="Loc Huynh" userId="80c0383e323bd6ea" providerId="LiveId" clId="{72CEA336-3CF7-0740-9187-942BCF55D6BE}" dt="2023-09-11T06:54:22.297" v="8565" actId="2696"/>
        <pc:sldMkLst>
          <pc:docMk/>
          <pc:sldMk cId="827472599" sldId="324"/>
        </pc:sldMkLst>
        <pc:spChg chg="mod">
          <ac:chgData name="Loc Huynh" userId="80c0383e323bd6ea" providerId="LiveId" clId="{72CEA336-3CF7-0740-9187-942BCF55D6BE}" dt="2023-08-18T08:52:41.873" v="1160" actId="207"/>
          <ac:spMkLst>
            <pc:docMk/>
            <pc:sldMk cId="827472599" sldId="324"/>
            <ac:spMk id="3" creationId="{8A535DAA-E754-1A4F-9352-0F003E23760C}"/>
          </ac:spMkLst>
        </pc:spChg>
      </pc:sldChg>
      <pc:sldChg chg="modSp del mod">
        <pc:chgData name="Loc Huynh" userId="80c0383e323bd6ea" providerId="LiveId" clId="{72CEA336-3CF7-0740-9187-942BCF55D6BE}" dt="2023-09-11T07:47:12.403" v="9238" actId="2696"/>
        <pc:sldMkLst>
          <pc:docMk/>
          <pc:sldMk cId="1452726636" sldId="325"/>
        </pc:sldMkLst>
        <pc:spChg chg="mod">
          <ac:chgData name="Loc Huynh" userId="80c0383e323bd6ea" providerId="LiveId" clId="{72CEA336-3CF7-0740-9187-942BCF55D6BE}" dt="2023-09-11T07:42:52.375" v="9061" actId="20577"/>
          <ac:spMkLst>
            <pc:docMk/>
            <pc:sldMk cId="1452726636" sldId="325"/>
            <ac:spMk id="2" creationId="{C54DDA5F-3397-B04E-9634-BFA6160F2F30}"/>
          </ac:spMkLst>
        </pc:spChg>
      </pc:sldChg>
      <pc:sldChg chg="addSp delSp modSp mod">
        <pc:chgData name="Loc Huynh" userId="80c0383e323bd6ea" providerId="LiveId" clId="{72CEA336-3CF7-0740-9187-942BCF55D6BE}" dt="2023-09-11T08:32:38.977" v="10271" actId="207"/>
        <pc:sldMkLst>
          <pc:docMk/>
          <pc:sldMk cId="1509791820" sldId="326"/>
        </pc:sldMkLst>
        <pc:spChg chg="mod">
          <ac:chgData name="Loc Huynh" userId="80c0383e323bd6ea" providerId="LiveId" clId="{72CEA336-3CF7-0740-9187-942BCF55D6BE}" dt="2023-09-11T07:43:00.414" v="9063"/>
          <ac:spMkLst>
            <pc:docMk/>
            <pc:sldMk cId="1509791820" sldId="326"/>
            <ac:spMk id="2" creationId="{C54DDA5F-3397-B04E-9634-BFA6160F2F30}"/>
          </ac:spMkLst>
        </pc:spChg>
        <pc:spChg chg="mod">
          <ac:chgData name="Loc Huynh" userId="80c0383e323bd6ea" providerId="LiveId" clId="{72CEA336-3CF7-0740-9187-942BCF55D6BE}" dt="2023-09-11T08:32:38.977" v="10271" actId="207"/>
          <ac:spMkLst>
            <pc:docMk/>
            <pc:sldMk cId="1509791820" sldId="326"/>
            <ac:spMk id="3" creationId="{836B46E6-E244-2945-B4BA-8F3930E3404B}"/>
          </ac:spMkLst>
        </pc:spChg>
        <pc:spChg chg="add mod">
          <ac:chgData name="Loc Huynh" userId="80c0383e323bd6ea" providerId="LiveId" clId="{72CEA336-3CF7-0740-9187-942BCF55D6BE}" dt="2023-08-18T09:20:53.826" v="1247"/>
          <ac:spMkLst>
            <pc:docMk/>
            <pc:sldMk cId="1509791820" sldId="326"/>
            <ac:spMk id="4" creationId="{1B9E5DA4-6A75-22CC-7161-1BEF1406ED70}"/>
          </ac:spMkLst>
        </pc:spChg>
        <pc:spChg chg="add mod">
          <ac:chgData name="Loc Huynh" userId="80c0383e323bd6ea" providerId="LiveId" clId="{72CEA336-3CF7-0740-9187-942BCF55D6BE}" dt="2023-09-11T08:01:06.958" v="9490" actId="1036"/>
          <ac:spMkLst>
            <pc:docMk/>
            <pc:sldMk cId="1509791820" sldId="326"/>
            <ac:spMk id="6" creationId="{6B5437C6-F6B5-F17D-0928-595E2968A596}"/>
          </ac:spMkLst>
        </pc:spChg>
        <pc:spChg chg="del">
          <ac:chgData name="Loc Huynh" userId="80c0383e323bd6ea" providerId="LiveId" clId="{72CEA336-3CF7-0740-9187-942BCF55D6BE}" dt="2023-08-18T09:20:53.373" v="1246" actId="478"/>
          <ac:spMkLst>
            <pc:docMk/>
            <pc:sldMk cId="1509791820" sldId="326"/>
            <ac:spMk id="11" creationId="{107A89DA-DD48-144C-805A-DD8422E1FBD2}"/>
          </ac:spMkLst>
        </pc:spChg>
        <pc:picChg chg="add mod">
          <ac:chgData name="Loc Huynh" userId="80c0383e323bd6ea" providerId="LiveId" clId="{72CEA336-3CF7-0740-9187-942BCF55D6BE}" dt="2023-09-11T08:01:06.958" v="9490" actId="1036"/>
          <ac:picMkLst>
            <pc:docMk/>
            <pc:sldMk cId="1509791820" sldId="326"/>
            <ac:picMk id="5" creationId="{EAF6FD3C-5FEE-B109-D051-3FBF637AD8E5}"/>
          </ac:picMkLst>
        </pc:picChg>
      </pc:sldChg>
      <pc:sldChg chg="addSp delSp modSp mod">
        <pc:chgData name="Loc Huynh" userId="80c0383e323bd6ea" providerId="LiveId" clId="{72CEA336-3CF7-0740-9187-942BCF55D6BE}" dt="2023-09-11T09:24:51.837" v="10877"/>
        <pc:sldMkLst>
          <pc:docMk/>
          <pc:sldMk cId="2093512164" sldId="327"/>
        </pc:sldMkLst>
        <pc:spChg chg="mod">
          <ac:chgData name="Loc Huynh" userId="80c0383e323bd6ea" providerId="LiveId" clId="{72CEA336-3CF7-0740-9187-942BCF55D6BE}" dt="2023-09-11T09:24:51.837" v="10877"/>
          <ac:spMkLst>
            <pc:docMk/>
            <pc:sldMk cId="2093512164" sldId="327"/>
            <ac:spMk id="2" creationId="{C54DDA5F-3397-B04E-9634-BFA6160F2F30}"/>
          </ac:spMkLst>
        </pc:spChg>
        <pc:spChg chg="mod">
          <ac:chgData name="Loc Huynh" userId="80c0383e323bd6ea" providerId="LiveId" clId="{72CEA336-3CF7-0740-9187-942BCF55D6BE}" dt="2023-09-11T08:32:24.623" v="10269" actId="207"/>
          <ac:spMkLst>
            <pc:docMk/>
            <pc:sldMk cId="2093512164" sldId="327"/>
            <ac:spMk id="3" creationId="{836B46E6-E244-2945-B4BA-8F3930E3404B}"/>
          </ac:spMkLst>
        </pc:spChg>
        <pc:spChg chg="add mod">
          <ac:chgData name="Loc Huynh" userId="80c0383e323bd6ea" providerId="LiveId" clId="{72CEA336-3CF7-0740-9187-942BCF55D6BE}" dt="2023-08-18T09:20:50.564" v="1245"/>
          <ac:spMkLst>
            <pc:docMk/>
            <pc:sldMk cId="2093512164" sldId="327"/>
            <ac:spMk id="4" creationId="{C92F3FE6-3D38-F224-4C0F-8BB87A4BA09D}"/>
          </ac:spMkLst>
        </pc:spChg>
        <pc:spChg chg="del">
          <ac:chgData name="Loc Huynh" userId="80c0383e323bd6ea" providerId="LiveId" clId="{72CEA336-3CF7-0740-9187-942BCF55D6BE}" dt="2023-08-18T09:20:50.022" v="1244" actId="478"/>
          <ac:spMkLst>
            <pc:docMk/>
            <pc:sldMk cId="2093512164" sldId="327"/>
            <ac:spMk id="12" creationId="{AE579DBA-92CF-F445-93BB-305445061D87}"/>
          </ac:spMkLst>
        </pc:spChg>
      </pc:sldChg>
      <pc:sldChg chg="addSp delSp modSp mod">
        <pc:chgData name="Loc Huynh" userId="80c0383e323bd6ea" providerId="LiveId" clId="{72CEA336-3CF7-0740-9187-942BCF55D6BE}" dt="2023-09-11T08:32:50.233" v="10273" actId="114"/>
        <pc:sldMkLst>
          <pc:docMk/>
          <pc:sldMk cId="3630190742" sldId="328"/>
        </pc:sldMkLst>
        <pc:spChg chg="mod">
          <ac:chgData name="Loc Huynh" userId="80c0383e323bd6ea" providerId="LiveId" clId="{72CEA336-3CF7-0740-9187-942BCF55D6BE}" dt="2023-09-11T07:43:03.651" v="9064"/>
          <ac:spMkLst>
            <pc:docMk/>
            <pc:sldMk cId="3630190742" sldId="328"/>
            <ac:spMk id="2" creationId="{C54DDA5F-3397-B04E-9634-BFA6160F2F30}"/>
          </ac:spMkLst>
        </pc:spChg>
        <pc:spChg chg="mod">
          <ac:chgData name="Loc Huynh" userId="80c0383e323bd6ea" providerId="LiveId" clId="{72CEA336-3CF7-0740-9187-942BCF55D6BE}" dt="2023-09-11T08:32:50.233" v="10273" actId="114"/>
          <ac:spMkLst>
            <pc:docMk/>
            <pc:sldMk cId="3630190742" sldId="328"/>
            <ac:spMk id="3" creationId="{836B46E6-E244-2945-B4BA-8F3930E3404B}"/>
          </ac:spMkLst>
        </pc:spChg>
        <pc:spChg chg="del">
          <ac:chgData name="Loc Huynh" userId="80c0383e323bd6ea" providerId="LiveId" clId="{72CEA336-3CF7-0740-9187-942BCF55D6BE}" dt="2023-08-18T09:20:56.756" v="1248" actId="478"/>
          <ac:spMkLst>
            <pc:docMk/>
            <pc:sldMk cId="3630190742" sldId="328"/>
            <ac:spMk id="4" creationId="{2E42DE3D-A10C-5549-8483-6FC93DC312EB}"/>
          </ac:spMkLst>
        </pc:spChg>
        <pc:spChg chg="add mod">
          <ac:chgData name="Loc Huynh" userId="80c0383e323bd6ea" providerId="LiveId" clId="{72CEA336-3CF7-0740-9187-942BCF55D6BE}" dt="2023-08-18T09:20:57.208" v="1249"/>
          <ac:spMkLst>
            <pc:docMk/>
            <pc:sldMk cId="3630190742" sldId="328"/>
            <ac:spMk id="6" creationId="{CDEAED67-7F01-E74B-C8FF-A995549AFF78}"/>
          </ac:spMkLst>
        </pc:spChg>
      </pc:sldChg>
      <pc:sldChg chg="addSp delSp modSp mod">
        <pc:chgData name="Loc Huynh" userId="80c0383e323bd6ea" providerId="LiveId" clId="{72CEA336-3CF7-0740-9187-942BCF55D6BE}" dt="2023-09-11T08:33:18.787" v="10310" actId="20577"/>
        <pc:sldMkLst>
          <pc:docMk/>
          <pc:sldMk cId="1982184621" sldId="329"/>
        </pc:sldMkLst>
        <pc:spChg chg="mod">
          <ac:chgData name="Loc Huynh" userId="80c0383e323bd6ea" providerId="LiveId" clId="{72CEA336-3CF7-0740-9187-942BCF55D6BE}" dt="2023-09-11T07:43:06.503" v="9065"/>
          <ac:spMkLst>
            <pc:docMk/>
            <pc:sldMk cId="1982184621" sldId="329"/>
            <ac:spMk id="2" creationId="{C54DDA5F-3397-B04E-9634-BFA6160F2F30}"/>
          </ac:spMkLst>
        </pc:spChg>
        <pc:spChg chg="mod">
          <ac:chgData name="Loc Huynh" userId="80c0383e323bd6ea" providerId="LiveId" clId="{72CEA336-3CF7-0740-9187-942BCF55D6BE}" dt="2023-09-11T08:33:18.787" v="10310" actId="20577"/>
          <ac:spMkLst>
            <pc:docMk/>
            <pc:sldMk cId="1982184621" sldId="329"/>
            <ac:spMk id="3" creationId="{836B46E6-E244-2945-B4BA-8F3930E3404B}"/>
          </ac:spMkLst>
        </pc:spChg>
        <pc:spChg chg="del">
          <ac:chgData name="Loc Huynh" userId="80c0383e323bd6ea" providerId="LiveId" clId="{72CEA336-3CF7-0740-9187-942BCF55D6BE}" dt="2023-08-18T09:21:00.366" v="1250" actId="478"/>
          <ac:spMkLst>
            <pc:docMk/>
            <pc:sldMk cId="1982184621" sldId="329"/>
            <ac:spMk id="4" creationId="{A7FA9669-0A47-9B45-AF9C-A3DD7F795667}"/>
          </ac:spMkLst>
        </pc:spChg>
        <pc:spChg chg="add mod">
          <ac:chgData name="Loc Huynh" userId="80c0383e323bd6ea" providerId="LiveId" clId="{72CEA336-3CF7-0740-9187-942BCF55D6BE}" dt="2023-08-18T09:21:00.803" v="1251"/>
          <ac:spMkLst>
            <pc:docMk/>
            <pc:sldMk cId="1982184621" sldId="329"/>
            <ac:spMk id="6" creationId="{FE19F06E-5AA0-79E7-B19F-36993DA6900D}"/>
          </ac:spMkLst>
        </pc:spChg>
      </pc:sldChg>
      <pc:sldChg chg="addSp delSp modSp mod">
        <pc:chgData name="Loc Huynh" userId="80c0383e323bd6ea" providerId="LiveId" clId="{72CEA336-3CF7-0740-9187-942BCF55D6BE}" dt="2023-09-11T09:02:39.497" v="10469" actId="20577"/>
        <pc:sldMkLst>
          <pc:docMk/>
          <pc:sldMk cId="1142298140" sldId="330"/>
        </pc:sldMkLst>
        <pc:spChg chg="mod">
          <ac:chgData name="Loc Huynh" userId="80c0383e323bd6ea" providerId="LiveId" clId="{72CEA336-3CF7-0740-9187-942BCF55D6BE}" dt="2023-09-11T07:43:09.299" v="9066"/>
          <ac:spMkLst>
            <pc:docMk/>
            <pc:sldMk cId="1142298140" sldId="330"/>
            <ac:spMk id="2" creationId="{C54DDA5F-3397-B04E-9634-BFA6160F2F30}"/>
          </ac:spMkLst>
        </pc:spChg>
        <pc:spChg chg="mod">
          <ac:chgData name="Loc Huynh" userId="80c0383e323bd6ea" providerId="LiveId" clId="{72CEA336-3CF7-0740-9187-942BCF55D6BE}" dt="2023-09-11T09:02:39.497" v="10469" actId="20577"/>
          <ac:spMkLst>
            <pc:docMk/>
            <pc:sldMk cId="1142298140" sldId="330"/>
            <ac:spMk id="3" creationId="{836B46E6-E244-2945-B4BA-8F3930E3404B}"/>
          </ac:spMkLst>
        </pc:spChg>
        <pc:spChg chg="del">
          <ac:chgData name="Loc Huynh" userId="80c0383e323bd6ea" providerId="LiveId" clId="{72CEA336-3CF7-0740-9187-942BCF55D6BE}" dt="2023-08-18T09:21:03.821" v="1252" actId="478"/>
          <ac:spMkLst>
            <pc:docMk/>
            <pc:sldMk cId="1142298140" sldId="330"/>
            <ac:spMk id="4" creationId="{B600E00D-AA43-C94A-9FCC-F057143E90DE}"/>
          </ac:spMkLst>
        </pc:spChg>
        <pc:spChg chg="add mod">
          <ac:chgData name="Loc Huynh" userId="80c0383e323bd6ea" providerId="LiveId" clId="{72CEA336-3CF7-0740-9187-942BCF55D6BE}" dt="2023-08-18T09:21:04.212" v="1253"/>
          <ac:spMkLst>
            <pc:docMk/>
            <pc:sldMk cId="1142298140" sldId="330"/>
            <ac:spMk id="6" creationId="{734910D0-EAA2-2648-EEDB-30EDF9D5DE29}"/>
          </ac:spMkLst>
        </pc:spChg>
      </pc:sldChg>
      <pc:sldChg chg="add">
        <pc:chgData name="Loc Huynh" userId="80c0383e323bd6ea" providerId="LiveId" clId="{72CEA336-3CF7-0740-9187-942BCF55D6BE}" dt="2023-09-11T09:26:04.796" v="10898"/>
        <pc:sldMkLst>
          <pc:docMk/>
          <pc:sldMk cId="915704410" sldId="331"/>
        </pc:sldMkLst>
      </pc:sldChg>
      <pc:sldChg chg="modSp del mod chgLayout">
        <pc:chgData name="Loc Huynh" userId="80c0383e323bd6ea" providerId="LiveId" clId="{72CEA336-3CF7-0740-9187-942BCF55D6BE}" dt="2023-09-11T09:26:00.899" v="10897" actId="2696"/>
        <pc:sldMkLst>
          <pc:docMk/>
          <pc:sldMk cId="4050537604" sldId="331"/>
        </pc:sldMkLst>
        <pc:spChg chg="mod ord">
          <ac:chgData name="Loc Huynh" userId="80c0383e323bd6ea" providerId="LiveId" clId="{72CEA336-3CF7-0740-9187-942BCF55D6BE}" dt="2023-09-11T09:16:55.054" v="10521" actId="700"/>
          <ac:spMkLst>
            <pc:docMk/>
            <pc:sldMk cId="4050537604" sldId="331"/>
            <ac:spMk id="2" creationId="{1EC6BF10-FE2C-5345-B7B5-775DC6E3CB37}"/>
          </ac:spMkLst>
        </pc:spChg>
        <pc:spChg chg="mod ord">
          <ac:chgData name="Loc Huynh" userId="80c0383e323bd6ea" providerId="LiveId" clId="{72CEA336-3CF7-0740-9187-942BCF55D6BE}" dt="2023-09-11T09:24:02.942" v="10875" actId="20577"/>
          <ac:spMkLst>
            <pc:docMk/>
            <pc:sldMk cId="4050537604" sldId="331"/>
            <ac:spMk id="3" creationId="{19F26957-3555-4C48-AE14-45801A0508A3}"/>
          </ac:spMkLst>
        </pc:spChg>
        <pc:spChg chg="mod ord">
          <ac:chgData name="Loc Huynh" userId="80c0383e323bd6ea" providerId="LiveId" clId="{72CEA336-3CF7-0740-9187-942BCF55D6BE}" dt="2023-09-11T09:16:55.054" v="10521" actId="700"/>
          <ac:spMkLst>
            <pc:docMk/>
            <pc:sldMk cId="4050537604" sldId="331"/>
            <ac:spMk id="4" creationId="{0FA5299A-2878-F147-AA08-D805F2EDF50A}"/>
          </ac:spMkLst>
        </pc:spChg>
        <pc:spChg chg="mod ord">
          <ac:chgData name="Loc Huynh" userId="80c0383e323bd6ea" providerId="LiveId" clId="{72CEA336-3CF7-0740-9187-942BCF55D6BE}" dt="2023-09-11T09:16:55.054" v="10521" actId="700"/>
          <ac:spMkLst>
            <pc:docMk/>
            <pc:sldMk cId="4050537604" sldId="331"/>
            <ac:spMk id="5" creationId="{0011AAE3-A2A2-694D-B6CF-86C7051A2059}"/>
          </ac:spMkLst>
        </pc:spChg>
      </pc:sldChg>
      <pc:sldChg chg="del">
        <pc:chgData name="Loc Huynh" userId="80c0383e323bd6ea" providerId="LiveId" clId="{72CEA336-3CF7-0740-9187-942BCF55D6BE}" dt="2023-09-11T06:31:55.276" v="8546" actId="2696"/>
        <pc:sldMkLst>
          <pc:docMk/>
          <pc:sldMk cId="5523280" sldId="332"/>
        </pc:sldMkLst>
      </pc:sldChg>
      <pc:sldChg chg="addSp delSp modSp del mod">
        <pc:chgData name="Loc Huynh" userId="80c0383e323bd6ea" providerId="LiveId" clId="{72CEA336-3CF7-0740-9187-942BCF55D6BE}" dt="2023-09-11T08:36:54.850" v="10381" actId="2696"/>
        <pc:sldMkLst>
          <pc:docMk/>
          <pc:sldMk cId="851817313" sldId="333"/>
        </pc:sldMkLst>
        <pc:spChg chg="mod">
          <ac:chgData name="Loc Huynh" userId="80c0383e323bd6ea" providerId="LiveId" clId="{72CEA336-3CF7-0740-9187-942BCF55D6BE}" dt="2023-08-18T10:11:12.369" v="2260" actId="20577"/>
          <ac:spMkLst>
            <pc:docMk/>
            <pc:sldMk cId="851817313" sldId="333"/>
            <ac:spMk id="2" creationId="{C54DDA5F-3397-B04E-9634-BFA6160F2F30}"/>
          </ac:spMkLst>
        </pc:spChg>
        <pc:spChg chg="mod">
          <ac:chgData name="Loc Huynh" userId="80c0383e323bd6ea" providerId="LiveId" clId="{72CEA336-3CF7-0740-9187-942BCF55D6BE}" dt="2023-08-18T09:54:58.306" v="1966" actId="20577"/>
          <ac:spMkLst>
            <pc:docMk/>
            <pc:sldMk cId="851817313" sldId="333"/>
            <ac:spMk id="3" creationId="{836B46E6-E244-2945-B4BA-8F3930E3404B}"/>
          </ac:spMkLst>
        </pc:spChg>
        <pc:spChg chg="add mod">
          <ac:chgData name="Loc Huynh" userId="80c0383e323bd6ea" providerId="LiveId" clId="{72CEA336-3CF7-0740-9187-942BCF55D6BE}" dt="2023-08-18T09:21:07.816" v="1255"/>
          <ac:spMkLst>
            <pc:docMk/>
            <pc:sldMk cId="851817313" sldId="333"/>
            <ac:spMk id="4" creationId="{D9F448F6-DE0E-3C1A-CD6D-9605AA623398}"/>
          </ac:spMkLst>
        </pc:spChg>
        <pc:spChg chg="mod">
          <ac:chgData name="Loc Huynh" userId="80c0383e323bd6ea" providerId="LiveId" clId="{72CEA336-3CF7-0740-9187-942BCF55D6BE}" dt="2023-08-18T09:53:30.695" v="1916" actId="1076"/>
          <ac:spMkLst>
            <pc:docMk/>
            <pc:sldMk cId="851817313" sldId="333"/>
            <ac:spMk id="9" creationId="{55A29E9C-B462-2C48-9696-516BC4A293E5}"/>
          </ac:spMkLst>
        </pc:spChg>
        <pc:spChg chg="del">
          <ac:chgData name="Loc Huynh" userId="80c0383e323bd6ea" providerId="LiveId" clId="{72CEA336-3CF7-0740-9187-942BCF55D6BE}" dt="2023-08-18T09:21:07.392" v="1254" actId="478"/>
          <ac:spMkLst>
            <pc:docMk/>
            <pc:sldMk cId="851817313" sldId="333"/>
            <ac:spMk id="10" creationId="{398C95A5-47A4-CE44-B270-7C07015F385D}"/>
          </ac:spMkLst>
        </pc:spChg>
        <pc:graphicFrameChg chg="mod">
          <ac:chgData name="Loc Huynh" userId="80c0383e323bd6ea" providerId="LiveId" clId="{72CEA336-3CF7-0740-9187-942BCF55D6BE}" dt="2023-08-18T09:20:29.130" v="1242" actId="1076"/>
          <ac:graphicFrameMkLst>
            <pc:docMk/>
            <pc:sldMk cId="851817313" sldId="333"/>
            <ac:graphicFrameMk id="8" creationId="{C70698C5-B991-3947-A09C-1B74F2D5C2CD}"/>
          </ac:graphicFrameMkLst>
        </pc:graphicFrameChg>
        <pc:picChg chg="mod">
          <ac:chgData name="Loc Huynh" userId="80c0383e323bd6ea" providerId="LiveId" clId="{72CEA336-3CF7-0740-9187-942BCF55D6BE}" dt="2023-08-18T09:20:25.833" v="1241" actId="1076"/>
          <ac:picMkLst>
            <pc:docMk/>
            <pc:sldMk cId="851817313" sldId="333"/>
            <ac:picMk id="7" creationId="{CE07F350-516E-8144-A53F-BA78B2ECBBF3}"/>
          </ac:picMkLst>
        </pc:picChg>
      </pc:sldChg>
      <pc:sldChg chg="del">
        <pc:chgData name="Loc Huynh" userId="80c0383e323bd6ea" providerId="LiveId" clId="{72CEA336-3CF7-0740-9187-942BCF55D6BE}" dt="2023-09-11T06:31:57.483" v="8547" actId="2696"/>
        <pc:sldMkLst>
          <pc:docMk/>
          <pc:sldMk cId="3976749755" sldId="334"/>
        </pc:sldMkLst>
      </pc:sldChg>
      <pc:sldChg chg="del">
        <pc:chgData name="Loc Huynh" userId="80c0383e323bd6ea" providerId="LiveId" clId="{72CEA336-3CF7-0740-9187-942BCF55D6BE}" dt="2023-09-11T06:31:58.465" v="8548" actId="2696"/>
        <pc:sldMkLst>
          <pc:docMk/>
          <pc:sldMk cId="2251604776" sldId="335"/>
        </pc:sldMkLst>
      </pc:sldChg>
      <pc:sldChg chg="del">
        <pc:chgData name="Loc Huynh" userId="80c0383e323bd6ea" providerId="LiveId" clId="{72CEA336-3CF7-0740-9187-942BCF55D6BE}" dt="2023-09-11T06:31:59.147" v="8549" actId="2696"/>
        <pc:sldMkLst>
          <pc:docMk/>
          <pc:sldMk cId="4279416482" sldId="336"/>
        </pc:sldMkLst>
      </pc:sldChg>
      <pc:sldChg chg="modSp del mod chgLayout">
        <pc:chgData name="Loc Huynh" userId="80c0383e323bd6ea" providerId="LiveId" clId="{72CEA336-3CF7-0740-9187-942BCF55D6BE}" dt="2023-09-11T11:09:36.262" v="13534" actId="2696"/>
        <pc:sldMkLst>
          <pc:docMk/>
          <pc:sldMk cId="1557391853" sldId="337"/>
        </pc:sldMkLst>
        <pc:spChg chg="mod ord">
          <ac:chgData name="Loc Huynh" userId="80c0383e323bd6ea" providerId="LiveId" clId="{72CEA336-3CF7-0740-9187-942BCF55D6BE}" dt="2023-09-11T09:17:11.153" v="10522" actId="700"/>
          <ac:spMkLst>
            <pc:docMk/>
            <pc:sldMk cId="1557391853" sldId="337"/>
            <ac:spMk id="2" creationId="{1EC6BF10-FE2C-5345-B7B5-775DC6E3CB37}"/>
          </ac:spMkLst>
        </pc:spChg>
        <pc:spChg chg="mod ord">
          <ac:chgData name="Loc Huynh" userId="80c0383e323bd6ea" providerId="LiveId" clId="{72CEA336-3CF7-0740-9187-942BCF55D6BE}" dt="2023-09-11T09:17:11.153" v="10522" actId="700"/>
          <ac:spMkLst>
            <pc:docMk/>
            <pc:sldMk cId="1557391853" sldId="337"/>
            <ac:spMk id="3" creationId="{19F26957-3555-4C48-AE14-45801A0508A3}"/>
          </ac:spMkLst>
        </pc:spChg>
        <pc:spChg chg="mod ord">
          <ac:chgData name="Loc Huynh" userId="80c0383e323bd6ea" providerId="LiveId" clId="{72CEA336-3CF7-0740-9187-942BCF55D6BE}" dt="2023-09-11T09:17:11.153" v="10522" actId="700"/>
          <ac:spMkLst>
            <pc:docMk/>
            <pc:sldMk cId="1557391853" sldId="337"/>
            <ac:spMk id="4" creationId="{0FA5299A-2878-F147-AA08-D805F2EDF50A}"/>
          </ac:spMkLst>
        </pc:spChg>
        <pc:spChg chg="mod ord">
          <ac:chgData name="Loc Huynh" userId="80c0383e323bd6ea" providerId="LiveId" clId="{72CEA336-3CF7-0740-9187-942BCF55D6BE}" dt="2023-09-11T09:17:11.153" v="10522" actId="700"/>
          <ac:spMkLst>
            <pc:docMk/>
            <pc:sldMk cId="1557391853" sldId="337"/>
            <ac:spMk id="5" creationId="{0011AAE3-A2A2-694D-B6CF-86C7051A2059}"/>
          </ac:spMkLst>
        </pc:spChg>
        <pc:spChg chg="mod">
          <ac:chgData name="Loc Huynh" userId="80c0383e323bd6ea" providerId="LiveId" clId="{72CEA336-3CF7-0740-9187-942BCF55D6BE}" dt="2023-08-18T09:19:48.692" v="1238" actId="207"/>
          <ac:spMkLst>
            <pc:docMk/>
            <pc:sldMk cId="1557391853" sldId="337"/>
            <ac:spMk id="24" creationId="{68891AA4-834A-D243-A217-483531A5B694}"/>
          </ac:spMkLst>
        </pc:spChg>
        <pc:spChg chg="mod">
          <ac:chgData name="Loc Huynh" userId="80c0383e323bd6ea" providerId="LiveId" clId="{72CEA336-3CF7-0740-9187-942BCF55D6BE}" dt="2023-08-18T09:19:45.509" v="1237" actId="207"/>
          <ac:spMkLst>
            <pc:docMk/>
            <pc:sldMk cId="1557391853" sldId="337"/>
            <ac:spMk id="35" creationId="{136F4219-C3E1-C043-BAEE-CD225F8B49B4}"/>
          </ac:spMkLst>
        </pc:spChg>
        <pc:spChg chg="mod">
          <ac:chgData name="Loc Huynh" userId="80c0383e323bd6ea" providerId="LiveId" clId="{72CEA336-3CF7-0740-9187-942BCF55D6BE}" dt="2023-08-18T09:19:52.205" v="1239" actId="207"/>
          <ac:spMkLst>
            <pc:docMk/>
            <pc:sldMk cId="1557391853" sldId="337"/>
            <ac:spMk id="38" creationId="{78B443AA-06C5-364F-8E50-5122BC49D8EF}"/>
          </ac:spMkLst>
        </pc:spChg>
        <pc:spChg chg="mod">
          <ac:chgData name="Loc Huynh" userId="80c0383e323bd6ea" providerId="LiveId" clId="{72CEA336-3CF7-0740-9187-942BCF55D6BE}" dt="2023-08-18T09:19:54.750" v="1240" actId="207"/>
          <ac:spMkLst>
            <pc:docMk/>
            <pc:sldMk cId="1557391853" sldId="337"/>
            <ac:spMk id="42" creationId="{605164EC-2669-4249-8184-04233C2276EC}"/>
          </ac:spMkLst>
        </pc:spChg>
      </pc:sldChg>
      <pc:sldChg chg="addSp delSp modSp mod chgLayout">
        <pc:chgData name="Loc Huynh" userId="80c0383e323bd6ea" providerId="LiveId" clId="{72CEA336-3CF7-0740-9187-942BCF55D6BE}" dt="2023-09-11T11:13:52.069" v="13655" actId="1076"/>
        <pc:sldMkLst>
          <pc:docMk/>
          <pc:sldMk cId="127802819" sldId="338"/>
        </pc:sldMkLst>
        <pc:spChg chg="mod ord">
          <ac:chgData name="Loc Huynh" userId="80c0383e323bd6ea" providerId="LiveId" clId="{72CEA336-3CF7-0740-9187-942BCF55D6BE}" dt="2023-09-11T11:13:28.974" v="13652" actId="700"/>
          <ac:spMkLst>
            <pc:docMk/>
            <pc:sldMk cId="127802819" sldId="338"/>
            <ac:spMk id="2" creationId="{1EC6BF10-FE2C-5345-B7B5-775DC6E3CB37}"/>
          </ac:spMkLst>
        </pc:spChg>
        <pc:spChg chg="mod ord">
          <ac:chgData name="Loc Huynh" userId="80c0383e323bd6ea" providerId="LiveId" clId="{72CEA336-3CF7-0740-9187-942BCF55D6BE}" dt="2023-09-11T11:13:28.974" v="13652" actId="700"/>
          <ac:spMkLst>
            <pc:docMk/>
            <pc:sldMk cId="127802819" sldId="338"/>
            <ac:spMk id="3" creationId="{19F26957-3555-4C48-AE14-45801A0508A3}"/>
          </ac:spMkLst>
        </pc:spChg>
        <pc:spChg chg="mod ord">
          <ac:chgData name="Loc Huynh" userId="80c0383e323bd6ea" providerId="LiveId" clId="{72CEA336-3CF7-0740-9187-942BCF55D6BE}" dt="2023-09-11T11:13:28.974" v="13652" actId="700"/>
          <ac:spMkLst>
            <pc:docMk/>
            <pc:sldMk cId="127802819" sldId="338"/>
            <ac:spMk id="4" creationId="{0FA5299A-2878-F147-AA08-D805F2EDF50A}"/>
          </ac:spMkLst>
        </pc:spChg>
        <pc:spChg chg="mod ord">
          <ac:chgData name="Loc Huynh" userId="80c0383e323bd6ea" providerId="LiveId" clId="{72CEA336-3CF7-0740-9187-942BCF55D6BE}" dt="2023-09-11T11:13:28.974" v="13652" actId="700"/>
          <ac:spMkLst>
            <pc:docMk/>
            <pc:sldMk cId="127802819" sldId="338"/>
            <ac:spMk id="5" creationId="{0011AAE3-A2A2-694D-B6CF-86C7051A2059}"/>
          </ac:spMkLst>
        </pc:spChg>
        <pc:spChg chg="add del">
          <ac:chgData name="Loc Huynh" userId="80c0383e323bd6ea" providerId="LiveId" clId="{72CEA336-3CF7-0740-9187-942BCF55D6BE}" dt="2023-08-18T10:11:40.673" v="2317" actId="22"/>
          <ac:spMkLst>
            <pc:docMk/>
            <pc:sldMk cId="127802819" sldId="338"/>
            <ac:spMk id="7" creationId="{18618C2C-BA4B-AFE5-5A4D-51A4E9B16A16}"/>
          </ac:spMkLst>
        </pc:spChg>
        <pc:graphicFrameChg chg="mod modGraphic">
          <ac:chgData name="Loc Huynh" userId="80c0383e323bd6ea" providerId="LiveId" clId="{72CEA336-3CF7-0740-9187-942BCF55D6BE}" dt="2023-09-11T11:13:52.069" v="13655" actId="1076"/>
          <ac:graphicFrameMkLst>
            <pc:docMk/>
            <pc:sldMk cId="127802819" sldId="338"/>
            <ac:graphicFrameMk id="12" creationId="{948B7D63-8853-A448-9D87-1C4BE919E799}"/>
          </ac:graphicFrameMkLst>
        </pc:graphicFrameChg>
        <pc:picChg chg="mod">
          <ac:chgData name="Loc Huynh" userId="80c0383e323bd6ea" providerId="LiveId" clId="{72CEA336-3CF7-0740-9187-942BCF55D6BE}" dt="2023-09-11T11:13:52.069" v="13655" actId="1076"/>
          <ac:picMkLst>
            <pc:docMk/>
            <pc:sldMk cId="127802819" sldId="338"/>
            <ac:picMk id="29698" creationId="{A1056F00-EE99-5043-9C90-8B99AA1CC856}"/>
          </ac:picMkLst>
        </pc:picChg>
        <pc:picChg chg="mod">
          <ac:chgData name="Loc Huynh" userId="80c0383e323bd6ea" providerId="LiveId" clId="{72CEA336-3CF7-0740-9187-942BCF55D6BE}" dt="2023-09-11T11:13:52.069" v="13655" actId="1076"/>
          <ac:picMkLst>
            <pc:docMk/>
            <pc:sldMk cId="127802819" sldId="338"/>
            <ac:picMk id="29700" creationId="{70790298-B185-BD43-B62B-CEC3BE769F1A}"/>
          </ac:picMkLst>
        </pc:picChg>
        <pc:picChg chg="mod">
          <ac:chgData name="Loc Huynh" userId="80c0383e323bd6ea" providerId="LiveId" clId="{72CEA336-3CF7-0740-9187-942BCF55D6BE}" dt="2023-09-11T11:13:52.069" v="13655" actId="1076"/>
          <ac:picMkLst>
            <pc:docMk/>
            <pc:sldMk cId="127802819" sldId="338"/>
            <ac:picMk id="29702" creationId="{D9D3B0F0-3B94-A241-88FD-36B20E9E88F5}"/>
          </ac:picMkLst>
        </pc:picChg>
        <pc:picChg chg="mod">
          <ac:chgData name="Loc Huynh" userId="80c0383e323bd6ea" providerId="LiveId" clId="{72CEA336-3CF7-0740-9187-942BCF55D6BE}" dt="2023-09-11T11:13:52.069" v="13655" actId="1076"/>
          <ac:picMkLst>
            <pc:docMk/>
            <pc:sldMk cId="127802819" sldId="338"/>
            <ac:picMk id="29704" creationId="{D726B684-CA60-AB43-8978-98FC4BF03796}"/>
          </ac:picMkLst>
        </pc:picChg>
        <pc:picChg chg="mod">
          <ac:chgData name="Loc Huynh" userId="80c0383e323bd6ea" providerId="LiveId" clId="{72CEA336-3CF7-0740-9187-942BCF55D6BE}" dt="2023-09-11T11:13:52.069" v="13655" actId="1076"/>
          <ac:picMkLst>
            <pc:docMk/>
            <pc:sldMk cId="127802819" sldId="338"/>
            <ac:picMk id="29706" creationId="{E3EE8008-70B3-0B42-B4E6-B9DF8FE284A1}"/>
          </ac:picMkLst>
        </pc:picChg>
      </pc:sldChg>
      <pc:sldChg chg="modSp mod chgLayout">
        <pc:chgData name="Loc Huynh" userId="80c0383e323bd6ea" providerId="LiveId" clId="{72CEA336-3CF7-0740-9187-942BCF55D6BE}" dt="2023-09-11T11:59:29.723" v="14190" actId="20577"/>
        <pc:sldMkLst>
          <pc:docMk/>
          <pc:sldMk cId="1317106903" sldId="339"/>
        </pc:sldMkLst>
        <pc:spChg chg="mod ord">
          <ac:chgData name="Loc Huynh" userId="80c0383e323bd6ea" providerId="LiveId" clId="{72CEA336-3CF7-0740-9187-942BCF55D6BE}" dt="2023-09-11T11:24:33.924" v="14088" actId="700"/>
          <ac:spMkLst>
            <pc:docMk/>
            <pc:sldMk cId="1317106903" sldId="339"/>
            <ac:spMk id="2" creationId="{1EC6BF10-FE2C-5345-B7B5-775DC6E3CB37}"/>
          </ac:spMkLst>
        </pc:spChg>
        <pc:spChg chg="mod ord">
          <ac:chgData name="Loc Huynh" userId="80c0383e323bd6ea" providerId="LiveId" clId="{72CEA336-3CF7-0740-9187-942BCF55D6BE}" dt="2023-09-11T11:59:29.723" v="14190" actId="20577"/>
          <ac:spMkLst>
            <pc:docMk/>
            <pc:sldMk cId="1317106903" sldId="339"/>
            <ac:spMk id="3" creationId="{19F26957-3555-4C48-AE14-45801A0508A3}"/>
          </ac:spMkLst>
        </pc:spChg>
        <pc:spChg chg="mod ord">
          <ac:chgData name="Loc Huynh" userId="80c0383e323bd6ea" providerId="LiveId" clId="{72CEA336-3CF7-0740-9187-942BCF55D6BE}" dt="2023-09-11T11:24:33.924" v="14088" actId="700"/>
          <ac:spMkLst>
            <pc:docMk/>
            <pc:sldMk cId="1317106903" sldId="339"/>
            <ac:spMk id="4" creationId="{0FA5299A-2878-F147-AA08-D805F2EDF50A}"/>
          </ac:spMkLst>
        </pc:spChg>
        <pc:spChg chg="mod ord">
          <ac:chgData name="Loc Huynh" userId="80c0383e323bd6ea" providerId="LiveId" clId="{72CEA336-3CF7-0740-9187-942BCF55D6BE}" dt="2023-09-11T11:24:33.924" v="14088" actId="700"/>
          <ac:spMkLst>
            <pc:docMk/>
            <pc:sldMk cId="1317106903" sldId="339"/>
            <ac:spMk id="5" creationId="{0011AAE3-A2A2-694D-B6CF-86C7051A2059}"/>
          </ac:spMkLst>
        </pc:spChg>
      </pc:sldChg>
      <pc:sldChg chg="modSp del mod chgLayout">
        <pc:chgData name="Loc Huynh" userId="80c0383e323bd6ea" providerId="LiveId" clId="{72CEA336-3CF7-0740-9187-942BCF55D6BE}" dt="2023-09-11T12:03:06.432" v="14249" actId="2696"/>
        <pc:sldMkLst>
          <pc:docMk/>
          <pc:sldMk cId="28933879" sldId="341"/>
        </pc:sldMkLst>
        <pc:spChg chg="mod ord">
          <ac:chgData name="Loc Huynh" userId="80c0383e323bd6ea" providerId="LiveId" clId="{72CEA336-3CF7-0740-9187-942BCF55D6BE}" dt="2023-09-11T11:24:36.910" v="14089" actId="700"/>
          <ac:spMkLst>
            <pc:docMk/>
            <pc:sldMk cId="28933879" sldId="341"/>
            <ac:spMk id="2" creationId="{1EC6BF10-FE2C-5345-B7B5-775DC6E3CB37}"/>
          </ac:spMkLst>
        </pc:spChg>
        <pc:spChg chg="mod ord">
          <ac:chgData name="Loc Huynh" userId="80c0383e323bd6ea" providerId="LiveId" clId="{72CEA336-3CF7-0740-9187-942BCF55D6BE}" dt="2023-09-11T12:01:09.336" v="14228" actId="20577"/>
          <ac:spMkLst>
            <pc:docMk/>
            <pc:sldMk cId="28933879" sldId="341"/>
            <ac:spMk id="3" creationId="{19F26957-3555-4C48-AE14-45801A0508A3}"/>
          </ac:spMkLst>
        </pc:spChg>
        <pc:spChg chg="mod ord">
          <ac:chgData name="Loc Huynh" userId="80c0383e323bd6ea" providerId="LiveId" clId="{72CEA336-3CF7-0740-9187-942BCF55D6BE}" dt="2023-09-11T11:24:36.910" v="14089" actId="700"/>
          <ac:spMkLst>
            <pc:docMk/>
            <pc:sldMk cId="28933879" sldId="341"/>
            <ac:spMk id="4" creationId="{0FA5299A-2878-F147-AA08-D805F2EDF50A}"/>
          </ac:spMkLst>
        </pc:spChg>
        <pc:spChg chg="mod ord">
          <ac:chgData name="Loc Huynh" userId="80c0383e323bd6ea" providerId="LiveId" clId="{72CEA336-3CF7-0740-9187-942BCF55D6BE}" dt="2023-09-11T11:24:36.910" v="14089" actId="700"/>
          <ac:spMkLst>
            <pc:docMk/>
            <pc:sldMk cId="28933879" sldId="341"/>
            <ac:spMk id="5" creationId="{0011AAE3-A2A2-694D-B6CF-86C7051A2059}"/>
          </ac:spMkLst>
        </pc:spChg>
      </pc:sldChg>
      <pc:sldChg chg="modSp del mod">
        <pc:chgData name="Loc Huynh" userId="80c0383e323bd6ea" providerId="LiveId" clId="{72CEA336-3CF7-0740-9187-942BCF55D6BE}" dt="2023-09-11T11:09:21.312" v="13533" actId="2696"/>
        <pc:sldMkLst>
          <pc:docMk/>
          <pc:sldMk cId="4286825711" sldId="342"/>
        </pc:sldMkLst>
        <pc:spChg chg="mod">
          <ac:chgData name="Loc Huynh" userId="80c0383e323bd6ea" providerId="LiveId" clId="{72CEA336-3CF7-0740-9187-942BCF55D6BE}" dt="2023-08-18T10:11:50.858" v="2321"/>
          <ac:spMkLst>
            <pc:docMk/>
            <pc:sldMk cId="4286825711" sldId="342"/>
            <ac:spMk id="2" creationId="{1EC6BF10-FE2C-5345-B7B5-775DC6E3CB37}"/>
          </ac:spMkLst>
        </pc:spChg>
      </pc:sldChg>
      <pc:sldChg chg="modSp del mod chgLayout">
        <pc:chgData name="Loc Huynh" userId="80c0383e323bd6ea" providerId="LiveId" clId="{72CEA336-3CF7-0740-9187-942BCF55D6BE}" dt="2023-09-11T12:04:20.086" v="14280" actId="2696"/>
        <pc:sldMkLst>
          <pc:docMk/>
          <pc:sldMk cId="927765203" sldId="343"/>
        </pc:sldMkLst>
        <pc:spChg chg="mod ord">
          <ac:chgData name="Loc Huynh" userId="80c0383e323bd6ea" providerId="LiveId" clId="{72CEA336-3CF7-0740-9187-942BCF55D6BE}" dt="2023-09-11T11:24:40.877" v="14090" actId="700"/>
          <ac:spMkLst>
            <pc:docMk/>
            <pc:sldMk cId="927765203" sldId="343"/>
            <ac:spMk id="2" creationId="{1EC6BF10-FE2C-5345-B7B5-775DC6E3CB37}"/>
          </ac:spMkLst>
        </pc:spChg>
        <pc:spChg chg="mod ord">
          <ac:chgData name="Loc Huynh" userId="80c0383e323bd6ea" providerId="LiveId" clId="{72CEA336-3CF7-0740-9187-942BCF55D6BE}" dt="2023-09-11T12:03:57.501" v="14271" actId="21"/>
          <ac:spMkLst>
            <pc:docMk/>
            <pc:sldMk cId="927765203" sldId="343"/>
            <ac:spMk id="3" creationId="{19F26957-3555-4C48-AE14-45801A0508A3}"/>
          </ac:spMkLst>
        </pc:spChg>
        <pc:spChg chg="mod ord">
          <ac:chgData name="Loc Huynh" userId="80c0383e323bd6ea" providerId="LiveId" clId="{72CEA336-3CF7-0740-9187-942BCF55D6BE}" dt="2023-09-11T11:24:40.877" v="14090" actId="700"/>
          <ac:spMkLst>
            <pc:docMk/>
            <pc:sldMk cId="927765203" sldId="343"/>
            <ac:spMk id="4" creationId="{0FA5299A-2878-F147-AA08-D805F2EDF50A}"/>
          </ac:spMkLst>
        </pc:spChg>
        <pc:spChg chg="mod ord">
          <ac:chgData name="Loc Huynh" userId="80c0383e323bd6ea" providerId="LiveId" clId="{72CEA336-3CF7-0740-9187-942BCF55D6BE}" dt="2023-09-11T11:24:40.877" v="14090" actId="700"/>
          <ac:spMkLst>
            <pc:docMk/>
            <pc:sldMk cId="927765203" sldId="343"/>
            <ac:spMk id="5" creationId="{0011AAE3-A2A2-694D-B6CF-86C7051A2059}"/>
          </ac:spMkLst>
        </pc:spChg>
      </pc:sldChg>
      <pc:sldChg chg="modSp mod">
        <pc:chgData name="Loc Huynh" userId="80c0383e323bd6ea" providerId="LiveId" clId="{72CEA336-3CF7-0740-9187-942BCF55D6BE}" dt="2023-09-11T11:07:56.228" v="13491" actId="20577"/>
        <pc:sldMkLst>
          <pc:docMk/>
          <pc:sldMk cId="961475434" sldId="344"/>
        </pc:sldMkLst>
        <pc:spChg chg="mod">
          <ac:chgData name="Loc Huynh" userId="80c0383e323bd6ea" providerId="LiveId" clId="{72CEA336-3CF7-0740-9187-942BCF55D6BE}" dt="2023-09-11T11:07:56.228" v="13491" actId="20577"/>
          <ac:spMkLst>
            <pc:docMk/>
            <pc:sldMk cId="961475434" sldId="344"/>
            <ac:spMk id="2" creationId="{6C57E25F-3877-A949-869C-2A7604169574}"/>
          </ac:spMkLst>
        </pc:spChg>
        <pc:spChg chg="mod">
          <ac:chgData name="Loc Huynh" userId="80c0383e323bd6ea" providerId="LiveId" clId="{72CEA336-3CF7-0740-9187-942BCF55D6BE}" dt="2023-08-18T09:14:53.299" v="1235" actId="20577"/>
          <ac:spMkLst>
            <pc:docMk/>
            <pc:sldMk cId="961475434" sldId="344"/>
            <ac:spMk id="3" creationId="{DC38A515-FAB2-1041-B18A-AF0A989DCEAE}"/>
          </ac:spMkLst>
        </pc:spChg>
      </pc:sldChg>
      <pc:sldChg chg="modSp mod">
        <pc:chgData name="Loc Huynh" userId="80c0383e323bd6ea" providerId="LiveId" clId="{72CEA336-3CF7-0740-9187-942BCF55D6BE}" dt="2023-09-11T11:08:06.390" v="13511" actId="404"/>
        <pc:sldMkLst>
          <pc:docMk/>
          <pc:sldMk cId="1208499357" sldId="377"/>
        </pc:sldMkLst>
        <pc:spChg chg="mod">
          <ac:chgData name="Loc Huynh" userId="80c0383e323bd6ea" providerId="LiveId" clId="{72CEA336-3CF7-0740-9187-942BCF55D6BE}" dt="2023-09-11T11:08:06.390" v="13511" actId="404"/>
          <ac:spMkLst>
            <pc:docMk/>
            <pc:sldMk cId="1208499357" sldId="377"/>
            <ac:spMk id="2" creationId="{4D4061A0-AE36-D34D-BDB8-DC4255BBEE4A}"/>
          </ac:spMkLst>
        </pc:spChg>
        <pc:spChg chg="mod">
          <ac:chgData name="Loc Huynh" userId="80c0383e323bd6ea" providerId="LiveId" clId="{72CEA336-3CF7-0740-9187-942BCF55D6BE}" dt="2023-08-18T10:02:34.767" v="2032" actId="207"/>
          <ac:spMkLst>
            <pc:docMk/>
            <pc:sldMk cId="1208499357" sldId="377"/>
            <ac:spMk id="3" creationId="{0CACF207-72A6-6E48-93CB-CDAE9C14B61A}"/>
          </ac:spMkLst>
        </pc:spChg>
        <pc:picChg chg="mod">
          <ac:chgData name="Loc Huynh" userId="80c0383e323bd6ea" providerId="LiveId" clId="{72CEA336-3CF7-0740-9187-942BCF55D6BE}" dt="2023-08-18T10:00:52.381" v="2004" actId="1076"/>
          <ac:picMkLst>
            <pc:docMk/>
            <pc:sldMk cId="1208499357" sldId="377"/>
            <ac:picMk id="6" creationId="{EF6373AE-F9C8-964C-8632-EF2E29C0FE65}"/>
          </ac:picMkLst>
        </pc:picChg>
      </pc:sldChg>
      <pc:sldChg chg="addSp modSp mod">
        <pc:chgData name="Loc Huynh" userId="80c0383e323bd6ea" providerId="LiveId" clId="{72CEA336-3CF7-0740-9187-942BCF55D6BE}" dt="2023-09-11T11:08:17.837" v="13514" actId="404"/>
        <pc:sldMkLst>
          <pc:docMk/>
          <pc:sldMk cId="2078064597" sldId="378"/>
        </pc:sldMkLst>
        <pc:spChg chg="mod">
          <ac:chgData name="Loc Huynh" userId="80c0383e323bd6ea" providerId="LiveId" clId="{72CEA336-3CF7-0740-9187-942BCF55D6BE}" dt="2023-09-11T11:08:17.837" v="13514" actId="404"/>
          <ac:spMkLst>
            <pc:docMk/>
            <pc:sldMk cId="2078064597" sldId="378"/>
            <ac:spMk id="2" creationId="{4D4061A0-AE36-D34D-BDB8-DC4255BBEE4A}"/>
          </ac:spMkLst>
        </pc:spChg>
        <pc:spChg chg="mod">
          <ac:chgData name="Loc Huynh" userId="80c0383e323bd6ea" providerId="LiveId" clId="{72CEA336-3CF7-0740-9187-942BCF55D6BE}" dt="2023-08-18T10:02:40.662" v="2033" actId="207"/>
          <ac:spMkLst>
            <pc:docMk/>
            <pc:sldMk cId="2078064597" sldId="378"/>
            <ac:spMk id="3" creationId="{0CACF207-72A6-6E48-93CB-CDAE9C14B61A}"/>
          </ac:spMkLst>
        </pc:spChg>
        <pc:spChg chg="mod">
          <ac:chgData name="Loc Huynh" userId="80c0383e323bd6ea" providerId="LiveId" clId="{72CEA336-3CF7-0740-9187-942BCF55D6BE}" dt="2023-08-18T10:01:21.065" v="2020" actId="1036"/>
          <ac:spMkLst>
            <pc:docMk/>
            <pc:sldMk cId="2078064597" sldId="378"/>
            <ac:spMk id="8" creationId="{CBFB6DED-805B-C348-A0B3-E670B58C9660}"/>
          </ac:spMkLst>
        </pc:spChg>
        <pc:grpChg chg="add">
          <ac:chgData name="Loc Huynh" userId="80c0383e323bd6ea" providerId="LiveId" clId="{72CEA336-3CF7-0740-9187-942BCF55D6BE}" dt="2023-08-18T10:01:25.301" v="2021" actId="164"/>
          <ac:grpSpMkLst>
            <pc:docMk/>
            <pc:sldMk cId="2078064597" sldId="378"/>
            <ac:grpSpMk id="6" creationId="{A7E65DD2-BF4F-297F-207C-E31627029987}"/>
          </ac:grpSpMkLst>
        </pc:grpChg>
        <pc:picChg chg="mod">
          <ac:chgData name="Loc Huynh" userId="80c0383e323bd6ea" providerId="LiveId" clId="{72CEA336-3CF7-0740-9187-942BCF55D6BE}" dt="2023-08-18T10:00:56.469" v="2005" actId="1076"/>
          <ac:picMkLst>
            <pc:docMk/>
            <pc:sldMk cId="2078064597" sldId="378"/>
            <ac:picMk id="7" creationId="{AEA92EC2-7CE6-B545-81BC-FB1F84719C34}"/>
          </ac:picMkLst>
        </pc:picChg>
      </pc:sldChg>
      <pc:sldChg chg="addSp modSp mod">
        <pc:chgData name="Loc Huynh" userId="80c0383e323bd6ea" providerId="LiveId" clId="{72CEA336-3CF7-0740-9187-942BCF55D6BE}" dt="2023-09-11T11:08:29.102" v="13519" actId="403"/>
        <pc:sldMkLst>
          <pc:docMk/>
          <pc:sldMk cId="2878301185" sldId="379"/>
        </pc:sldMkLst>
        <pc:spChg chg="mod">
          <ac:chgData name="Loc Huynh" userId="80c0383e323bd6ea" providerId="LiveId" clId="{72CEA336-3CF7-0740-9187-942BCF55D6BE}" dt="2023-09-11T11:08:29.102" v="13519" actId="403"/>
          <ac:spMkLst>
            <pc:docMk/>
            <pc:sldMk cId="2878301185" sldId="379"/>
            <ac:spMk id="2" creationId="{4D4061A0-AE36-D34D-BDB8-DC4255BBEE4A}"/>
          </ac:spMkLst>
        </pc:spChg>
        <pc:spChg chg="mod">
          <ac:chgData name="Loc Huynh" userId="80c0383e323bd6ea" providerId="LiveId" clId="{72CEA336-3CF7-0740-9187-942BCF55D6BE}" dt="2023-08-18T10:02:44.002" v="2034" actId="207"/>
          <ac:spMkLst>
            <pc:docMk/>
            <pc:sldMk cId="2878301185" sldId="379"/>
            <ac:spMk id="3" creationId="{0CACF207-72A6-6E48-93CB-CDAE9C14B61A}"/>
          </ac:spMkLst>
        </pc:spChg>
        <pc:spChg chg="mod">
          <ac:chgData name="Loc Huynh" userId="80c0383e323bd6ea" providerId="LiveId" clId="{72CEA336-3CF7-0740-9187-942BCF55D6BE}" dt="2023-08-18T10:02:08.475" v="2029" actId="13822"/>
          <ac:spMkLst>
            <pc:docMk/>
            <pc:sldMk cId="2878301185" sldId="379"/>
            <ac:spMk id="10" creationId="{09EA6289-93FE-7E4A-ACD6-FAF2F63F3160}"/>
          </ac:spMkLst>
        </pc:spChg>
        <pc:spChg chg="mod">
          <ac:chgData name="Loc Huynh" userId="80c0383e323bd6ea" providerId="LiveId" clId="{72CEA336-3CF7-0740-9187-942BCF55D6BE}" dt="2023-08-18T10:01:59.824" v="2026" actId="1582"/>
          <ac:spMkLst>
            <pc:docMk/>
            <pc:sldMk cId="2878301185" sldId="379"/>
            <ac:spMk id="11" creationId="{274CF9B1-E939-BE4D-9966-9D30ACF52C81}"/>
          </ac:spMkLst>
        </pc:spChg>
        <pc:grpChg chg="add">
          <ac:chgData name="Loc Huynh" userId="80c0383e323bd6ea" providerId="LiveId" clId="{72CEA336-3CF7-0740-9187-942BCF55D6BE}" dt="2023-08-18T10:02:20.875" v="2030" actId="164"/>
          <ac:grpSpMkLst>
            <pc:docMk/>
            <pc:sldMk cId="2878301185" sldId="379"/>
            <ac:grpSpMk id="6" creationId="{27088D03-80B5-B282-10CF-1E5F607FD9C3}"/>
          </ac:grpSpMkLst>
        </pc:grpChg>
        <pc:picChg chg="mod">
          <ac:chgData name="Loc Huynh" userId="80c0383e323bd6ea" providerId="LiveId" clId="{72CEA336-3CF7-0740-9187-942BCF55D6BE}" dt="2023-08-18T10:01:37.502" v="2024" actId="1076"/>
          <ac:picMkLst>
            <pc:docMk/>
            <pc:sldMk cId="2878301185" sldId="379"/>
            <ac:picMk id="9" creationId="{1CDD1589-929C-E34F-BC60-F7E701757457}"/>
          </ac:picMkLst>
        </pc:picChg>
      </pc:sldChg>
      <pc:sldChg chg="modSp mod">
        <pc:chgData name="Loc Huynh" userId="80c0383e323bd6ea" providerId="LiveId" clId="{72CEA336-3CF7-0740-9187-942BCF55D6BE}" dt="2023-09-11T11:08:36.557" v="13522" actId="404"/>
        <pc:sldMkLst>
          <pc:docMk/>
          <pc:sldMk cId="219472599" sldId="380"/>
        </pc:sldMkLst>
        <pc:spChg chg="mod">
          <ac:chgData name="Loc Huynh" userId="80c0383e323bd6ea" providerId="LiveId" clId="{72CEA336-3CF7-0740-9187-942BCF55D6BE}" dt="2023-09-11T11:08:36.557" v="13522" actId="404"/>
          <ac:spMkLst>
            <pc:docMk/>
            <pc:sldMk cId="219472599" sldId="380"/>
            <ac:spMk id="2" creationId="{4D4061A0-AE36-D34D-BDB8-DC4255BBEE4A}"/>
          </ac:spMkLst>
        </pc:spChg>
        <pc:spChg chg="mod">
          <ac:chgData name="Loc Huynh" userId="80c0383e323bd6ea" providerId="LiveId" clId="{72CEA336-3CF7-0740-9187-942BCF55D6BE}" dt="2023-08-18T10:02:52.834" v="2035" actId="1076"/>
          <ac:spMkLst>
            <pc:docMk/>
            <pc:sldMk cId="219472599" sldId="380"/>
            <ac:spMk id="14" creationId="{819223FB-6957-AD4F-AF46-594CB70AC449}"/>
          </ac:spMkLst>
        </pc:spChg>
        <pc:grpChg chg="mod">
          <ac:chgData name="Loc Huynh" userId="80c0383e323bd6ea" providerId="LiveId" clId="{72CEA336-3CF7-0740-9187-942BCF55D6BE}" dt="2023-08-18T10:02:52.834" v="2035" actId="1076"/>
          <ac:grpSpMkLst>
            <pc:docMk/>
            <pc:sldMk cId="219472599" sldId="380"/>
            <ac:grpSpMk id="12" creationId="{FCC0A316-6E4C-2D4B-996C-1C2404F0C7B0}"/>
          </ac:grpSpMkLst>
        </pc:grpChg>
        <pc:picChg chg="mod">
          <ac:chgData name="Loc Huynh" userId="80c0383e323bd6ea" providerId="LiveId" clId="{72CEA336-3CF7-0740-9187-942BCF55D6BE}" dt="2023-08-18T10:02:52.834" v="2035" actId="1076"/>
          <ac:picMkLst>
            <pc:docMk/>
            <pc:sldMk cId="219472599" sldId="380"/>
            <ac:picMk id="13" creationId="{0B45F18C-9413-854C-B43C-B921A140E57F}"/>
          </ac:picMkLst>
        </pc:picChg>
      </pc:sldChg>
      <pc:sldChg chg="modSp mod">
        <pc:chgData name="Loc Huynh" userId="80c0383e323bd6ea" providerId="LiveId" clId="{72CEA336-3CF7-0740-9187-942BCF55D6BE}" dt="2023-09-11T11:08:42.152" v="13525" actId="404"/>
        <pc:sldMkLst>
          <pc:docMk/>
          <pc:sldMk cId="888047964" sldId="381"/>
        </pc:sldMkLst>
        <pc:spChg chg="mod">
          <ac:chgData name="Loc Huynh" userId="80c0383e323bd6ea" providerId="LiveId" clId="{72CEA336-3CF7-0740-9187-942BCF55D6BE}" dt="2023-09-11T11:08:42.152" v="13525" actId="404"/>
          <ac:spMkLst>
            <pc:docMk/>
            <pc:sldMk cId="888047964" sldId="381"/>
            <ac:spMk id="2" creationId="{4D4061A0-AE36-D34D-BDB8-DC4255BBEE4A}"/>
          </ac:spMkLst>
        </pc:spChg>
        <pc:spChg chg="mod">
          <ac:chgData name="Loc Huynh" userId="80c0383e323bd6ea" providerId="LiveId" clId="{72CEA336-3CF7-0740-9187-942BCF55D6BE}" dt="2023-08-18T10:03:25.198" v="2039" actId="14100"/>
          <ac:spMkLst>
            <pc:docMk/>
            <pc:sldMk cId="888047964" sldId="381"/>
            <ac:spMk id="11" creationId="{A1E35A94-3F47-094E-84FE-9CB892A7DCF5}"/>
          </ac:spMkLst>
        </pc:spChg>
        <pc:grpChg chg="mod">
          <ac:chgData name="Loc Huynh" userId="80c0383e323bd6ea" providerId="LiveId" clId="{72CEA336-3CF7-0740-9187-942BCF55D6BE}" dt="2023-08-18T10:02:56.546" v="2036" actId="1076"/>
          <ac:grpSpMkLst>
            <pc:docMk/>
            <pc:sldMk cId="888047964" sldId="381"/>
            <ac:grpSpMk id="9" creationId="{49AFD293-AB1A-E944-A08E-2AFBA52B5AB1}"/>
          </ac:grpSpMkLst>
        </pc:grpChg>
        <pc:picChg chg="mod">
          <ac:chgData name="Loc Huynh" userId="80c0383e323bd6ea" providerId="LiveId" clId="{72CEA336-3CF7-0740-9187-942BCF55D6BE}" dt="2023-08-18T10:02:56.546" v="2036" actId="1076"/>
          <ac:picMkLst>
            <pc:docMk/>
            <pc:sldMk cId="888047964" sldId="381"/>
            <ac:picMk id="10" creationId="{E7DA48BD-86CE-9D49-9350-A678DBA70D5C}"/>
          </ac:picMkLst>
        </pc:picChg>
      </pc:sldChg>
      <pc:sldChg chg="modSp mod">
        <pc:chgData name="Loc Huynh" userId="80c0383e323bd6ea" providerId="LiveId" clId="{72CEA336-3CF7-0740-9187-942BCF55D6BE}" dt="2023-09-11T11:08:47.865" v="13528" actId="404"/>
        <pc:sldMkLst>
          <pc:docMk/>
          <pc:sldMk cId="3264862103" sldId="382"/>
        </pc:sldMkLst>
        <pc:spChg chg="mod">
          <ac:chgData name="Loc Huynh" userId="80c0383e323bd6ea" providerId="LiveId" clId="{72CEA336-3CF7-0740-9187-942BCF55D6BE}" dt="2023-09-11T11:08:47.865" v="13528" actId="404"/>
          <ac:spMkLst>
            <pc:docMk/>
            <pc:sldMk cId="3264862103" sldId="382"/>
            <ac:spMk id="2" creationId="{4D4061A0-AE36-D34D-BDB8-DC4255BBEE4A}"/>
          </ac:spMkLst>
        </pc:spChg>
        <pc:picChg chg="mod">
          <ac:chgData name="Loc Huynh" userId="80c0383e323bd6ea" providerId="LiveId" clId="{72CEA336-3CF7-0740-9187-942BCF55D6BE}" dt="2023-08-18T10:03:44.875" v="2040" actId="1076"/>
          <ac:picMkLst>
            <pc:docMk/>
            <pc:sldMk cId="3264862103" sldId="382"/>
            <ac:picMk id="12" creationId="{02E83164-2468-E243-8B4C-1CD594CA7579}"/>
          </ac:picMkLst>
        </pc:picChg>
      </pc:sldChg>
      <pc:sldChg chg="modSp mod">
        <pc:chgData name="Loc Huynh" userId="80c0383e323bd6ea" providerId="LiveId" clId="{72CEA336-3CF7-0740-9187-942BCF55D6BE}" dt="2023-09-11T11:08:54.196" v="13531" actId="404"/>
        <pc:sldMkLst>
          <pc:docMk/>
          <pc:sldMk cId="1941501112" sldId="383"/>
        </pc:sldMkLst>
        <pc:spChg chg="mod">
          <ac:chgData name="Loc Huynh" userId="80c0383e323bd6ea" providerId="LiveId" clId="{72CEA336-3CF7-0740-9187-942BCF55D6BE}" dt="2023-09-11T11:08:54.196" v="13531" actId="404"/>
          <ac:spMkLst>
            <pc:docMk/>
            <pc:sldMk cId="1941501112" sldId="383"/>
            <ac:spMk id="2" creationId="{4D4061A0-AE36-D34D-BDB8-DC4255BBEE4A}"/>
          </ac:spMkLst>
        </pc:spChg>
        <pc:picChg chg="mod">
          <ac:chgData name="Loc Huynh" userId="80c0383e323bd6ea" providerId="LiveId" clId="{72CEA336-3CF7-0740-9187-942BCF55D6BE}" dt="2023-08-18T10:03:48.958" v="2041" actId="1076"/>
          <ac:picMkLst>
            <pc:docMk/>
            <pc:sldMk cId="1941501112" sldId="383"/>
            <ac:picMk id="7" creationId="{0B642D91-EAED-FF48-98DE-7FAEB260B619}"/>
          </ac:picMkLst>
        </pc:picChg>
      </pc:sldChg>
      <pc:sldChg chg="modSp mod ord">
        <pc:chgData name="Loc Huynh" userId="80c0383e323bd6ea" providerId="LiveId" clId="{72CEA336-3CF7-0740-9187-942BCF55D6BE}" dt="2023-09-11T11:09:07.802" v="13532" actId="20578"/>
        <pc:sldMkLst>
          <pc:docMk/>
          <pc:sldMk cId="2538837064" sldId="385"/>
        </pc:sldMkLst>
        <pc:spChg chg="mod">
          <ac:chgData name="Loc Huynh" userId="80c0383e323bd6ea" providerId="LiveId" clId="{72CEA336-3CF7-0740-9187-942BCF55D6BE}" dt="2023-08-18T10:08:49.440" v="2178" actId="1076"/>
          <ac:spMkLst>
            <pc:docMk/>
            <pc:sldMk cId="2538837064" sldId="385"/>
            <ac:spMk id="3" creationId="{5AF176FD-7669-EF49-B2D4-CDB406817E64}"/>
          </ac:spMkLst>
        </pc:spChg>
      </pc:sldChg>
      <pc:sldChg chg="addSp delSp modSp del mod delAnim">
        <pc:chgData name="Loc Huynh" userId="80c0383e323bd6ea" providerId="LiveId" clId="{72CEA336-3CF7-0740-9187-942BCF55D6BE}" dt="2023-08-18T09:25:13.187" v="1344" actId="2696"/>
        <pc:sldMkLst>
          <pc:docMk/>
          <pc:sldMk cId="2244625653" sldId="387"/>
        </pc:sldMkLst>
        <pc:spChg chg="del">
          <ac:chgData name="Loc Huynh" userId="80c0383e323bd6ea" providerId="LiveId" clId="{72CEA336-3CF7-0740-9187-942BCF55D6BE}" dt="2023-08-18T09:25:08.901" v="1343" actId="478"/>
          <ac:spMkLst>
            <pc:docMk/>
            <pc:sldMk cId="2244625653" sldId="387"/>
            <ac:spMk id="4" creationId="{6ED64640-FA12-5344-ACD9-2818D0D4D059}"/>
          </ac:spMkLst>
        </pc:spChg>
        <pc:spChg chg="add mod">
          <ac:chgData name="Loc Huynh" userId="80c0383e323bd6ea" providerId="LiveId" clId="{72CEA336-3CF7-0740-9187-942BCF55D6BE}" dt="2023-08-18T09:21:11.027" v="1257"/>
          <ac:spMkLst>
            <pc:docMk/>
            <pc:sldMk cId="2244625653" sldId="387"/>
            <ac:spMk id="5" creationId="{5669FD04-DE0A-AD83-5E04-487932EF1044}"/>
          </ac:spMkLst>
        </pc:spChg>
        <pc:spChg chg="del">
          <ac:chgData name="Loc Huynh" userId="80c0383e323bd6ea" providerId="LiveId" clId="{72CEA336-3CF7-0740-9187-942BCF55D6BE}" dt="2023-08-18T09:21:10.663" v="1256" actId="478"/>
          <ac:spMkLst>
            <pc:docMk/>
            <pc:sldMk cId="2244625653" sldId="387"/>
            <ac:spMk id="10" creationId="{398C95A5-47A4-CE44-B270-7C07015F385D}"/>
          </ac:spMkLst>
        </pc:spChg>
        <pc:spChg chg="del">
          <ac:chgData name="Loc Huynh" userId="80c0383e323bd6ea" providerId="LiveId" clId="{72CEA336-3CF7-0740-9187-942BCF55D6BE}" dt="2023-08-18T09:25:03.713" v="1341" actId="478"/>
          <ac:spMkLst>
            <pc:docMk/>
            <pc:sldMk cId="2244625653" sldId="387"/>
            <ac:spMk id="12" creationId="{9237323F-C933-7B45-BF79-097A4EE83F6C}"/>
          </ac:spMkLst>
        </pc:spChg>
        <pc:spChg chg="del">
          <ac:chgData name="Loc Huynh" userId="80c0383e323bd6ea" providerId="LiveId" clId="{72CEA336-3CF7-0740-9187-942BCF55D6BE}" dt="2023-08-18T09:25:06.323" v="1342" actId="478"/>
          <ac:spMkLst>
            <pc:docMk/>
            <pc:sldMk cId="2244625653" sldId="387"/>
            <ac:spMk id="13" creationId="{20E29D89-976E-E44D-B868-40AA89F7A08F}"/>
          </ac:spMkLst>
        </pc:spChg>
        <pc:spChg chg="del">
          <ac:chgData name="Loc Huynh" userId="80c0383e323bd6ea" providerId="LiveId" clId="{72CEA336-3CF7-0740-9187-942BCF55D6BE}" dt="2023-08-18T09:25:03.713" v="1341" actId="478"/>
          <ac:spMkLst>
            <pc:docMk/>
            <pc:sldMk cId="2244625653" sldId="387"/>
            <ac:spMk id="14" creationId="{982F1350-C6D1-C349-A145-66EC606420E7}"/>
          </ac:spMkLst>
        </pc:spChg>
        <pc:spChg chg="del">
          <ac:chgData name="Loc Huynh" userId="80c0383e323bd6ea" providerId="LiveId" clId="{72CEA336-3CF7-0740-9187-942BCF55D6BE}" dt="2023-08-18T09:25:03.713" v="1341" actId="478"/>
          <ac:spMkLst>
            <pc:docMk/>
            <pc:sldMk cId="2244625653" sldId="387"/>
            <ac:spMk id="15" creationId="{F09BDA23-5804-F740-9F21-412FB3AF9334}"/>
          </ac:spMkLst>
        </pc:spChg>
        <pc:spChg chg="del">
          <ac:chgData name="Loc Huynh" userId="80c0383e323bd6ea" providerId="LiveId" clId="{72CEA336-3CF7-0740-9187-942BCF55D6BE}" dt="2023-08-18T09:25:06.323" v="1342" actId="478"/>
          <ac:spMkLst>
            <pc:docMk/>
            <pc:sldMk cId="2244625653" sldId="387"/>
            <ac:spMk id="16" creationId="{E96857CB-680A-6240-AC07-BECF26080C77}"/>
          </ac:spMkLst>
        </pc:spChg>
        <pc:spChg chg="del">
          <ac:chgData name="Loc Huynh" userId="80c0383e323bd6ea" providerId="LiveId" clId="{72CEA336-3CF7-0740-9187-942BCF55D6BE}" dt="2023-08-18T09:25:03.713" v="1341" actId="478"/>
          <ac:spMkLst>
            <pc:docMk/>
            <pc:sldMk cId="2244625653" sldId="387"/>
            <ac:spMk id="17" creationId="{7048D51E-9E9B-4A4C-849A-496E40395447}"/>
          </ac:spMkLst>
        </pc:spChg>
        <pc:spChg chg="del">
          <ac:chgData name="Loc Huynh" userId="80c0383e323bd6ea" providerId="LiveId" clId="{72CEA336-3CF7-0740-9187-942BCF55D6BE}" dt="2023-08-18T09:25:08.901" v="1343" actId="478"/>
          <ac:spMkLst>
            <pc:docMk/>
            <pc:sldMk cId="2244625653" sldId="387"/>
            <ac:spMk id="18" creationId="{C32C6BDF-D642-5F4A-B736-70FD3857B019}"/>
          </ac:spMkLst>
        </pc:spChg>
      </pc:sldChg>
      <pc:sldChg chg="addSp delSp modSp del mod">
        <pc:chgData name="Loc Huynh" userId="80c0383e323bd6ea" providerId="LiveId" clId="{72CEA336-3CF7-0740-9187-942BCF55D6BE}" dt="2023-08-18T09:25:14.825" v="1345" actId="2696"/>
        <pc:sldMkLst>
          <pc:docMk/>
          <pc:sldMk cId="2800804248" sldId="388"/>
        </pc:sldMkLst>
        <pc:spChg chg="add mod">
          <ac:chgData name="Loc Huynh" userId="80c0383e323bd6ea" providerId="LiveId" clId="{72CEA336-3CF7-0740-9187-942BCF55D6BE}" dt="2023-08-18T09:21:15.579" v="1259"/>
          <ac:spMkLst>
            <pc:docMk/>
            <pc:sldMk cId="2800804248" sldId="388"/>
            <ac:spMk id="4" creationId="{B894D1CE-01B1-7504-4C54-CEBA88048BD7}"/>
          </ac:spMkLst>
        </pc:spChg>
        <pc:spChg chg="del">
          <ac:chgData name="Loc Huynh" userId="80c0383e323bd6ea" providerId="LiveId" clId="{72CEA336-3CF7-0740-9187-942BCF55D6BE}" dt="2023-08-18T09:21:15.193" v="1258" actId="478"/>
          <ac:spMkLst>
            <pc:docMk/>
            <pc:sldMk cId="2800804248" sldId="388"/>
            <ac:spMk id="10" creationId="{398C95A5-47A4-CE44-B270-7C07015F385D}"/>
          </ac:spMkLst>
        </pc:spChg>
      </pc:sldChg>
      <pc:sldChg chg="del">
        <pc:chgData name="Loc Huynh" userId="80c0383e323bd6ea" providerId="LiveId" clId="{72CEA336-3CF7-0740-9187-942BCF55D6BE}" dt="2023-09-11T06:31:53.295" v="8545" actId="2696"/>
        <pc:sldMkLst>
          <pc:docMk/>
          <pc:sldMk cId="3499657469" sldId="389"/>
        </pc:sldMkLst>
      </pc:sldChg>
      <pc:sldChg chg="addSp delSp modSp add del mod ord modNotesTx">
        <pc:chgData name="Loc Huynh" userId="80c0383e323bd6ea" providerId="LiveId" clId="{72CEA336-3CF7-0740-9187-942BCF55D6BE}" dt="2023-09-11T09:27:42.766" v="10899" actId="2696"/>
        <pc:sldMkLst>
          <pc:docMk/>
          <pc:sldMk cId="3512535658" sldId="390"/>
        </pc:sldMkLst>
        <pc:spChg chg="mod">
          <ac:chgData name="Loc Huynh" userId="80c0383e323bd6ea" providerId="LiveId" clId="{72CEA336-3CF7-0740-9187-942BCF55D6BE}" dt="2023-08-21T05:32:23.684" v="4394" actId="20577"/>
          <ac:spMkLst>
            <pc:docMk/>
            <pc:sldMk cId="3512535658" sldId="390"/>
            <ac:spMk id="2" creationId="{7B00E714-86D8-D94C-B1C3-AF267E84D197}"/>
          </ac:spMkLst>
        </pc:spChg>
        <pc:spChg chg="mod">
          <ac:chgData name="Loc Huynh" userId="80c0383e323bd6ea" providerId="LiveId" clId="{72CEA336-3CF7-0740-9187-942BCF55D6BE}" dt="2023-08-18T09:48:48.666" v="1571" actId="1037"/>
          <ac:spMkLst>
            <pc:docMk/>
            <pc:sldMk cId="3512535658" sldId="390"/>
            <ac:spMk id="3" creationId="{7FFBE53D-29E6-6243-A558-44AA8B0D326B}"/>
          </ac:spMkLst>
        </pc:spChg>
        <pc:spChg chg="mod">
          <ac:chgData name="Loc Huynh" userId="80c0383e323bd6ea" providerId="LiveId" clId="{72CEA336-3CF7-0740-9187-942BCF55D6BE}" dt="2023-08-18T09:49:01.754" v="1573" actId="1076"/>
          <ac:spMkLst>
            <pc:docMk/>
            <pc:sldMk cId="3512535658" sldId="390"/>
            <ac:spMk id="6" creationId="{19B41883-10E9-1505-64FC-F5D629EDBA60}"/>
          </ac:spMkLst>
        </pc:spChg>
        <pc:spChg chg="del">
          <ac:chgData name="Loc Huynh" userId="80c0383e323bd6ea" providerId="LiveId" clId="{72CEA336-3CF7-0740-9187-942BCF55D6BE}" dt="2023-08-18T09:45:38.108" v="1519" actId="478"/>
          <ac:spMkLst>
            <pc:docMk/>
            <pc:sldMk cId="3512535658" sldId="390"/>
            <ac:spMk id="8" creationId="{1220F9DC-B861-FC4B-B615-8AE014B5EE30}"/>
          </ac:spMkLst>
        </pc:spChg>
        <pc:spChg chg="del mod">
          <ac:chgData name="Loc Huynh" userId="80c0383e323bd6ea" providerId="LiveId" clId="{72CEA336-3CF7-0740-9187-942BCF55D6BE}" dt="2023-08-18T09:45:39.551" v="1520" actId="478"/>
          <ac:spMkLst>
            <pc:docMk/>
            <pc:sldMk cId="3512535658" sldId="390"/>
            <ac:spMk id="11" creationId="{92CD03D7-E799-744B-8FFF-EC85E26AFE32}"/>
          </ac:spMkLst>
        </pc:spChg>
        <pc:spChg chg="add mod">
          <ac:chgData name="Loc Huynh" userId="80c0383e323bd6ea" providerId="LiveId" clId="{72CEA336-3CF7-0740-9187-942BCF55D6BE}" dt="2023-08-18T09:50:33.578" v="1610" actId="20577"/>
          <ac:spMkLst>
            <pc:docMk/>
            <pc:sldMk cId="3512535658" sldId="390"/>
            <ac:spMk id="13" creationId="{3CD4CFCF-09FC-5DC3-E691-14A1350AD5FD}"/>
          </ac:spMkLst>
        </pc:spChg>
        <pc:spChg chg="add mod">
          <ac:chgData name="Loc Huynh" userId="80c0383e323bd6ea" providerId="LiveId" clId="{72CEA336-3CF7-0740-9187-942BCF55D6BE}" dt="2023-08-18T09:48:57.185" v="1572" actId="1076"/>
          <ac:spMkLst>
            <pc:docMk/>
            <pc:sldMk cId="3512535658" sldId="390"/>
            <ac:spMk id="14" creationId="{26EB131F-CCA4-1C34-8F32-F1A4A41FB296}"/>
          </ac:spMkLst>
        </pc:spChg>
        <pc:spChg chg="add mod">
          <ac:chgData name="Loc Huynh" userId="80c0383e323bd6ea" providerId="LiveId" clId="{72CEA336-3CF7-0740-9187-942BCF55D6BE}" dt="2023-08-18T09:50:24.631" v="1609" actId="13822"/>
          <ac:spMkLst>
            <pc:docMk/>
            <pc:sldMk cId="3512535658" sldId="390"/>
            <ac:spMk id="15" creationId="{3BCBDF02-F539-5562-0841-E3F9240C36E2}"/>
          </ac:spMkLst>
        </pc:spChg>
        <pc:spChg chg="del mod">
          <ac:chgData name="Loc Huynh" userId="80c0383e323bd6ea" providerId="LiveId" clId="{72CEA336-3CF7-0740-9187-942BCF55D6BE}" dt="2023-08-18T09:45:33.658" v="1515" actId="478"/>
          <ac:spMkLst>
            <pc:docMk/>
            <pc:sldMk cId="3512535658" sldId="390"/>
            <ac:spMk id="26" creationId="{DC2A4460-7468-5C4E-BAC3-76E454C7408C}"/>
          </ac:spMkLst>
        </pc:spChg>
        <pc:spChg chg="add del mod">
          <ac:chgData name="Loc Huynh" userId="80c0383e323bd6ea" providerId="LiveId" clId="{72CEA336-3CF7-0740-9187-942BCF55D6BE}" dt="2023-08-18T09:50:14.182" v="1608" actId="13822"/>
          <ac:spMkLst>
            <pc:docMk/>
            <pc:sldMk cId="3512535658" sldId="390"/>
            <ac:spMk id="27" creationId="{E6788127-EAF5-694E-9D1E-295CCFB23D1E}"/>
          </ac:spMkLst>
        </pc:spChg>
        <pc:spChg chg="del">
          <ac:chgData name="Loc Huynh" userId="80c0383e323bd6ea" providerId="LiveId" clId="{72CEA336-3CF7-0740-9187-942BCF55D6BE}" dt="2023-08-18T09:45:32.335" v="1513" actId="478"/>
          <ac:spMkLst>
            <pc:docMk/>
            <pc:sldMk cId="3512535658" sldId="390"/>
            <ac:spMk id="29" creationId="{ABA6D674-3C43-9049-93EC-575441356998}"/>
          </ac:spMkLst>
        </pc:spChg>
        <pc:spChg chg="del">
          <ac:chgData name="Loc Huynh" userId="80c0383e323bd6ea" providerId="LiveId" clId="{72CEA336-3CF7-0740-9187-942BCF55D6BE}" dt="2023-08-18T09:45:35.552" v="1517" actId="478"/>
          <ac:spMkLst>
            <pc:docMk/>
            <pc:sldMk cId="3512535658" sldId="390"/>
            <ac:spMk id="30" creationId="{E2C75CD4-AE5E-3944-B32D-AB9BCF47170B}"/>
          </ac:spMkLst>
        </pc:spChg>
        <pc:grpChg chg="del">
          <ac:chgData name="Loc Huynh" userId="80c0383e323bd6ea" providerId="LiveId" clId="{72CEA336-3CF7-0740-9187-942BCF55D6BE}" dt="2023-08-18T09:45:41.080" v="1522" actId="478"/>
          <ac:grpSpMkLst>
            <pc:docMk/>
            <pc:sldMk cId="3512535658" sldId="390"/>
            <ac:grpSpMk id="12" creationId="{700F5E3A-8D9E-CF46-BBD3-5739A3ADC061}"/>
          </ac:grpSpMkLst>
        </pc:grpChg>
        <pc:picChg chg="del">
          <ac:chgData name="Loc Huynh" userId="80c0383e323bd6ea" providerId="LiveId" clId="{72CEA336-3CF7-0740-9187-942BCF55D6BE}" dt="2023-08-18T09:45:30.896" v="1511" actId="478"/>
          <ac:picMkLst>
            <pc:docMk/>
            <pc:sldMk cId="3512535658" sldId="390"/>
            <ac:picMk id="18" creationId="{9FCF0CCC-86A7-7940-AFAB-1D4F3BD6C7B6}"/>
          </ac:picMkLst>
        </pc:picChg>
        <pc:picChg chg="mod">
          <ac:chgData name="Loc Huynh" userId="80c0383e323bd6ea" providerId="LiveId" clId="{72CEA336-3CF7-0740-9187-942BCF55D6BE}" dt="2023-08-18T09:48:57.185" v="1572" actId="1076"/>
          <ac:picMkLst>
            <pc:docMk/>
            <pc:sldMk cId="3512535658" sldId="390"/>
            <ac:picMk id="25" creationId="{7A491AE9-606F-914B-ADA6-AA5690F81D9C}"/>
          </ac:picMkLst>
        </pc:picChg>
        <pc:picChg chg="del">
          <ac:chgData name="Loc Huynh" userId="80c0383e323bd6ea" providerId="LiveId" clId="{72CEA336-3CF7-0740-9187-942BCF55D6BE}" dt="2023-08-18T09:45:34.223" v="1516" actId="478"/>
          <ac:picMkLst>
            <pc:docMk/>
            <pc:sldMk cId="3512535658" sldId="390"/>
            <ac:picMk id="28" creationId="{D6E9D265-6CEE-3E4F-BD88-C1A53192B460}"/>
          </ac:picMkLst>
        </pc:picChg>
        <pc:picChg chg="del">
          <ac:chgData name="Loc Huynh" userId="80c0383e323bd6ea" providerId="LiveId" clId="{72CEA336-3CF7-0740-9187-942BCF55D6BE}" dt="2023-08-18T09:45:40.232" v="1521" actId="478"/>
          <ac:picMkLst>
            <pc:docMk/>
            <pc:sldMk cId="3512535658" sldId="390"/>
            <ac:picMk id="37" creationId="{B0017858-0E8F-9C46-A75C-9B35D1C20892}"/>
          </ac:picMkLst>
        </pc:picChg>
      </pc:sldChg>
      <pc:sldChg chg="modSp add mod">
        <pc:chgData name="Loc Huynh" userId="80c0383e323bd6ea" providerId="LiveId" clId="{72CEA336-3CF7-0740-9187-942BCF55D6BE}" dt="2023-09-11T07:40:26.870" v="9008" actId="20577"/>
        <pc:sldMkLst>
          <pc:docMk/>
          <pc:sldMk cId="461107909" sldId="391"/>
        </pc:sldMkLst>
        <pc:spChg chg="mod">
          <ac:chgData name="Loc Huynh" userId="80c0383e323bd6ea" providerId="LiveId" clId="{72CEA336-3CF7-0740-9187-942BCF55D6BE}" dt="2023-09-11T07:40:26.870" v="9008" actId="20577"/>
          <ac:spMkLst>
            <pc:docMk/>
            <pc:sldMk cId="461107909" sldId="391"/>
            <ac:spMk id="3" creationId="{5511CC07-0D49-434E-8EE9-377DC0963F2A}"/>
          </ac:spMkLst>
        </pc:spChg>
        <pc:spChg chg="mod">
          <ac:chgData name="Loc Huynh" userId="80c0383e323bd6ea" providerId="LiveId" clId="{72CEA336-3CF7-0740-9187-942BCF55D6BE}" dt="2023-08-21T05:32:02.282" v="4381" actId="1035"/>
          <ac:spMkLst>
            <pc:docMk/>
            <pc:sldMk cId="461107909" sldId="391"/>
            <ac:spMk id="6" creationId="{1851ECDA-9DAF-4185-665E-F1A8E65998A0}"/>
          </ac:spMkLst>
        </pc:spChg>
        <pc:spChg chg="mod">
          <ac:chgData name="Loc Huynh" userId="80c0383e323bd6ea" providerId="LiveId" clId="{72CEA336-3CF7-0740-9187-942BCF55D6BE}" dt="2023-08-21T05:32:02.282" v="4381" actId="1035"/>
          <ac:spMkLst>
            <pc:docMk/>
            <pc:sldMk cId="461107909" sldId="391"/>
            <ac:spMk id="7" creationId="{5FF7D1C0-7215-8A9F-3D6F-11F2E7B7AC10}"/>
          </ac:spMkLst>
        </pc:spChg>
        <pc:spChg chg="mod">
          <ac:chgData name="Loc Huynh" userId="80c0383e323bd6ea" providerId="LiveId" clId="{72CEA336-3CF7-0740-9187-942BCF55D6BE}" dt="2023-08-21T05:32:02.282" v="4381" actId="1035"/>
          <ac:spMkLst>
            <pc:docMk/>
            <pc:sldMk cId="461107909" sldId="391"/>
            <ac:spMk id="9" creationId="{7179BB11-4014-59E0-0E13-CF5F1FE72551}"/>
          </ac:spMkLst>
        </pc:spChg>
        <pc:cxnChg chg="mod">
          <ac:chgData name="Loc Huynh" userId="80c0383e323bd6ea" providerId="LiveId" clId="{72CEA336-3CF7-0740-9187-942BCF55D6BE}" dt="2023-08-21T05:32:02.282" v="4381" actId="1035"/>
          <ac:cxnSpMkLst>
            <pc:docMk/>
            <pc:sldMk cId="461107909" sldId="391"/>
            <ac:cxnSpMk id="11" creationId="{D2F4C658-EA64-BC94-E089-8855741AD804}"/>
          </ac:cxnSpMkLst>
        </pc:cxnChg>
        <pc:cxnChg chg="mod">
          <ac:chgData name="Loc Huynh" userId="80c0383e323bd6ea" providerId="LiveId" clId="{72CEA336-3CF7-0740-9187-942BCF55D6BE}" dt="2023-08-21T05:32:02.282" v="4381" actId="1035"/>
          <ac:cxnSpMkLst>
            <pc:docMk/>
            <pc:sldMk cId="461107909" sldId="391"/>
            <ac:cxnSpMk id="13" creationId="{16D1D2BE-2E1A-B8D1-7D1B-AF7A8E4A1182}"/>
          </ac:cxnSpMkLst>
        </pc:cxnChg>
      </pc:sldChg>
      <pc:sldChg chg="addSp modSp add mod">
        <pc:chgData name="Loc Huynh" userId="80c0383e323bd6ea" providerId="LiveId" clId="{72CEA336-3CF7-0740-9187-942BCF55D6BE}" dt="2023-09-11T13:20:02.669" v="14327" actId="20577"/>
        <pc:sldMkLst>
          <pc:docMk/>
          <pc:sldMk cId="685094552" sldId="392"/>
        </pc:sldMkLst>
        <pc:spChg chg="mod">
          <ac:chgData name="Loc Huynh" userId="80c0383e323bd6ea" providerId="LiveId" clId="{72CEA336-3CF7-0740-9187-942BCF55D6BE}" dt="2023-09-11T13:19:54.755" v="14320" actId="207"/>
          <ac:spMkLst>
            <pc:docMk/>
            <pc:sldMk cId="685094552" sldId="392"/>
            <ac:spMk id="3" creationId="{5511CC07-0D49-434E-8EE9-377DC0963F2A}"/>
          </ac:spMkLst>
        </pc:spChg>
        <pc:graphicFrameChg chg="add mod modGraphic">
          <ac:chgData name="Loc Huynh" userId="80c0383e323bd6ea" providerId="LiveId" clId="{72CEA336-3CF7-0740-9187-942BCF55D6BE}" dt="2023-09-11T03:07:29.134" v="8101" actId="20577"/>
          <ac:graphicFrameMkLst>
            <pc:docMk/>
            <pc:sldMk cId="685094552" sldId="392"/>
            <ac:graphicFrameMk id="6" creationId="{F8676617-76AF-AC9F-75CB-0349F4C3ECEE}"/>
          </ac:graphicFrameMkLst>
        </pc:graphicFrameChg>
        <pc:graphicFrameChg chg="add mod modGraphic">
          <ac:chgData name="Loc Huynh" userId="80c0383e323bd6ea" providerId="LiveId" clId="{72CEA336-3CF7-0740-9187-942BCF55D6BE}" dt="2023-09-11T13:20:02.669" v="14327" actId="20577"/>
          <ac:graphicFrameMkLst>
            <pc:docMk/>
            <pc:sldMk cId="685094552" sldId="392"/>
            <ac:graphicFrameMk id="7" creationId="{E3018FF8-B5D3-7398-5200-DB4812C74E6C}"/>
          </ac:graphicFrameMkLst>
        </pc:graphicFrameChg>
      </pc:sldChg>
      <pc:sldChg chg="modSp add mod">
        <pc:chgData name="Loc Huynh" userId="80c0383e323bd6ea" providerId="LiveId" clId="{72CEA336-3CF7-0740-9187-942BCF55D6BE}" dt="2023-09-11T03:34:13.657" v="8237" actId="20577"/>
        <pc:sldMkLst>
          <pc:docMk/>
          <pc:sldMk cId="4095758079" sldId="393"/>
        </pc:sldMkLst>
        <pc:spChg chg="mod">
          <ac:chgData name="Loc Huynh" userId="80c0383e323bd6ea" providerId="LiveId" clId="{72CEA336-3CF7-0740-9187-942BCF55D6BE}" dt="2023-09-11T03:34:13.657" v="8237" actId="20577"/>
          <ac:spMkLst>
            <pc:docMk/>
            <pc:sldMk cId="4095758079" sldId="393"/>
            <ac:spMk id="6" creationId="{4FEBBFF9-93B0-4C1B-3209-2310D7A4D2B5}"/>
          </ac:spMkLst>
        </pc:spChg>
      </pc:sldChg>
      <pc:sldChg chg="addSp delSp modSp add mod modAnim modNotes modNotesTx">
        <pc:chgData name="Loc Huynh" userId="80c0383e323bd6ea" providerId="LiveId" clId="{72CEA336-3CF7-0740-9187-942BCF55D6BE}" dt="2023-09-11T13:27:24.682" v="14358"/>
        <pc:sldMkLst>
          <pc:docMk/>
          <pc:sldMk cId="827014128" sldId="394"/>
        </pc:sldMkLst>
        <pc:spChg chg="mod">
          <ac:chgData name="Loc Huynh" userId="80c0383e323bd6ea" providerId="LiveId" clId="{72CEA336-3CF7-0740-9187-942BCF55D6BE}" dt="2023-08-30T04:56:18.162" v="6405" actId="20577"/>
          <ac:spMkLst>
            <pc:docMk/>
            <pc:sldMk cId="827014128" sldId="394"/>
            <ac:spMk id="3" creationId="{7FFBE53D-29E6-6243-A558-44AA8B0D326B}"/>
          </ac:spMkLst>
        </pc:spChg>
        <pc:spChg chg="del">
          <ac:chgData name="Loc Huynh" userId="80c0383e323bd6ea" providerId="LiveId" clId="{72CEA336-3CF7-0740-9187-942BCF55D6BE}" dt="2023-08-30T02:58:48.916" v="5145" actId="478"/>
          <ac:spMkLst>
            <pc:docMk/>
            <pc:sldMk cId="827014128" sldId="394"/>
            <ac:spMk id="6" creationId="{A09A0462-58B7-274C-9622-8CE208258C29}"/>
          </ac:spMkLst>
        </pc:spChg>
        <pc:spChg chg="del">
          <ac:chgData name="Loc Huynh" userId="80c0383e323bd6ea" providerId="LiveId" clId="{72CEA336-3CF7-0740-9187-942BCF55D6BE}" dt="2023-08-30T02:58:46.060" v="5144" actId="478"/>
          <ac:spMkLst>
            <pc:docMk/>
            <pc:sldMk cId="827014128" sldId="394"/>
            <ac:spMk id="8" creationId="{DF390B2C-B625-7A47-8317-DEF33255B4F9}"/>
          </ac:spMkLst>
        </pc:spChg>
        <pc:spChg chg="add mod">
          <ac:chgData name="Loc Huynh" userId="80c0383e323bd6ea" providerId="LiveId" clId="{72CEA336-3CF7-0740-9187-942BCF55D6BE}" dt="2023-08-30T04:57:18.402" v="6445" actId="20577"/>
          <ac:spMkLst>
            <pc:docMk/>
            <pc:sldMk cId="827014128" sldId="394"/>
            <ac:spMk id="9" creationId="{29DA5FFA-73C3-344D-465E-4D679C7E768D}"/>
          </ac:spMkLst>
        </pc:spChg>
        <pc:picChg chg="del">
          <ac:chgData name="Loc Huynh" userId="80c0383e323bd6ea" providerId="LiveId" clId="{72CEA336-3CF7-0740-9187-942BCF55D6BE}" dt="2023-08-30T02:58:43.441" v="5143" actId="478"/>
          <ac:picMkLst>
            <pc:docMk/>
            <pc:sldMk cId="827014128" sldId="394"/>
            <ac:picMk id="7" creationId="{DC173718-4014-C249-BA30-EA13655537C2}"/>
          </ac:picMkLst>
        </pc:picChg>
        <pc:picChg chg="mod">
          <ac:chgData name="Loc Huynh" userId="80c0383e323bd6ea" providerId="LiveId" clId="{72CEA336-3CF7-0740-9187-942BCF55D6BE}" dt="2023-08-30T03:22:18.351" v="5661" actId="1076"/>
          <ac:picMkLst>
            <pc:docMk/>
            <pc:sldMk cId="827014128" sldId="394"/>
            <ac:picMk id="10" creationId="{9301D4FD-13DD-6382-375B-84F401E4BB36}"/>
          </ac:picMkLst>
        </pc:picChg>
      </pc:sldChg>
      <pc:sldChg chg="addSp delSp modSp add mod modNotes">
        <pc:chgData name="Loc Huynh" userId="80c0383e323bd6ea" providerId="LiveId" clId="{72CEA336-3CF7-0740-9187-942BCF55D6BE}" dt="2023-09-11T13:27:24.682" v="14358"/>
        <pc:sldMkLst>
          <pc:docMk/>
          <pc:sldMk cId="3174288583" sldId="395"/>
        </pc:sldMkLst>
        <pc:spChg chg="mod">
          <ac:chgData name="Loc Huynh" userId="80c0383e323bd6ea" providerId="LiveId" clId="{72CEA336-3CF7-0740-9187-942BCF55D6BE}" dt="2023-08-30T04:56:11.744" v="6400" actId="20577"/>
          <ac:spMkLst>
            <pc:docMk/>
            <pc:sldMk cId="3174288583" sldId="395"/>
            <ac:spMk id="3" creationId="{7FFBE53D-29E6-6243-A558-44AA8B0D326B}"/>
          </ac:spMkLst>
        </pc:spChg>
        <pc:spChg chg="mod">
          <ac:chgData name="Loc Huynh" userId="80c0383e323bd6ea" providerId="LiveId" clId="{72CEA336-3CF7-0740-9187-942BCF55D6BE}" dt="2023-08-30T04:57:33.092" v="6470" actId="20577"/>
          <ac:spMkLst>
            <pc:docMk/>
            <pc:sldMk cId="3174288583" sldId="395"/>
            <ac:spMk id="9" creationId="{29DA5FFA-73C3-344D-465E-4D679C7E768D}"/>
          </ac:spMkLst>
        </pc:spChg>
        <pc:spChg chg="add del mod">
          <ac:chgData name="Loc Huynh" userId="80c0383e323bd6ea" providerId="LiveId" clId="{72CEA336-3CF7-0740-9187-942BCF55D6BE}" dt="2023-08-30T04:44:58.251" v="6202" actId="478"/>
          <ac:spMkLst>
            <pc:docMk/>
            <pc:sldMk cId="3174288583" sldId="395"/>
            <ac:spMk id="15" creationId="{C1A99173-51A5-81F4-A212-11368D96C7AA}"/>
          </ac:spMkLst>
        </pc:spChg>
        <pc:spChg chg="add mod">
          <ac:chgData name="Loc Huynh" userId="80c0383e323bd6ea" providerId="LiveId" clId="{72CEA336-3CF7-0740-9187-942BCF55D6BE}" dt="2023-08-30T04:46:23.106" v="6224" actId="255"/>
          <ac:spMkLst>
            <pc:docMk/>
            <pc:sldMk cId="3174288583" sldId="395"/>
            <ac:spMk id="17" creationId="{86F13403-ED64-6C50-9760-380A20232868}"/>
          </ac:spMkLst>
        </pc:spChg>
        <pc:spChg chg="add mod">
          <ac:chgData name="Loc Huynh" userId="80c0383e323bd6ea" providerId="LiveId" clId="{72CEA336-3CF7-0740-9187-942BCF55D6BE}" dt="2023-08-30T04:47:06.295" v="6230" actId="1076"/>
          <ac:spMkLst>
            <pc:docMk/>
            <pc:sldMk cId="3174288583" sldId="395"/>
            <ac:spMk id="20" creationId="{2BD7DB4C-E0C8-943E-3F0B-6C2C940A7A57}"/>
          </ac:spMkLst>
        </pc:spChg>
        <pc:spChg chg="add mod">
          <ac:chgData name="Loc Huynh" userId="80c0383e323bd6ea" providerId="LiveId" clId="{72CEA336-3CF7-0740-9187-942BCF55D6BE}" dt="2023-08-30T04:46:57.081" v="6229" actId="1076"/>
          <ac:spMkLst>
            <pc:docMk/>
            <pc:sldMk cId="3174288583" sldId="395"/>
            <ac:spMk id="21" creationId="{D9930F50-9A02-6C26-A023-2AEB7B7390F3}"/>
          </ac:spMkLst>
        </pc:spChg>
        <pc:spChg chg="add mod">
          <ac:chgData name="Loc Huynh" userId="80c0383e323bd6ea" providerId="LiveId" clId="{72CEA336-3CF7-0740-9187-942BCF55D6BE}" dt="2023-08-30T04:46:50.695" v="6228" actId="1076"/>
          <ac:spMkLst>
            <pc:docMk/>
            <pc:sldMk cId="3174288583" sldId="395"/>
            <ac:spMk id="22" creationId="{2E75BCC8-0631-2D57-EEA1-ABA017C682B4}"/>
          </ac:spMkLst>
        </pc:spChg>
        <pc:picChg chg="add del mod">
          <ac:chgData name="Loc Huynh" userId="80c0383e323bd6ea" providerId="LiveId" clId="{72CEA336-3CF7-0740-9187-942BCF55D6BE}" dt="2023-08-30T04:41:38.423" v="6148" actId="478"/>
          <ac:picMkLst>
            <pc:docMk/>
            <pc:sldMk cId="3174288583" sldId="395"/>
            <ac:picMk id="7" creationId="{565BE024-A61F-947A-BFDD-717EA2C45BC8}"/>
          </ac:picMkLst>
        </pc:picChg>
        <pc:picChg chg="del">
          <ac:chgData name="Loc Huynh" userId="80c0383e323bd6ea" providerId="LiveId" clId="{72CEA336-3CF7-0740-9187-942BCF55D6BE}" dt="2023-08-30T03:40:04.233" v="5996" actId="478"/>
          <ac:picMkLst>
            <pc:docMk/>
            <pc:sldMk cId="3174288583" sldId="395"/>
            <ac:picMk id="10" creationId="{9301D4FD-13DD-6382-375B-84F401E4BB36}"/>
          </ac:picMkLst>
        </pc:picChg>
        <pc:picChg chg="add mod modCrop">
          <ac:chgData name="Loc Huynh" userId="80c0383e323bd6ea" providerId="LiveId" clId="{72CEA336-3CF7-0740-9187-942BCF55D6BE}" dt="2023-08-30T04:43:51.368" v="6162" actId="1076"/>
          <ac:picMkLst>
            <pc:docMk/>
            <pc:sldMk cId="3174288583" sldId="395"/>
            <ac:picMk id="11" creationId="{0B094BA9-222C-F0CE-AF1E-3382A4CAABB6}"/>
          </ac:picMkLst>
        </pc:picChg>
        <pc:picChg chg="add del mod">
          <ac:chgData name="Loc Huynh" userId="80c0383e323bd6ea" providerId="LiveId" clId="{72CEA336-3CF7-0740-9187-942BCF55D6BE}" dt="2023-08-30T04:39:04.896" v="6086" actId="478"/>
          <ac:picMkLst>
            <pc:docMk/>
            <pc:sldMk cId="3174288583" sldId="395"/>
            <ac:picMk id="13" creationId="{F7259755-009D-42EF-1AA3-65A92FFDE2CF}"/>
          </ac:picMkLst>
        </pc:picChg>
        <pc:picChg chg="add del mod">
          <ac:chgData name="Loc Huynh" userId="80c0383e323bd6ea" providerId="LiveId" clId="{72CEA336-3CF7-0740-9187-942BCF55D6BE}" dt="2023-08-30T04:40:36.705" v="6096" actId="478"/>
          <ac:picMkLst>
            <pc:docMk/>
            <pc:sldMk cId="3174288583" sldId="395"/>
            <ac:picMk id="19" creationId="{3C5CFD5E-DF08-8F77-D499-AF8C2B816FBA}"/>
          </ac:picMkLst>
        </pc:picChg>
      </pc:sldChg>
      <pc:sldChg chg="addSp delSp modSp add mod delAnim modNotes">
        <pc:chgData name="Loc Huynh" userId="80c0383e323bd6ea" providerId="LiveId" clId="{72CEA336-3CF7-0740-9187-942BCF55D6BE}" dt="2023-09-11T13:27:24.682" v="14358"/>
        <pc:sldMkLst>
          <pc:docMk/>
          <pc:sldMk cId="2324424646" sldId="396"/>
        </pc:sldMkLst>
        <pc:spChg chg="mod">
          <ac:chgData name="Loc Huynh" userId="80c0383e323bd6ea" providerId="LiveId" clId="{72CEA336-3CF7-0740-9187-942BCF55D6BE}" dt="2023-08-30T05:08:04.336" v="6754" actId="255"/>
          <ac:spMkLst>
            <pc:docMk/>
            <pc:sldMk cId="2324424646" sldId="396"/>
            <ac:spMk id="3" creationId="{7FFBE53D-29E6-6243-A558-44AA8B0D326B}"/>
          </ac:spMkLst>
        </pc:spChg>
        <pc:spChg chg="del">
          <ac:chgData name="Loc Huynh" userId="80c0383e323bd6ea" providerId="LiveId" clId="{72CEA336-3CF7-0740-9187-942BCF55D6BE}" dt="2023-08-30T04:50:52.194" v="6318" actId="478"/>
          <ac:spMkLst>
            <pc:docMk/>
            <pc:sldMk cId="2324424646" sldId="396"/>
            <ac:spMk id="9" creationId="{29DA5FFA-73C3-344D-465E-4D679C7E768D}"/>
          </ac:spMkLst>
        </pc:spChg>
        <pc:spChg chg="add mod">
          <ac:chgData name="Loc Huynh" userId="80c0383e323bd6ea" providerId="LiveId" clId="{72CEA336-3CF7-0740-9187-942BCF55D6BE}" dt="2023-08-30T05:05:52.833" v="6720" actId="1076"/>
          <ac:spMkLst>
            <pc:docMk/>
            <pc:sldMk cId="2324424646" sldId="396"/>
            <ac:spMk id="12" creationId="{A80A7D10-FDB1-CC49-D7A2-F3C3381EBD87}"/>
          </ac:spMkLst>
        </pc:spChg>
        <pc:spChg chg="add mod">
          <ac:chgData name="Loc Huynh" userId="80c0383e323bd6ea" providerId="LiveId" clId="{72CEA336-3CF7-0740-9187-942BCF55D6BE}" dt="2023-08-30T05:06:05.438" v="6722" actId="1076"/>
          <ac:spMkLst>
            <pc:docMk/>
            <pc:sldMk cId="2324424646" sldId="396"/>
            <ac:spMk id="13" creationId="{67FDA90E-24AE-F407-D11F-08A5F762BA9B}"/>
          </ac:spMkLst>
        </pc:spChg>
        <pc:spChg chg="add mod">
          <ac:chgData name="Loc Huynh" userId="80c0383e323bd6ea" providerId="LiveId" clId="{72CEA336-3CF7-0740-9187-942BCF55D6BE}" dt="2023-08-30T05:06:18.808" v="6724" actId="1076"/>
          <ac:spMkLst>
            <pc:docMk/>
            <pc:sldMk cId="2324424646" sldId="396"/>
            <ac:spMk id="14" creationId="{628BF46A-592D-41A2-E947-E7386036F1D1}"/>
          </ac:spMkLst>
        </pc:spChg>
        <pc:spChg chg="del">
          <ac:chgData name="Loc Huynh" userId="80c0383e323bd6ea" providerId="LiveId" clId="{72CEA336-3CF7-0740-9187-942BCF55D6BE}" dt="2023-08-30T04:49:40.573" v="6305" actId="478"/>
          <ac:spMkLst>
            <pc:docMk/>
            <pc:sldMk cId="2324424646" sldId="396"/>
            <ac:spMk id="15" creationId="{C1A99173-51A5-81F4-A212-11368D96C7AA}"/>
          </ac:spMkLst>
        </pc:spChg>
        <pc:spChg chg="add mod">
          <ac:chgData name="Loc Huynh" userId="80c0383e323bd6ea" providerId="LiveId" clId="{72CEA336-3CF7-0740-9187-942BCF55D6BE}" dt="2023-08-30T05:05:58.378" v="6721" actId="1076"/>
          <ac:spMkLst>
            <pc:docMk/>
            <pc:sldMk cId="2324424646" sldId="396"/>
            <ac:spMk id="16" creationId="{32FB3D61-8256-C923-784A-2694EBD435A6}"/>
          </ac:spMkLst>
        </pc:spChg>
        <pc:spChg chg="del">
          <ac:chgData name="Loc Huynh" userId="80c0383e323bd6ea" providerId="LiveId" clId="{72CEA336-3CF7-0740-9187-942BCF55D6BE}" dt="2023-08-30T04:49:42.486" v="6306" actId="478"/>
          <ac:spMkLst>
            <pc:docMk/>
            <pc:sldMk cId="2324424646" sldId="396"/>
            <ac:spMk id="17" creationId="{86F13403-ED64-6C50-9760-380A20232868}"/>
          </ac:spMkLst>
        </pc:spChg>
        <pc:picChg chg="add del">
          <ac:chgData name="Loc Huynh" userId="80c0383e323bd6ea" providerId="LiveId" clId="{72CEA336-3CF7-0740-9187-942BCF55D6BE}" dt="2023-08-30T04:49:43.760" v="6307" actId="478"/>
          <ac:picMkLst>
            <pc:docMk/>
            <pc:sldMk cId="2324424646" sldId="396"/>
            <ac:picMk id="7" creationId="{565BE024-A61F-947A-BFDD-717EA2C45BC8}"/>
          </ac:picMkLst>
        </pc:picChg>
        <pc:picChg chg="add mod">
          <ac:chgData name="Loc Huynh" userId="80c0383e323bd6ea" providerId="LiveId" clId="{72CEA336-3CF7-0740-9187-942BCF55D6BE}" dt="2023-08-30T05:06:29.682" v="6725" actId="1076"/>
          <ac:picMkLst>
            <pc:docMk/>
            <pc:sldMk cId="2324424646" sldId="396"/>
            <ac:picMk id="8" creationId="{40BC3BAC-0B0F-A5A1-5F98-FB5D26E4EEA4}"/>
          </ac:picMkLst>
        </pc:picChg>
        <pc:picChg chg="add del mod">
          <ac:chgData name="Loc Huynh" userId="80c0383e323bd6ea" providerId="LiveId" clId="{72CEA336-3CF7-0740-9187-942BCF55D6BE}" dt="2023-08-30T04:52:55.962" v="6329" actId="478"/>
          <ac:picMkLst>
            <pc:docMk/>
            <pc:sldMk cId="2324424646" sldId="396"/>
            <ac:picMk id="10" creationId="{B596650C-1320-A576-E389-8D722381BD8A}"/>
          </ac:picMkLst>
        </pc:picChg>
        <pc:picChg chg="del">
          <ac:chgData name="Loc Huynh" userId="80c0383e323bd6ea" providerId="LiveId" clId="{72CEA336-3CF7-0740-9187-942BCF55D6BE}" dt="2023-08-30T04:49:36.901" v="6304" actId="478"/>
          <ac:picMkLst>
            <pc:docMk/>
            <pc:sldMk cId="2324424646" sldId="396"/>
            <ac:picMk id="11" creationId="{0B094BA9-222C-F0CE-AF1E-3382A4CAABB6}"/>
          </ac:picMkLst>
        </pc:picChg>
      </pc:sldChg>
      <pc:sldChg chg="addSp delSp modSp add mod modNotes modNotesTx">
        <pc:chgData name="Loc Huynh" userId="80c0383e323bd6ea" providerId="LiveId" clId="{72CEA336-3CF7-0740-9187-942BCF55D6BE}" dt="2023-09-11T13:27:52.577" v="14359"/>
        <pc:sldMkLst>
          <pc:docMk/>
          <pc:sldMk cId="224955889" sldId="397"/>
        </pc:sldMkLst>
        <pc:spChg chg="mod">
          <ac:chgData name="Loc Huynh" userId="80c0383e323bd6ea" providerId="LiveId" clId="{72CEA336-3CF7-0740-9187-942BCF55D6BE}" dt="2023-09-11T00:58:53.454" v="7014" actId="20577"/>
          <ac:spMkLst>
            <pc:docMk/>
            <pc:sldMk cId="224955889" sldId="397"/>
            <ac:spMk id="3" creationId="{5511CC07-0D49-434E-8EE9-377DC0963F2A}"/>
          </ac:spMkLst>
        </pc:spChg>
        <pc:graphicFrameChg chg="add mod modGraphic">
          <ac:chgData name="Loc Huynh" userId="80c0383e323bd6ea" providerId="LiveId" clId="{72CEA336-3CF7-0740-9187-942BCF55D6BE}" dt="2023-09-11T02:59:09.725" v="7827" actId="20577"/>
          <ac:graphicFrameMkLst>
            <pc:docMk/>
            <pc:sldMk cId="224955889" sldId="397"/>
            <ac:graphicFrameMk id="6" creationId="{43276A9D-B6DE-3D37-4132-F6DC3E05677C}"/>
          </ac:graphicFrameMkLst>
        </pc:graphicFrameChg>
        <pc:graphicFrameChg chg="add del mod">
          <ac:chgData name="Loc Huynh" userId="80c0383e323bd6ea" providerId="LiveId" clId="{72CEA336-3CF7-0740-9187-942BCF55D6BE}" dt="2023-09-11T02:58:48.622" v="7820" actId="478"/>
          <ac:graphicFrameMkLst>
            <pc:docMk/>
            <pc:sldMk cId="224955889" sldId="397"/>
            <ac:graphicFrameMk id="7" creationId="{DA59DBFB-D8E7-3F3A-B146-F214FEBA0F52}"/>
          </ac:graphicFrameMkLst>
        </pc:graphicFrameChg>
      </pc:sldChg>
      <pc:sldChg chg="addSp modSp add mod modNotes modNotesTx">
        <pc:chgData name="Loc Huynh" userId="80c0383e323bd6ea" providerId="LiveId" clId="{72CEA336-3CF7-0740-9187-942BCF55D6BE}" dt="2023-09-11T13:27:52.577" v="14359"/>
        <pc:sldMkLst>
          <pc:docMk/>
          <pc:sldMk cId="4114821335" sldId="398"/>
        </pc:sldMkLst>
        <pc:spChg chg="mod">
          <ac:chgData name="Loc Huynh" userId="80c0383e323bd6ea" providerId="LiveId" clId="{72CEA336-3CF7-0740-9187-942BCF55D6BE}" dt="2023-09-11T03:06:07.981" v="8062" actId="207"/>
          <ac:spMkLst>
            <pc:docMk/>
            <pc:sldMk cId="4114821335" sldId="398"/>
            <ac:spMk id="3" creationId="{5511CC07-0D49-434E-8EE9-377DC0963F2A}"/>
          </ac:spMkLst>
        </pc:spChg>
        <pc:graphicFrameChg chg="add mod modGraphic">
          <ac:chgData name="Loc Huynh" userId="80c0383e323bd6ea" providerId="LiveId" clId="{72CEA336-3CF7-0740-9187-942BCF55D6BE}" dt="2023-09-11T03:13:10.758" v="8208" actId="20577"/>
          <ac:graphicFrameMkLst>
            <pc:docMk/>
            <pc:sldMk cId="4114821335" sldId="398"/>
            <ac:graphicFrameMk id="6" creationId="{9D7D518E-62F5-6761-B6DF-FD8C533EC8D0}"/>
          </ac:graphicFrameMkLst>
        </pc:graphicFrameChg>
      </pc:sldChg>
      <pc:sldChg chg="modSp add mod modNotes modNotesTx">
        <pc:chgData name="Loc Huynh" userId="80c0383e323bd6ea" providerId="LiveId" clId="{72CEA336-3CF7-0740-9187-942BCF55D6BE}" dt="2023-09-11T13:27:52.577" v="14359"/>
        <pc:sldMkLst>
          <pc:docMk/>
          <pc:sldMk cId="3033251506" sldId="399"/>
        </pc:sldMkLst>
        <pc:spChg chg="mod">
          <ac:chgData name="Loc Huynh" userId="80c0383e323bd6ea" providerId="LiveId" clId="{72CEA336-3CF7-0740-9187-942BCF55D6BE}" dt="2023-09-11T04:58:52.943" v="8484" actId="20577"/>
          <ac:spMkLst>
            <pc:docMk/>
            <pc:sldMk cId="3033251506" sldId="399"/>
            <ac:spMk id="3" creationId="{5511CC07-0D49-434E-8EE9-377DC0963F2A}"/>
          </ac:spMkLst>
        </pc:spChg>
        <pc:graphicFrameChg chg="modGraphic">
          <ac:chgData name="Loc Huynh" userId="80c0383e323bd6ea" providerId="LiveId" clId="{72CEA336-3CF7-0740-9187-942BCF55D6BE}" dt="2023-09-11T13:21:58.824" v="14350" actId="20577"/>
          <ac:graphicFrameMkLst>
            <pc:docMk/>
            <pc:sldMk cId="3033251506" sldId="399"/>
            <ac:graphicFrameMk id="6" creationId="{9D7D518E-62F5-6761-B6DF-FD8C533EC8D0}"/>
          </ac:graphicFrameMkLst>
        </pc:graphicFrameChg>
      </pc:sldChg>
      <pc:sldChg chg="modSp add mod modNotes modNotesTx">
        <pc:chgData name="Loc Huynh" userId="80c0383e323bd6ea" providerId="LiveId" clId="{72CEA336-3CF7-0740-9187-942BCF55D6BE}" dt="2023-09-11T13:27:52.577" v="14359"/>
        <pc:sldMkLst>
          <pc:docMk/>
          <pc:sldMk cId="400770477" sldId="400"/>
        </pc:sldMkLst>
        <pc:spChg chg="mod">
          <ac:chgData name="Loc Huynh" userId="80c0383e323bd6ea" providerId="LiveId" clId="{72CEA336-3CF7-0740-9187-942BCF55D6BE}" dt="2023-09-11T09:22:13.290" v="10859" actId="20577"/>
          <ac:spMkLst>
            <pc:docMk/>
            <pc:sldMk cId="400770477" sldId="400"/>
            <ac:spMk id="2" creationId="{1EC6BF10-FE2C-5345-B7B5-775DC6E3CB37}"/>
          </ac:spMkLst>
        </pc:spChg>
        <pc:spChg chg="mod">
          <ac:chgData name="Loc Huynh" userId="80c0383e323bd6ea" providerId="LiveId" clId="{72CEA336-3CF7-0740-9187-942BCF55D6BE}" dt="2023-09-11T10:58:30.848" v="13478" actId="20577"/>
          <ac:spMkLst>
            <pc:docMk/>
            <pc:sldMk cId="400770477" sldId="400"/>
            <ac:spMk id="3" creationId="{19F26957-3555-4C48-AE14-45801A0508A3}"/>
          </ac:spMkLst>
        </pc:spChg>
      </pc:sldChg>
      <pc:sldChg chg="modSp add mod">
        <pc:chgData name="Loc Huynh" userId="80c0383e323bd6ea" providerId="LiveId" clId="{72CEA336-3CF7-0740-9187-942BCF55D6BE}" dt="2023-09-11T11:58:04.266" v="14150" actId="20577"/>
        <pc:sldMkLst>
          <pc:docMk/>
          <pc:sldMk cId="1183980602" sldId="401"/>
        </pc:sldMkLst>
        <pc:spChg chg="mod">
          <ac:chgData name="Loc Huynh" userId="80c0383e323bd6ea" providerId="LiveId" clId="{72CEA336-3CF7-0740-9187-942BCF55D6BE}" dt="2023-09-11T11:58:04.266" v="14150" actId="20577"/>
          <ac:spMkLst>
            <pc:docMk/>
            <pc:sldMk cId="1183980602" sldId="401"/>
            <ac:spMk id="3" creationId="{19F26957-3555-4C48-AE14-45801A0508A3}"/>
          </ac:spMkLst>
        </pc:spChg>
      </pc:sldChg>
      <pc:sldChg chg="modSp add mod modNotes modNotesTx">
        <pc:chgData name="Loc Huynh" userId="80c0383e323bd6ea" providerId="LiveId" clId="{72CEA336-3CF7-0740-9187-942BCF55D6BE}" dt="2023-09-11T13:27:52.577" v="14359"/>
        <pc:sldMkLst>
          <pc:docMk/>
          <pc:sldMk cId="2768050575" sldId="402"/>
        </pc:sldMkLst>
        <pc:spChg chg="mod">
          <ac:chgData name="Loc Huynh" userId="80c0383e323bd6ea" providerId="LiveId" clId="{72CEA336-3CF7-0740-9187-942BCF55D6BE}" dt="2023-09-11T11:58:14.776" v="14156" actId="20577"/>
          <ac:spMkLst>
            <pc:docMk/>
            <pc:sldMk cId="2768050575" sldId="402"/>
            <ac:spMk id="3" creationId="{19F26957-3555-4C48-AE14-45801A0508A3}"/>
          </ac:spMkLst>
        </pc:spChg>
      </pc:sldChg>
      <pc:sldChg chg="modSp add mod">
        <pc:chgData name="Loc Huynh" userId="80c0383e323bd6ea" providerId="LiveId" clId="{72CEA336-3CF7-0740-9187-942BCF55D6BE}" dt="2023-09-11T11:58:41.241" v="14163" actId="20577"/>
        <pc:sldMkLst>
          <pc:docMk/>
          <pc:sldMk cId="1001971359" sldId="403"/>
        </pc:sldMkLst>
        <pc:spChg chg="mod">
          <ac:chgData name="Loc Huynh" userId="80c0383e323bd6ea" providerId="LiveId" clId="{72CEA336-3CF7-0740-9187-942BCF55D6BE}" dt="2023-09-11T11:58:41.241" v="14163" actId="20577"/>
          <ac:spMkLst>
            <pc:docMk/>
            <pc:sldMk cId="1001971359" sldId="403"/>
            <ac:spMk id="3" creationId="{19F26957-3555-4C48-AE14-45801A0508A3}"/>
          </ac:spMkLst>
        </pc:spChg>
      </pc:sldChg>
      <pc:sldChg chg="modSp add mod">
        <pc:chgData name="Loc Huynh" userId="80c0383e323bd6ea" providerId="LiveId" clId="{72CEA336-3CF7-0740-9187-942BCF55D6BE}" dt="2023-09-11T11:58:07.584" v="14152" actId="20577"/>
        <pc:sldMkLst>
          <pc:docMk/>
          <pc:sldMk cId="1675180054" sldId="404"/>
        </pc:sldMkLst>
        <pc:spChg chg="mod">
          <ac:chgData name="Loc Huynh" userId="80c0383e323bd6ea" providerId="LiveId" clId="{72CEA336-3CF7-0740-9187-942BCF55D6BE}" dt="2023-09-11T11:58:07.584" v="14152" actId="20577"/>
          <ac:spMkLst>
            <pc:docMk/>
            <pc:sldMk cId="1675180054" sldId="404"/>
            <ac:spMk id="3" creationId="{19F26957-3555-4C48-AE14-45801A0508A3}"/>
          </ac:spMkLst>
        </pc:spChg>
      </pc:sldChg>
      <pc:sldChg chg="modSp add mod ord">
        <pc:chgData name="Loc Huynh" userId="80c0383e323bd6ea" providerId="LiveId" clId="{72CEA336-3CF7-0740-9187-942BCF55D6BE}" dt="2023-09-11T11:58:10.986" v="14154" actId="20577"/>
        <pc:sldMkLst>
          <pc:docMk/>
          <pc:sldMk cId="323696544" sldId="405"/>
        </pc:sldMkLst>
        <pc:spChg chg="mod">
          <ac:chgData name="Loc Huynh" userId="80c0383e323bd6ea" providerId="LiveId" clId="{72CEA336-3CF7-0740-9187-942BCF55D6BE}" dt="2023-09-11T11:58:10.986" v="14154" actId="20577"/>
          <ac:spMkLst>
            <pc:docMk/>
            <pc:sldMk cId="323696544" sldId="405"/>
            <ac:spMk id="3" creationId="{19F26957-3555-4C48-AE14-45801A0508A3}"/>
          </ac:spMkLst>
        </pc:spChg>
      </pc:sldChg>
      <pc:sldChg chg="modSp add mod modNotes modNotesTx">
        <pc:chgData name="Loc Huynh" userId="80c0383e323bd6ea" providerId="LiveId" clId="{72CEA336-3CF7-0740-9187-942BCF55D6BE}" dt="2023-09-11T13:27:52.577" v="14359"/>
        <pc:sldMkLst>
          <pc:docMk/>
          <pc:sldMk cId="4233947355" sldId="406"/>
        </pc:sldMkLst>
        <pc:spChg chg="mod">
          <ac:chgData name="Loc Huynh" userId="80c0383e323bd6ea" providerId="LiveId" clId="{72CEA336-3CF7-0740-9187-942BCF55D6BE}" dt="2023-09-11T11:58:19.044" v="14158" actId="20577"/>
          <ac:spMkLst>
            <pc:docMk/>
            <pc:sldMk cId="4233947355" sldId="406"/>
            <ac:spMk id="3" creationId="{19F26957-3555-4C48-AE14-45801A0508A3}"/>
          </ac:spMkLst>
        </pc:spChg>
      </pc:sldChg>
      <pc:sldChg chg="modSp add mod">
        <pc:chgData name="Loc Huynh" userId="80c0383e323bd6ea" providerId="LiveId" clId="{72CEA336-3CF7-0740-9187-942BCF55D6BE}" dt="2023-09-11T11:58:33.246" v="14161" actId="20577"/>
        <pc:sldMkLst>
          <pc:docMk/>
          <pc:sldMk cId="3737314179" sldId="407"/>
        </pc:sldMkLst>
        <pc:spChg chg="mod">
          <ac:chgData name="Loc Huynh" userId="80c0383e323bd6ea" providerId="LiveId" clId="{72CEA336-3CF7-0740-9187-942BCF55D6BE}" dt="2023-09-11T11:58:33.246" v="14161" actId="20577"/>
          <ac:spMkLst>
            <pc:docMk/>
            <pc:sldMk cId="3737314179" sldId="407"/>
            <ac:spMk id="3" creationId="{19F26957-3555-4C48-AE14-45801A0508A3}"/>
          </ac:spMkLst>
        </pc:spChg>
      </pc:sldChg>
      <pc:sldChg chg="add del">
        <pc:chgData name="Loc Huynh" userId="80c0383e323bd6ea" providerId="LiveId" clId="{72CEA336-3CF7-0740-9187-942BCF55D6BE}" dt="2023-09-11T10:39:25.155" v="12901"/>
        <pc:sldMkLst>
          <pc:docMk/>
          <pc:sldMk cId="1116206445" sldId="408"/>
        </pc:sldMkLst>
      </pc:sldChg>
      <pc:sldChg chg="modSp add mod">
        <pc:chgData name="Loc Huynh" userId="80c0383e323bd6ea" providerId="LiveId" clId="{72CEA336-3CF7-0740-9187-942BCF55D6BE}" dt="2023-09-11T11:58:44.728" v="14165" actId="20577"/>
        <pc:sldMkLst>
          <pc:docMk/>
          <pc:sldMk cId="3674598150" sldId="408"/>
        </pc:sldMkLst>
        <pc:spChg chg="mod">
          <ac:chgData name="Loc Huynh" userId="80c0383e323bd6ea" providerId="LiveId" clId="{72CEA336-3CF7-0740-9187-942BCF55D6BE}" dt="2023-09-11T11:58:44.728" v="14165" actId="20577"/>
          <ac:spMkLst>
            <pc:docMk/>
            <pc:sldMk cId="3674598150" sldId="408"/>
            <ac:spMk id="3" creationId="{19F26957-3555-4C48-AE14-45801A0508A3}"/>
          </ac:spMkLst>
        </pc:spChg>
      </pc:sldChg>
      <pc:sldChg chg="modSp add mod modNotes">
        <pc:chgData name="Loc Huynh" userId="80c0383e323bd6ea" providerId="LiveId" clId="{72CEA336-3CF7-0740-9187-942BCF55D6BE}" dt="2023-09-11T13:27:52.577" v="14359"/>
        <pc:sldMkLst>
          <pc:docMk/>
          <pc:sldMk cId="3296418743" sldId="409"/>
        </pc:sldMkLst>
        <pc:spChg chg="mod">
          <ac:chgData name="Loc Huynh" userId="80c0383e323bd6ea" providerId="LiveId" clId="{72CEA336-3CF7-0740-9187-942BCF55D6BE}" dt="2023-09-11T11:58:55.387" v="14168" actId="20577"/>
          <ac:spMkLst>
            <pc:docMk/>
            <pc:sldMk cId="3296418743" sldId="409"/>
            <ac:spMk id="3" creationId="{19F26957-3555-4C48-AE14-45801A0508A3}"/>
          </ac:spMkLst>
        </pc:spChg>
      </pc:sldChg>
      <pc:sldChg chg="modSp add mod modNotes">
        <pc:chgData name="Loc Huynh" userId="80c0383e323bd6ea" providerId="LiveId" clId="{72CEA336-3CF7-0740-9187-942BCF55D6BE}" dt="2023-09-11T13:27:52.577" v="14359"/>
        <pc:sldMkLst>
          <pc:docMk/>
          <pc:sldMk cId="1727122677" sldId="410"/>
        </pc:sldMkLst>
        <pc:spChg chg="mod">
          <ac:chgData name="Loc Huynh" userId="80c0383e323bd6ea" providerId="LiveId" clId="{72CEA336-3CF7-0740-9187-942BCF55D6BE}" dt="2023-09-11T11:59:00.040" v="14171" actId="20577"/>
          <ac:spMkLst>
            <pc:docMk/>
            <pc:sldMk cId="1727122677" sldId="410"/>
            <ac:spMk id="3" creationId="{19F26957-3555-4C48-AE14-45801A0508A3}"/>
          </ac:spMkLst>
        </pc:spChg>
      </pc:sldChg>
      <pc:sldChg chg="addSp delSp modSp add mod modNotes">
        <pc:chgData name="Loc Huynh" userId="80c0383e323bd6ea" providerId="LiveId" clId="{72CEA336-3CF7-0740-9187-942BCF55D6BE}" dt="2023-09-11T13:27:52.577" v="14359"/>
        <pc:sldMkLst>
          <pc:docMk/>
          <pc:sldMk cId="3515211321" sldId="411"/>
        </pc:sldMkLst>
        <pc:spChg chg="mod">
          <ac:chgData name="Loc Huynh" userId="80c0383e323bd6ea" providerId="LiveId" clId="{72CEA336-3CF7-0740-9187-942BCF55D6BE}" dt="2023-09-11T11:59:03.395" v="14174" actId="20577"/>
          <ac:spMkLst>
            <pc:docMk/>
            <pc:sldMk cId="3515211321" sldId="411"/>
            <ac:spMk id="3" creationId="{19F26957-3555-4C48-AE14-45801A0508A3}"/>
          </ac:spMkLst>
        </pc:spChg>
        <pc:picChg chg="add del mod">
          <ac:chgData name="Loc Huynh" userId="80c0383e323bd6ea" providerId="LiveId" clId="{72CEA336-3CF7-0740-9187-942BCF55D6BE}" dt="2023-09-11T11:54:45.846" v="14100" actId="478"/>
          <ac:picMkLst>
            <pc:docMk/>
            <pc:sldMk cId="3515211321" sldId="411"/>
            <ac:picMk id="7" creationId="{AF805DD4-48B9-0B94-BD63-EB562D291A14}"/>
          </ac:picMkLst>
        </pc:picChg>
        <pc:picChg chg="add mod">
          <ac:chgData name="Loc Huynh" userId="80c0383e323bd6ea" providerId="LiveId" clId="{72CEA336-3CF7-0740-9187-942BCF55D6BE}" dt="2023-09-11T11:55:00.782" v="14105" actId="1076"/>
          <ac:picMkLst>
            <pc:docMk/>
            <pc:sldMk cId="3515211321" sldId="411"/>
            <ac:picMk id="9" creationId="{FAEF0607-FE5C-0846-0E0D-69AE736114DA}"/>
          </ac:picMkLst>
        </pc:picChg>
      </pc:sldChg>
      <pc:sldChg chg="modSp add mod">
        <pc:chgData name="Loc Huynh" userId="80c0383e323bd6ea" providerId="LiveId" clId="{72CEA336-3CF7-0740-9187-942BCF55D6BE}" dt="2023-09-11T12:00:56.700" v="14226" actId="20577"/>
        <pc:sldMkLst>
          <pc:docMk/>
          <pc:sldMk cId="4260985147" sldId="412"/>
        </pc:sldMkLst>
        <pc:spChg chg="mod">
          <ac:chgData name="Loc Huynh" userId="80c0383e323bd6ea" providerId="LiveId" clId="{72CEA336-3CF7-0740-9187-942BCF55D6BE}" dt="2023-09-11T12:00:56.700" v="14226" actId="20577"/>
          <ac:spMkLst>
            <pc:docMk/>
            <pc:sldMk cId="4260985147" sldId="412"/>
            <ac:spMk id="3" creationId="{19F26957-3555-4C48-AE14-45801A0508A3}"/>
          </ac:spMkLst>
        </pc:spChg>
      </pc:sldChg>
      <pc:sldChg chg="modSp add mod">
        <pc:chgData name="Loc Huynh" userId="80c0383e323bd6ea" providerId="LiveId" clId="{72CEA336-3CF7-0740-9187-942BCF55D6BE}" dt="2023-09-11T12:02:05.386" v="14236" actId="20577"/>
        <pc:sldMkLst>
          <pc:docMk/>
          <pc:sldMk cId="1680730362" sldId="413"/>
        </pc:sldMkLst>
        <pc:spChg chg="mod">
          <ac:chgData name="Loc Huynh" userId="80c0383e323bd6ea" providerId="LiveId" clId="{72CEA336-3CF7-0740-9187-942BCF55D6BE}" dt="2023-09-11T12:02:05.386" v="14236" actId="20577"/>
          <ac:spMkLst>
            <pc:docMk/>
            <pc:sldMk cId="1680730362" sldId="413"/>
            <ac:spMk id="3" creationId="{19F26957-3555-4C48-AE14-45801A0508A3}"/>
          </ac:spMkLst>
        </pc:spChg>
      </pc:sldChg>
      <pc:sldChg chg="modSp add mod">
        <pc:chgData name="Loc Huynh" userId="80c0383e323bd6ea" providerId="LiveId" clId="{72CEA336-3CF7-0740-9187-942BCF55D6BE}" dt="2023-09-11T12:05:33.189" v="14309" actId="20577"/>
        <pc:sldMkLst>
          <pc:docMk/>
          <pc:sldMk cId="527378509" sldId="414"/>
        </pc:sldMkLst>
        <pc:spChg chg="mod">
          <ac:chgData name="Loc Huynh" userId="80c0383e323bd6ea" providerId="LiveId" clId="{72CEA336-3CF7-0740-9187-942BCF55D6BE}" dt="2023-09-11T12:05:33.189" v="14309" actId="20577"/>
          <ac:spMkLst>
            <pc:docMk/>
            <pc:sldMk cId="527378509" sldId="414"/>
            <ac:spMk id="3" creationId="{19F26957-3555-4C48-AE14-45801A0508A3}"/>
          </ac:spMkLst>
        </pc:spChg>
      </pc:sldChg>
      <pc:sldChg chg="modSp add mod">
        <pc:chgData name="Loc Huynh" userId="80c0383e323bd6ea" providerId="LiveId" clId="{72CEA336-3CF7-0740-9187-942BCF55D6BE}" dt="2023-09-11T12:05:40.404" v="14312" actId="15"/>
        <pc:sldMkLst>
          <pc:docMk/>
          <pc:sldMk cId="1444418759" sldId="415"/>
        </pc:sldMkLst>
        <pc:spChg chg="mod">
          <ac:chgData name="Loc Huynh" userId="80c0383e323bd6ea" providerId="LiveId" clId="{72CEA336-3CF7-0740-9187-942BCF55D6BE}" dt="2023-09-11T12:05:40.404" v="14312" actId="15"/>
          <ac:spMkLst>
            <pc:docMk/>
            <pc:sldMk cId="1444418759" sldId="415"/>
            <ac:spMk id="3" creationId="{19F26957-3555-4C48-AE14-45801A0508A3}"/>
          </ac:spMkLst>
        </pc:spChg>
      </pc:sldChg>
      <pc:sldChg chg="modSp add del mod">
        <pc:chgData name="Loc Huynh" userId="80c0383e323bd6ea" providerId="LiveId" clId="{72CEA336-3CF7-0740-9187-942BCF55D6BE}" dt="2023-09-11T12:04:02.812" v="14272" actId="2696"/>
        <pc:sldMkLst>
          <pc:docMk/>
          <pc:sldMk cId="3120289679" sldId="415"/>
        </pc:sldMkLst>
        <pc:spChg chg="mod">
          <ac:chgData name="Loc Huynh" userId="80c0383e323bd6ea" providerId="LiveId" clId="{72CEA336-3CF7-0740-9187-942BCF55D6BE}" dt="2023-09-11T12:03:56.194" v="14270"/>
          <ac:spMkLst>
            <pc:docMk/>
            <pc:sldMk cId="3120289679" sldId="415"/>
            <ac:spMk id="3" creationId="{19F26957-3555-4C48-AE14-45801A0508A3}"/>
          </ac:spMkLst>
        </pc:spChg>
      </pc:sldChg>
      <pc:sldChg chg="modSp add mod">
        <pc:chgData name="Loc Huynh" userId="80c0383e323bd6ea" providerId="LiveId" clId="{72CEA336-3CF7-0740-9187-942BCF55D6BE}" dt="2023-09-11T12:05:18.534" v="14307" actId="20577"/>
        <pc:sldMkLst>
          <pc:docMk/>
          <pc:sldMk cId="1915011341" sldId="416"/>
        </pc:sldMkLst>
        <pc:spChg chg="mod">
          <ac:chgData name="Loc Huynh" userId="80c0383e323bd6ea" providerId="LiveId" clId="{72CEA336-3CF7-0740-9187-942BCF55D6BE}" dt="2023-09-11T12:05:18.534" v="14307" actId="20577"/>
          <ac:spMkLst>
            <pc:docMk/>
            <pc:sldMk cId="1915011341" sldId="416"/>
            <ac:spMk id="3" creationId="{19F26957-3555-4C48-AE14-45801A0508A3}"/>
          </ac:spMkLst>
        </pc:spChg>
      </pc:sldChg>
    </pc:docChg>
  </pc:docChgLst>
  <pc:docChgLst>
    <pc:chgData name="Loc Huynh" userId="80c0383e323bd6ea" providerId="LiveId" clId="{45D23C15-8B6E-3442-9B58-7B186F27CDA3}"/>
    <pc:docChg chg="undo redo custSel addSld delSld modSld sldOrd">
      <pc:chgData name="Loc Huynh" userId="80c0383e323bd6ea" providerId="LiveId" clId="{45D23C15-8B6E-3442-9B58-7B186F27CDA3}" dt="2023-09-25T10:02:18.672" v="11661" actId="123"/>
      <pc:docMkLst>
        <pc:docMk/>
      </pc:docMkLst>
      <pc:sldChg chg="modSp add del mod">
        <pc:chgData name="Loc Huynh" userId="80c0383e323bd6ea" providerId="LiveId" clId="{45D23C15-8B6E-3442-9B58-7B186F27CDA3}" dt="2023-09-25T01:56:40.393" v="5120" actId="2696"/>
        <pc:sldMkLst>
          <pc:docMk/>
          <pc:sldMk cId="1841662302" sldId="300"/>
        </pc:sldMkLst>
        <pc:spChg chg="mod">
          <ac:chgData name="Loc Huynh" userId="80c0383e323bd6ea" providerId="LiveId" clId="{45D23C15-8B6E-3442-9B58-7B186F27CDA3}" dt="2023-09-25T01:52:16.006" v="4999" actId="27636"/>
          <ac:spMkLst>
            <pc:docMk/>
            <pc:sldMk cId="1841662302" sldId="300"/>
            <ac:spMk id="2" creationId="{707B5CBE-3939-F54D-A22C-69B71CE11473}"/>
          </ac:spMkLst>
        </pc:spChg>
      </pc:sldChg>
      <pc:sldChg chg="modSp add mod">
        <pc:chgData name="Loc Huynh" userId="80c0383e323bd6ea" providerId="LiveId" clId="{45D23C15-8B6E-3442-9B58-7B186F27CDA3}" dt="2023-09-25T07:40:49.876" v="9856" actId="20577"/>
        <pc:sldMkLst>
          <pc:docMk/>
          <pc:sldMk cId="1614817535" sldId="304"/>
        </pc:sldMkLst>
        <pc:spChg chg="mod">
          <ac:chgData name="Loc Huynh" userId="80c0383e323bd6ea" providerId="LiveId" clId="{45D23C15-8B6E-3442-9B58-7B186F27CDA3}" dt="2023-09-25T07:40:49.876" v="9856" actId="20577"/>
          <ac:spMkLst>
            <pc:docMk/>
            <pc:sldMk cId="1614817535" sldId="304"/>
            <ac:spMk id="3" creationId="{F68C27CE-6A1E-0840-BC2F-D1738F041307}"/>
          </ac:spMkLst>
        </pc:spChg>
      </pc:sldChg>
      <pc:sldChg chg="del">
        <pc:chgData name="Loc Huynh" userId="80c0383e323bd6ea" providerId="LiveId" clId="{45D23C15-8B6E-3442-9B58-7B186F27CDA3}" dt="2023-09-18T00:56:33.420" v="23" actId="2696"/>
        <pc:sldMkLst>
          <pc:docMk/>
          <pc:sldMk cId="2463610150" sldId="304"/>
        </pc:sldMkLst>
      </pc:sldChg>
      <pc:sldChg chg="addSp modSp add del mod">
        <pc:chgData name="Loc Huynh" userId="80c0383e323bd6ea" providerId="LiveId" clId="{45D23C15-8B6E-3442-9B58-7B186F27CDA3}" dt="2023-09-25T09:46:14.354" v="11230" actId="2696"/>
        <pc:sldMkLst>
          <pc:docMk/>
          <pc:sldMk cId="2538837064" sldId="385"/>
        </pc:sldMkLst>
        <pc:spChg chg="mod">
          <ac:chgData name="Loc Huynh" userId="80c0383e323bd6ea" providerId="LiveId" clId="{45D23C15-8B6E-3442-9B58-7B186F27CDA3}" dt="2023-09-25T01:52:17.324" v="5027" actId="27636"/>
          <ac:spMkLst>
            <pc:docMk/>
            <pc:sldMk cId="2538837064" sldId="385"/>
            <ac:spMk id="2" creationId="{B47FBB48-7296-B043-B166-77771F65499C}"/>
          </ac:spMkLst>
        </pc:spChg>
        <pc:spChg chg="add mod">
          <ac:chgData name="Loc Huynh" userId="80c0383e323bd6ea" providerId="LiveId" clId="{45D23C15-8B6E-3442-9B58-7B186F27CDA3}" dt="2023-09-25T01:58:04.034" v="5160"/>
          <ac:spMkLst>
            <pc:docMk/>
            <pc:sldMk cId="2538837064" sldId="385"/>
            <ac:spMk id="5" creationId="{811D58DA-2461-92FC-9178-9A4E5B92FEB2}"/>
          </ac:spMkLst>
        </pc:spChg>
      </pc:sldChg>
      <pc:sldChg chg="add del">
        <pc:chgData name="Loc Huynh" userId="80c0383e323bd6ea" providerId="LiveId" clId="{45D23C15-8B6E-3442-9B58-7B186F27CDA3}" dt="2023-09-25T01:57:12.385" v="5150" actId="2696"/>
        <pc:sldMkLst>
          <pc:docMk/>
          <pc:sldMk cId="2590096522" sldId="386"/>
        </pc:sldMkLst>
      </pc:sldChg>
      <pc:sldChg chg="del">
        <pc:chgData name="Loc Huynh" userId="80c0383e323bd6ea" providerId="LiveId" clId="{45D23C15-8B6E-3442-9B58-7B186F27CDA3}" dt="2023-09-18T00:59:18.261" v="77" actId="2696"/>
        <pc:sldMkLst>
          <pc:docMk/>
          <pc:sldMk cId="2103274842" sldId="389"/>
        </pc:sldMkLst>
      </pc:sldChg>
      <pc:sldChg chg="del">
        <pc:chgData name="Loc Huynh" userId="80c0383e323bd6ea" providerId="LiveId" clId="{45D23C15-8B6E-3442-9B58-7B186F27CDA3}" dt="2023-09-18T00:59:18.302" v="88" actId="2696"/>
        <pc:sldMkLst>
          <pc:docMk/>
          <pc:sldMk cId="3109192718" sldId="390"/>
        </pc:sldMkLst>
      </pc:sldChg>
      <pc:sldChg chg="modSp mod">
        <pc:chgData name="Loc Huynh" userId="80c0383e323bd6ea" providerId="LiveId" clId="{45D23C15-8B6E-3442-9B58-7B186F27CDA3}" dt="2023-09-25T01:52:26.258" v="5032" actId="20577"/>
        <pc:sldMkLst>
          <pc:docMk/>
          <pc:sldMk cId="4095758079" sldId="393"/>
        </pc:sldMkLst>
        <pc:spChg chg="mod">
          <ac:chgData name="Loc Huynh" userId="80c0383e323bd6ea" providerId="LiveId" clId="{45D23C15-8B6E-3442-9B58-7B186F27CDA3}" dt="2023-09-25T01:52:26.258" v="5032" actId="20577"/>
          <ac:spMkLst>
            <pc:docMk/>
            <pc:sldMk cId="4095758079" sldId="393"/>
            <ac:spMk id="2" creationId="{00000000-0000-0000-0000-000000000000}"/>
          </ac:spMkLst>
        </pc:spChg>
        <pc:spChg chg="mod">
          <ac:chgData name="Loc Huynh" userId="80c0383e323bd6ea" providerId="LiveId" clId="{45D23C15-8B6E-3442-9B58-7B186F27CDA3}" dt="2023-09-20T02:40:37.290" v="4997" actId="114"/>
          <ac:spMkLst>
            <pc:docMk/>
            <pc:sldMk cId="4095758079" sldId="393"/>
            <ac:spMk id="4" creationId="{FB84735A-F5BB-4C4D-93E0-8DCF8CEA9FB1}"/>
          </ac:spMkLst>
        </pc:spChg>
      </pc:sldChg>
      <pc:sldChg chg="del">
        <pc:chgData name="Loc Huynh" userId="80c0383e323bd6ea" providerId="LiveId" clId="{45D23C15-8B6E-3442-9B58-7B186F27CDA3}" dt="2023-09-18T00:59:18.557" v="133" actId="2696"/>
        <pc:sldMkLst>
          <pc:docMk/>
          <pc:sldMk cId="2252125456" sldId="417"/>
        </pc:sldMkLst>
      </pc:sldChg>
      <pc:sldChg chg="del">
        <pc:chgData name="Loc Huynh" userId="80c0383e323bd6ea" providerId="LiveId" clId="{45D23C15-8B6E-3442-9B58-7B186F27CDA3}" dt="2023-09-18T00:59:18.311" v="91" actId="2696"/>
        <pc:sldMkLst>
          <pc:docMk/>
          <pc:sldMk cId="4156242330" sldId="418"/>
        </pc:sldMkLst>
      </pc:sldChg>
      <pc:sldChg chg="del">
        <pc:chgData name="Loc Huynh" userId="80c0383e323bd6ea" providerId="LiveId" clId="{45D23C15-8B6E-3442-9B58-7B186F27CDA3}" dt="2023-09-18T00:59:18.550" v="130" actId="2696"/>
        <pc:sldMkLst>
          <pc:docMk/>
          <pc:sldMk cId="1060857223" sldId="423"/>
        </pc:sldMkLst>
      </pc:sldChg>
      <pc:sldChg chg="del">
        <pc:chgData name="Loc Huynh" userId="80c0383e323bd6ea" providerId="LiveId" clId="{45D23C15-8B6E-3442-9B58-7B186F27CDA3}" dt="2023-09-18T00:59:18.393" v="108" actId="2696"/>
        <pc:sldMkLst>
          <pc:docMk/>
          <pc:sldMk cId="1639710476" sldId="424"/>
        </pc:sldMkLst>
      </pc:sldChg>
      <pc:sldChg chg="del">
        <pc:chgData name="Loc Huynh" userId="80c0383e323bd6ea" providerId="LiveId" clId="{45D23C15-8B6E-3442-9B58-7B186F27CDA3}" dt="2023-09-18T00:59:18.415" v="115" actId="2696"/>
        <pc:sldMkLst>
          <pc:docMk/>
          <pc:sldMk cId="3333566873" sldId="425"/>
        </pc:sldMkLst>
      </pc:sldChg>
      <pc:sldChg chg="del">
        <pc:chgData name="Loc Huynh" userId="80c0383e323bd6ea" providerId="LiveId" clId="{45D23C15-8B6E-3442-9B58-7B186F27CDA3}" dt="2023-09-18T00:59:18.564" v="136" actId="2696"/>
        <pc:sldMkLst>
          <pc:docMk/>
          <pc:sldMk cId="42986778" sldId="426"/>
        </pc:sldMkLst>
      </pc:sldChg>
      <pc:sldChg chg="del">
        <pc:chgData name="Loc Huynh" userId="80c0383e323bd6ea" providerId="LiveId" clId="{45D23C15-8B6E-3442-9B58-7B186F27CDA3}" dt="2023-09-18T00:59:18.477" v="125" actId="2696"/>
        <pc:sldMkLst>
          <pc:docMk/>
          <pc:sldMk cId="3400533864" sldId="427"/>
        </pc:sldMkLst>
      </pc:sldChg>
      <pc:sldChg chg="del">
        <pc:chgData name="Loc Huynh" userId="80c0383e323bd6ea" providerId="LiveId" clId="{45D23C15-8B6E-3442-9B58-7B186F27CDA3}" dt="2023-09-18T00:59:18.434" v="121" actId="2696"/>
        <pc:sldMkLst>
          <pc:docMk/>
          <pc:sldMk cId="1376264870" sldId="428"/>
        </pc:sldMkLst>
      </pc:sldChg>
      <pc:sldChg chg="del">
        <pc:chgData name="Loc Huynh" userId="80c0383e323bd6ea" providerId="LiveId" clId="{45D23C15-8B6E-3442-9B58-7B186F27CDA3}" dt="2023-09-18T00:59:18.480" v="126" actId="2696"/>
        <pc:sldMkLst>
          <pc:docMk/>
          <pc:sldMk cId="2750843972" sldId="429"/>
        </pc:sldMkLst>
      </pc:sldChg>
      <pc:sldChg chg="del">
        <pc:chgData name="Loc Huynh" userId="80c0383e323bd6ea" providerId="LiveId" clId="{45D23C15-8B6E-3442-9B58-7B186F27CDA3}" dt="2023-09-18T00:59:18.342" v="101" actId="2696"/>
        <pc:sldMkLst>
          <pc:docMk/>
          <pc:sldMk cId="892916379" sldId="430"/>
        </pc:sldMkLst>
      </pc:sldChg>
      <pc:sldChg chg="del">
        <pc:chgData name="Loc Huynh" userId="80c0383e323bd6ea" providerId="LiveId" clId="{45D23C15-8B6E-3442-9B58-7B186F27CDA3}" dt="2023-09-18T00:59:18.574" v="140" actId="2696"/>
        <pc:sldMkLst>
          <pc:docMk/>
          <pc:sldMk cId="1943365552" sldId="433"/>
        </pc:sldMkLst>
      </pc:sldChg>
      <pc:sldChg chg="del">
        <pc:chgData name="Loc Huynh" userId="80c0383e323bd6ea" providerId="LiveId" clId="{45D23C15-8B6E-3442-9B58-7B186F27CDA3}" dt="2023-09-18T00:59:18.304" v="89" actId="2696"/>
        <pc:sldMkLst>
          <pc:docMk/>
          <pc:sldMk cId="1953601379" sldId="434"/>
        </pc:sldMkLst>
      </pc:sldChg>
      <pc:sldChg chg="del">
        <pc:chgData name="Loc Huynh" userId="80c0383e323bd6ea" providerId="LiveId" clId="{45D23C15-8B6E-3442-9B58-7B186F27CDA3}" dt="2023-09-18T00:59:18.314" v="92" actId="2696"/>
        <pc:sldMkLst>
          <pc:docMk/>
          <pc:sldMk cId="41131106" sldId="436"/>
        </pc:sldMkLst>
      </pc:sldChg>
      <pc:sldChg chg="del">
        <pc:chgData name="Loc Huynh" userId="80c0383e323bd6ea" providerId="LiveId" clId="{45D23C15-8B6E-3442-9B58-7B186F27CDA3}" dt="2023-09-18T00:59:18.420" v="117" actId="2696"/>
        <pc:sldMkLst>
          <pc:docMk/>
          <pc:sldMk cId="3186563993" sldId="439"/>
        </pc:sldMkLst>
      </pc:sldChg>
      <pc:sldChg chg="del">
        <pc:chgData name="Loc Huynh" userId="80c0383e323bd6ea" providerId="LiveId" clId="{45D23C15-8B6E-3442-9B58-7B186F27CDA3}" dt="2023-09-18T00:59:18.375" v="102" actId="2696"/>
        <pc:sldMkLst>
          <pc:docMk/>
          <pc:sldMk cId="4080267677" sldId="440"/>
        </pc:sldMkLst>
      </pc:sldChg>
      <pc:sldChg chg="del">
        <pc:chgData name="Loc Huynh" userId="80c0383e323bd6ea" providerId="LiveId" clId="{45D23C15-8B6E-3442-9B58-7B186F27CDA3}" dt="2023-09-18T00:59:18.413" v="114" actId="2696"/>
        <pc:sldMkLst>
          <pc:docMk/>
          <pc:sldMk cId="2359405987" sldId="442"/>
        </pc:sldMkLst>
      </pc:sldChg>
      <pc:sldChg chg="del">
        <pc:chgData name="Loc Huynh" userId="80c0383e323bd6ea" providerId="LiveId" clId="{45D23C15-8B6E-3442-9B58-7B186F27CDA3}" dt="2023-09-18T00:59:18.474" v="124" actId="2696"/>
        <pc:sldMkLst>
          <pc:docMk/>
          <pc:sldMk cId="2035529738" sldId="443"/>
        </pc:sldMkLst>
      </pc:sldChg>
      <pc:sldChg chg="del">
        <pc:chgData name="Loc Huynh" userId="80c0383e323bd6ea" providerId="LiveId" clId="{45D23C15-8B6E-3442-9B58-7B186F27CDA3}" dt="2023-09-18T00:59:18.471" v="123" actId="2696"/>
        <pc:sldMkLst>
          <pc:docMk/>
          <pc:sldMk cId="4105547035" sldId="448"/>
        </pc:sldMkLst>
      </pc:sldChg>
      <pc:sldChg chg="del">
        <pc:chgData name="Loc Huynh" userId="80c0383e323bd6ea" providerId="LiveId" clId="{45D23C15-8B6E-3442-9B58-7B186F27CDA3}" dt="2023-09-18T00:59:18.277" v="81" actId="2696"/>
        <pc:sldMkLst>
          <pc:docMk/>
          <pc:sldMk cId="3450026280" sldId="450"/>
        </pc:sldMkLst>
      </pc:sldChg>
      <pc:sldChg chg="addSp delSp modSp add mod chgLayout">
        <pc:chgData name="Loc Huynh" userId="80c0383e323bd6ea" providerId="LiveId" clId="{45D23C15-8B6E-3442-9B58-7B186F27CDA3}" dt="2023-09-25T08:32:11.625" v="10262" actId="1076"/>
        <pc:sldMkLst>
          <pc:docMk/>
          <pc:sldMk cId="3684564904" sldId="450"/>
        </pc:sldMkLst>
        <pc:spChg chg="mod ord">
          <ac:chgData name="Loc Huynh" userId="80c0383e323bd6ea" providerId="LiveId" clId="{45D23C15-8B6E-3442-9B58-7B186F27CDA3}" dt="2023-09-25T06:38:15.040" v="8522" actId="700"/>
          <ac:spMkLst>
            <pc:docMk/>
            <pc:sldMk cId="3684564904" sldId="450"/>
            <ac:spMk id="2" creationId="{67D965CF-1D55-5443-919B-AC77503498CA}"/>
          </ac:spMkLst>
        </pc:spChg>
        <pc:spChg chg="add mod ord">
          <ac:chgData name="Loc Huynh" userId="80c0383e323bd6ea" providerId="LiveId" clId="{45D23C15-8B6E-3442-9B58-7B186F27CDA3}" dt="2023-09-25T06:38:15.040" v="8522" actId="700"/>
          <ac:spMkLst>
            <pc:docMk/>
            <pc:sldMk cId="3684564904" sldId="450"/>
            <ac:spMk id="3" creationId="{EFB7109C-EBC6-2533-0138-FA394843C750}"/>
          </ac:spMkLst>
        </pc:spChg>
        <pc:spChg chg="mod ord">
          <ac:chgData name="Loc Huynh" userId="80c0383e323bd6ea" providerId="LiveId" clId="{45D23C15-8B6E-3442-9B58-7B186F27CDA3}" dt="2023-09-25T06:38:15.040" v="8522" actId="700"/>
          <ac:spMkLst>
            <pc:docMk/>
            <pc:sldMk cId="3684564904" sldId="450"/>
            <ac:spMk id="4" creationId="{D0B4835D-B712-474E-B6B8-6C1BBDD99FFD}"/>
          </ac:spMkLst>
        </pc:spChg>
        <pc:spChg chg="mod">
          <ac:chgData name="Loc Huynh" userId="80c0383e323bd6ea" providerId="LiveId" clId="{45D23C15-8B6E-3442-9B58-7B186F27CDA3}" dt="2023-09-25T06:40:35.435" v="8554" actId="1038"/>
          <ac:spMkLst>
            <pc:docMk/>
            <pc:sldMk cId="3684564904" sldId="450"/>
            <ac:spMk id="7" creationId="{9CF46A69-C370-BC4E-A1B6-0D08CD7E7D51}"/>
          </ac:spMkLst>
        </pc:spChg>
        <pc:spChg chg="mod topLvl">
          <ac:chgData name="Loc Huynh" userId="80c0383e323bd6ea" providerId="LiveId" clId="{45D23C15-8B6E-3442-9B58-7B186F27CDA3}" dt="2023-09-25T06:40:31.049" v="8552" actId="1037"/>
          <ac:spMkLst>
            <pc:docMk/>
            <pc:sldMk cId="3684564904" sldId="450"/>
            <ac:spMk id="17" creationId="{1D49ED6A-D2BF-904D-89D1-4D1A424F1D64}"/>
          </ac:spMkLst>
        </pc:spChg>
        <pc:spChg chg="mod topLvl modVis">
          <ac:chgData name="Loc Huynh" userId="80c0383e323bd6ea" providerId="LiveId" clId="{45D23C15-8B6E-3442-9B58-7B186F27CDA3}" dt="2023-09-25T06:40:31.049" v="8552" actId="1037"/>
          <ac:spMkLst>
            <pc:docMk/>
            <pc:sldMk cId="3684564904" sldId="450"/>
            <ac:spMk id="40" creationId="{4AD91694-FAB9-C045-8217-041E03E5601A}"/>
          </ac:spMkLst>
        </pc:spChg>
        <pc:spChg chg="add mod ord">
          <ac:chgData name="Loc Huynh" userId="80c0383e323bd6ea" providerId="LiveId" clId="{45D23C15-8B6E-3442-9B58-7B186F27CDA3}" dt="2023-09-25T06:40:31.049" v="8552" actId="1037"/>
          <ac:spMkLst>
            <pc:docMk/>
            <pc:sldMk cId="3684564904" sldId="450"/>
            <ac:spMk id="49" creationId="{2D19ED63-03B6-0322-1F2C-EDF2A33ABFD0}"/>
          </ac:spMkLst>
        </pc:spChg>
        <pc:spChg chg="add mod ord">
          <ac:chgData name="Loc Huynh" userId="80c0383e323bd6ea" providerId="LiveId" clId="{45D23C15-8B6E-3442-9B58-7B186F27CDA3}" dt="2023-09-25T06:40:05.288" v="8545" actId="20577"/>
          <ac:spMkLst>
            <pc:docMk/>
            <pc:sldMk cId="3684564904" sldId="450"/>
            <ac:spMk id="51" creationId="{D6CD0E19-517E-9FDB-C417-EAC226090B61}"/>
          </ac:spMkLst>
        </pc:spChg>
        <pc:spChg chg="mod topLvl modVis">
          <ac:chgData name="Loc Huynh" userId="80c0383e323bd6ea" providerId="LiveId" clId="{45D23C15-8B6E-3442-9B58-7B186F27CDA3}" dt="2023-09-25T06:40:31.049" v="8552" actId="1037"/>
          <ac:spMkLst>
            <pc:docMk/>
            <pc:sldMk cId="3684564904" sldId="450"/>
            <ac:spMk id="80" creationId="{84E1CBDB-0824-DE4A-B773-540E7DC41511}"/>
          </ac:spMkLst>
        </pc:spChg>
        <pc:spChg chg="mod topLvl modVis">
          <ac:chgData name="Loc Huynh" userId="80c0383e323bd6ea" providerId="LiveId" clId="{45D23C15-8B6E-3442-9B58-7B186F27CDA3}" dt="2023-09-25T06:40:31.049" v="8552" actId="1037"/>
          <ac:spMkLst>
            <pc:docMk/>
            <pc:sldMk cId="3684564904" sldId="450"/>
            <ac:spMk id="81" creationId="{B67B6D66-67A8-B346-93BE-46B7B6D04AB1}"/>
          </ac:spMkLst>
        </pc:spChg>
        <pc:spChg chg="mod topLvl modVis">
          <ac:chgData name="Loc Huynh" userId="80c0383e323bd6ea" providerId="LiveId" clId="{45D23C15-8B6E-3442-9B58-7B186F27CDA3}" dt="2023-09-25T06:40:31.049" v="8552" actId="1037"/>
          <ac:spMkLst>
            <pc:docMk/>
            <pc:sldMk cId="3684564904" sldId="450"/>
            <ac:spMk id="82" creationId="{FC606DEC-57F9-114F-BD6A-038454852C54}"/>
          </ac:spMkLst>
        </pc:spChg>
        <pc:spChg chg="mod topLvl">
          <ac:chgData name="Loc Huynh" userId="80c0383e323bd6ea" providerId="LiveId" clId="{45D23C15-8B6E-3442-9B58-7B186F27CDA3}" dt="2023-09-25T06:40:31.049" v="8552" actId="1037"/>
          <ac:spMkLst>
            <pc:docMk/>
            <pc:sldMk cId="3684564904" sldId="450"/>
            <ac:spMk id="84" creationId="{84F261A9-A37A-6B46-9F7C-184101463149}"/>
          </ac:spMkLst>
        </pc:spChg>
        <pc:spChg chg="mod topLvl">
          <ac:chgData name="Loc Huynh" userId="80c0383e323bd6ea" providerId="LiveId" clId="{45D23C15-8B6E-3442-9B58-7B186F27CDA3}" dt="2023-09-25T06:40:31.049" v="8552" actId="1037"/>
          <ac:spMkLst>
            <pc:docMk/>
            <pc:sldMk cId="3684564904" sldId="450"/>
            <ac:spMk id="87" creationId="{2C98DD2C-AE4F-194E-B071-DF7E69B106DA}"/>
          </ac:spMkLst>
        </pc:spChg>
        <pc:spChg chg="mod topLvl">
          <ac:chgData name="Loc Huynh" userId="80c0383e323bd6ea" providerId="LiveId" clId="{45D23C15-8B6E-3442-9B58-7B186F27CDA3}" dt="2023-09-25T08:32:11.625" v="10262" actId="1076"/>
          <ac:spMkLst>
            <pc:docMk/>
            <pc:sldMk cId="3684564904" sldId="450"/>
            <ac:spMk id="89" creationId="{0A2DDFBA-DB62-4A4A-8779-771F5B028FB1}"/>
          </ac:spMkLst>
        </pc:spChg>
        <pc:spChg chg="mod topLvl">
          <ac:chgData name="Loc Huynh" userId="80c0383e323bd6ea" providerId="LiveId" clId="{45D23C15-8B6E-3442-9B58-7B186F27CDA3}" dt="2023-09-25T06:40:31.049" v="8552" actId="1037"/>
          <ac:spMkLst>
            <pc:docMk/>
            <pc:sldMk cId="3684564904" sldId="450"/>
            <ac:spMk id="92" creationId="{DBCF9BF7-2520-C843-AC62-0FD754524924}"/>
          </ac:spMkLst>
        </pc:spChg>
        <pc:spChg chg="mod topLvl">
          <ac:chgData name="Loc Huynh" userId="80c0383e323bd6ea" providerId="LiveId" clId="{45D23C15-8B6E-3442-9B58-7B186F27CDA3}" dt="2023-09-25T06:40:31.049" v="8552" actId="1037"/>
          <ac:spMkLst>
            <pc:docMk/>
            <pc:sldMk cId="3684564904" sldId="450"/>
            <ac:spMk id="93" creationId="{D0AA4E62-97C1-F449-9653-4CC70B88416F}"/>
          </ac:spMkLst>
        </pc:spChg>
        <pc:spChg chg="mod topLvl">
          <ac:chgData name="Loc Huynh" userId="80c0383e323bd6ea" providerId="LiveId" clId="{45D23C15-8B6E-3442-9B58-7B186F27CDA3}" dt="2023-09-25T06:40:31.049" v="8552" actId="1037"/>
          <ac:spMkLst>
            <pc:docMk/>
            <pc:sldMk cId="3684564904" sldId="450"/>
            <ac:spMk id="94" creationId="{D6945DF8-6988-F848-98D2-04ECB4CE1416}"/>
          </ac:spMkLst>
        </pc:spChg>
        <pc:spChg chg="mod topLvl">
          <ac:chgData name="Loc Huynh" userId="80c0383e323bd6ea" providerId="LiveId" clId="{45D23C15-8B6E-3442-9B58-7B186F27CDA3}" dt="2023-09-25T06:40:31.049" v="8552" actId="1037"/>
          <ac:spMkLst>
            <pc:docMk/>
            <pc:sldMk cId="3684564904" sldId="450"/>
            <ac:spMk id="98" creationId="{B187D824-02DC-F64F-B8F6-D271566A4A00}"/>
          </ac:spMkLst>
        </pc:spChg>
        <pc:spChg chg="del mod">
          <ac:chgData name="Loc Huynh" userId="80c0383e323bd6ea" providerId="LiveId" clId="{45D23C15-8B6E-3442-9B58-7B186F27CDA3}" dt="2023-09-25T06:40:00.739" v="8542" actId="478"/>
          <ac:spMkLst>
            <pc:docMk/>
            <pc:sldMk cId="3684564904" sldId="450"/>
            <ac:spMk id="121" creationId="{B36BC8C5-A614-5D4B-A6AE-BAEE199BD9A3}"/>
          </ac:spMkLst>
        </pc:spChg>
        <pc:spChg chg="mod">
          <ac:chgData name="Loc Huynh" userId="80c0383e323bd6ea" providerId="LiveId" clId="{45D23C15-8B6E-3442-9B58-7B186F27CDA3}" dt="2023-09-25T06:39:49.788" v="8541" actId="13822"/>
          <ac:spMkLst>
            <pc:docMk/>
            <pc:sldMk cId="3684564904" sldId="450"/>
            <ac:spMk id="123" creationId="{78A7A473-FB99-6E46-BF38-131319B1554D}"/>
          </ac:spMkLst>
        </pc:spChg>
        <pc:grpChg chg="add del mod">
          <ac:chgData name="Loc Huynh" userId="80c0383e323bd6ea" providerId="LiveId" clId="{45D23C15-8B6E-3442-9B58-7B186F27CDA3}" dt="2023-09-25T06:27:23.297" v="8357" actId="165"/>
          <ac:grpSpMkLst>
            <pc:docMk/>
            <pc:sldMk cId="3684564904" sldId="450"/>
            <ac:grpSpMk id="38" creationId="{4E2C50E8-17A1-3844-9D79-1BCEEE250619}"/>
          </ac:grpSpMkLst>
        </pc:grpChg>
        <pc:grpChg chg="add del mod">
          <ac:chgData name="Loc Huynh" userId="80c0383e323bd6ea" providerId="LiveId" clId="{45D23C15-8B6E-3442-9B58-7B186F27CDA3}" dt="2023-09-25T06:27:36.150" v="8361" actId="164"/>
          <ac:grpSpMkLst>
            <pc:docMk/>
            <pc:sldMk cId="3684564904" sldId="450"/>
            <ac:grpSpMk id="46" creationId="{D721280D-6D3A-B7C0-7240-DCF571AD3379}"/>
          </ac:grpSpMkLst>
        </pc:grpChg>
        <pc:grpChg chg="add del mod">
          <ac:chgData name="Loc Huynh" userId="80c0383e323bd6ea" providerId="LiveId" clId="{45D23C15-8B6E-3442-9B58-7B186F27CDA3}" dt="2023-09-25T06:27:44.846" v="8365" actId="164"/>
          <ac:grpSpMkLst>
            <pc:docMk/>
            <pc:sldMk cId="3684564904" sldId="450"/>
            <ac:grpSpMk id="47" creationId="{01934FCD-7C3E-B5F0-6227-81A0A35A8F83}"/>
          </ac:grpSpMkLst>
        </pc:grpChg>
        <pc:grpChg chg="add del mod">
          <ac:chgData name="Loc Huynh" userId="80c0383e323bd6ea" providerId="LiveId" clId="{45D23C15-8B6E-3442-9B58-7B186F27CDA3}" dt="2023-09-25T06:34:38.790" v="8487" actId="165"/>
          <ac:grpSpMkLst>
            <pc:docMk/>
            <pc:sldMk cId="3684564904" sldId="450"/>
            <ac:grpSpMk id="48" creationId="{5D050586-A01D-7C4C-3DE1-DBA1D8EFD56E}"/>
          </ac:grpSpMkLst>
        </pc:grpChg>
        <pc:grpChg chg="add mod">
          <ac:chgData name="Loc Huynh" userId="80c0383e323bd6ea" providerId="LiveId" clId="{45D23C15-8B6E-3442-9B58-7B186F27CDA3}" dt="2023-09-25T06:40:31.049" v="8552" actId="1037"/>
          <ac:grpSpMkLst>
            <pc:docMk/>
            <pc:sldMk cId="3684564904" sldId="450"/>
            <ac:grpSpMk id="50" creationId="{0E6BA808-DA03-5513-FA80-71E393B22819}"/>
          </ac:grpSpMkLst>
        </pc:grpChg>
        <pc:picChg chg="del mod topLvl">
          <ac:chgData name="Loc Huynh" userId="80c0383e323bd6ea" providerId="LiveId" clId="{45D23C15-8B6E-3442-9B58-7B186F27CDA3}" dt="2023-09-25T06:33:51.576" v="8479" actId="478"/>
          <ac:picMkLst>
            <pc:docMk/>
            <pc:sldMk cId="3684564904" sldId="450"/>
            <ac:picMk id="74" creationId="{7A857FE1-E5E1-DE41-8D67-A7B83E15C810}"/>
          </ac:picMkLst>
        </pc:picChg>
        <pc:picChg chg="mod topLvl">
          <ac:chgData name="Loc Huynh" userId="80c0383e323bd6ea" providerId="LiveId" clId="{45D23C15-8B6E-3442-9B58-7B186F27CDA3}" dt="2023-09-25T06:40:31.049" v="8552" actId="1037"/>
          <ac:picMkLst>
            <pc:docMk/>
            <pc:sldMk cId="3684564904" sldId="450"/>
            <ac:picMk id="83" creationId="{717FAC44-AB35-8D4B-BA81-0342A7622107}"/>
          </ac:picMkLst>
        </pc:picChg>
        <pc:picChg chg="mod topLvl">
          <ac:chgData name="Loc Huynh" userId="80c0383e323bd6ea" providerId="LiveId" clId="{45D23C15-8B6E-3442-9B58-7B186F27CDA3}" dt="2023-09-25T06:40:31.049" v="8552" actId="1037"/>
          <ac:picMkLst>
            <pc:docMk/>
            <pc:sldMk cId="3684564904" sldId="450"/>
            <ac:picMk id="86" creationId="{31AB76A4-19C9-7744-98F4-93A2D3DB732F}"/>
          </ac:picMkLst>
        </pc:picChg>
        <pc:picChg chg="mod topLvl">
          <ac:chgData name="Loc Huynh" userId="80c0383e323bd6ea" providerId="LiveId" clId="{45D23C15-8B6E-3442-9B58-7B186F27CDA3}" dt="2023-09-25T06:40:31.049" v="8552" actId="1037"/>
          <ac:picMkLst>
            <pc:docMk/>
            <pc:sldMk cId="3684564904" sldId="450"/>
            <ac:picMk id="91" creationId="{DB3D45F2-48DA-3847-ACC0-88CCFFCCEE12}"/>
          </ac:picMkLst>
        </pc:picChg>
        <pc:picChg chg="mod topLvl">
          <ac:chgData name="Loc Huynh" userId="80c0383e323bd6ea" providerId="LiveId" clId="{45D23C15-8B6E-3442-9B58-7B186F27CDA3}" dt="2023-09-25T06:40:31.049" v="8552" actId="1037"/>
          <ac:picMkLst>
            <pc:docMk/>
            <pc:sldMk cId="3684564904" sldId="450"/>
            <ac:picMk id="97" creationId="{2E72505F-B940-A24F-8F92-5E19B0779AB3}"/>
          </ac:picMkLst>
        </pc:picChg>
        <pc:picChg chg="mod">
          <ac:chgData name="Loc Huynh" userId="80c0383e323bd6ea" providerId="LiveId" clId="{45D23C15-8B6E-3442-9B58-7B186F27CDA3}" dt="2023-09-25T06:30:40.898" v="8413" actId="1076"/>
          <ac:picMkLst>
            <pc:docMk/>
            <pc:sldMk cId="3684564904" sldId="450"/>
            <ac:picMk id="124" creationId="{2312048A-7D9D-E64D-B966-729B8FAC6CC5}"/>
          </ac:picMkLst>
        </pc:picChg>
        <pc:cxnChg chg="add mod topLvl">
          <ac:chgData name="Loc Huynh" userId="80c0383e323bd6ea" providerId="LiveId" clId="{45D23C15-8B6E-3442-9B58-7B186F27CDA3}" dt="2023-09-25T06:40:31.049" v="8552" actId="1037"/>
          <ac:cxnSpMkLst>
            <pc:docMk/>
            <pc:sldMk cId="3684564904" sldId="450"/>
            <ac:cxnSpMk id="21" creationId="{718837BC-81F8-7FA4-A39A-C68EF7C2A0EE}"/>
          </ac:cxnSpMkLst>
        </pc:cxnChg>
        <pc:cxnChg chg="add mod topLvl modVis">
          <ac:chgData name="Loc Huynh" userId="80c0383e323bd6ea" providerId="LiveId" clId="{45D23C15-8B6E-3442-9B58-7B186F27CDA3}" dt="2023-09-25T06:40:31.049" v="8552" actId="1037"/>
          <ac:cxnSpMkLst>
            <pc:docMk/>
            <pc:sldMk cId="3684564904" sldId="450"/>
            <ac:cxnSpMk id="32" creationId="{57C29BCB-13D2-FA2C-01C0-AC35ECF77386}"/>
          </ac:cxnSpMkLst>
        </pc:cxnChg>
        <pc:cxnChg chg="add mod topLvl">
          <ac:chgData name="Loc Huynh" userId="80c0383e323bd6ea" providerId="LiveId" clId="{45D23C15-8B6E-3442-9B58-7B186F27CDA3}" dt="2023-09-25T06:40:31.049" v="8552" actId="1037"/>
          <ac:cxnSpMkLst>
            <pc:docMk/>
            <pc:sldMk cId="3684564904" sldId="450"/>
            <ac:cxnSpMk id="37" creationId="{4AD55D6F-05B2-7378-B258-A2F66E4736B8}"/>
          </ac:cxnSpMkLst>
        </pc:cxnChg>
        <pc:cxnChg chg="del mod">
          <ac:chgData name="Loc Huynh" userId="80c0383e323bd6ea" providerId="LiveId" clId="{45D23C15-8B6E-3442-9B58-7B186F27CDA3}" dt="2023-09-25T06:21:55.022" v="8266" actId="478"/>
          <ac:cxnSpMkLst>
            <pc:docMk/>
            <pc:sldMk cId="3684564904" sldId="450"/>
            <ac:cxnSpMk id="41" creationId="{F3A05E0F-2B05-EF4E-B075-9CEF84799601}"/>
          </ac:cxnSpMkLst>
        </pc:cxnChg>
        <pc:cxnChg chg="del mod">
          <ac:chgData name="Loc Huynh" userId="80c0383e323bd6ea" providerId="LiveId" clId="{45D23C15-8B6E-3442-9B58-7B186F27CDA3}" dt="2023-09-25T06:25:37.292" v="8328" actId="478"/>
          <ac:cxnSpMkLst>
            <pc:docMk/>
            <pc:sldMk cId="3684564904" sldId="450"/>
            <ac:cxnSpMk id="42" creationId="{943CCA68-B923-4043-AF31-16C1C1AB5337}"/>
          </ac:cxnSpMkLst>
        </pc:cxnChg>
        <pc:cxnChg chg="mod topLvl">
          <ac:chgData name="Loc Huynh" userId="80c0383e323bd6ea" providerId="LiveId" clId="{45D23C15-8B6E-3442-9B58-7B186F27CDA3}" dt="2023-09-25T06:40:31.049" v="8552" actId="1037"/>
          <ac:cxnSpMkLst>
            <pc:docMk/>
            <pc:sldMk cId="3684564904" sldId="450"/>
            <ac:cxnSpMk id="76" creationId="{A1B789AE-D351-974F-A473-45348535C3D4}"/>
          </ac:cxnSpMkLst>
        </pc:cxnChg>
        <pc:cxnChg chg="mod topLvl">
          <ac:chgData name="Loc Huynh" userId="80c0383e323bd6ea" providerId="LiveId" clId="{45D23C15-8B6E-3442-9B58-7B186F27CDA3}" dt="2023-09-25T06:40:31.049" v="8552" actId="1037"/>
          <ac:cxnSpMkLst>
            <pc:docMk/>
            <pc:sldMk cId="3684564904" sldId="450"/>
            <ac:cxnSpMk id="85" creationId="{D2342530-755D-2640-8C9A-6782474FD317}"/>
          </ac:cxnSpMkLst>
        </pc:cxnChg>
        <pc:cxnChg chg="mod topLvl">
          <ac:chgData name="Loc Huynh" userId="80c0383e323bd6ea" providerId="LiveId" clId="{45D23C15-8B6E-3442-9B58-7B186F27CDA3}" dt="2023-09-25T06:40:31.049" v="8552" actId="1037"/>
          <ac:cxnSpMkLst>
            <pc:docMk/>
            <pc:sldMk cId="3684564904" sldId="450"/>
            <ac:cxnSpMk id="90" creationId="{4D1B8326-B687-8343-B61A-3A38218C805F}"/>
          </ac:cxnSpMkLst>
        </pc:cxnChg>
        <pc:cxnChg chg="mod topLvl">
          <ac:chgData name="Loc Huynh" userId="80c0383e323bd6ea" providerId="LiveId" clId="{45D23C15-8B6E-3442-9B58-7B186F27CDA3}" dt="2023-09-25T06:40:31.049" v="8552" actId="1037"/>
          <ac:cxnSpMkLst>
            <pc:docMk/>
            <pc:sldMk cId="3684564904" sldId="450"/>
            <ac:cxnSpMk id="95" creationId="{8443B2B4-0083-B04B-9755-471813F813F1}"/>
          </ac:cxnSpMkLst>
        </pc:cxnChg>
        <pc:cxnChg chg="del mod">
          <ac:chgData name="Loc Huynh" userId="80c0383e323bd6ea" providerId="LiveId" clId="{45D23C15-8B6E-3442-9B58-7B186F27CDA3}" dt="2023-09-25T06:25:41.149" v="8331" actId="478"/>
          <ac:cxnSpMkLst>
            <pc:docMk/>
            <pc:sldMk cId="3684564904" sldId="450"/>
            <ac:cxnSpMk id="96" creationId="{D56FEA62-87EB-5F49-9338-586D763D2DAC}"/>
          </ac:cxnSpMkLst>
        </pc:cxnChg>
      </pc:sldChg>
      <pc:sldChg chg="del">
        <pc:chgData name="Loc Huynh" userId="80c0383e323bd6ea" providerId="LiveId" clId="{45D23C15-8B6E-3442-9B58-7B186F27CDA3}" dt="2023-09-18T00:59:18.426" v="119" actId="2696"/>
        <pc:sldMkLst>
          <pc:docMk/>
          <pc:sldMk cId="2343509165" sldId="451"/>
        </pc:sldMkLst>
      </pc:sldChg>
      <pc:sldChg chg="del">
        <pc:chgData name="Loc Huynh" userId="80c0383e323bd6ea" providerId="LiveId" clId="{45D23C15-8B6E-3442-9B58-7B186F27CDA3}" dt="2023-09-18T00:59:18.430" v="120" actId="2696"/>
        <pc:sldMkLst>
          <pc:docMk/>
          <pc:sldMk cId="547251480" sldId="452"/>
        </pc:sldMkLst>
      </pc:sldChg>
      <pc:sldChg chg="del">
        <pc:chgData name="Loc Huynh" userId="80c0383e323bd6ea" providerId="LiveId" clId="{45D23C15-8B6E-3442-9B58-7B186F27CDA3}" dt="2023-09-18T00:59:18.272" v="80" actId="2696"/>
        <pc:sldMkLst>
          <pc:docMk/>
          <pc:sldMk cId="2538116365" sldId="455"/>
        </pc:sldMkLst>
      </pc:sldChg>
      <pc:sldChg chg="del">
        <pc:chgData name="Loc Huynh" userId="80c0383e323bd6ea" providerId="LiveId" clId="{45D23C15-8B6E-3442-9B58-7B186F27CDA3}" dt="2023-09-18T00:59:18.524" v="127" actId="2696"/>
        <pc:sldMkLst>
          <pc:docMk/>
          <pc:sldMk cId="336719145" sldId="456"/>
        </pc:sldMkLst>
      </pc:sldChg>
      <pc:sldChg chg="del">
        <pc:chgData name="Loc Huynh" userId="80c0383e323bd6ea" providerId="LiveId" clId="{45D23C15-8B6E-3442-9B58-7B186F27CDA3}" dt="2023-09-18T00:59:18.327" v="96" actId="2696"/>
        <pc:sldMkLst>
          <pc:docMk/>
          <pc:sldMk cId="844610759" sldId="457"/>
        </pc:sldMkLst>
      </pc:sldChg>
      <pc:sldChg chg="del">
        <pc:chgData name="Loc Huynh" userId="80c0383e323bd6ea" providerId="LiveId" clId="{45D23C15-8B6E-3442-9B58-7B186F27CDA3}" dt="2023-09-18T00:59:18.380" v="104" actId="2696"/>
        <pc:sldMkLst>
          <pc:docMk/>
          <pc:sldMk cId="1501404333" sldId="458"/>
        </pc:sldMkLst>
      </pc:sldChg>
      <pc:sldChg chg="del">
        <pc:chgData name="Loc Huynh" userId="80c0383e323bd6ea" providerId="LiveId" clId="{45D23C15-8B6E-3442-9B58-7B186F27CDA3}" dt="2023-09-18T00:59:18.330" v="97" actId="2696"/>
        <pc:sldMkLst>
          <pc:docMk/>
          <pc:sldMk cId="760621709" sldId="459"/>
        </pc:sldMkLst>
      </pc:sldChg>
      <pc:sldChg chg="del">
        <pc:chgData name="Loc Huynh" userId="80c0383e323bd6ea" providerId="LiveId" clId="{45D23C15-8B6E-3442-9B58-7B186F27CDA3}" dt="2023-09-18T00:59:18.265" v="78" actId="2696"/>
        <pc:sldMkLst>
          <pc:docMk/>
          <pc:sldMk cId="547033570" sldId="460"/>
        </pc:sldMkLst>
      </pc:sldChg>
      <pc:sldChg chg="del">
        <pc:chgData name="Loc Huynh" userId="80c0383e323bd6ea" providerId="LiveId" clId="{45D23C15-8B6E-3442-9B58-7B186F27CDA3}" dt="2023-09-18T00:59:18.545" v="128" actId="2696"/>
        <pc:sldMkLst>
          <pc:docMk/>
          <pc:sldMk cId="2304379650" sldId="461"/>
        </pc:sldMkLst>
      </pc:sldChg>
      <pc:sldChg chg="del">
        <pc:chgData name="Loc Huynh" userId="80c0383e323bd6ea" providerId="LiveId" clId="{45D23C15-8B6E-3442-9B58-7B186F27CDA3}" dt="2023-09-18T00:59:18.615" v="141" actId="2696"/>
        <pc:sldMkLst>
          <pc:docMk/>
          <pc:sldMk cId="1909827065" sldId="462"/>
        </pc:sldMkLst>
      </pc:sldChg>
      <pc:sldChg chg="del">
        <pc:chgData name="Loc Huynh" userId="80c0383e323bd6ea" providerId="LiveId" clId="{45D23C15-8B6E-3442-9B58-7B186F27CDA3}" dt="2023-09-18T00:59:18.555" v="132" actId="2696"/>
        <pc:sldMkLst>
          <pc:docMk/>
          <pc:sldMk cId="1184405224" sldId="463"/>
        </pc:sldMkLst>
      </pc:sldChg>
      <pc:sldChg chg="del">
        <pc:chgData name="Loc Huynh" userId="80c0383e323bd6ea" providerId="LiveId" clId="{45D23C15-8B6E-3442-9B58-7B186F27CDA3}" dt="2023-09-18T00:59:18.318" v="93" actId="2696"/>
        <pc:sldMkLst>
          <pc:docMk/>
          <pc:sldMk cId="3184868754" sldId="464"/>
        </pc:sldMkLst>
      </pc:sldChg>
      <pc:sldChg chg="del">
        <pc:chgData name="Loc Huynh" userId="80c0383e323bd6ea" providerId="LiveId" clId="{45D23C15-8B6E-3442-9B58-7B186F27CDA3}" dt="2023-09-18T00:59:18.339" v="100" actId="2696"/>
        <pc:sldMkLst>
          <pc:docMk/>
          <pc:sldMk cId="1313697068" sldId="465"/>
        </pc:sldMkLst>
      </pc:sldChg>
      <pc:sldChg chg="del">
        <pc:chgData name="Loc Huynh" userId="80c0383e323bd6ea" providerId="LiveId" clId="{45D23C15-8B6E-3442-9B58-7B186F27CDA3}" dt="2023-09-18T00:59:18.282" v="82" actId="2696"/>
        <pc:sldMkLst>
          <pc:docMk/>
          <pc:sldMk cId="1200658594" sldId="466"/>
        </pc:sldMkLst>
      </pc:sldChg>
      <pc:sldChg chg="del">
        <pc:chgData name="Loc Huynh" userId="80c0383e323bd6ea" providerId="LiveId" clId="{45D23C15-8B6E-3442-9B58-7B186F27CDA3}" dt="2023-09-18T00:59:18.570" v="138" actId="2696"/>
        <pc:sldMkLst>
          <pc:docMk/>
          <pc:sldMk cId="344793592" sldId="467"/>
        </pc:sldMkLst>
      </pc:sldChg>
      <pc:sldChg chg="del">
        <pc:chgData name="Loc Huynh" userId="80c0383e323bd6ea" providerId="LiveId" clId="{45D23C15-8B6E-3442-9B58-7B186F27CDA3}" dt="2023-09-18T00:59:18.308" v="90" actId="2696"/>
        <pc:sldMkLst>
          <pc:docMk/>
          <pc:sldMk cId="3122522420" sldId="468"/>
        </pc:sldMkLst>
      </pc:sldChg>
      <pc:sldChg chg="del">
        <pc:chgData name="Loc Huynh" userId="80c0383e323bd6ea" providerId="LiveId" clId="{45D23C15-8B6E-3442-9B58-7B186F27CDA3}" dt="2023-09-18T00:59:18.389" v="107" actId="2696"/>
        <pc:sldMkLst>
          <pc:docMk/>
          <pc:sldMk cId="1770153382" sldId="469"/>
        </pc:sldMkLst>
      </pc:sldChg>
      <pc:sldChg chg="del">
        <pc:chgData name="Loc Huynh" userId="80c0383e323bd6ea" providerId="LiveId" clId="{45D23C15-8B6E-3442-9B58-7B186F27CDA3}" dt="2023-09-18T00:59:18.297" v="87" actId="2696"/>
        <pc:sldMkLst>
          <pc:docMk/>
          <pc:sldMk cId="3684564904" sldId="470"/>
        </pc:sldMkLst>
      </pc:sldChg>
      <pc:sldChg chg="add del">
        <pc:chgData name="Loc Huynh" userId="80c0383e323bd6ea" providerId="LiveId" clId="{45D23C15-8B6E-3442-9B58-7B186F27CDA3}" dt="2023-09-25T01:52:31.796" v="5033" actId="2696"/>
        <pc:sldMkLst>
          <pc:docMk/>
          <pc:sldMk cId="0" sldId="471"/>
        </pc:sldMkLst>
      </pc:sldChg>
      <pc:sldChg chg="del">
        <pc:chgData name="Loc Huynh" userId="80c0383e323bd6ea" providerId="LiveId" clId="{45D23C15-8B6E-3442-9B58-7B186F27CDA3}" dt="2023-09-18T00:59:18.396" v="109" actId="2696"/>
        <pc:sldMkLst>
          <pc:docMk/>
          <pc:sldMk cId="1997632837" sldId="471"/>
        </pc:sldMkLst>
      </pc:sldChg>
      <pc:sldChg chg="addSp modSp add mod chgLayout">
        <pc:chgData name="Loc Huynh" userId="80c0383e323bd6ea" providerId="LiveId" clId="{45D23C15-8B6E-3442-9B58-7B186F27CDA3}" dt="2023-09-25T01:59:04.371" v="5172" actId="700"/>
        <pc:sldMkLst>
          <pc:docMk/>
          <pc:sldMk cId="2897397870" sldId="472"/>
        </pc:sldMkLst>
        <pc:spChg chg="mod ord">
          <ac:chgData name="Loc Huynh" userId="80c0383e323bd6ea" providerId="LiveId" clId="{45D23C15-8B6E-3442-9B58-7B186F27CDA3}" dt="2023-09-25T01:59:04.371" v="5172" actId="700"/>
          <ac:spMkLst>
            <pc:docMk/>
            <pc:sldMk cId="2897397870" sldId="472"/>
            <ac:spMk id="2" creationId="{1C111DD4-D6F5-0741-8C18-D64693B57757}"/>
          </ac:spMkLst>
        </pc:spChg>
        <pc:spChg chg="mod ord">
          <ac:chgData name="Loc Huynh" userId="80c0383e323bd6ea" providerId="LiveId" clId="{45D23C15-8B6E-3442-9B58-7B186F27CDA3}" dt="2023-09-25T01:59:04.371" v="5172" actId="700"/>
          <ac:spMkLst>
            <pc:docMk/>
            <pc:sldMk cId="2897397870" sldId="472"/>
            <ac:spMk id="3" creationId="{7F7DFE1E-8A2D-6145-BBE1-74889E55A8BD}"/>
          </ac:spMkLst>
        </pc:spChg>
        <pc:spChg chg="mod ord">
          <ac:chgData name="Loc Huynh" userId="80c0383e323bd6ea" providerId="LiveId" clId="{45D23C15-8B6E-3442-9B58-7B186F27CDA3}" dt="2023-09-25T01:59:04.371" v="5172" actId="700"/>
          <ac:spMkLst>
            <pc:docMk/>
            <pc:sldMk cId="2897397870" sldId="472"/>
            <ac:spMk id="4" creationId="{3DF2F3A0-B11D-C945-844B-13BB2613F0DD}"/>
          </ac:spMkLst>
        </pc:spChg>
        <pc:spChg chg="add mod ord">
          <ac:chgData name="Loc Huynh" userId="80c0383e323bd6ea" providerId="LiveId" clId="{45D23C15-8B6E-3442-9B58-7B186F27CDA3}" dt="2023-09-25T01:59:04.371" v="5172" actId="700"/>
          <ac:spMkLst>
            <pc:docMk/>
            <pc:sldMk cId="2897397870" sldId="472"/>
            <ac:spMk id="5" creationId="{AE9B00DB-2BC2-A0AC-90A9-F5195D96D6EB}"/>
          </ac:spMkLst>
        </pc:spChg>
        <pc:spChg chg="mod">
          <ac:chgData name="Loc Huynh" userId="80c0383e323bd6ea" providerId="LiveId" clId="{45D23C15-8B6E-3442-9B58-7B186F27CDA3}" dt="2023-09-25T01:58:53.748" v="5171" actId="1076"/>
          <ac:spMkLst>
            <pc:docMk/>
            <pc:sldMk cId="2897397870" sldId="472"/>
            <ac:spMk id="22" creationId="{852BC080-A509-8A4B-BAED-F357439042BD}"/>
          </ac:spMkLst>
        </pc:spChg>
        <pc:spChg chg="mod">
          <ac:chgData name="Loc Huynh" userId="80c0383e323bd6ea" providerId="LiveId" clId="{45D23C15-8B6E-3442-9B58-7B186F27CDA3}" dt="2023-09-25T01:58:53.748" v="5171" actId="1076"/>
          <ac:spMkLst>
            <pc:docMk/>
            <pc:sldMk cId="2897397870" sldId="472"/>
            <ac:spMk id="28" creationId="{F97F9C5A-2673-E141-A71B-DF826A4519F9}"/>
          </ac:spMkLst>
        </pc:spChg>
        <pc:spChg chg="mod">
          <ac:chgData name="Loc Huynh" userId="80c0383e323bd6ea" providerId="LiveId" clId="{45D23C15-8B6E-3442-9B58-7B186F27CDA3}" dt="2023-09-25T01:58:53.748" v="5171" actId="1076"/>
          <ac:spMkLst>
            <pc:docMk/>
            <pc:sldMk cId="2897397870" sldId="472"/>
            <ac:spMk id="37" creationId="{66D365A8-B33D-AC49-8495-1D0B4ADAE989}"/>
          </ac:spMkLst>
        </pc:spChg>
        <pc:spChg chg="mod">
          <ac:chgData name="Loc Huynh" userId="80c0383e323bd6ea" providerId="LiveId" clId="{45D23C15-8B6E-3442-9B58-7B186F27CDA3}" dt="2023-09-25T01:58:53.748" v="5171" actId="1076"/>
          <ac:spMkLst>
            <pc:docMk/>
            <pc:sldMk cId="2897397870" sldId="472"/>
            <ac:spMk id="44" creationId="{420A901D-7DF3-E245-89BF-F829927E709F}"/>
          </ac:spMkLst>
        </pc:spChg>
        <pc:spChg chg="mod">
          <ac:chgData name="Loc Huynh" userId="80c0383e323bd6ea" providerId="LiveId" clId="{45D23C15-8B6E-3442-9B58-7B186F27CDA3}" dt="2023-09-25T01:58:53.748" v="5171" actId="1076"/>
          <ac:spMkLst>
            <pc:docMk/>
            <pc:sldMk cId="2897397870" sldId="472"/>
            <ac:spMk id="58" creationId="{CF7F195D-1DB1-EB41-BC61-3834A17B72BE}"/>
          </ac:spMkLst>
        </pc:spChg>
        <pc:spChg chg="mod">
          <ac:chgData name="Loc Huynh" userId="80c0383e323bd6ea" providerId="LiveId" clId="{45D23C15-8B6E-3442-9B58-7B186F27CDA3}" dt="2023-09-25T01:58:53.748" v="5171" actId="1076"/>
          <ac:spMkLst>
            <pc:docMk/>
            <pc:sldMk cId="2897397870" sldId="472"/>
            <ac:spMk id="62" creationId="{7864799C-C7FC-3443-8A83-150599D91F4C}"/>
          </ac:spMkLst>
        </pc:spChg>
        <pc:spChg chg="mod">
          <ac:chgData name="Loc Huynh" userId="80c0383e323bd6ea" providerId="LiveId" clId="{45D23C15-8B6E-3442-9B58-7B186F27CDA3}" dt="2023-09-25T01:58:53.748" v="5171" actId="1076"/>
          <ac:spMkLst>
            <pc:docMk/>
            <pc:sldMk cId="2897397870" sldId="472"/>
            <ac:spMk id="69" creationId="{A2B97A80-C68E-3643-B84F-72A0F9B658B0}"/>
          </ac:spMkLst>
        </pc:spChg>
        <pc:grpChg chg="mod">
          <ac:chgData name="Loc Huynh" userId="80c0383e323bd6ea" providerId="LiveId" clId="{45D23C15-8B6E-3442-9B58-7B186F27CDA3}" dt="2023-09-25T01:58:53.748" v="5171" actId="1076"/>
          <ac:grpSpMkLst>
            <pc:docMk/>
            <pc:sldMk cId="2897397870" sldId="472"/>
            <ac:grpSpMk id="11" creationId="{25446E48-F079-B548-9F85-0AFA2B9C2F78}"/>
          </ac:grpSpMkLst>
        </pc:grpChg>
        <pc:grpChg chg="mod">
          <ac:chgData name="Loc Huynh" userId="80c0383e323bd6ea" providerId="LiveId" clId="{45D23C15-8B6E-3442-9B58-7B186F27CDA3}" dt="2023-09-25T01:58:53.748" v="5171" actId="1076"/>
          <ac:grpSpMkLst>
            <pc:docMk/>
            <pc:sldMk cId="2897397870" sldId="472"/>
            <ac:grpSpMk id="17" creationId="{D9EFFDEB-8339-6E4B-9EF3-C9E41856E525}"/>
          </ac:grpSpMkLst>
        </pc:grpChg>
        <pc:grpChg chg="mod">
          <ac:chgData name="Loc Huynh" userId="80c0383e323bd6ea" providerId="LiveId" clId="{45D23C15-8B6E-3442-9B58-7B186F27CDA3}" dt="2023-09-25T01:58:53.748" v="5171" actId="1076"/>
          <ac:grpSpMkLst>
            <pc:docMk/>
            <pc:sldMk cId="2897397870" sldId="472"/>
            <ac:grpSpMk id="46" creationId="{7EC73AF8-65CE-1B4F-AD3A-31DC268F9563}"/>
          </ac:grpSpMkLst>
        </pc:grpChg>
        <pc:grpChg chg="mod">
          <ac:chgData name="Loc Huynh" userId="80c0383e323bd6ea" providerId="LiveId" clId="{45D23C15-8B6E-3442-9B58-7B186F27CDA3}" dt="2023-09-25T01:58:53.748" v="5171" actId="1076"/>
          <ac:grpSpMkLst>
            <pc:docMk/>
            <pc:sldMk cId="2897397870" sldId="472"/>
            <ac:grpSpMk id="53" creationId="{529A317A-BDAC-6D46-8E9A-D28844DB60EC}"/>
          </ac:grpSpMkLst>
        </pc:grpChg>
        <pc:grpChg chg="mod">
          <ac:chgData name="Loc Huynh" userId="80c0383e323bd6ea" providerId="LiveId" clId="{45D23C15-8B6E-3442-9B58-7B186F27CDA3}" dt="2023-09-25T01:58:53.748" v="5171" actId="1076"/>
          <ac:grpSpMkLst>
            <pc:docMk/>
            <pc:sldMk cId="2897397870" sldId="472"/>
            <ac:grpSpMk id="54" creationId="{21B8CEC0-2CEA-6949-9E66-CF2078C9B446}"/>
          </ac:grpSpMkLst>
        </pc:grpChg>
        <pc:picChg chg="mod">
          <ac:chgData name="Loc Huynh" userId="80c0383e323bd6ea" providerId="LiveId" clId="{45D23C15-8B6E-3442-9B58-7B186F27CDA3}" dt="2023-09-25T01:58:53.748" v="5171" actId="1076"/>
          <ac:picMkLst>
            <pc:docMk/>
            <pc:sldMk cId="2897397870" sldId="472"/>
            <ac:picMk id="14" creationId="{E08986B9-FF5C-8249-9685-2F3A460F6149}"/>
          </ac:picMkLst>
        </pc:picChg>
        <pc:picChg chg="mod">
          <ac:chgData name="Loc Huynh" userId="80c0383e323bd6ea" providerId="LiveId" clId="{45D23C15-8B6E-3442-9B58-7B186F27CDA3}" dt="2023-09-25T01:58:53.748" v="5171" actId="1076"/>
          <ac:picMkLst>
            <pc:docMk/>
            <pc:sldMk cId="2897397870" sldId="472"/>
            <ac:picMk id="27" creationId="{C70A13B9-23E5-C643-A7EF-4E6B4FC98F1C}"/>
          </ac:picMkLst>
        </pc:picChg>
        <pc:picChg chg="mod">
          <ac:chgData name="Loc Huynh" userId="80c0383e323bd6ea" providerId="LiveId" clId="{45D23C15-8B6E-3442-9B58-7B186F27CDA3}" dt="2023-09-25T01:58:53.748" v="5171" actId="1076"/>
          <ac:picMkLst>
            <pc:docMk/>
            <pc:sldMk cId="2897397870" sldId="472"/>
            <ac:picMk id="36" creationId="{B168BAA9-A2BF-5E45-B7CE-3A4223EEB89B}"/>
          </ac:picMkLst>
        </pc:picChg>
        <pc:picChg chg="mod">
          <ac:chgData name="Loc Huynh" userId="80c0383e323bd6ea" providerId="LiveId" clId="{45D23C15-8B6E-3442-9B58-7B186F27CDA3}" dt="2023-09-25T01:58:53.748" v="5171" actId="1076"/>
          <ac:picMkLst>
            <pc:docMk/>
            <pc:sldMk cId="2897397870" sldId="472"/>
            <ac:picMk id="43" creationId="{EEE8352C-AD7F-C343-BE36-92D31739F14E}"/>
          </ac:picMkLst>
        </pc:picChg>
        <pc:picChg chg="mod">
          <ac:chgData name="Loc Huynh" userId="80c0383e323bd6ea" providerId="LiveId" clId="{45D23C15-8B6E-3442-9B58-7B186F27CDA3}" dt="2023-09-25T01:58:53.748" v="5171" actId="1076"/>
          <ac:picMkLst>
            <pc:docMk/>
            <pc:sldMk cId="2897397870" sldId="472"/>
            <ac:picMk id="57" creationId="{827E1E8F-6485-8049-AF74-1FFFFF592A66}"/>
          </ac:picMkLst>
        </pc:picChg>
        <pc:picChg chg="mod">
          <ac:chgData name="Loc Huynh" userId="80c0383e323bd6ea" providerId="LiveId" clId="{45D23C15-8B6E-3442-9B58-7B186F27CDA3}" dt="2023-09-25T01:58:53.748" v="5171" actId="1076"/>
          <ac:picMkLst>
            <pc:docMk/>
            <pc:sldMk cId="2897397870" sldId="472"/>
            <ac:picMk id="61" creationId="{95137742-D162-7F4E-AB59-EAC1B9D349B2}"/>
          </ac:picMkLst>
        </pc:picChg>
        <pc:picChg chg="mod">
          <ac:chgData name="Loc Huynh" userId="80c0383e323bd6ea" providerId="LiveId" clId="{45D23C15-8B6E-3442-9B58-7B186F27CDA3}" dt="2023-09-25T01:58:53.748" v="5171" actId="1076"/>
          <ac:picMkLst>
            <pc:docMk/>
            <pc:sldMk cId="2897397870" sldId="472"/>
            <ac:picMk id="68" creationId="{7546DCF6-2947-3641-9C2E-D57E9FA94F6B}"/>
          </ac:picMkLst>
        </pc:picChg>
        <pc:cxnChg chg="mod">
          <ac:chgData name="Loc Huynh" userId="80c0383e323bd6ea" providerId="LiveId" clId="{45D23C15-8B6E-3442-9B58-7B186F27CDA3}" dt="2023-09-25T01:58:53.748" v="5171" actId="1076"/>
          <ac:cxnSpMkLst>
            <pc:docMk/>
            <pc:sldMk cId="2897397870" sldId="472"/>
            <ac:cxnSpMk id="12" creationId="{2DF1DFE5-4863-1C40-9216-5BBC37FB6237}"/>
          </ac:cxnSpMkLst>
        </pc:cxnChg>
        <pc:cxnChg chg="mod">
          <ac:chgData name="Loc Huynh" userId="80c0383e323bd6ea" providerId="LiveId" clId="{45D23C15-8B6E-3442-9B58-7B186F27CDA3}" dt="2023-09-25T01:58:53.748" v="5171" actId="1076"/>
          <ac:cxnSpMkLst>
            <pc:docMk/>
            <pc:sldMk cId="2897397870" sldId="472"/>
            <ac:cxnSpMk id="19" creationId="{978ABF91-B5F1-7F46-A168-0E2C1F2454D7}"/>
          </ac:cxnSpMkLst>
        </pc:cxnChg>
        <pc:cxnChg chg="mod">
          <ac:chgData name="Loc Huynh" userId="80c0383e323bd6ea" providerId="LiveId" clId="{45D23C15-8B6E-3442-9B58-7B186F27CDA3}" dt="2023-09-25T01:58:53.748" v="5171" actId="1076"/>
          <ac:cxnSpMkLst>
            <pc:docMk/>
            <pc:sldMk cId="2897397870" sldId="472"/>
            <ac:cxnSpMk id="35" creationId="{80331034-1CA4-D64C-8FDD-C76F89E7EE7B}"/>
          </ac:cxnSpMkLst>
        </pc:cxnChg>
        <pc:cxnChg chg="mod">
          <ac:chgData name="Loc Huynh" userId="80c0383e323bd6ea" providerId="LiveId" clId="{45D23C15-8B6E-3442-9B58-7B186F27CDA3}" dt="2023-09-25T01:58:53.748" v="5171" actId="1076"/>
          <ac:cxnSpMkLst>
            <pc:docMk/>
            <pc:sldMk cId="2897397870" sldId="472"/>
            <ac:cxnSpMk id="56" creationId="{9D948698-AA02-7043-AFA0-475DB5915850}"/>
          </ac:cxnSpMkLst>
        </pc:cxnChg>
        <pc:cxnChg chg="mod">
          <ac:chgData name="Loc Huynh" userId="80c0383e323bd6ea" providerId="LiveId" clId="{45D23C15-8B6E-3442-9B58-7B186F27CDA3}" dt="2023-09-25T01:58:53.748" v="5171" actId="1076"/>
          <ac:cxnSpMkLst>
            <pc:docMk/>
            <pc:sldMk cId="2897397870" sldId="472"/>
            <ac:cxnSpMk id="59" creationId="{912E2E09-E57E-1546-9AB3-0D2077603004}"/>
          </ac:cxnSpMkLst>
        </pc:cxnChg>
        <pc:cxnChg chg="mod">
          <ac:chgData name="Loc Huynh" userId="80c0383e323bd6ea" providerId="LiveId" clId="{45D23C15-8B6E-3442-9B58-7B186F27CDA3}" dt="2023-09-25T01:58:53.748" v="5171" actId="1076"/>
          <ac:cxnSpMkLst>
            <pc:docMk/>
            <pc:sldMk cId="2897397870" sldId="472"/>
            <ac:cxnSpMk id="67" creationId="{53AD6959-3BD4-B94B-9478-8E29C40F1950}"/>
          </ac:cxnSpMkLst>
        </pc:cxnChg>
      </pc:sldChg>
      <pc:sldChg chg="del">
        <pc:chgData name="Loc Huynh" userId="80c0383e323bd6ea" providerId="LiveId" clId="{45D23C15-8B6E-3442-9B58-7B186F27CDA3}" dt="2023-09-18T00:59:18.335" v="99" actId="2696"/>
        <pc:sldMkLst>
          <pc:docMk/>
          <pc:sldMk cId="3934483243" sldId="472"/>
        </pc:sldMkLst>
      </pc:sldChg>
      <pc:sldChg chg="addSp delSp modSp add mod chgLayout">
        <pc:chgData name="Loc Huynh" userId="80c0383e323bd6ea" providerId="LiveId" clId="{45D23C15-8B6E-3442-9B58-7B186F27CDA3}" dt="2023-09-25T04:07:58.358" v="6881" actId="20577"/>
        <pc:sldMkLst>
          <pc:docMk/>
          <pc:sldMk cId="3466914255" sldId="473"/>
        </pc:sldMkLst>
        <pc:spChg chg="mod ord">
          <ac:chgData name="Loc Huynh" userId="80c0383e323bd6ea" providerId="LiveId" clId="{45D23C15-8B6E-3442-9B58-7B186F27CDA3}" dt="2023-09-25T02:01:12.037" v="5195" actId="700"/>
          <ac:spMkLst>
            <pc:docMk/>
            <pc:sldMk cId="3466914255" sldId="473"/>
            <ac:spMk id="2" creationId="{636479E2-C0D6-904F-B5C5-2271728A96C3}"/>
          </ac:spMkLst>
        </pc:spChg>
        <pc:spChg chg="mod ord">
          <ac:chgData name="Loc Huynh" userId="80c0383e323bd6ea" providerId="LiveId" clId="{45D23C15-8B6E-3442-9B58-7B186F27CDA3}" dt="2023-09-25T04:07:58.358" v="6881" actId="20577"/>
          <ac:spMkLst>
            <pc:docMk/>
            <pc:sldMk cId="3466914255" sldId="473"/>
            <ac:spMk id="3" creationId="{C0C21A69-FB3A-5848-81E0-17A1514E605F}"/>
          </ac:spMkLst>
        </pc:spChg>
        <pc:spChg chg="mod ord">
          <ac:chgData name="Loc Huynh" userId="80c0383e323bd6ea" providerId="LiveId" clId="{45D23C15-8B6E-3442-9B58-7B186F27CDA3}" dt="2023-09-25T02:01:12.037" v="5195" actId="700"/>
          <ac:spMkLst>
            <pc:docMk/>
            <pc:sldMk cId="3466914255" sldId="473"/>
            <ac:spMk id="4" creationId="{961813DB-F3F2-A844-9A22-9324D7622836}"/>
          </ac:spMkLst>
        </pc:spChg>
        <pc:spChg chg="add mod ord">
          <ac:chgData name="Loc Huynh" userId="80c0383e323bd6ea" providerId="LiveId" clId="{45D23C15-8B6E-3442-9B58-7B186F27CDA3}" dt="2023-09-25T02:01:12.037" v="5195" actId="700"/>
          <ac:spMkLst>
            <pc:docMk/>
            <pc:sldMk cId="3466914255" sldId="473"/>
            <ac:spMk id="5" creationId="{4436D314-94F5-493F-F0FA-81B15FB9E193}"/>
          </ac:spMkLst>
        </pc:spChg>
        <pc:spChg chg="mod">
          <ac:chgData name="Loc Huynh" userId="80c0383e323bd6ea" providerId="LiveId" clId="{45D23C15-8B6E-3442-9B58-7B186F27CDA3}" dt="2023-09-25T02:05:11.836" v="5246" actId="14100"/>
          <ac:spMkLst>
            <pc:docMk/>
            <pc:sldMk cId="3466914255" sldId="473"/>
            <ac:spMk id="7" creationId="{9FEB9D25-74D1-2DB2-7460-A2CB79A03DB0}"/>
          </ac:spMkLst>
        </pc:spChg>
        <pc:spChg chg="mod">
          <ac:chgData name="Loc Huynh" userId="80c0383e323bd6ea" providerId="LiveId" clId="{45D23C15-8B6E-3442-9B58-7B186F27CDA3}" dt="2023-09-25T02:04:07.877" v="5234" actId="1076"/>
          <ac:spMkLst>
            <pc:docMk/>
            <pc:sldMk cId="3466914255" sldId="473"/>
            <ac:spMk id="12" creationId="{AAB695DA-7C48-E740-6E6E-974510D64C38}"/>
          </ac:spMkLst>
        </pc:spChg>
        <pc:spChg chg="mod">
          <ac:chgData name="Loc Huynh" userId="80c0383e323bd6ea" providerId="LiveId" clId="{45D23C15-8B6E-3442-9B58-7B186F27CDA3}" dt="2023-09-25T02:06:11.449" v="5257" actId="1076"/>
          <ac:spMkLst>
            <pc:docMk/>
            <pc:sldMk cId="3466914255" sldId="473"/>
            <ac:spMk id="13" creationId="{38AEA4B8-AA4F-9706-C4E2-C3776B606622}"/>
          </ac:spMkLst>
        </pc:spChg>
        <pc:spChg chg="mod">
          <ac:chgData name="Loc Huynh" userId="80c0383e323bd6ea" providerId="LiveId" clId="{45D23C15-8B6E-3442-9B58-7B186F27CDA3}" dt="2023-09-25T02:05:09.736" v="5245" actId="1076"/>
          <ac:spMkLst>
            <pc:docMk/>
            <pc:sldMk cId="3466914255" sldId="473"/>
            <ac:spMk id="14" creationId="{32DC6C03-A7A2-7726-CCB7-937DBFB2DA62}"/>
          </ac:spMkLst>
        </pc:spChg>
        <pc:spChg chg="mod">
          <ac:chgData name="Loc Huynh" userId="80c0383e323bd6ea" providerId="LiveId" clId="{45D23C15-8B6E-3442-9B58-7B186F27CDA3}" dt="2023-09-25T02:05:17.598" v="5247" actId="1076"/>
          <ac:spMkLst>
            <pc:docMk/>
            <pc:sldMk cId="3466914255" sldId="473"/>
            <ac:spMk id="15" creationId="{5C37F613-E2CB-C5B9-6861-B4051343E843}"/>
          </ac:spMkLst>
        </pc:spChg>
        <pc:spChg chg="mod">
          <ac:chgData name="Loc Huynh" userId="80c0383e323bd6ea" providerId="LiveId" clId="{45D23C15-8B6E-3442-9B58-7B186F27CDA3}" dt="2023-09-25T02:05:01.876" v="5242" actId="1076"/>
          <ac:spMkLst>
            <pc:docMk/>
            <pc:sldMk cId="3466914255" sldId="473"/>
            <ac:spMk id="16" creationId="{E1A526F3-12D6-BBD9-2749-F5759EBB79F1}"/>
          </ac:spMkLst>
        </pc:spChg>
        <pc:spChg chg="mod">
          <ac:chgData name="Loc Huynh" userId="80c0383e323bd6ea" providerId="LiveId" clId="{45D23C15-8B6E-3442-9B58-7B186F27CDA3}" dt="2023-09-25T02:04:07.877" v="5234" actId="1076"/>
          <ac:spMkLst>
            <pc:docMk/>
            <pc:sldMk cId="3466914255" sldId="473"/>
            <ac:spMk id="17" creationId="{E0928800-CB08-81E4-0A29-A18ABD27ED42}"/>
          </ac:spMkLst>
        </pc:spChg>
        <pc:grpChg chg="add del mod">
          <ac:chgData name="Loc Huynh" userId="80c0383e323bd6ea" providerId="LiveId" clId="{45D23C15-8B6E-3442-9B58-7B186F27CDA3}" dt="2023-09-25T02:23:42.290" v="5436" actId="478"/>
          <ac:grpSpMkLst>
            <pc:docMk/>
            <pc:sldMk cId="3466914255" sldId="473"/>
            <ac:grpSpMk id="6" creationId="{6F932F85-3C33-F2E5-CE9C-DD1E4C0A30C9}"/>
          </ac:grpSpMkLst>
        </pc:grpChg>
        <pc:picChg chg="mod">
          <ac:chgData name="Loc Huynh" userId="80c0383e323bd6ea" providerId="LiveId" clId="{45D23C15-8B6E-3442-9B58-7B186F27CDA3}" dt="2023-09-25T02:04:07.877" v="5234" actId="1076"/>
          <ac:picMkLst>
            <pc:docMk/>
            <pc:sldMk cId="3466914255" sldId="473"/>
            <ac:picMk id="10" creationId="{7096ED63-C864-D807-B4FE-D564CC604976}"/>
          </ac:picMkLst>
        </pc:picChg>
        <pc:cxnChg chg="mod">
          <ac:chgData name="Loc Huynh" userId="80c0383e323bd6ea" providerId="LiveId" clId="{45D23C15-8B6E-3442-9B58-7B186F27CDA3}" dt="2023-09-25T02:04:52.336" v="5241" actId="14100"/>
          <ac:cxnSpMkLst>
            <pc:docMk/>
            <pc:sldMk cId="3466914255" sldId="473"/>
            <ac:cxnSpMk id="8" creationId="{DAC65972-9484-CB38-3962-C2B096BE6364}"/>
          </ac:cxnSpMkLst>
        </pc:cxnChg>
        <pc:cxnChg chg="del mod">
          <ac:chgData name="Loc Huynh" userId="80c0383e323bd6ea" providerId="LiveId" clId="{45D23C15-8B6E-3442-9B58-7B186F27CDA3}" dt="2023-09-25T02:05:43.312" v="5252" actId="478"/>
          <ac:cxnSpMkLst>
            <pc:docMk/>
            <pc:sldMk cId="3466914255" sldId="473"/>
            <ac:cxnSpMk id="9" creationId="{9BCD6C2B-F67E-6729-59FB-B8BB0A8B18F2}"/>
          </ac:cxnSpMkLst>
        </pc:cxnChg>
        <pc:cxnChg chg="mod">
          <ac:chgData name="Loc Huynh" userId="80c0383e323bd6ea" providerId="LiveId" clId="{45D23C15-8B6E-3442-9B58-7B186F27CDA3}" dt="2023-09-25T02:04:07.877" v="5234" actId="1076"/>
          <ac:cxnSpMkLst>
            <pc:docMk/>
            <pc:sldMk cId="3466914255" sldId="473"/>
            <ac:cxnSpMk id="11" creationId="{164D6CA9-2BC4-1B93-EC36-3A43F71FBD0E}"/>
          </ac:cxnSpMkLst>
        </pc:cxnChg>
        <pc:cxnChg chg="add del mod">
          <ac:chgData name="Loc Huynh" userId="80c0383e323bd6ea" providerId="LiveId" clId="{45D23C15-8B6E-3442-9B58-7B186F27CDA3}" dt="2023-09-25T02:23:49.640" v="5437" actId="478"/>
          <ac:cxnSpMkLst>
            <pc:docMk/>
            <pc:sldMk cId="3466914255" sldId="473"/>
            <ac:cxnSpMk id="26" creationId="{9F497B63-C7D5-E5CB-7F67-A1C4EAAD9612}"/>
          </ac:cxnSpMkLst>
        </pc:cxnChg>
      </pc:sldChg>
      <pc:sldChg chg="del">
        <pc:chgData name="Loc Huynh" userId="80c0383e323bd6ea" providerId="LiveId" clId="{45D23C15-8B6E-3442-9B58-7B186F27CDA3}" dt="2023-09-18T00:59:18.562" v="135" actId="2696"/>
        <pc:sldMkLst>
          <pc:docMk/>
          <pc:sldMk cId="3915191108" sldId="473"/>
        </pc:sldMkLst>
      </pc:sldChg>
      <pc:sldChg chg="del">
        <pc:chgData name="Loc Huynh" userId="80c0383e323bd6ea" providerId="LiveId" clId="{45D23C15-8B6E-3442-9B58-7B186F27CDA3}" dt="2023-09-18T00:59:18.572" v="139" actId="2696"/>
        <pc:sldMkLst>
          <pc:docMk/>
          <pc:sldMk cId="1242105478" sldId="474"/>
        </pc:sldMkLst>
      </pc:sldChg>
      <pc:sldChg chg="del">
        <pc:chgData name="Loc Huynh" userId="80c0383e323bd6ea" providerId="LiveId" clId="{45D23C15-8B6E-3442-9B58-7B186F27CDA3}" dt="2023-09-18T00:59:18.560" v="134" actId="2696"/>
        <pc:sldMkLst>
          <pc:docMk/>
          <pc:sldMk cId="4292046202" sldId="475"/>
        </pc:sldMkLst>
      </pc:sldChg>
      <pc:sldChg chg="del">
        <pc:chgData name="Loc Huynh" userId="80c0383e323bd6ea" providerId="LiveId" clId="{45D23C15-8B6E-3442-9B58-7B186F27CDA3}" dt="2023-09-18T00:59:18.407" v="112" actId="2696"/>
        <pc:sldMkLst>
          <pc:docMk/>
          <pc:sldMk cId="950542315" sldId="476"/>
        </pc:sldMkLst>
      </pc:sldChg>
      <pc:sldChg chg="del">
        <pc:chgData name="Loc Huynh" userId="80c0383e323bd6ea" providerId="LiveId" clId="{45D23C15-8B6E-3442-9B58-7B186F27CDA3}" dt="2023-09-18T00:59:18.548" v="129" actId="2696"/>
        <pc:sldMkLst>
          <pc:docMk/>
          <pc:sldMk cId="1686432855" sldId="477"/>
        </pc:sldMkLst>
      </pc:sldChg>
      <pc:sldChg chg="del">
        <pc:chgData name="Loc Huynh" userId="80c0383e323bd6ea" providerId="LiveId" clId="{45D23C15-8B6E-3442-9B58-7B186F27CDA3}" dt="2023-09-18T00:59:18.320" v="94" actId="2696"/>
        <pc:sldMkLst>
          <pc:docMk/>
          <pc:sldMk cId="422089934" sldId="478"/>
        </pc:sldMkLst>
      </pc:sldChg>
      <pc:sldChg chg="del">
        <pc:chgData name="Loc Huynh" userId="80c0383e323bd6ea" providerId="LiveId" clId="{45D23C15-8B6E-3442-9B58-7B186F27CDA3}" dt="2023-09-18T00:59:18.293" v="86" actId="2696"/>
        <pc:sldMkLst>
          <pc:docMk/>
          <pc:sldMk cId="1634204803" sldId="479"/>
        </pc:sldMkLst>
      </pc:sldChg>
      <pc:sldChg chg="del">
        <pc:chgData name="Loc Huynh" userId="80c0383e323bd6ea" providerId="LiveId" clId="{45D23C15-8B6E-3442-9B58-7B186F27CDA3}" dt="2023-09-18T00:59:18.400" v="110" actId="2696"/>
        <pc:sldMkLst>
          <pc:docMk/>
          <pc:sldMk cId="1875871481" sldId="480"/>
        </pc:sldMkLst>
      </pc:sldChg>
      <pc:sldChg chg="del">
        <pc:chgData name="Loc Huynh" userId="80c0383e323bd6ea" providerId="LiveId" clId="{45D23C15-8B6E-3442-9B58-7B186F27CDA3}" dt="2023-09-18T00:59:18.404" v="111" actId="2696"/>
        <pc:sldMkLst>
          <pc:docMk/>
          <pc:sldMk cId="920391041" sldId="481"/>
        </pc:sldMkLst>
      </pc:sldChg>
      <pc:sldChg chg="del">
        <pc:chgData name="Loc Huynh" userId="80c0383e323bd6ea" providerId="LiveId" clId="{45D23C15-8B6E-3442-9B58-7B186F27CDA3}" dt="2023-09-18T00:59:18.436" v="122" actId="2696"/>
        <pc:sldMkLst>
          <pc:docMk/>
          <pc:sldMk cId="3148386529" sldId="482"/>
        </pc:sldMkLst>
      </pc:sldChg>
      <pc:sldChg chg="del">
        <pc:chgData name="Loc Huynh" userId="80c0383e323bd6ea" providerId="LiveId" clId="{45D23C15-8B6E-3442-9B58-7B186F27CDA3}" dt="2023-09-18T00:59:18.333" v="98" actId="2696"/>
        <pc:sldMkLst>
          <pc:docMk/>
          <pc:sldMk cId="325634289" sldId="483"/>
        </pc:sldMkLst>
      </pc:sldChg>
      <pc:sldChg chg="del">
        <pc:chgData name="Loc Huynh" userId="80c0383e323bd6ea" providerId="LiveId" clId="{45D23C15-8B6E-3442-9B58-7B186F27CDA3}" dt="2023-09-18T00:59:18.268" v="79" actId="2696"/>
        <pc:sldMkLst>
          <pc:docMk/>
          <pc:sldMk cId="468758230" sldId="484"/>
        </pc:sldMkLst>
      </pc:sldChg>
      <pc:sldChg chg="del">
        <pc:chgData name="Loc Huynh" userId="80c0383e323bd6ea" providerId="LiveId" clId="{45D23C15-8B6E-3442-9B58-7B186F27CDA3}" dt="2023-09-18T00:59:18.290" v="85" actId="2696"/>
        <pc:sldMkLst>
          <pc:docMk/>
          <pc:sldMk cId="1211839815" sldId="485"/>
        </pc:sldMkLst>
      </pc:sldChg>
      <pc:sldChg chg="del">
        <pc:chgData name="Loc Huynh" userId="80c0383e323bd6ea" providerId="LiveId" clId="{45D23C15-8B6E-3442-9B58-7B186F27CDA3}" dt="2023-09-18T00:59:18.698" v="142" actId="2696"/>
        <pc:sldMkLst>
          <pc:docMk/>
          <pc:sldMk cId="4108101354" sldId="486"/>
        </pc:sldMkLst>
      </pc:sldChg>
      <pc:sldChg chg="del">
        <pc:chgData name="Loc Huynh" userId="80c0383e323bd6ea" providerId="LiveId" clId="{45D23C15-8B6E-3442-9B58-7B186F27CDA3}" dt="2023-09-18T00:59:18.552" v="131" actId="2696"/>
        <pc:sldMkLst>
          <pc:docMk/>
          <pc:sldMk cId="4007891925" sldId="487"/>
        </pc:sldMkLst>
      </pc:sldChg>
      <pc:sldChg chg="addSp modSp add mod ord chgLayout">
        <pc:chgData name="Loc Huynh" userId="80c0383e323bd6ea" providerId="LiveId" clId="{45D23C15-8B6E-3442-9B58-7B186F27CDA3}" dt="2023-09-25T04:28:20.770" v="7354" actId="20577"/>
        <pc:sldMkLst>
          <pc:docMk/>
          <pc:sldMk cId="612608965" sldId="488"/>
        </pc:sldMkLst>
        <pc:spChg chg="mod ord">
          <ac:chgData name="Loc Huynh" userId="80c0383e323bd6ea" providerId="LiveId" clId="{45D23C15-8B6E-3442-9B58-7B186F27CDA3}" dt="2023-09-25T04:25:58.676" v="7143"/>
          <ac:spMkLst>
            <pc:docMk/>
            <pc:sldMk cId="612608965" sldId="488"/>
            <ac:spMk id="2" creationId="{636479E2-C0D6-904F-B5C5-2271728A96C3}"/>
          </ac:spMkLst>
        </pc:spChg>
        <pc:spChg chg="mod ord">
          <ac:chgData name="Loc Huynh" userId="80c0383e323bd6ea" providerId="LiveId" clId="{45D23C15-8B6E-3442-9B58-7B186F27CDA3}" dt="2023-09-25T04:28:20.770" v="7354" actId="20577"/>
          <ac:spMkLst>
            <pc:docMk/>
            <pc:sldMk cId="612608965" sldId="488"/>
            <ac:spMk id="3" creationId="{C0C21A69-FB3A-5848-81E0-17A1514E605F}"/>
          </ac:spMkLst>
        </pc:spChg>
        <pc:spChg chg="mod ord">
          <ac:chgData name="Loc Huynh" userId="80c0383e323bd6ea" providerId="LiveId" clId="{45D23C15-8B6E-3442-9B58-7B186F27CDA3}" dt="2023-09-25T04:25:17.118" v="7140" actId="700"/>
          <ac:spMkLst>
            <pc:docMk/>
            <pc:sldMk cId="612608965" sldId="488"/>
            <ac:spMk id="4" creationId="{961813DB-F3F2-A844-9A22-9324D7622836}"/>
          </ac:spMkLst>
        </pc:spChg>
        <pc:spChg chg="add mod ord">
          <ac:chgData name="Loc Huynh" userId="80c0383e323bd6ea" providerId="LiveId" clId="{45D23C15-8B6E-3442-9B58-7B186F27CDA3}" dt="2023-09-25T04:25:17.118" v="7140" actId="700"/>
          <ac:spMkLst>
            <pc:docMk/>
            <pc:sldMk cId="612608965" sldId="488"/>
            <ac:spMk id="5" creationId="{6EF756C4-9B74-3662-E580-49C62FB78300}"/>
          </ac:spMkLst>
        </pc:spChg>
      </pc:sldChg>
      <pc:sldChg chg="del">
        <pc:chgData name="Loc Huynh" userId="80c0383e323bd6ea" providerId="LiveId" clId="{45D23C15-8B6E-3442-9B58-7B186F27CDA3}" dt="2023-09-18T00:59:18.377" v="103" actId="2696"/>
        <pc:sldMkLst>
          <pc:docMk/>
          <pc:sldMk cId="1413876724" sldId="488"/>
        </pc:sldMkLst>
      </pc:sldChg>
      <pc:sldChg chg="addSp modSp add mod chgLayout">
        <pc:chgData name="Loc Huynh" userId="80c0383e323bd6ea" providerId="LiveId" clId="{45D23C15-8B6E-3442-9B58-7B186F27CDA3}" dt="2023-09-25T01:59:54.824" v="5184"/>
        <pc:sldMkLst>
          <pc:docMk/>
          <pc:sldMk cId="2073377484" sldId="489"/>
        </pc:sldMkLst>
        <pc:spChg chg="mod ord">
          <ac:chgData name="Loc Huynh" userId="80c0383e323bd6ea" providerId="LiveId" clId="{45D23C15-8B6E-3442-9B58-7B186F27CDA3}" dt="2023-09-25T01:59:54.824" v="5184"/>
          <ac:spMkLst>
            <pc:docMk/>
            <pc:sldMk cId="2073377484" sldId="489"/>
            <ac:spMk id="2" creationId="{1C111DD4-D6F5-0741-8C18-D64693B57757}"/>
          </ac:spMkLst>
        </pc:spChg>
        <pc:spChg chg="mod ord">
          <ac:chgData name="Loc Huynh" userId="80c0383e323bd6ea" providerId="LiveId" clId="{45D23C15-8B6E-3442-9B58-7B186F27CDA3}" dt="2023-09-25T01:59:20.188" v="5175" actId="207"/>
          <ac:spMkLst>
            <pc:docMk/>
            <pc:sldMk cId="2073377484" sldId="489"/>
            <ac:spMk id="3" creationId="{7F7DFE1E-8A2D-6145-BBE1-74889E55A8BD}"/>
          </ac:spMkLst>
        </pc:spChg>
        <pc:spChg chg="mod ord">
          <ac:chgData name="Loc Huynh" userId="80c0383e323bd6ea" providerId="LiveId" clId="{45D23C15-8B6E-3442-9B58-7B186F27CDA3}" dt="2023-09-25T01:59:06.951" v="5173" actId="700"/>
          <ac:spMkLst>
            <pc:docMk/>
            <pc:sldMk cId="2073377484" sldId="489"/>
            <ac:spMk id="4" creationId="{3DF2F3A0-B11D-C945-844B-13BB2613F0DD}"/>
          </ac:spMkLst>
        </pc:spChg>
        <pc:spChg chg="add mod ord">
          <ac:chgData name="Loc Huynh" userId="80c0383e323bd6ea" providerId="LiveId" clId="{45D23C15-8B6E-3442-9B58-7B186F27CDA3}" dt="2023-09-25T01:59:06.951" v="5173" actId="700"/>
          <ac:spMkLst>
            <pc:docMk/>
            <pc:sldMk cId="2073377484" sldId="489"/>
            <ac:spMk id="5" creationId="{CF4AB96F-E34E-F6A5-0686-C7C06CAAAC54}"/>
          </ac:spMkLst>
        </pc:spChg>
        <pc:spChg chg="mod">
          <ac:chgData name="Loc Huynh" userId="80c0383e323bd6ea" providerId="LiveId" clId="{45D23C15-8B6E-3442-9B58-7B186F27CDA3}" dt="2023-09-25T01:59:16.291" v="5174" actId="1076"/>
          <ac:spMkLst>
            <pc:docMk/>
            <pc:sldMk cId="2073377484" sldId="489"/>
            <ac:spMk id="22" creationId="{852BC080-A509-8A4B-BAED-F357439042BD}"/>
          </ac:spMkLst>
        </pc:spChg>
        <pc:spChg chg="mod">
          <ac:chgData name="Loc Huynh" userId="80c0383e323bd6ea" providerId="LiveId" clId="{45D23C15-8B6E-3442-9B58-7B186F27CDA3}" dt="2023-09-25T01:59:16.291" v="5174" actId="1076"/>
          <ac:spMkLst>
            <pc:docMk/>
            <pc:sldMk cId="2073377484" sldId="489"/>
            <ac:spMk id="28" creationId="{F97F9C5A-2673-E141-A71B-DF826A4519F9}"/>
          </ac:spMkLst>
        </pc:spChg>
        <pc:spChg chg="mod">
          <ac:chgData name="Loc Huynh" userId="80c0383e323bd6ea" providerId="LiveId" clId="{45D23C15-8B6E-3442-9B58-7B186F27CDA3}" dt="2023-09-25T01:59:48.874" v="5183" actId="1076"/>
          <ac:spMkLst>
            <pc:docMk/>
            <pc:sldMk cId="2073377484" sldId="489"/>
            <ac:spMk id="31" creationId="{A7BFFFEB-031A-BF4F-9D1D-8040287B935E}"/>
          </ac:spMkLst>
        </pc:spChg>
        <pc:spChg chg="mod">
          <ac:chgData name="Loc Huynh" userId="80c0383e323bd6ea" providerId="LiveId" clId="{45D23C15-8B6E-3442-9B58-7B186F27CDA3}" dt="2023-09-25T01:59:26.359" v="5177" actId="207"/>
          <ac:spMkLst>
            <pc:docMk/>
            <pc:sldMk cId="2073377484" sldId="489"/>
            <ac:spMk id="37" creationId="{66D365A8-B33D-AC49-8495-1D0B4ADAE989}"/>
          </ac:spMkLst>
        </pc:spChg>
        <pc:spChg chg="mod">
          <ac:chgData name="Loc Huynh" userId="80c0383e323bd6ea" providerId="LiveId" clId="{45D23C15-8B6E-3442-9B58-7B186F27CDA3}" dt="2023-09-25T01:59:23.778" v="5176" actId="207"/>
          <ac:spMkLst>
            <pc:docMk/>
            <pc:sldMk cId="2073377484" sldId="489"/>
            <ac:spMk id="44" creationId="{420A901D-7DF3-E245-89BF-F829927E709F}"/>
          </ac:spMkLst>
        </pc:spChg>
        <pc:spChg chg="mod">
          <ac:chgData name="Loc Huynh" userId="80c0383e323bd6ea" providerId="LiveId" clId="{45D23C15-8B6E-3442-9B58-7B186F27CDA3}" dt="2023-09-25T01:59:29.344" v="5178" actId="207"/>
          <ac:spMkLst>
            <pc:docMk/>
            <pc:sldMk cId="2073377484" sldId="489"/>
            <ac:spMk id="58" creationId="{CF7F195D-1DB1-EB41-BC61-3834A17B72BE}"/>
          </ac:spMkLst>
        </pc:spChg>
        <pc:spChg chg="mod">
          <ac:chgData name="Loc Huynh" userId="80c0383e323bd6ea" providerId="LiveId" clId="{45D23C15-8B6E-3442-9B58-7B186F27CDA3}" dt="2023-09-25T01:59:31.726" v="5179" actId="207"/>
          <ac:spMkLst>
            <pc:docMk/>
            <pc:sldMk cId="2073377484" sldId="489"/>
            <ac:spMk id="62" creationId="{7864799C-C7FC-3443-8A83-150599D91F4C}"/>
          </ac:spMkLst>
        </pc:spChg>
        <pc:spChg chg="mod">
          <ac:chgData name="Loc Huynh" userId="80c0383e323bd6ea" providerId="LiveId" clId="{45D23C15-8B6E-3442-9B58-7B186F27CDA3}" dt="2023-09-25T01:59:33.829" v="5180" actId="207"/>
          <ac:spMkLst>
            <pc:docMk/>
            <pc:sldMk cId="2073377484" sldId="489"/>
            <ac:spMk id="69" creationId="{A2B97A80-C68E-3643-B84F-72A0F9B658B0}"/>
          </ac:spMkLst>
        </pc:spChg>
        <pc:grpChg chg="mod">
          <ac:chgData name="Loc Huynh" userId="80c0383e323bd6ea" providerId="LiveId" clId="{45D23C15-8B6E-3442-9B58-7B186F27CDA3}" dt="2023-09-25T01:59:16.291" v="5174" actId="1076"/>
          <ac:grpSpMkLst>
            <pc:docMk/>
            <pc:sldMk cId="2073377484" sldId="489"/>
            <ac:grpSpMk id="11" creationId="{25446E48-F079-B548-9F85-0AFA2B9C2F78}"/>
          </ac:grpSpMkLst>
        </pc:grpChg>
        <pc:grpChg chg="mod">
          <ac:chgData name="Loc Huynh" userId="80c0383e323bd6ea" providerId="LiveId" clId="{45D23C15-8B6E-3442-9B58-7B186F27CDA3}" dt="2023-09-25T01:59:16.291" v="5174" actId="1076"/>
          <ac:grpSpMkLst>
            <pc:docMk/>
            <pc:sldMk cId="2073377484" sldId="489"/>
            <ac:grpSpMk id="17" creationId="{D9EFFDEB-8339-6E4B-9EF3-C9E41856E525}"/>
          </ac:grpSpMkLst>
        </pc:grpChg>
        <pc:grpChg chg="mod">
          <ac:chgData name="Loc Huynh" userId="80c0383e323bd6ea" providerId="LiveId" clId="{45D23C15-8B6E-3442-9B58-7B186F27CDA3}" dt="2023-09-25T01:59:16.291" v="5174" actId="1076"/>
          <ac:grpSpMkLst>
            <pc:docMk/>
            <pc:sldMk cId="2073377484" sldId="489"/>
            <ac:grpSpMk id="46" creationId="{7EC73AF8-65CE-1B4F-AD3A-31DC268F9563}"/>
          </ac:grpSpMkLst>
        </pc:grpChg>
        <pc:grpChg chg="mod">
          <ac:chgData name="Loc Huynh" userId="80c0383e323bd6ea" providerId="LiveId" clId="{45D23C15-8B6E-3442-9B58-7B186F27CDA3}" dt="2023-09-25T01:59:16.291" v="5174" actId="1076"/>
          <ac:grpSpMkLst>
            <pc:docMk/>
            <pc:sldMk cId="2073377484" sldId="489"/>
            <ac:grpSpMk id="53" creationId="{529A317A-BDAC-6D46-8E9A-D28844DB60EC}"/>
          </ac:grpSpMkLst>
        </pc:grpChg>
        <pc:grpChg chg="mod">
          <ac:chgData name="Loc Huynh" userId="80c0383e323bd6ea" providerId="LiveId" clId="{45D23C15-8B6E-3442-9B58-7B186F27CDA3}" dt="2023-09-25T01:59:16.291" v="5174" actId="1076"/>
          <ac:grpSpMkLst>
            <pc:docMk/>
            <pc:sldMk cId="2073377484" sldId="489"/>
            <ac:grpSpMk id="54" creationId="{21B8CEC0-2CEA-6949-9E66-CF2078C9B446}"/>
          </ac:grpSpMkLst>
        </pc:grpChg>
        <pc:picChg chg="mod">
          <ac:chgData name="Loc Huynh" userId="80c0383e323bd6ea" providerId="LiveId" clId="{45D23C15-8B6E-3442-9B58-7B186F27CDA3}" dt="2023-09-25T01:59:16.291" v="5174" actId="1076"/>
          <ac:picMkLst>
            <pc:docMk/>
            <pc:sldMk cId="2073377484" sldId="489"/>
            <ac:picMk id="14" creationId="{E08986B9-FF5C-8249-9685-2F3A460F6149}"/>
          </ac:picMkLst>
        </pc:picChg>
        <pc:picChg chg="mod">
          <ac:chgData name="Loc Huynh" userId="80c0383e323bd6ea" providerId="LiveId" clId="{45D23C15-8B6E-3442-9B58-7B186F27CDA3}" dt="2023-09-25T01:59:16.291" v="5174" actId="1076"/>
          <ac:picMkLst>
            <pc:docMk/>
            <pc:sldMk cId="2073377484" sldId="489"/>
            <ac:picMk id="27" creationId="{C70A13B9-23E5-C643-A7EF-4E6B4FC98F1C}"/>
          </ac:picMkLst>
        </pc:picChg>
        <pc:picChg chg="mod">
          <ac:chgData name="Loc Huynh" userId="80c0383e323bd6ea" providerId="LiveId" clId="{45D23C15-8B6E-3442-9B58-7B186F27CDA3}" dt="2023-09-25T01:59:16.291" v="5174" actId="1076"/>
          <ac:picMkLst>
            <pc:docMk/>
            <pc:sldMk cId="2073377484" sldId="489"/>
            <ac:picMk id="36" creationId="{B168BAA9-A2BF-5E45-B7CE-3A4223EEB89B}"/>
          </ac:picMkLst>
        </pc:picChg>
        <pc:picChg chg="mod">
          <ac:chgData name="Loc Huynh" userId="80c0383e323bd6ea" providerId="LiveId" clId="{45D23C15-8B6E-3442-9B58-7B186F27CDA3}" dt="2023-09-25T01:59:16.291" v="5174" actId="1076"/>
          <ac:picMkLst>
            <pc:docMk/>
            <pc:sldMk cId="2073377484" sldId="489"/>
            <ac:picMk id="43" creationId="{EEE8352C-AD7F-C343-BE36-92D31739F14E}"/>
          </ac:picMkLst>
        </pc:picChg>
        <pc:picChg chg="mod">
          <ac:chgData name="Loc Huynh" userId="80c0383e323bd6ea" providerId="LiveId" clId="{45D23C15-8B6E-3442-9B58-7B186F27CDA3}" dt="2023-09-25T01:59:16.291" v="5174" actId="1076"/>
          <ac:picMkLst>
            <pc:docMk/>
            <pc:sldMk cId="2073377484" sldId="489"/>
            <ac:picMk id="57" creationId="{827E1E8F-6485-8049-AF74-1FFFFF592A66}"/>
          </ac:picMkLst>
        </pc:picChg>
        <pc:picChg chg="mod">
          <ac:chgData name="Loc Huynh" userId="80c0383e323bd6ea" providerId="LiveId" clId="{45D23C15-8B6E-3442-9B58-7B186F27CDA3}" dt="2023-09-25T01:59:16.291" v="5174" actId="1076"/>
          <ac:picMkLst>
            <pc:docMk/>
            <pc:sldMk cId="2073377484" sldId="489"/>
            <ac:picMk id="61" creationId="{95137742-D162-7F4E-AB59-EAC1B9D349B2}"/>
          </ac:picMkLst>
        </pc:picChg>
        <pc:picChg chg="mod">
          <ac:chgData name="Loc Huynh" userId="80c0383e323bd6ea" providerId="LiveId" clId="{45D23C15-8B6E-3442-9B58-7B186F27CDA3}" dt="2023-09-25T01:59:16.291" v="5174" actId="1076"/>
          <ac:picMkLst>
            <pc:docMk/>
            <pc:sldMk cId="2073377484" sldId="489"/>
            <ac:picMk id="68" creationId="{7546DCF6-2947-3641-9C2E-D57E9FA94F6B}"/>
          </ac:picMkLst>
        </pc:picChg>
        <pc:cxnChg chg="mod">
          <ac:chgData name="Loc Huynh" userId="80c0383e323bd6ea" providerId="LiveId" clId="{45D23C15-8B6E-3442-9B58-7B186F27CDA3}" dt="2023-09-25T01:59:16.291" v="5174" actId="1076"/>
          <ac:cxnSpMkLst>
            <pc:docMk/>
            <pc:sldMk cId="2073377484" sldId="489"/>
            <ac:cxnSpMk id="12" creationId="{2DF1DFE5-4863-1C40-9216-5BBC37FB6237}"/>
          </ac:cxnSpMkLst>
        </pc:cxnChg>
        <pc:cxnChg chg="mod">
          <ac:chgData name="Loc Huynh" userId="80c0383e323bd6ea" providerId="LiveId" clId="{45D23C15-8B6E-3442-9B58-7B186F27CDA3}" dt="2023-09-25T01:59:16.291" v="5174" actId="1076"/>
          <ac:cxnSpMkLst>
            <pc:docMk/>
            <pc:sldMk cId="2073377484" sldId="489"/>
            <ac:cxnSpMk id="19" creationId="{978ABF91-B5F1-7F46-A168-0E2C1F2454D7}"/>
          </ac:cxnSpMkLst>
        </pc:cxnChg>
        <pc:cxnChg chg="mod">
          <ac:chgData name="Loc Huynh" userId="80c0383e323bd6ea" providerId="LiveId" clId="{45D23C15-8B6E-3442-9B58-7B186F27CDA3}" dt="2023-09-25T01:59:16.291" v="5174" actId="1076"/>
          <ac:cxnSpMkLst>
            <pc:docMk/>
            <pc:sldMk cId="2073377484" sldId="489"/>
            <ac:cxnSpMk id="35" creationId="{80331034-1CA4-D64C-8FDD-C76F89E7EE7B}"/>
          </ac:cxnSpMkLst>
        </pc:cxnChg>
        <pc:cxnChg chg="mod">
          <ac:chgData name="Loc Huynh" userId="80c0383e323bd6ea" providerId="LiveId" clId="{45D23C15-8B6E-3442-9B58-7B186F27CDA3}" dt="2023-09-25T01:59:16.291" v="5174" actId="1076"/>
          <ac:cxnSpMkLst>
            <pc:docMk/>
            <pc:sldMk cId="2073377484" sldId="489"/>
            <ac:cxnSpMk id="56" creationId="{9D948698-AA02-7043-AFA0-475DB5915850}"/>
          </ac:cxnSpMkLst>
        </pc:cxnChg>
        <pc:cxnChg chg="mod">
          <ac:chgData name="Loc Huynh" userId="80c0383e323bd6ea" providerId="LiveId" clId="{45D23C15-8B6E-3442-9B58-7B186F27CDA3}" dt="2023-09-25T01:59:16.291" v="5174" actId="1076"/>
          <ac:cxnSpMkLst>
            <pc:docMk/>
            <pc:sldMk cId="2073377484" sldId="489"/>
            <ac:cxnSpMk id="59" creationId="{912E2E09-E57E-1546-9AB3-0D2077603004}"/>
          </ac:cxnSpMkLst>
        </pc:cxnChg>
        <pc:cxnChg chg="mod">
          <ac:chgData name="Loc Huynh" userId="80c0383e323bd6ea" providerId="LiveId" clId="{45D23C15-8B6E-3442-9B58-7B186F27CDA3}" dt="2023-09-25T01:59:16.291" v="5174" actId="1076"/>
          <ac:cxnSpMkLst>
            <pc:docMk/>
            <pc:sldMk cId="2073377484" sldId="489"/>
            <ac:cxnSpMk id="67" creationId="{53AD6959-3BD4-B94B-9478-8E29C40F1950}"/>
          </ac:cxnSpMkLst>
        </pc:cxnChg>
      </pc:sldChg>
      <pc:sldChg chg="del">
        <pc:chgData name="Loc Huynh" userId="80c0383e323bd6ea" providerId="LiveId" clId="{45D23C15-8B6E-3442-9B58-7B186F27CDA3}" dt="2023-09-18T00:59:18.566" v="137" actId="2696"/>
        <pc:sldMkLst>
          <pc:docMk/>
          <pc:sldMk cId="2855966079" sldId="489"/>
        </pc:sldMkLst>
      </pc:sldChg>
      <pc:sldChg chg="del">
        <pc:chgData name="Loc Huynh" userId="80c0383e323bd6ea" providerId="LiveId" clId="{45D23C15-8B6E-3442-9B58-7B186F27CDA3}" dt="2023-09-18T00:59:18.288" v="84" actId="2696"/>
        <pc:sldMkLst>
          <pc:docMk/>
          <pc:sldMk cId="123613759" sldId="490"/>
        </pc:sldMkLst>
      </pc:sldChg>
      <pc:sldChg chg="addSp modSp add mod">
        <pc:chgData name="Loc Huynh" userId="80c0383e323bd6ea" providerId="LiveId" clId="{45D23C15-8B6E-3442-9B58-7B186F27CDA3}" dt="2023-09-25T02:00:37.214" v="5193" actId="207"/>
        <pc:sldMkLst>
          <pc:docMk/>
          <pc:sldMk cId="603624601" sldId="490"/>
        </pc:sldMkLst>
        <pc:spChg chg="mod">
          <ac:chgData name="Loc Huynh" userId="80c0383e323bd6ea" providerId="LiveId" clId="{45D23C15-8B6E-3442-9B58-7B186F27CDA3}" dt="2023-09-25T01:59:57.592" v="5185"/>
          <ac:spMkLst>
            <pc:docMk/>
            <pc:sldMk cId="603624601" sldId="490"/>
            <ac:spMk id="2" creationId="{1C111DD4-D6F5-0741-8C18-D64693B57757}"/>
          </ac:spMkLst>
        </pc:spChg>
        <pc:spChg chg="mod">
          <ac:chgData name="Loc Huynh" userId="80c0383e323bd6ea" providerId="LiveId" clId="{45D23C15-8B6E-3442-9B58-7B186F27CDA3}" dt="2023-09-25T02:00:15.126" v="5187" actId="207"/>
          <ac:spMkLst>
            <pc:docMk/>
            <pc:sldMk cId="603624601" sldId="490"/>
            <ac:spMk id="3" creationId="{7F7DFE1E-8A2D-6145-BBE1-74889E55A8BD}"/>
          </ac:spMkLst>
        </pc:spChg>
        <pc:spChg chg="add mod">
          <ac:chgData name="Loc Huynh" userId="80c0383e323bd6ea" providerId="LiveId" clId="{45D23C15-8B6E-3442-9B58-7B186F27CDA3}" dt="2023-09-25T01:58:04.034" v="5160"/>
          <ac:spMkLst>
            <pc:docMk/>
            <pc:sldMk cId="603624601" sldId="490"/>
            <ac:spMk id="5" creationId="{6A7A7553-F9B1-2D6A-5262-63519449EAFB}"/>
          </ac:spMkLst>
        </pc:spChg>
        <pc:spChg chg="mod">
          <ac:chgData name="Loc Huynh" userId="80c0383e323bd6ea" providerId="LiveId" clId="{45D23C15-8B6E-3442-9B58-7B186F27CDA3}" dt="2023-09-25T02:00:09.707" v="5186" actId="1076"/>
          <ac:spMkLst>
            <pc:docMk/>
            <pc:sldMk cId="603624601" sldId="490"/>
            <ac:spMk id="22" creationId="{852BC080-A509-8A4B-BAED-F357439042BD}"/>
          </ac:spMkLst>
        </pc:spChg>
        <pc:spChg chg="mod">
          <ac:chgData name="Loc Huynh" userId="80c0383e323bd6ea" providerId="LiveId" clId="{45D23C15-8B6E-3442-9B58-7B186F27CDA3}" dt="2023-09-25T02:00:37.214" v="5193" actId="207"/>
          <ac:spMkLst>
            <pc:docMk/>
            <pc:sldMk cId="603624601" sldId="490"/>
            <ac:spMk id="31" creationId="{A7BFFFEB-031A-BF4F-9D1D-8040287B935E}"/>
          </ac:spMkLst>
        </pc:spChg>
        <pc:spChg chg="mod">
          <ac:chgData name="Loc Huynh" userId="80c0383e323bd6ea" providerId="LiveId" clId="{45D23C15-8B6E-3442-9B58-7B186F27CDA3}" dt="2023-09-25T02:00:31.287" v="5191" actId="1076"/>
          <ac:spMkLst>
            <pc:docMk/>
            <pc:sldMk cId="603624601" sldId="490"/>
            <ac:spMk id="32" creationId="{E92F1009-0B61-4A42-B2AD-18AB08EFB065}"/>
          </ac:spMkLst>
        </pc:spChg>
        <pc:spChg chg="mod">
          <ac:chgData name="Loc Huynh" userId="80c0383e323bd6ea" providerId="LiveId" clId="{45D23C15-8B6E-3442-9B58-7B186F27CDA3}" dt="2023-09-25T02:00:20.891" v="5189" actId="207"/>
          <ac:spMkLst>
            <pc:docMk/>
            <pc:sldMk cId="603624601" sldId="490"/>
            <ac:spMk id="37" creationId="{66D365A8-B33D-AC49-8495-1D0B4ADAE989}"/>
          </ac:spMkLst>
        </pc:spChg>
        <pc:spChg chg="mod">
          <ac:chgData name="Loc Huynh" userId="80c0383e323bd6ea" providerId="LiveId" clId="{45D23C15-8B6E-3442-9B58-7B186F27CDA3}" dt="2023-09-25T02:00:18.415" v="5188" actId="207"/>
          <ac:spMkLst>
            <pc:docMk/>
            <pc:sldMk cId="603624601" sldId="490"/>
            <ac:spMk id="44" creationId="{420A901D-7DF3-E245-89BF-F829927E709F}"/>
          </ac:spMkLst>
        </pc:spChg>
        <pc:spChg chg="mod">
          <ac:chgData name="Loc Huynh" userId="80c0383e323bd6ea" providerId="LiveId" clId="{45D23C15-8B6E-3442-9B58-7B186F27CDA3}" dt="2023-09-25T02:00:22.855" v="5190" actId="207"/>
          <ac:spMkLst>
            <pc:docMk/>
            <pc:sldMk cId="603624601" sldId="490"/>
            <ac:spMk id="58" creationId="{CF7F195D-1DB1-EB41-BC61-3834A17B72BE}"/>
          </ac:spMkLst>
        </pc:spChg>
        <pc:grpChg chg="mod">
          <ac:chgData name="Loc Huynh" userId="80c0383e323bd6ea" providerId="LiveId" clId="{45D23C15-8B6E-3442-9B58-7B186F27CDA3}" dt="2023-09-25T02:00:09.707" v="5186" actId="1076"/>
          <ac:grpSpMkLst>
            <pc:docMk/>
            <pc:sldMk cId="603624601" sldId="490"/>
            <ac:grpSpMk id="11" creationId="{25446E48-F079-B548-9F85-0AFA2B9C2F78}"/>
          </ac:grpSpMkLst>
        </pc:grpChg>
        <pc:grpChg chg="mod">
          <ac:chgData name="Loc Huynh" userId="80c0383e323bd6ea" providerId="LiveId" clId="{45D23C15-8B6E-3442-9B58-7B186F27CDA3}" dt="2023-09-25T02:00:09.707" v="5186" actId="1076"/>
          <ac:grpSpMkLst>
            <pc:docMk/>
            <pc:sldMk cId="603624601" sldId="490"/>
            <ac:grpSpMk id="17" creationId="{D9EFFDEB-8339-6E4B-9EF3-C9E41856E525}"/>
          </ac:grpSpMkLst>
        </pc:grpChg>
        <pc:grpChg chg="mod">
          <ac:chgData name="Loc Huynh" userId="80c0383e323bd6ea" providerId="LiveId" clId="{45D23C15-8B6E-3442-9B58-7B186F27CDA3}" dt="2023-09-25T02:00:09.707" v="5186" actId="1076"/>
          <ac:grpSpMkLst>
            <pc:docMk/>
            <pc:sldMk cId="603624601" sldId="490"/>
            <ac:grpSpMk id="46" creationId="{7EC73AF8-65CE-1B4F-AD3A-31DC268F9563}"/>
          </ac:grpSpMkLst>
        </pc:grpChg>
        <pc:grpChg chg="mod">
          <ac:chgData name="Loc Huynh" userId="80c0383e323bd6ea" providerId="LiveId" clId="{45D23C15-8B6E-3442-9B58-7B186F27CDA3}" dt="2023-09-25T02:00:09.707" v="5186" actId="1076"/>
          <ac:grpSpMkLst>
            <pc:docMk/>
            <pc:sldMk cId="603624601" sldId="490"/>
            <ac:grpSpMk id="53" creationId="{529A317A-BDAC-6D46-8E9A-D28844DB60EC}"/>
          </ac:grpSpMkLst>
        </pc:grpChg>
        <pc:grpChg chg="mod">
          <ac:chgData name="Loc Huynh" userId="80c0383e323bd6ea" providerId="LiveId" clId="{45D23C15-8B6E-3442-9B58-7B186F27CDA3}" dt="2023-09-25T02:00:09.707" v="5186" actId="1076"/>
          <ac:grpSpMkLst>
            <pc:docMk/>
            <pc:sldMk cId="603624601" sldId="490"/>
            <ac:grpSpMk id="54" creationId="{21B8CEC0-2CEA-6949-9E66-CF2078C9B446}"/>
          </ac:grpSpMkLst>
        </pc:grpChg>
        <pc:picChg chg="mod">
          <ac:chgData name="Loc Huynh" userId="80c0383e323bd6ea" providerId="LiveId" clId="{45D23C15-8B6E-3442-9B58-7B186F27CDA3}" dt="2023-09-25T02:00:09.707" v="5186" actId="1076"/>
          <ac:picMkLst>
            <pc:docMk/>
            <pc:sldMk cId="603624601" sldId="490"/>
            <ac:picMk id="14" creationId="{E08986B9-FF5C-8249-9685-2F3A460F6149}"/>
          </ac:picMkLst>
        </pc:picChg>
        <pc:picChg chg="mod">
          <ac:chgData name="Loc Huynh" userId="80c0383e323bd6ea" providerId="LiveId" clId="{45D23C15-8B6E-3442-9B58-7B186F27CDA3}" dt="2023-09-25T02:00:09.707" v="5186" actId="1076"/>
          <ac:picMkLst>
            <pc:docMk/>
            <pc:sldMk cId="603624601" sldId="490"/>
            <ac:picMk id="36" creationId="{B168BAA9-A2BF-5E45-B7CE-3A4223EEB89B}"/>
          </ac:picMkLst>
        </pc:picChg>
        <pc:picChg chg="mod">
          <ac:chgData name="Loc Huynh" userId="80c0383e323bd6ea" providerId="LiveId" clId="{45D23C15-8B6E-3442-9B58-7B186F27CDA3}" dt="2023-09-25T02:00:09.707" v="5186" actId="1076"/>
          <ac:picMkLst>
            <pc:docMk/>
            <pc:sldMk cId="603624601" sldId="490"/>
            <ac:picMk id="43" creationId="{EEE8352C-AD7F-C343-BE36-92D31739F14E}"/>
          </ac:picMkLst>
        </pc:picChg>
        <pc:picChg chg="mod">
          <ac:chgData name="Loc Huynh" userId="80c0383e323bd6ea" providerId="LiveId" clId="{45D23C15-8B6E-3442-9B58-7B186F27CDA3}" dt="2023-09-25T02:00:09.707" v="5186" actId="1076"/>
          <ac:picMkLst>
            <pc:docMk/>
            <pc:sldMk cId="603624601" sldId="490"/>
            <ac:picMk id="57" creationId="{827E1E8F-6485-8049-AF74-1FFFFF592A66}"/>
          </ac:picMkLst>
        </pc:picChg>
        <pc:cxnChg chg="mod">
          <ac:chgData name="Loc Huynh" userId="80c0383e323bd6ea" providerId="LiveId" clId="{45D23C15-8B6E-3442-9B58-7B186F27CDA3}" dt="2023-09-25T02:00:09.707" v="5186" actId="1076"/>
          <ac:cxnSpMkLst>
            <pc:docMk/>
            <pc:sldMk cId="603624601" sldId="490"/>
            <ac:cxnSpMk id="19" creationId="{978ABF91-B5F1-7F46-A168-0E2C1F2454D7}"/>
          </ac:cxnSpMkLst>
        </pc:cxnChg>
        <pc:cxnChg chg="mod">
          <ac:chgData name="Loc Huynh" userId="80c0383e323bd6ea" providerId="LiveId" clId="{45D23C15-8B6E-3442-9B58-7B186F27CDA3}" dt="2023-09-25T02:00:09.707" v="5186" actId="1076"/>
          <ac:cxnSpMkLst>
            <pc:docMk/>
            <pc:sldMk cId="603624601" sldId="490"/>
            <ac:cxnSpMk id="35" creationId="{80331034-1CA4-D64C-8FDD-C76F89E7EE7B}"/>
          </ac:cxnSpMkLst>
        </pc:cxnChg>
        <pc:cxnChg chg="mod">
          <ac:chgData name="Loc Huynh" userId="80c0383e323bd6ea" providerId="LiveId" clId="{45D23C15-8B6E-3442-9B58-7B186F27CDA3}" dt="2023-09-25T02:00:09.707" v="5186" actId="1076"/>
          <ac:cxnSpMkLst>
            <pc:docMk/>
            <pc:sldMk cId="603624601" sldId="490"/>
            <ac:cxnSpMk id="56" creationId="{9D948698-AA02-7043-AFA0-475DB5915850}"/>
          </ac:cxnSpMkLst>
        </pc:cxnChg>
        <pc:cxnChg chg="mod">
          <ac:chgData name="Loc Huynh" userId="80c0383e323bd6ea" providerId="LiveId" clId="{45D23C15-8B6E-3442-9B58-7B186F27CDA3}" dt="2023-09-25T02:00:09.707" v="5186" actId="1076"/>
          <ac:cxnSpMkLst>
            <pc:docMk/>
            <pc:sldMk cId="603624601" sldId="490"/>
            <ac:cxnSpMk id="59" creationId="{912E2E09-E57E-1546-9AB3-0D2077603004}"/>
          </ac:cxnSpMkLst>
        </pc:cxnChg>
      </pc:sldChg>
      <pc:sldChg chg="addSp delSp modSp add mod delAnim modAnim chgLayout">
        <pc:chgData name="Loc Huynh" userId="80c0383e323bd6ea" providerId="LiveId" clId="{45D23C15-8B6E-3442-9B58-7B186F27CDA3}" dt="2023-09-25T06:55:55.652" v="8926" actId="207"/>
        <pc:sldMkLst>
          <pc:docMk/>
          <pc:sldMk cId="3018077777" sldId="491"/>
        </pc:sldMkLst>
        <pc:spChg chg="mod ord">
          <ac:chgData name="Loc Huynh" userId="80c0383e323bd6ea" providerId="LiveId" clId="{45D23C15-8B6E-3442-9B58-7B186F27CDA3}" dt="2023-09-25T06:16:08.656" v="8210" actId="20577"/>
          <ac:spMkLst>
            <pc:docMk/>
            <pc:sldMk cId="3018077777" sldId="491"/>
            <ac:spMk id="2" creationId="{636479E2-C0D6-904F-B5C5-2271728A96C3}"/>
          </ac:spMkLst>
        </pc:spChg>
        <pc:spChg chg="add mod ord">
          <ac:chgData name="Loc Huynh" userId="80c0383e323bd6ea" providerId="LiveId" clId="{45D23C15-8B6E-3442-9B58-7B186F27CDA3}" dt="2023-09-25T06:00:50.582" v="7807" actId="700"/>
          <ac:spMkLst>
            <pc:docMk/>
            <pc:sldMk cId="3018077777" sldId="491"/>
            <ac:spMk id="3" creationId="{C151C64D-853C-855B-5405-058781AE0921}"/>
          </ac:spMkLst>
        </pc:spChg>
        <pc:spChg chg="mod ord">
          <ac:chgData name="Loc Huynh" userId="80c0383e323bd6ea" providerId="LiveId" clId="{45D23C15-8B6E-3442-9B58-7B186F27CDA3}" dt="2023-09-25T06:00:50.582" v="7807" actId="700"/>
          <ac:spMkLst>
            <pc:docMk/>
            <pc:sldMk cId="3018077777" sldId="491"/>
            <ac:spMk id="4" creationId="{961813DB-F3F2-A844-9A22-9324D7622836}"/>
          </ac:spMkLst>
        </pc:spChg>
        <pc:spChg chg="add mod ord">
          <ac:chgData name="Loc Huynh" userId="80c0383e323bd6ea" providerId="LiveId" clId="{45D23C15-8B6E-3442-9B58-7B186F27CDA3}" dt="2023-09-25T06:55:55.652" v="8926" actId="207"/>
          <ac:spMkLst>
            <pc:docMk/>
            <pc:sldMk cId="3018077777" sldId="491"/>
            <ac:spMk id="5" creationId="{F243FB4A-00ED-CB3E-A6A8-98843A9A9A5F}"/>
          </ac:spMkLst>
        </pc:spChg>
        <pc:spChg chg="add del mod">
          <ac:chgData name="Loc Huynh" userId="80c0383e323bd6ea" providerId="LiveId" clId="{45D23C15-8B6E-3442-9B58-7B186F27CDA3}" dt="2023-09-25T06:11:27.329" v="8180" actId="478"/>
          <ac:spMkLst>
            <pc:docMk/>
            <pc:sldMk cId="3018077777" sldId="491"/>
            <ac:spMk id="6" creationId="{6AEA4208-1D84-0C6B-0424-1D3CDD6A289A}"/>
          </ac:spMkLst>
        </pc:spChg>
        <pc:spChg chg="mod">
          <ac:chgData name="Loc Huynh" userId="80c0383e323bd6ea" providerId="LiveId" clId="{45D23C15-8B6E-3442-9B58-7B186F27CDA3}" dt="2023-09-25T06:07:42.495" v="8111"/>
          <ac:spMkLst>
            <pc:docMk/>
            <pc:sldMk cId="3018077777" sldId="491"/>
            <ac:spMk id="13" creationId="{465A026C-9CF8-97CC-6726-C83F1DAA04F6}"/>
          </ac:spMkLst>
        </pc:spChg>
        <pc:spChg chg="mod">
          <ac:chgData name="Loc Huynh" userId="80c0383e323bd6ea" providerId="LiveId" clId="{45D23C15-8B6E-3442-9B58-7B186F27CDA3}" dt="2023-09-25T06:07:42.495" v="8111"/>
          <ac:spMkLst>
            <pc:docMk/>
            <pc:sldMk cId="3018077777" sldId="491"/>
            <ac:spMk id="21" creationId="{E3CEFD30-8B5D-5F52-E68E-B5EBDB927490}"/>
          </ac:spMkLst>
        </pc:spChg>
        <pc:spChg chg="mod">
          <ac:chgData name="Loc Huynh" userId="80c0383e323bd6ea" providerId="LiveId" clId="{45D23C15-8B6E-3442-9B58-7B186F27CDA3}" dt="2023-09-25T06:07:42.495" v="8111"/>
          <ac:spMkLst>
            <pc:docMk/>
            <pc:sldMk cId="3018077777" sldId="491"/>
            <ac:spMk id="23" creationId="{6983F133-FA44-85C6-6779-D13C2C55A069}"/>
          </ac:spMkLst>
        </pc:spChg>
        <pc:spChg chg="mod">
          <ac:chgData name="Loc Huynh" userId="80c0383e323bd6ea" providerId="LiveId" clId="{45D23C15-8B6E-3442-9B58-7B186F27CDA3}" dt="2023-09-25T06:07:42.495" v="8111"/>
          <ac:spMkLst>
            <pc:docMk/>
            <pc:sldMk cId="3018077777" sldId="491"/>
            <ac:spMk id="24" creationId="{85ADD710-3777-3234-F2ED-647079B2F9E3}"/>
          </ac:spMkLst>
        </pc:spChg>
        <pc:spChg chg="mod">
          <ac:chgData name="Loc Huynh" userId="80c0383e323bd6ea" providerId="LiveId" clId="{45D23C15-8B6E-3442-9B58-7B186F27CDA3}" dt="2023-09-25T06:07:42.495" v="8111"/>
          <ac:spMkLst>
            <pc:docMk/>
            <pc:sldMk cId="3018077777" sldId="491"/>
            <ac:spMk id="26" creationId="{5C76AF95-41AE-EAC3-E068-A22CB0777F7D}"/>
          </ac:spMkLst>
        </pc:spChg>
        <pc:spChg chg="mod">
          <ac:chgData name="Loc Huynh" userId="80c0383e323bd6ea" providerId="LiveId" clId="{45D23C15-8B6E-3442-9B58-7B186F27CDA3}" dt="2023-09-25T06:07:42.495" v="8111"/>
          <ac:spMkLst>
            <pc:docMk/>
            <pc:sldMk cId="3018077777" sldId="491"/>
            <ac:spMk id="27" creationId="{7EEC4D5E-B851-191A-40AF-2F2015CE0D66}"/>
          </ac:spMkLst>
        </pc:spChg>
        <pc:spChg chg="mod">
          <ac:chgData name="Loc Huynh" userId="80c0383e323bd6ea" providerId="LiveId" clId="{45D23C15-8B6E-3442-9B58-7B186F27CDA3}" dt="2023-09-25T06:07:42.495" v="8111"/>
          <ac:spMkLst>
            <pc:docMk/>
            <pc:sldMk cId="3018077777" sldId="491"/>
            <ac:spMk id="28" creationId="{9B6010EE-BC13-7957-DFFB-62E0FFEB6829}"/>
          </ac:spMkLst>
        </pc:spChg>
        <pc:spChg chg="add del mod">
          <ac:chgData name="Loc Huynh" userId="80c0383e323bd6ea" providerId="LiveId" clId="{45D23C15-8B6E-3442-9B58-7B186F27CDA3}" dt="2023-09-25T06:11:47.771" v="8182" actId="478"/>
          <ac:spMkLst>
            <pc:docMk/>
            <pc:sldMk cId="3018077777" sldId="491"/>
            <ac:spMk id="32" creationId="{5CC47F12-CC57-D0A6-3F68-180BBE66D086}"/>
          </ac:spMkLst>
        </pc:spChg>
        <pc:spChg chg="mod">
          <ac:chgData name="Loc Huynh" userId="80c0383e323bd6ea" providerId="LiveId" clId="{45D23C15-8B6E-3442-9B58-7B186F27CDA3}" dt="2023-09-25T06:11:21.593" v="8178"/>
          <ac:spMkLst>
            <pc:docMk/>
            <pc:sldMk cId="3018077777" sldId="491"/>
            <ac:spMk id="34" creationId="{9512CDA4-ED88-7357-4DB2-AC9AA2885251}"/>
          </ac:spMkLst>
        </pc:spChg>
        <pc:spChg chg="mod">
          <ac:chgData name="Loc Huynh" userId="80c0383e323bd6ea" providerId="LiveId" clId="{45D23C15-8B6E-3442-9B58-7B186F27CDA3}" dt="2023-09-25T06:11:21.593" v="8178"/>
          <ac:spMkLst>
            <pc:docMk/>
            <pc:sldMk cId="3018077777" sldId="491"/>
            <ac:spMk id="35" creationId="{9978BEBB-F1BC-42DB-10AF-2E6A6D637FFA}"/>
          </ac:spMkLst>
        </pc:spChg>
        <pc:spChg chg="mod">
          <ac:chgData name="Loc Huynh" userId="80c0383e323bd6ea" providerId="LiveId" clId="{45D23C15-8B6E-3442-9B58-7B186F27CDA3}" dt="2023-09-25T06:53:44.195" v="8882" actId="20577"/>
          <ac:spMkLst>
            <pc:docMk/>
            <pc:sldMk cId="3018077777" sldId="491"/>
            <ac:spMk id="36" creationId="{549F8CD9-A67A-E240-AF9A-7E009166CC07}"/>
          </ac:spMkLst>
        </pc:spChg>
        <pc:spChg chg="mod">
          <ac:chgData name="Loc Huynh" userId="80c0383e323bd6ea" providerId="LiveId" clId="{45D23C15-8B6E-3442-9B58-7B186F27CDA3}" dt="2023-09-25T06:11:21.593" v="8178"/>
          <ac:spMkLst>
            <pc:docMk/>
            <pc:sldMk cId="3018077777" sldId="491"/>
            <ac:spMk id="37" creationId="{14BB76A5-C39B-E92D-C0DB-C879F4EC8C30}"/>
          </ac:spMkLst>
        </pc:spChg>
        <pc:spChg chg="del">
          <ac:chgData name="Loc Huynh" userId="80c0383e323bd6ea" providerId="LiveId" clId="{45D23C15-8B6E-3442-9B58-7B186F27CDA3}" dt="2023-09-25T05:54:47.082" v="7804" actId="478"/>
          <ac:spMkLst>
            <pc:docMk/>
            <pc:sldMk cId="3018077777" sldId="491"/>
            <ac:spMk id="38" creationId="{737D78E6-EE8D-8B4B-83E3-0C077F56A07B}"/>
          </ac:spMkLst>
        </pc:spChg>
        <pc:spChg chg="mod">
          <ac:chgData name="Loc Huynh" userId="80c0383e323bd6ea" providerId="LiveId" clId="{45D23C15-8B6E-3442-9B58-7B186F27CDA3}" dt="2023-09-25T06:11:21.593" v="8178"/>
          <ac:spMkLst>
            <pc:docMk/>
            <pc:sldMk cId="3018077777" sldId="491"/>
            <ac:spMk id="39" creationId="{48EC6434-7899-E8C4-3D5C-EBD440119C81}"/>
          </ac:spMkLst>
        </pc:spChg>
        <pc:spChg chg="mod">
          <ac:chgData name="Loc Huynh" userId="80c0383e323bd6ea" providerId="LiveId" clId="{45D23C15-8B6E-3442-9B58-7B186F27CDA3}" dt="2023-09-25T06:11:21.593" v="8178"/>
          <ac:spMkLst>
            <pc:docMk/>
            <pc:sldMk cId="3018077777" sldId="491"/>
            <ac:spMk id="40" creationId="{6054C3AC-C4C8-8FD7-A2C2-1B324B3B6FF3}"/>
          </ac:spMkLst>
        </pc:spChg>
        <pc:spChg chg="mod">
          <ac:chgData name="Loc Huynh" userId="80c0383e323bd6ea" providerId="LiveId" clId="{45D23C15-8B6E-3442-9B58-7B186F27CDA3}" dt="2023-09-25T06:11:21.593" v="8178"/>
          <ac:spMkLst>
            <pc:docMk/>
            <pc:sldMk cId="3018077777" sldId="491"/>
            <ac:spMk id="41" creationId="{B346629C-0FEF-E205-0BF8-D808CFECE843}"/>
          </ac:spMkLst>
        </pc:spChg>
        <pc:spChg chg="mod">
          <ac:chgData name="Loc Huynh" userId="80c0383e323bd6ea" providerId="LiveId" clId="{45D23C15-8B6E-3442-9B58-7B186F27CDA3}" dt="2023-09-25T06:11:21.593" v="8178"/>
          <ac:spMkLst>
            <pc:docMk/>
            <pc:sldMk cId="3018077777" sldId="491"/>
            <ac:spMk id="42" creationId="{0E8DFC3D-2CC8-875E-00F9-A36DFE6DA587}"/>
          </ac:spMkLst>
        </pc:spChg>
        <pc:spChg chg="mod">
          <ac:chgData name="Loc Huynh" userId="80c0383e323bd6ea" providerId="LiveId" clId="{45D23C15-8B6E-3442-9B58-7B186F27CDA3}" dt="2023-09-25T06:11:21.593" v="8178"/>
          <ac:spMkLst>
            <pc:docMk/>
            <pc:sldMk cId="3018077777" sldId="491"/>
            <ac:spMk id="47" creationId="{64DAEF19-CA3B-2759-8C99-00A113106577}"/>
          </ac:spMkLst>
        </pc:spChg>
        <pc:spChg chg="mod">
          <ac:chgData name="Loc Huynh" userId="80c0383e323bd6ea" providerId="LiveId" clId="{45D23C15-8B6E-3442-9B58-7B186F27CDA3}" dt="2023-09-25T06:11:21.593" v="8178"/>
          <ac:spMkLst>
            <pc:docMk/>
            <pc:sldMk cId="3018077777" sldId="491"/>
            <ac:spMk id="48" creationId="{1552595B-CC89-2D37-4523-71E299435EE0}"/>
          </ac:spMkLst>
        </pc:spChg>
        <pc:spChg chg="mod">
          <ac:chgData name="Loc Huynh" userId="80c0383e323bd6ea" providerId="LiveId" clId="{45D23C15-8B6E-3442-9B58-7B186F27CDA3}" dt="2023-09-25T06:12:57.119" v="8207"/>
          <ac:spMkLst>
            <pc:docMk/>
            <pc:sldMk cId="3018077777" sldId="491"/>
            <ac:spMk id="50" creationId="{21987024-6B23-1C5C-E7B3-478CC24B0895}"/>
          </ac:spMkLst>
        </pc:spChg>
        <pc:spChg chg="mod">
          <ac:chgData name="Loc Huynh" userId="80c0383e323bd6ea" providerId="LiveId" clId="{45D23C15-8B6E-3442-9B58-7B186F27CDA3}" dt="2023-09-25T06:12:57.119" v="8207"/>
          <ac:spMkLst>
            <pc:docMk/>
            <pc:sldMk cId="3018077777" sldId="491"/>
            <ac:spMk id="52" creationId="{0F8C716F-F04C-84E0-A691-5E122B8BFC21}"/>
          </ac:spMkLst>
        </pc:spChg>
        <pc:spChg chg="mod">
          <ac:chgData name="Loc Huynh" userId="80c0383e323bd6ea" providerId="LiveId" clId="{45D23C15-8B6E-3442-9B58-7B186F27CDA3}" dt="2023-09-25T06:12:57.119" v="8207"/>
          <ac:spMkLst>
            <pc:docMk/>
            <pc:sldMk cId="3018077777" sldId="491"/>
            <ac:spMk id="53" creationId="{E3246A49-9AB0-624F-31F4-2379D6F7A9D3}"/>
          </ac:spMkLst>
        </pc:spChg>
        <pc:spChg chg="mod">
          <ac:chgData name="Loc Huynh" userId="80c0383e323bd6ea" providerId="LiveId" clId="{45D23C15-8B6E-3442-9B58-7B186F27CDA3}" dt="2023-09-25T06:12:57.119" v="8207"/>
          <ac:spMkLst>
            <pc:docMk/>
            <pc:sldMk cId="3018077777" sldId="491"/>
            <ac:spMk id="54" creationId="{C38B7BBD-30F4-55CF-E9A7-30967D621AD4}"/>
          </ac:spMkLst>
        </pc:spChg>
        <pc:spChg chg="mod">
          <ac:chgData name="Loc Huynh" userId="80c0383e323bd6ea" providerId="LiveId" clId="{45D23C15-8B6E-3442-9B58-7B186F27CDA3}" dt="2023-09-25T06:12:57.119" v="8207"/>
          <ac:spMkLst>
            <pc:docMk/>
            <pc:sldMk cId="3018077777" sldId="491"/>
            <ac:spMk id="55" creationId="{47FDEEEB-048E-747F-0369-A604C472C564}"/>
          </ac:spMkLst>
        </pc:spChg>
        <pc:spChg chg="mod">
          <ac:chgData name="Loc Huynh" userId="80c0383e323bd6ea" providerId="LiveId" clId="{45D23C15-8B6E-3442-9B58-7B186F27CDA3}" dt="2023-09-25T06:12:57.119" v="8207"/>
          <ac:spMkLst>
            <pc:docMk/>
            <pc:sldMk cId="3018077777" sldId="491"/>
            <ac:spMk id="56" creationId="{623511E0-5DF2-E719-0149-1BCCA5A0CBB7}"/>
          </ac:spMkLst>
        </pc:spChg>
        <pc:spChg chg="mod">
          <ac:chgData name="Loc Huynh" userId="80c0383e323bd6ea" providerId="LiveId" clId="{45D23C15-8B6E-3442-9B58-7B186F27CDA3}" dt="2023-09-25T06:12:57.119" v="8207"/>
          <ac:spMkLst>
            <pc:docMk/>
            <pc:sldMk cId="3018077777" sldId="491"/>
            <ac:spMk id="57" creationId="{D93C6BBE-0CB0-1C73-A9DF-B21CC413C144}"/>
          </ac:spMkLst>
        </pc:spChg>
        <pc:spChg chg="mod">
          <ac:chgData name="Loc Huynh" userId="80c0383e323bd6ea" providerId="LiveId" clId="{45D23C15-8B6E-3442-9B58-7B186F27CDA3}" dt="2023-09-25T06:12:57.119" v="8207"/>
          <ac:spMkLst>
            <pc:docMk/>
            <pc:sldMk cId="3018077777" sldId="491"/>
            <ac:spMk id="61" creationId="{0CA4049D-02E4-A168-7AB9-C448E679F780}"/>
          </ac:spMkLst>
        </pc:spChg>
        <pc:spChg chg="mod">
          <ac:chgData name="Loc Huynh" userId="80c0383e323bd6ea" providerId="LiveId" clId="{45D23C15-8B6E-3442-9B58-7B186F27CDA3}" dt="2023-09-25T06:12:57.119" v="8207"/>
          <ac:spMkLst>
            <pc:docMk/>
            <pc:sldMk cId="3018077777" sldId="491"/>
            <ac:spMk id="62" creationId="{21C99886-E5EE-B4CB-5928-54501847FB2F}"/>
          </ac:spMkLst>
        </pc:spChg>
        <pc:spChg chg="add mod">
          <ac:chgData name="Loc Huynh" userId="80c0383e323bd6ea" providerId="LiveId" clId="{45D23C15-8B6E-3442-9B58-7B186F27CDA3}" dt="2023-09-25T06:13:07.525" v="8208" actId="1076"/>
          <ac:spMkLst>
            <pc:docMk/>
            <pc:sldMk cId="3018077777" sldId="491"/>
            <ac:spMk id="63" creationId="{B16CCAD7-5122-1AE9-3BF6-BC277D96605F}"/>
          </ac:spMkLst>
        </pc:spChg>
        <pc:grpChg chg="del">
          <ac:chgData name="Loc Huynh" userId="80c0383e323bd6ea" providerId="LiveId" clId="{45D23C15-8B6E-3442-9B58-7B186F27CDA3}" dt="2023-09-25T05:54:44.298" v="7803" actId="478"/>
          <ac:grpSpMkLst>
            <pc:docMk/>
            <pc:sldMk cId="3018077777" sldId="491"/>
            <ac:grpSpMk id="7" creationId="{BEF44796-12EE-AB42-825B-5C46CA954EE9}"/>
          </ac:grpSpMkLst>
        </pc:grpChg>
        <pc:grpChg chg="add del mod">
          <ac:chgData name="Loc Huynh" userId="80c0383e323bd6ea" providerId="LiveId" clId="{45D23C15-8B6E-3442-9B58-7B186F27CDA3}" dt="2023-09-25T06:11:23.459" v="8179" actId="478"/>
          <ac:grpSpMkLst>
            <pc:docMk/>
            <pc:sldMk cId="3018077777" sldId="491"/>
            <ac:grpSpMk id="10" creationId="{7FC61DB9-2DEC-BBA6-CEA1-37AF971B7B55}"/>
          </ac:grpSpMkLst>
        </pc:grpChg>
        <pc:grpChg chg="add del mod">
          <ac:chgData name="Loc Huynh" userId="80c0383e323bd6ea" providerId="LiveId" clId="{45D23C15-8B6E-3442-9B58-7B186F27CDA3}" dt="2023-09-25T06:11:47.771" v="8182" actId="478"/>
          <ac:grpSpMkLst>
            <pc:docMk/>
            <pc:sldMk cId="3018077777" sldId="491"/>
            <ac:grpSpMk id="33" creationId="{25CD4D6B-CEBD-5EE3-0E6B-AC325B105689}"/>
          </ac:grpSpMkLst>
        </pc:grpChg>
        <pc:grpChg chg="add mod">
          <ac:chgData name="Loc Huynh" userId="80c0383e323bd6ea" providerId="LiveId" clId="{45D23C15-8B6E-3442-9B58-7B186F27CDA3}" dt="2023-09-25T06:13:07.525" v="8208" actId="1076"/>
          <ac:grpSpMkLst>
            <pc:docMk/>
            <pc:sldMk cId="3018077777" sldId="491"/>
            <ac:grpSpMk id="49" creationId="{165032D5-4D92-0EB0-D5C7-F813027A5437}"/>
          </ac:grpSpMkLst>
        </pc:grpChg>
        <pc:cxnChg chg="mod">
          <ac:chgData name="Loc Huynh" userId="80c0383e323bd6ea" providerId="LiveId" clId="{45D23C15-8B6E-3442-9B58-7B186F27CDA3}" dt="2023-09-25T06:07:42.495" v="8111"/>
          <ac:cxnSpMkLst>
            <pc:docMk/>
            <pc:sldMk cId="3018077777" sldId="491"/>
            <ac:cxnSpMk id="14" creationId="{A1FE8A6A-92AA-4F07-5A7E-7DAD7E60E3F0}"/>
          </ac:cxnSpMkLst>
        </pc:cxnChg>
        <pc:cxnChg chg="mod">
          <ac:chgData name="Loc Huynh" userId="80c0383e323bd6ea" providerId="LiveId" clId="{45D23C15-8B6E-3442-9B58-7B186F27CDA3}" dt="2023-09-25T06:07:42.495" v="8111"/>
          <ac:cxnSpMkLst>
            <pc:docMk/>
            <pc:sldMk cId="3018077777" sldId="491"/>
            <ac:cxnSpMk id="29" creationId="{94BE5307-E1FC-C5D6-F82D-441B193F9B4F}"/>
          </ac:cxnSpMkLst>
        </pc:cxnChg>
        <pc:cxnChg chg="mod">
          <ac:chgData name="Loc Huynh" userId="80c0383e323bd6ea" providerId="LiveId" clId="{45D23C15-8B6E-3442-9B58-7B186F27CDA3}" dt="2023-09-25T06:07:42.495" v="8111"/>
          <ac:cxnSpMkLst>
            <pc:docMk/>
            <pc:sldMk cId="3018077777" sldId="491"/>
            <ac:cxnSpMk id="30" creationId="{9BF1723E-6F0E-687A-3469-C55318D5010D}"/>
          </ac:cxnSpMkLst>
        </pc:cxnChg>
        <pc:cxnChg chg="mod">
          <ac:chgData name="Loc Huynh" userId="80c0383e323bd6ea" providerId="LiveId" clId="{45D23C15-8B6E-3442-9B58-7B186F27CDA3}" dt="2023-09-25T06:11:23.459" v="8179" actId="478"/>
          <ac:cxnSpMkLst>
            <pc:docMk/>
            <pc:sldMk cId="3018077777" sldId="491"/>
            <ac:cxnSpMk id="31" creationId="{B4A95945-E4D8-414D-40A6-CD7DC51A5071}"/>
          </ac:cxnSpMkLst>
        </pc:cxnChg>
        <pc:cxnChg chg="mod">
          <ac:chgData name="Loc Huynh" userId="80c0383e323bd6ea" providerId="LiveId" clId="{45D23C15-8B6E-3442-9B58-7B186F27CDA3}" dt="2023-09-25T06:11:21.593" v="8178"/>
          <ac:cxnSpMkLst>
            <pc:docMk/>
            <pc:sldMk cId="3018077777" sldId="491"/>
            <ac:cxnSpMk id="43" creationId="{D2B8F97B-A3D4-6A30-8F8C-0B34397EE48B}"/>
          </ac:cxnSpMkLst>
        </pc:cxnChg>
        <pc:cxnChg chg="mod">
          <ac:chgData name="Loc Huynh" userId="80c0383e323bd6ea" providerId="LiveId" clId="{45D23C15-8B6E-3442-9B58-7B186F27CDA3}" dt="2023-09-25T06:11:21.593" v="8178"/>
          <ac:cxnSpMkLst>
            <pc:docMk/>
            <pc:sldMk cId="3018077777" sldId="491"/>
            <ac:cxnSpMk id="44" creationId="{80822B13-8EE0-02F7-0699-CAAA34BD4A47}"/>
          </ac:cxnSpMkLst>
        </pc:cxnChg>
        <pc:cxnChg chg="mod">
          <ac:chgData name="Loc Huynh" userId="80c0383e323bd6ea" providerId="LiveId" clId="{45D23C15-8B6E-3442-9B58-7B186F27CDA3}" dt="2023-09-25T06:11:21.593" v="8178"/>
          <ac:cxnSpMkLst>
            <pc:docMk/>
            <pc:sldMk cId="3018077777" sldId="491"/>
            <ac:cxnSpMk id="45" creationId="{10235D92-9440-3BB1-9896-7D0FB3227251}"/>
          </ac:cxnSpMkLst>
        </pc:cxnChg>
        <pc:cxnChg chg="mod">
          <ac:chgData name="Loc Huynh" userId="80c0383e323bd6ea" providerId="LiveId" clId="{45D23C15-8B6E-3442-9B58-7B186F27CDA3}" dt="2023-09-25T06:11:21.593" v="8178"/>
          <ac:cxnSpMkLst>
            <pc:docMk/>
            <pc:sldMk cId="3018077777" sldId="491"/>
            <ac:cxnSpMk id="46" creationId="{5F24AF54-FFB1-9F6D-3584-93E54359FDD6}"/>
          </ac:cxnSpMkLst>
        </pc:cxnChg>
        <pc:cxnChg chg="mod">
          <ac:chgData name="Loc Huynh" userId="80c0383e323bd6ea" providerId="LiveId" clId="{45D23C15-8B6E-3442-9B58-7B186F27CDA3}" dt="2023-09-25T06:12:57.119" v="8207"/>
          <ac:cxnSpMkLst>
            <pc:docMk/>
            <pc:sldMk cId="3018077777" sldId="491"/>
            <ac:cxnSpMk id="51" creationId="{B4D51D3F-D82F-07DD-0E90-929680271690}"/>
          </ac:cxnSpMkLst>
        </pc:cxnChg>
        <pc:cxnChg chg="mod">
          <ac:chgData name="Loc Huynh" userId="80c0383e323bd6ea" providerId="LiveId" clId="{45D23C15-8B6E-3442-9B58-7B186F27CDA3}" dt="2023-09-25T06:12:57.119" v="8207"/>
          <ac:cxnSpMkLst>
            <pc:docMk/>
            <pc:sldMk cId="3018077777" sldId="491"/>
            <ac:cxnSpMk id="58" creationId="{5E0C3219-EE20-E618-C6C8-CB72B01DE1B5}"/>
          </ac:cxnSpMkLst>
        </pc:cxnChg>
        <pc:cxnChg chg="mod">
          <ac:chgData name="Loc Huynh" userId="80c0383e323bd6ea" providerId="LiveId" clId="{45D23C15-8B6E-3442-9B58-7B186F27CDA3}" dt="2023-09-25T06:12:57.119" v="8207"/>
          <ac:cxnSpMkLst>
            <pc:docMk/>
            <pc:sldMk cId="3018077777" sldId="491"/>
            <ac:cxnSpMk id="59" creationId="{08D2E420-3A7F-FD62-FC0B-6F81FC35D0FF}"/>
          </ac:cxnSpMkLst>
        </pc:cxnChg>
        <pc:cxnChg chg="mod">
          <ac:chgData name="Loc Huynh" userId="80c0383e323bd6ea" providerId="LiveId" clId="{45D23C15-8B6E-3442-9B58-7B186F27CDA3}" dt="2023-09-25T06:12:57.119" v="8207"/>
          <ac:cxnSpMkLst>
            <pc:docMk/>
            <pc:sldMk cId="3018077777" sldId="491"/>
            <ac:cxnSpMk id="60" creationId="{2898E76F-0B72-CA73-F4D6-346AB4EBCE77}"/>
          </ac:cxnSpMkLst>
        </pc:cxnChg>
      </pc:sldChg>
      <pc:sldChg chg="modSp mod">
        <pc:chgData name="Loc Huynh" userId="80c0383e323bd6ea" providerId="LiveId" clId="{45D23C15-8B6E-3442-9B58-7B186F27CDA3}" dt="2023-09-25T09:46:10.756" v="11229" actId="20577"/>
        <pc:sldMkLst>
          <pc:docMk/>
          <pc:sldMk cId="2539440922" sldId="492"/>
        </pc:sldMkLst>
        <pc:spChg chg="mod">
          <ac:chgData name="Loc Huynh" userId="80c0383e323bd6ea" providerId="LiveId" clId="{45D23C15-8B6E-3442-9B58-7B186F27CDA3}" dt="2023-09-25T09:45:58.291" v="11227" actId="20577"/>
          <ac:spMkLst>
            <pc:docMk/>
            <pc:sldMk cId="2539440922" sldId="492"/>
            <ac:spMk id="3" creationId="{5AF176FD-7669-EF49-B2D4-CDB406817E64}"/>
          </ac:spMkLst>
        </pc:spChg>
        <pc:spChg chg="mod">
          <ac:chgData name="Loc Huynh" userId="80c0383e323bd6ea" providerId="LiveId" clId="{45D23C15-8B6E-3442-9B58-7B186F27CDA3}" dt="2023-09-25T09:46:10.756" v="11229" actId="20577"/>
          <ac:spMkLst>
            <pc:docMk/>
            <pc:sldMk cId="2539440922" sldId="492"/>
            <ac:spMk id="7" creationId="{0C974B13-B1B8-E148-903B-85C71136A561}"/>
          </ac:spMkLst>
        </pc:spChg>
      </pc:sldChg>
      <pc:sldChg chg="del">
        <pc:chgData name="Loc Huynh" userId="80c0383e323bd6ea" providerId="LiveId" clId="{45D23C15-8B6E-3442-9B58-7B186F27CDA3}" dt="2023-09-18T00:59:18.418" v="116" actId="2696"/>
        <pc:sldMkLst>
          <pc:docMk/>
          <pc:sldMk cId="2353403814" sldId="493"/>
        </pc:sldMkLst>
      </pc:sldChg>
      <pc:sldChg chg="addSp delSp modSp add mod chgLayout modNotesTx">
        <pc:chgData name="Loc Huynh" userId="80c0383e323bd6ea" providerId="LiveId" clId="{45D23C15-8B6E-3442-9B58-7B186F27CDA3}" dt="2023-09-25T09:59:05.873" v="11625" actId="207"/>
        <pc:sldMkLst>
          <pc:docMk/>
          <pc:sldMk cId="2440061235" sldId="493"/>
        </pc:sldMkLst>
        <pc:spChg chg="mod ord">
          <ac:chgData name="Loc Huynh" userId="80c0383e323bd6ea" providerId="LiveId" clId="{45D23C15-8B6E-3442-9B58-7B186F27CDA3}" dt="2023-09-25T06:57:50.916" v="8930"/>
          <ac:spMkLst>
            <pc:docMk/>
            <pc:sldMk cId="2440061235" sldId="493"/>
            <ac:spMk id="2" creationId="{67D965CF-1D55-5443-919B-AC77503498CA}"/>
          </ac:spMkLst>
        </pc:spChg>
        <pc:spChg chg="add mod ord">
          <ac:chgData name="Loc Huynh" userId="80c0383e323bd6ea" providerId="LiveId" clId="{45D23C15-8B6E-3442-9B58-7B186F27CDA3}" dt="2023-09-25T06:56:11.968" v="8927" actId="700"/>
          <ac:spMkLst>
            <pc:docMk/>
            <pc:sldMk cId="2440061235" sldId="493"/>
            <ac:spMk id="3" creationId="{DC0C7F19-60DB-9CE8-1E4B-3434E88AE034}"/>
          </ac:spMkLst>
        </pc:spChg>
        <pc:spChg chg="mod ord">
          <ac:chgData name="Loc Huynh" userId="80c0383e323bd6ea" providerId="LiveId" clId="{45D23C15-8B6E-3442-9B58-7B186F27CDA3}" dt="2023-09-25T06:56:11.968" v="8927" actId="700"/>
          <ac:spMkLst>
            <pc:docMk/>
            <pc:sldMk cId="2440061235" sldId="493"/>
            <ac:spMk id="4" creationId="{D0B4835D-B712-474E-B6B8-6C1BBDD99FFD}"/>
          </ac:spMkLst>
        </pc:spChg>
        <pc:spChg chg="add mod ord">
          <ac:chgData name="Loc Huynh" userId="80c0383e323bd6ea" providerId="LiveId" clId="{45D23C15-8B6E-3442-9B58-7B186F27CDA3}" dt="2023-09-25T06:58:40.255" v="8938" actId="20577"/>
          <ac:spMkLst>
            <pc:docMk/>
            <pc:sldMk cId="2440061235" sldId="493"/>
            <ac:spMk id="5" creationId="{825C8F6B-2ACF-781A-2E4C-0F53576EA7AB}"/>
          </ac:spMkLst>
        </pc:spChg>
        <pc:spChg chg="mod">
          <ac:chgData name="Loc Huynh" userId="80c0383e323bd6ea" providerId="LiveId" clId="{45D23C15-8B6E-3442-9B58-7B186F27CDA3}" dt="2023-09-25T09:59:05.873" v="11625" actId="207"/>
          <ac:spMkLst>
            <pc:docMk/>
            <pc:sldMk cId="2440061235" sldId="493"/>
            <ac:spMk id="7" creationId="{9CF46A69-C370-BC4E-A1B6-0D08CD7E7D51}"/>
          </ac:spMkLst>
        </pc:spChg>
        <pc:spChg chg="mod">
          <ac:chgData name="Loc Huynh" userId="80c0383e323bd6ea" providerId="LiveId" clId="{45D23C15-8B6E-3442-9B58-7B186F27CDA3}" dt="2023-09-25T07:08:25.880" v="8999" actId="14100"/>
          <ac:spMkLst>
            <pc:docMk/>
            <pc:sldMk cId="2440061235" sldId="493"/>
            <ac:spMk id="32" creationId="{FD4C66F0-EC9B-6748-BF22-802E4429C96F}"/>
          </ac:spMkLst>
        </pc:spChg>
        <pc:spChg chg="mod">
          <ac:chgData name="Loc Huynh" userId="80c0383e323bd6ea" providerId="LiveId" clId="{45D23C15-8B6E-3442-9B58-7B186F27CDA3}" dt="2023-09-25T07:08:56.182" v="9007" actId="14100"/>
          <ac:spMkLst>
            <pc:docMk/>
            <pc:sldMk cId="2440061235" sldId="493"/>
            <ac:spMk id="40" creationId="{4AD91694-FAB9-C045-8217-041E03E5601A}"/>
          </ac:spMkLst>
        </pc:spChg>
        <pc:spChg chg="mod">
          <ac:chgData name="Loc Huynh" userId="80c0383e323bd6ea" providerId="LiveId" clId="{45D23C15-8B6E-3442-9B58-7B186F27CDA3}" dt="2023-09-25T07:01:16.634" v="8976" actId="1076"/>
          <ac:spMkLst>
            <pc:docMk/>
            <pc:sldMk cId="2440061235" sldId="493"/>
            <ac:spMk id="80" creationId="{84E1CBDB-0824-DE4A-B773-540E7DC41511}"/>
          </ac:spMkLst>
        </pc:spChg>
        <pc:spChg chg="mod">
          <ac:chgData name="Loc Huynh" userId="80c0383e323bd6ea" providerId="LiveId" clId="{45D23C15-8B6E-3442-9B58-7B186F27CDA3}" dt="2023-09-25T07:01:16.634" v="8976" actId="1076"/>
          <ac:spMkLst>
            <pc:docMk/>
            <pc:sldMk cId="2440061235" sldId="493"/>
            <ac:spMk id="81" creationId="{B67B6D66-67A8-B346-93BE-46B7B6D04AB1}"/>
          </ac:spMkLst>
        </pc:spChg>
        <pc:spChg chg="mod">
          <ac:chgData name="Loc Huynh" userId="80c0383e323bd6ea" providerId="LiveId" clId="{45D23C15-8B6E-3442-9B58-7B186F27CDA3}" dt="2023-09-25T07:01:16.634" v="8976" actId="1076"/>
          <ac:spMkLst>
            <pc:docMk/>
            <pc:sldMk cId="2440061235" sldId="493"/>
            <ac:spMk id="82" creationId="{FC606DEC-57F9-114F-BD6A-038454852C54}"/>
          </ac:spMkLst>
        </pc:spChg>
        <pc:spChg chg="mod">
          <ac:chgData name="Loc Huynh" userId="80c0383e323bd6ea" providerId="LiveId" clId="{45D23C15-8B6E-3442-9B58-7B186F27CDA3}" dt="2023-09-25T07:01:16.634" v="8976" actId="1076"/>
          <ac:spMkLst>
            <pc:docMk/>
            <pc:sldMk cId="2440061235" sldId="493"/>
            <ac:spMk id="84" creationId="{84F261A9-A37A-6B46-9F7C-184101463149}"/>
          </ac:spMkLst>
        </pc:spChg>
        <pc:spChg chg="mod">
          <ac:chgData name="Loc Huynh" userId="80c0383e323bd6ea" providerId="LiveId" clId="{45D23C15-8B6E-3442-9B58-7B186F27CDA3}" dt="2023-09-25T07:01:16.634" v="8976" actId="1076"/>
          <ac:spMkLst>
            <pc:docMk/>
            <pc:sldMk cId="2440061235" sldId="493"/>
            <ac:spMk id="87" creationId="{2C98DD2C-AE4F-194E-B071-DF7E69B106DA}"/>
          </ac:spMkLst>
        </pc:spChg>
        <pc:spChg chg="mod">
          <ac:chgData name="Loc Huynh" userId="80c0383e323bd6ea" providerId="LiveId" clId="{45D23C15-8B6E-3442-9B58-7B186F27CDA3}" dt="2023-09-25T07:01:16.634" v="8976" actId="1076"/>
          <ac:spMkLst>
            <pc:docMk/>
            <pc:sldMk cId="2440061235" sldId="493"/>
            <ac:spMk id="98" creationId="{B187D824-02DC-F64F-B8F6-D271566A4A00}"/>
          </ac:spMkLst>
        </pc:spChg>
        <pc:spChg chg="del">
          <ac:chgData name="Loc Huynh" userId="80c0383e323bd6ea" providerId="LiveId" clId="{45D23C15-8B6E-3442-9B58-7B186F27CDA3}" dt="2023-09-25T06:58:11.165" v="8934" actId="478"/>
          <ac:spMkLst>
            <pc:docMk/>
            <pc:sldMk cId="2440061235" sldId="493"/>
            <ac:spMk id="121" creationId="{B36BC8C5-A614-5D4B-A6AE-BAEE199BD9A3}"/>
          </ac:spMkLst>
        </pc:spChg>
        <pc:grpChg chg="mod">
          <ac:chgData name="Loc Huynh" userId="80c0383e323bd6ea" providerId="LiveId" clId="{45D23C15-8B6E-3442-9B58-7B186F27CDA3}" dt="2023-09-25T07:01:16.634" v="8976" actId="1076"/>
          <ac:grpSpMkLst>
            <pc:docMk/>
            <pc:sldMk cId="2440061235" sldId="493"/>
            <ac:grpSpMk id="38" creationId="{4E2C50E8-17A1-3844-9D79-1BCEEE250619}"/>
          </ac:grpSpMkLst>
        </pc:grpChg>
        <pc:picChg chg="mod">
          <ac:chgData name="Loc Huynh" userId="80c0383e323bd6ea" providerId="LiveId" clId="{45D23C15-8B6E-3442-9B58-7B186F27CDA3}" dt="2023-09-25T07:08:15.290" v="8995" actId="1076"/>
          <ac:picMkLst>
            <pc:docMk/>
            <pc:sldMk cId="2440061235" sldId="493"/>
            <ac:picMk id="54" creationId="{693F9D02-F308-804B-8FF8-1DCB29DCED72}"/>
          </ac:picMkLst>
        </pc:picChg>
        <pc:picChg chg="mod">
          <ac:chgData name="Loc Huynh" userId="80c0383e323bd6ea" providerId="LiveId" clId="{45D23C15-8B6E-3442-9B58-7B186F27CDA3}" dt="2023-09-25T07:01:16.634" v="8976" actId="1076"/>
          <ac:picMkLst>
            <pc:docMk/>
            <pc:sldMk cId="2440061235" sldId="493"/>
            <ac:picMk id="74" creationId="{7A857FE1-E5E1-DE41-8D67-A7B83E15C810}"/>
          </ac:picMkLst>
        </pc:picChg>
        <pc:picChg chg="mod">
          <ac:chgData name="Loc Huynh" userId="80c0383e323bd6ea" providerId="LiveId" clId="{45D23C15-8B6E-3442-9B58-7B186F27CDA3}" dt="2023-09-25T07:01:16.634" v="8976" actId="1076"/>
          <ac:picMkLst>
            <pc:docMk/>
            <pc:sldMk cId="2440061235" sldId="493"/>
            <ac:picMk id="83" creationId="{717FAC44-AB35-8D4B-BA81-0342A7622107}"/>
          </ac:picMkLst>
        </pc:picChg>
        <pc:picChg chg="mod">
          <ac:chgData name="Loc Huynh" userId="80c0383e323bd6ea" providerId="LiveId" clId="{45D23C15-8B6E-3442-9B58-7B186F27CDA3}" dt="2023-09-25T07:01:16.634" v="8976" actId="1076"/>
          <ac:picMkLst>
            <pc:docMk/>
            <pc:sldMk cId="2440061235" sldId="493"/>
            <ac:picMk id="86" creationId="{31AB76A4-19C9-7744-98F4-93A2D3DB732F}"/>
          </ac:picMkLst>
        </pc:picChg>
        <pc:picChg chg="mod">
          <ac:chgData name="Loc Huynh" userId="80c0383e323bd6ea" providerId="LiveId" clId="{45D23C15-8B6E-3442-9B58-7B186F27CDA3}" dt="2023-09-25T07:01:16.634" v="8976" actId="1076"/>
          <ac:picMkLst>
            <pc:docMk/>
            <pc:sldMk cId="2440061235" sldId="493"/>
            <ac:picMk id="97" creationId="{2E72505F-B940-A24F-8F92-5E19B0779AB3}"/>
          </ac:picMkLst>
        </pc:picChg>
        <pc:cxnChg chg="mod">
          <ac:chgData name="Loc Huynh" userId="80c0383e323bd6ea" providerId="LiveId" clId="{45D23C15-8B6E-3442-9B58-7B186F27CDA3}" dt="2023-09-25T07:01:16.634" v="8976" actId="1076"/>
          <ac:cxnSpMkLst>
            <pc:docMk/>
            <pc:sldMk cId="2440061235" sldId="493"/>
            <ac:cxnSpMk id="41" creationId="{F3A05E0F-2B05-EF4E-B075-9CEF84799601}"/>
          </ac:cxnSpMkLst>
        </pc:cxnChg>
        <pc:cxnChg chg="mod">
          <ac:chgData name="Loc Huynh" userId="80c0383e323bd6ea" providerId="LiveId" clId="{45D23C15-8B6E-3442-9B58-7B186F27CDA3}" dt="2023-09-25T07:01:16.634" v="8976" actId="1076"/>
          <ac:cxnSpMkLst>
            <pc:docMk/>
            <pc:sldMk cId="2440061235" sldId="493"/>
            <ac:cxnSpMk id="42" creationId="{943CCA68-B923-4043-AF31-16C1C1AB5337}"/>
          </ac:cxnSpMkLst>
        </pc:cxnChg>
        <pc:cxnChg chg="mod">
          <ac:chgData name="Loc Huynh" userId="80c0383e323bd6ea" providerId="LiveId" clId="{45D23C15-8B6E-3442-9B58-7B186F27CDA3}" dt="2023-09-25T07:01:16.634" v="8976" actId="1076"/>
          <ac:cxnSpMkLst>
            <pc:docMk/>
            <pc:sldMk cId="2440061235" sldId="493"/>
            <ac:cxnSpMk id="76" creationId="{A1B789AE-D351-974F-A473-45348535C3D4}"/>
          </ac:cxnSpMkLst>
        </pc:cxnChg>
        <pc:cxnChg chg="mod">
          <ac:chgData name="Loc Huynh" userId="80c0383e323bd6ea" providerId="LiveId" clId="{45D23C15-8B6E-3442-9B58-7B186F27CDA3}" dt="2023-09-25T07:01:16.634" v="8976" actId="1076"/>
          <ac:cxnSpMkLst>
            <pc:docMk/>
            <pc:sldMk cId="2440061235" sldId="493"/>
            <ac:cxnSpMk id="85" creationId="{D2342530-755D-2640-8C9A-6782474FD317}"/>
          </ac:cxnSpMkLst>
        </pc:cxnChg>
      </pc:sldChg>
      <pc:sldChg chg="addSp modSp add mod">
        <pc:chgData name="Loc Huynh" userId="80c0383e323bd6ea" providerId="LiveId" clId="{45D23C15-8B6E-3442-9B58-7B186F27CDA3}" dt="2023-09-25T09:39:44.910" v="10951" actId="20577"/>
        <pc:sldMkLst>
          <pc:docMk/>
          <pc:sldMk cId="899869156" sldId="494"/>
        </pc:sldMkLst>
        <pc:spChg chg="mod">
          <ac:chgData name="Loc Huynh" userId="80c0383e323bd6ea" providerId="LiveId" clId="{45D23C15-8B6E-3442-9B58-7B186F27CDA3}" dt="2023-09-25T06:40:48.750" v="8555"/>
          <ac:spMkLst>
            <pc:docMk/>
            <pc:sldMk cId="899869156" sldId="494"/>
            <ac:spMk id="2" creationId="{7CA9AA29-0FE1-3540-AB70-E79494FB3039}"/>
          </ac:spMkLst>
        </pc:spChg>
        <pc:spChg chg="mod">
          <ac:chgData name="Loc Huynh" userId="80c0383e323bd6ea" providerId="LiveId" clId="{45D23C15-8B6E-3442-9B58-7B186F27CDA3}" dt="2023-09-25T09:39:44.910" v="10951" actId="20577"/>
          <ac:spMkLst>
            <pc:docMk/>
            <pc:sldMk cId="899869156" sldId="494"/>
            <ac:spMk id="3" creationId="{2AEC478E-BD5B-CB40-B57E-2A14FA7E7E11}"/>
          </ac:spMkLst>
        </pc:spChg>
        <pc:spChg chg="add mod">
          <ac:chgData name="Loc Huynh" userId="80c0383e323bd6ea" providerId="LiveId" clId="{45D23C15-8B6E-3442-9B58-7B186F27CDA3}" dt="2023-09-25T01:58:04.034" v="5160"/>
          <ac:spMkLst>
            <pc:docMk/>
            <pc:sldMk cId="899869156" sldId="494"/>
            <ac:spMk id="5" creationId="{47C6482F-CA6C-F271-A9F3-987DDA2DD126}"/>
          </ac:spMkLst>
        </pc:spChg>
      </pc:sldChg>
      <pc:sldChg chg="del">
        <pc:chgData name="Loc Huynh" userId="80c0383e323bd6ea" providerId="LiveId" clId="{45D23C15-8B6E-3442-9B58-7B186F27CDA3}" dt="2023-09-18T00:59:18.410" v="113" actId="2696"/>
        <pc:sldMkLst>
          <pc:docMk/>
          <pc:sldMk cId="1075784339" sldId="494"/>
        </pc:sldMkLst>
      </pc:sldChg>
      <pc:sldChg chg="addSp modSp add mod">
        <pc:chgData name="Loc Huynh" userId="80c0383e323bd6ea" providerId="LiveId" clId="{45D23C15-8B6E-3442-9B58-7B186F27CDA3}" dt="2023-09-25T07:09:53.592" v="9015" actId="207"/>
        <pc:sldMkLst>
          <pc:docMk/>
          <pc:sldMk cId="1782875541" sldId="495"/>
        </pc:sldMkLst>
        <pc:spChg chg="mod">
          <ac:chgData name="Loc Huynh" userId="80c0383e323bd6ea" providerId="LiveId" clId="{45D23C15-8B6E-3442-9B58-7B186F27CDA3}" dt="2023-09-25T07:09:05.605" v="9008"/>
          <ac:spMkLst>
            <pc:docMk/>
            <pc:sldMk cId="1782875541" sldId="495"/>
            <ac:spMk id="2" creationId="{7CA9AA29-0FE1-3540-AB70-E79494FB3039}"/>
          </ac:spMkLst>
        </pc:spChg>
        <pc:spChg chg="mod">
          <ac:chgData name="Loc Huynh" userId="80c0383e323bd6ea" providerId="LiveId" clId="{45D23C15-8B6E-3442-9B58-7B186F27CDA3}" dt="2023-09-25T07:09:53.592" v="9015" actId="207"/>
          <ac:spMkLst>
            <pc:docMk/>
            <pc:sldMk cId="1782875541" sldId="495"/>
            <ac:spMk id="3" creationId="{2AEC478E-BD5B-CB40-B57E-2A14FA7E7E11}"/>
          </ac:spMkLst>
        </pc:spChg>
        <pc:spChg chg="add mod">
          <ac:chgData name="Loc Huynh" userId="80c0383e323bd6ea" providerId="LiveId" clId="{45D23C15-8B6E-3442-9B58-7B186F27CDA3}" dt="2023-09-25T01:58:04.034" v="5160"/>
          <ac:spMkLst>
            <pc:docMk/>
            <pc:sldMk cId="1782875541" sldId="495"/>
            <ac:spMk id="5" creationId="{82F70B65-4FB3-2CBD-BD38-2B5A37298C53}"/>
          </ac:spMkLst>
        </pc:spChg>
      </pc:sldChg>
      <pc:sldChg chg="del">
        <pc:chgData name="Loc Huynh" userId="80c0383e323bd6ea" providerId="LiveId" clId="{45D23C15-8B6E-3442-9B58-7B186F27CDA3}" dt="2023-09-18T00:59:18.386" v="106" actId="2696"/>
        <pc:sldMkLst>
          <pc:docMk/>
          <pc:sldMk cId="3887065777" sldId="495"/>
        </pc:sldMkLst>
      </pc:sldChg>
      <pc:sldChg chg="addSp modSp add mod chgLayout">
        <pc:chgData name="Loc Huynh" userId="80c0383e323bd6ea" providerId="LiveId" clId="{45D23C15-8B6E-3442-9B58-7B186F27CDA3}" dt="2023-09-25T09:59:23.077" v="11627" actId="207"/>
        <pc:sldMkLst>
          <pc:docMk/>
          <pc:sldMk cId="1176549881" sldId="496"/>
        </pc:sldMkLst>
        <pc:spChg chg="mod ord">
          <ac:chgData name="Loc Huynh" userId="80c0383e323bd6ea" providerId="LiveId" clId="{45D23C15-8B6E-3442-9B58-7B186F27CDA3}" dt="2023-09-25T07:19:27.600" v="9125" actId="700"/>
          <ac:spMkLst>
            <pc:docMk/>
            <pc:sldMk cId="1176549881" sldId="496"/>
            <ac:spMk id="2" creationId="{8449C904-8229-3F4A-B5DC-9CCA09B255CD}"/>
          </ac:spMkLst>
        </pc:spChg>
        <pc:spChg chg="mod ord">
          <ac:chgData name="Loc Huynh" userId="80c0383e323bd6ea" providerId="LiveId" clId="{45D23C15-8B6E-3442-9B58-7B186F27CDA3}" dt="2023-09-25T07:24:20.592" v="9254" actId="20577"/>
          <ac:spMkLst>
            <pc:docMk/>
            <pc:sldMk cId="1176549881" sldId="496"/>
            <ac:spMk id="3" creationId="{E71E1CD6-B17B-BC44-9447-5B8A3062A2A5}"/>
          </ac:spMkLst>
        </pc:spChg>
        <pc:spChg chg="mod ord">
          <ac:chgData name="Loc Huynh" userId="80c0383e323bd6ea" providerId="LiveId" clId="{45D23C15-8B6E-3442-9B58-7B186F27CDA3}" dt="2023-09-25T07:19:27.600" v="9125" actId="700"/>
          <ac:spMkLst>
            <pc:docMk/>
            <pc:sldMk cId="1176549881" sldId="496"/>
            <ac:spMk id="4" creationId="{6B5CBD79-AEDD-A247-99AA-1CA98E0A1BDD}"/>
          </ac:spMkLst>
        </pc:spChg>
        <pc:spChg chg="add mod ord">
          <ac:chgData name="Loc Huynh" userId="80c0383e323bd6ea" providerId="LiveId" clId="{45D23C15-8B6E-3442-9B58-7B186F27CDA3}" dt="2023-09-25T07:19:27.600" v="9125" actId="700"/>
          <ac:spMkLst>
            <pc:docMk/>
            <pc:sldMk cId="1176549881" sldId="496"/>
            <ac:spMk id="5" creationId="{8B4EC7AB-DE7F-519B-53A5-6894A4771A5D}"/>
          </ac:spMkLst>
        </pc:spChg>
        <pc:spChg chg="mod">
          <ac:chgData name="Loc Huynh" userId="80c0383e323bd6ea" providerId="LiveId" clId="{45D23C15-8B6E-3442-9B58-7B186F27CDA3}" dt="2023-09-25T09:59:23.077" v="11627" actId="207"/>
          <ac:spMkLst>
            <pc:docMk/>
            <pc:sldMk cId="1176549881" sldId="496"/>
            <ac:spMk id="6" creationId="{F9C6793A-5743-3040-B826-3EEE3AA6A32F}"/>
          </ac:spMkLst>
        </pc:spChg>
        <pc:spChg chg="mod">
          <ac:chgData name="Loc Huynh" userId="80c0383e323bd6ea" providerId="LiveId" clId="{45D23C15-8B6E-3442-9B58-7B186F27CDA3}" dt="2023-09-25T07:34:36.847" v="9603" actId="207"/>
          <ac:spMkLst>
            <pc:docMk/>
            <pc:sldMk cId="1176549881" sldId="496"/>
            <ac:spMk id="8" creationId="{4631B393-7D32-C142-9FC2-D2217A439825}"/>
          </ac:spMkLst>
        </pc:spChg>
      </pc:sldChg>
      <pc:sldChg chg="del">
        <pc:chgData name="Loc Huynh" userId="80c0383e323bd6ea" providerId="LiveId" clId="{45D23C15-8B6E-3442-9B58-7B186F27CDA3}" dt="2023-09-18T00:59:18.383" v="105" actId="2696"/>
        <pc:sldMkLst>
          <pc:docMk/>
          <pc:sldMk cId="1922161333" sldId="496"/>
        </pc:sldMkLst>
      </pc:sldChg>
      <pc:sldChg chg="del">
        <pc:chgData name="Loc Huynh" userId="80c0383e323bd6ea" providerId="LiveId" clId="{45D23C15-8B6E-3442-9B58-7B186F27CDA3}" dt="2023-09-18T00:59:18.323" v="95" actId="2696"/>
        <pc:sldMkLst>
          <pc:docMk/>
          <pc:sldMk cId="1152783581" sldId="497"/>
        </pc:sldMkLst>
      </pc:sldChg>
      <pc:sldChg chg="addSp delSp modSp add del mod addAnim delAnim modAnim chgLayout">
        <pc:chgData name="Loc Huynh" userId="80c0383e323bd6ea" providerId="LiveId" clId="{45D23C15-8B6E-3442-9B58-7B186F27CDA3}" dt="2023-09-25T07:39:42.623" v="9800" actId="2696"/>
        <pc:sldMkLst>
          <pc:docMk/>
          <pc:sldMk cId="3225402939" sldId="497"/>
        </pc:sldMkLst>
        <pc:spChg chg="mod ord">
          <ac:chgData name="Loc Huynh" userId="80c0383e323bd6ea" providerId="LiveId" clId="{45D23C15-8B6E-3442-9B58-7B186F27CDA3}" dt="2023-09-25T07:27:01.920" v="9289" actId="700"/>
          <ac:spMkLst>
            <pc:docMk/>
            <pc:sldMk cId="3225402939" sldId="497"/>
            <ac:spMk id="2" creationId="{8449C904-8229-3F4A-B5DC-9CCA09B255CD}"/>
          </ac:spMkLst>
        </pc:spChg>
        <pc:spChg chg="mod ord">
          <ac:chgData name="Loc Huynh" userId="80c0383e323bd6ea" providerId="LiveId" clId="{45D23C15-8B6E-3442-9B58-7B186F27CDA3}" dt="2023-09-25T07:31:59.606" v="9578" actId="20577"/>
          <ac:spMkLst>
            <pc:docMk/>
            <pc:sldMk cId="3225402939" sldId="497"/>
            <ac:spMk id="3" creationId="{E71E1CD6-B17B-BC44-9447-5B8A3062A2A5}"/>
          </ac:spMkLst>
        </pc:spChg>
        <pc:spChg chg="mod ord">
          <ac:chgData name="Loc Huynh" userId="80c0383e323bd6ea" providerId="LiveId" clId="{45D23C15-8B6E-3442-9B58-7B186F27CDA3}" dt="2023-09-25T07:27:01.920" v="9289" actId="700"/>
          <ac:spMkLst>
            <pc:docMk/>
            <pc:sldMk cId="3225402939" sldId="497"/>
            <ac:spMk id="4" creationId="{6B5CBD79-AEDD-A247-99AA-1CA98E0A1BDD}"/>
          </ac:spMkLst>
        </pc:spChg>
        <pc:spChg chg="add mod ord">
          <ac:chgData name="Loc Huynh" userId="80c0383e323bd6ea" providerId="LiveId" clId="{45D23C15-8B6E-3442-9B58-7B186F27CDA3}" dt="2023-09-25T07:27:01.920" v="9289" actId="700"/>
          <ac:spMkLst>
            <pc:docMk/>
            <pc:sldMk cId="3225402939" sldId="497"/>
            <ac:spMk id="5" creationId="{CDE0F8E3-D708-FDE5-518E-9E63CA29D368}"/>
          </ac:spMkLst>
        </pc:spChg>
        <pc:spChg chg="add del mod">
          <ac:chgData name="Loc Huynh" userId="80c0383e323bd6ea" providerId="LiveId" clId="{45D23C15-8B6E-3442-9B58-7B186F27CDA3}" dt="2023-09-25T07:29:40.114" v="9362" actId="478"/>
          <ac:spMkLst>
            <pc:docMk/>
            <pc:sldMk cId="3225402939" sldId="497"/>
            <ac:spMk id="6" creationId="{5E96F5E5-4986-859F-EA45-388F068EA616}"/>
          </ac:spMkLst>
        </pc:spChg>
        <pc:spChg chg="mod">
          <ac:chgData name="Loc Huynh" userId="80c0383e323bd6ea" providerId="LiveId" clId="{45D23C15-8B6E-3442-9B58-7B186F27CDA3}" dt="2023-09-25T07:32:06.348" v="9580" actId="14100"/>
          <ac:spMkLst>
            <pc:docMk/>
            <pc:sldMk cId="3225402939" sldId="497"/>
            <ac:spMk id="7" creationId="{1D74AD71-046C-7D4E-89A6-3E979F5DF46A}"/>
          </ac:spMkLst>
        </pc:spChg>
        <pc:spChg chg="del mod">
          <ac:chgData name="Loc Huynh" userId="80c0383e323bd6ea" providerId="LiveId" clId="{45D23C15-8B6E-3442-9B58-7B186F27CDA3}" dt="2023-09-25T07:29:34.889" v="9360" actId="478"/>
          <ac:spMkLst>
            <pc:docMk/>
            <pc:sldMk cId="3225402939" sldId="497"/>
            <ac:spMk id="8" creationId="{AC80A877-9816-634D-81A7-6FE16B32548E}"/>
          </ac:spMkLst>
        </pc:spChg>
        <pc:spChg chg="add del mod">
          <ac:chgData name="Loc Huynh" userId="80c0383e323bd6ea" providerId="LiveId" clId="{45D23C15-8B6E-3442-9B58-7B186F27CDA3}" dt="2023-09-25T07:32:33.528" v="9586" actId="1076"/>
          <ac:spMkLst>
            <pc:docMk/>
            <pc:sldMk cId="3225402939" sldId="497"/>
            <ac:spMk id="9" creationId="{ABE5426C-07EF-1843-9C26-E0D6A0159646}"/>
          </ac:spMkLst>
        </pc:spChg>
        <pc:spChg chg="del">
          <ac:chgData name="Loc Huynh" userId="80c0383e323bd6ea" providerId="LiveId" clId="{45D23C15-8B6E-3442-9B58-7B186F27CDA3}" dt="2023-09-25T07:30:04.466" v="9387" actId="478"/>
          <ac:spMkLst>
            <pc:docMk/>
            <pc:sldMk cId="3225402939" sldId="497"/>
            <ac:spMk id="10" creationId="{C2AE81C6-5BEC-914B-87ED-875DB098AFD0}"/>
          </ac:spMkLst>
        </pc:spChg>
        <pc:spChg chg="add mod">
          <ac:chgData name="Loc Huynh" userId="80c0383e323bd6ea" providerId="LiveId" clId="{45D23C15-8B6E-3442-9B58-7B186F27CDA3}" dt="2023-09-25T07:32:14.251" v="9582" actId="1076"/>
          <ac:spMkLst>
            <pc:docMk/>
            <pc:sldMk cId="3225402939" sldId="497"/>
            <ac:spMk id="11" creationId="{26B710F4-C956-414C-3FB6-D257AC17840E}"/>
          </ac:spMkLst>
        </pc:spChg>
        <pc:spChg chg="add mod">
          <ac:chgData name="Loc Huynh" userId="80c0383e323bd6ea" providerId="LiveId" clId="{45D23C15-8B6E-3442-9B58-7B186F27CDA3}" dt="2023-09-25T07:32:28.684" v="9585" actId="1076"/>
          <ac:spMkLst>
            <pc:docMk/>
            <pc:sldMk cId="3225402939" sldId="497"/>
            <ac:spMk id="12" creationId="{842EDBD0-63B3-42E4-F339-59C6F75E9079}"/>
          </ac:spMkLst>
        </pc:spChg>
      </pc:sldChg>
      <pc:sldChg chg="addSp delSp modSp add mod chgLayout">
        <pc:chgData name="Loc Huynh" userId="80c0383e323bd6ea" providerId="LiveId" clId="{45D23C15-8B6E-3442-9B58-7B186F27CDA3}" dt="2023-09-25T09:12:48.028" v="10370" actId="1076"/>
        <pc:sldMkLst>
          <pc:docMk/>
          <pc:sldMk cId="878530208" sldId="498"/>
        </pc:sldMkLst>
        <pc:spChg chg="mod ord">
          <ac:chgData name="Loc Huynh" userId="80c0383e323bd6ea" providerId="LiveId" clId="{45D23C15-8B6E-3442-9B58-7B186F27CDA3}" dt="2023-09-25T07:41:18.704" v="9876" actId="20577"/>
          <ac:spMkLst>
            <pc:docMk/>
            <pc:sldMk cId="878530208" sldId="498"/>
            <ac:spMk id="2" creationId="{636479E2-C0D6-904F-B5C5-2271728A96C3}"/>
          </ac:spMkLst>
        </pc:spChg>
        <pc:spChg chg="add mod ord">
          <ac:chgData name="Loc Huynh" userId="80c0383e323bd6ea" providerId="LiveId" clId="{45D23C15-8B6E-3442-9B58-7B186F27CDA3}" dt="2023-09-25T07:41:12.740" v="9859" actId="700"/>
          <ac:spMkLst>
            <pc:docMk/>
            <pc:sldMk cId="878530208" sldId="498"/>
            <ac:spMk id="3" creationId="{830B65A9-C939-5BD4-72C1-733BD696C7AD}"/>
          </ac:spMkLst>
        </pc:spChg>
        <pc:spChg chg="mod ord">
          <ac:chgData name="Loc Huynh" userId="80c0383e323bd6ea" providerId="LiveId" clId="{45D23C15-8B6E-3442-9B58-7B186F27CDA3}" dt="2023-09-25T07:41:12.740" v="9859" actId="700"/>
          <ac:spMkLst>
            <pc:docMk/>
            <pc:sldMk cId="878530208" sldId="498"/>
            <ac:spMk id="4" creationId="{961813DB-F3F2-A844-9A22-9324D7622836}"/>
          </ac:spMkLst>
        </pc:spChg>
        <pc:spChg chg="add mod ord">
          <ac:chgData name="Loc Huynh" userId="80c0383e323bd6ea" providerId="LiveId" clId="{45D23C15-8B6E-3442-9B58-7B186F27CDA3}" dt="2023-09-25T09:12:39.235" v="10369" actId="123"/>
          <ac:spMkLst>
            <pc:docMk/>
            <pc:sldMk cId="878530208" sldId="498"/>
            <ac:spMk id="5" creationId="{5E85DD47-24DD-5191-8E8A-3A0762817BB7}"/>
          </ac:spMkLst>
        </pc:spChg>
        <pc:spChg chg="add mod">
          <ac:chgData name="Loc Huynh" userId="80c0383e323bd6ea" providerId="LiveId" clId="{45D23C15-8B6E-3442-9B58-7B186F27CDA3}" dt="2023-09-25T08:30:11.902" v="10235" actId="13926"/>
          <ac:spMkLst>
            <pc:docMk/>
            <pc:sldMk cId="878530208" sldId="498"/>
            <ac:spMk id="6" creationId="{2B82BEB3-FB58-21A8-BB0E-2A05B8CE8F7B}"/>
          </ac:spMkLst>
        </pc:spChg>
        <pc:spChg chg="add mod ord">
          <ac:chgData name="Loc Huynh" userId="80c0383e323bd6ea" providerId="LiveId" clId="{45D23C15-8B6E-3442-9B58-7B186F27CDA3}" dt="2023-09-25T08:35:31.292" v="10295" actId="1076"/>
          <ac:spMkLst>
            <pc:docMk/>
            <pc:sldMk cId="878530208" sldId="498"/>
            <ac:spMk id="7" creationId="{21D71393-8758-F53E-2ECD-26A2C4F7F9FF}"/>
          </ac:spMkLst>
        </pc:spChg>
        <pc:spChg chg="mod topLvl">
          <ac:chgData name="Loc Huynh" userId="80c0383e323bd6ea" providerId="LiveId" clId="{45D23C15-8B6E-3442-9B58-7B186F27CDA3}" dt="2023-09-25T08:39:50.514" v="10355" actId="1038"/>
          <ac:spMkLst>
            <pc:docMk/>
            <pc:sldMk cId="878530208" sldId="498"/>
            <ac:spMk id="26" creationId="{BF0BFF0C-B43D-4844-889F-67B318DBD81F}"/>
          </ac:spMkLst>
        </pc:spChg>
        <pc:spChg chg="mod topLvl">
          <ac:chgData name="Loc Huynh" userId="80c0383e323bd6ea" providerId="LiveId" clId="{45D23C15-8B6E-3442-9B58-7B186F27CDA3}" dt="2023-09-25T08:40:08.139" v="10360" actId="14100"/>
          <ac:spMkLst>
            <pc:docMk/>
            <pc:sldMk cId="878530208" sldId="498"/>
            <ac:spMk id="27" creationId="{E1BD5EAA-26CD-0740-BAB8-10657C17D858}"/>
          </ac:spMkLst>
        </pc:spChg>
        <pc:spChg chg="mod topLvl">
          <ac:chgData name="Loc Huynh" userId="80c0383e323bd6ea" providerId="LiveId" clId="{45D23C15-8B6E-3442-9B58-7B186F27CDA3}" dt="2023-09-25T08:35:05.463" v="10286" actId="1076"/>
          <ac:spMkLst>
            <pc:docMk/>
            <pc:sldMk cId="878530208" sldId="498"/>
            <ac:spMk id="32" creationId="{FBD84D75-209F-634F-87C9-8DF440110956}"/>
          </ac:spMkLst>
        </pc:spChg>
        <pc:spChg chg="del mod topLvl">
          <ac:chgData name="Loc Huynh" userId="80c0383e323bd6ea" providerId="LiveId" clId="{45D23C15-8B6E-3442-9B58-7B186F27CDA3}" dt="2023-09-25T08:36:53.094" v="10309" actId="478"/>
          <ac:spMkLst>
            <pc:docMk/>
            <pc:sldMk cId="878530208" sldId="498"/>
            <ac:spMk id="33" creationId="{31DD3468-F24F-CD43-AF68-3E8EC6F59A92}"/>
          </ac:spMkLst>
        </pc:spChg>
        <pc:spChg chg="mod topLvl">
          <ac:chgData name="Loc Huynh" userId="80c0383e323bd6ea" providerId="LiveId" clId="{45D23C15-8B6E-3442-9B58-7B186F27CDA3}" dt="2023-09-25T08:36:23.660" v="10304" actId="1076"/>
          <ac:spMkLst>
            <pc:docMk/>
            <pc:sldMk cId="878530208" sldId="498"/>
            <ac:spMk id="34" creationId="{80F633CB-0172-2249-B741-9D61E6EB93F4}"/>
          </ac:spMkLst>
        </pc:spChg>
        <pc:spChg chg="mod topLvl">
          <ac:chgData name="Loc Huynh" userId="80c0383e323bd6ea" providerId="LiveId" clId="{45D23C15-8B6E-3442-9B58-7B186F27CDA3}" dt="2023-09-25T08:37:24.573" v="10316" actId="1076"/>
          <ac:spMkLst>
            <pc:docMk/>
            <pc:sldMk cId="878530208" sldId="498"/>
            <ac:spMk id="35" creationId="{11F4ABED-12D2-7E4C-800D-9958F2A256A8}"/>
          </ac:spMkLst>
        </pc:spChg>
        <pc:spChg chg="mod topLvl">
          <ac:chgData name="Loc Huynh" userId="80c0383e323bd6ea" providerId="LiveId" clId="{45D23C15-8B6E-3442-9B58-7B186F27CDA3}" dt="2023-09-25T08:37:53.959" v="10325" actId="1076"/>
          <ac:spMkLst>
            <pc:docMk/>
            <pc:sldMk cId="878530208" sldId="498"/>
            <ac:spMk id="36" creationId="{CAA6EF0E-5D46-CF49-9965-83CC008F8566}"/>
          </ac:spMkLst>
        </pc:spChg>
        <pc:spChg chg="mod topLvl">
          <ac:chgData name="Loc Huynh" userId="80c0383e323bd6ea" providerId="LiveId" clId="{45D23C15-8B6E-3442-9B58-7B186F27CDA3}" dt="2023-09-25T08:35:56.149" v="10298" actId="1076"/>
          <ac:spMkLst>
            <pc:docMk/>
            <pc:sldMk cId="878530208" sldId="498"/>
            <ac:spMk id="37" creationId="{D5E943B4-6C89-1D46-B34C-B15855C7BE0B}"/>
          </ac:spMkLst>
        </pc:spChg>
        <pc:spChg chg="del">
          <ac:chgData name="Loc Huynh" userId="80c0383e323bd6ea" providerId="LiveId" clId="{45D23C15-8B6E-3442-9B58-7B186F27CDA3}" dt="2023-09-25T07:57:44.042" v="9920" actId="478"/>
          <ac:spMkLst>
            <pc:docMk/>
            <pc:sldMk cId="878530208" sldId="498"/>
            <ac:spMk id="38" creationId="{E0CC27D2-AE58-C341-B15A-955DC6458818}"/>
          </ac:spMkLst>
        </pc:spChg>
        <pc:spChg chg="mod topLvl">
          <ac:chgData name="Loc Huynh" userId="80c0383e323bd6ea" providerId="LiveId" clId="{45D23C15-8B6E-3442-9B58-7B186F27CDA3}" dt="2023-09-25T08:34:50.927" v="10282" actId="688"/>
          <ac:spMkLst>
            <pc:docMk/>
            <pc:sldMk cId="878530208" sldId="498"/>
            <ac:spMk id="41" creationId="{ABF7DE78-3359-B54D-A30C-3514D8EC3A7C}"/>
          </ac:spMkLst>
        </pc:spChg>
        <pc:spChg chg="mod topLvl">
          <ac:chgData name="Loc Huynh" userId="80c0383e323bd6ea" providerId="LiveId" clId="{45D23C15-8B6E-3442-9B58-7B186F27CDA3}" dt="2023-09-25T08:39:38.420" v="10349" actId="1038"/>
          <ac:spMkLst>
            <pc:docMk/>
            <pc:sldMk cId="878530208" sldId="498"/>
            <ac:spMk id="47" creationId="{02255104-D179-1F49-92F1-0E58D8280721}"/>
          </ac:spMkLst>
        </pc:spChg>
        <pc:spChg chg="del mod">
          <ac:chgData name="Loc Huynh" userId="80c0383e323bd6ea" providerId="LiveId" clId="{45D23C15-8B6E-3442-9B58-7B186F27CDA3}" dt="2023-09-25T08:06:16.185" v="10211" actId="478"/>
          <ac:spMkLst>
            <pc:docMk/>
            <pc:sldMk cId="878530208" sldId="498"/>
            <ac:spMk id="54" creationId="{3631130A-E161-5641-8F14-A16BEA1FA1D1}"/>
          </ac:spMkLst>
        </pc:spChg>
        <pc:grpChg chg="del mod">
          <ac:chgData name="Loc Huynh" userId="80c0383e323bd6ea" providerId="LiveId" clId="{45D23C15-8B6E-3442-9B58-7B186F27CDA3}" dt="2023-09-25T08:33:09.813" v="10268" actId="165"/>
          <ac:grpSpMkLst>
            <pc:docMk/>
            <pc:sldMk cId="878530208" sldId="498"/>
            <ac:grpSpMk id="15" creationId="{79EC7509-8C47-C54A-9219-E8017DF38566}"/>
          </ac:grpSpMkLst>
        </pc:grpChg>
        <pc:grpChg chg="del mod topLvl">
          <ac:chgData name="Loc Huynh" userId="80c0383e323bd6ea" providerId="LiveId" clId="{45D23C15-8B6E-3442-9B58-7B186F27CDA3}" dt="2023-09-25T08:33:20.056" v="10269" actId="165"/>
          <ac:grpSpMkLst>
            <pc:docMk/>
            <pc:sldMk cId="878530208" sldId="498"/>
            <ac:grpSpMk id="24" creationId="{31F62B9A-1CDF-734B-9E9A-C066B3926F99}"/>
          </ac:grpSpMkLst>
        </pc:grpChg>
        <pc:grpChg chg="del mod topLvl">
          <ac:chgData name="Loc Huynh" userId="80c0383e323bd6ea" providerId="LiveId" clId="{45D23C15-8B6E-3442-9B58-7B186F27CDA3}" dt="2023-09-25T08:33:27.273" v="10270" actId="165"/>
          <ac:grpSpMkLst>
            <pc:docMk/>
            <pc:sldMk cId="878530208" sldId="498"/>
            <ac:grpSpMk id="25" creationId="{F687876F-C32A-D64A-B328-258DA1F61270}"/>
          </ac:grpSpMkLst>
        </pc:grpChg>
        <pc:grpChg chg="add mod modVis">
          <ac:chgData name="Loc Huynh" userId="80c0383e323bd6ea" providerId="LiveId" clId="{45D23C15-8B6E-3442-9B58-7B186F27CDA3}" dt="2023-09-25T09:12:48.028" v="10370" actId="1076"/>
          <ac:grpSpMkLst>
            <pc:docMk/>
            <pc:sldMk cId="878530208" sldId="498"/>
            <ac:grpSpMk id="52" creationId="{1DB2020B-5B02-BE64-6AE4-FFB408990F6A}"/>
          </ac:grpSpMkLst>
        </pc:grpChg>
        <pc:picChg chg="del mod">
          <ac:chgData name="Loc Huynh" userId="80c0383e323bd6ea" providerId="LiveId" clId="{45D23C15-8B6E-3442-9B58-7B186F27CDA3}" dt="2023-09-25T08:08:20.346" v="10218" actId="478"/>
          <ac:picMkLst>
            <pc:docMk/>
            <pc:sldMk cId="878530208" sldId="498"/>
            <ac:picMk id="30" creationId="{E3F26345-1AE2-F64C-9C7D-E14E86E45943}"/>
          </ac:picMkLst>
        </pc:picChg>
        <pc:cxnChg chg="add mod">
          <ac:chgData name="Loc Huynh" userId="80c0383e323bd6ea" providerId="LiveId" clId="{45D23C15-8B6E-3442-9B58-7B186F27CDA3}" dt="2023-09-25T08:37:16.067" v="10315" actId="208"/>
          <ac:cxnSpMkLst>
            <pc:docMk/>
            <pc:sldMk cId="878530208" sldId="498"/>
            <ac:cxnSpMk id="20" creationId="{5485DA76-7C14-5BC3-40EC-9C283160307A}"/>
          </ac:cxnSpMkLst>
        </pc:cxnChg>
        <pc:cxnChg chg="del mod topLvl">
          <ac:chgData name="Loc Huynh" userId="80c0383e323bd6ea" providerId="LiveId" clId="{45D23C15-8B6E-3442-9B58-7B186F27CDA3}" dt="2023-09-25T08:37:39.134" v="10320" actId="478"/>
          <ac:cxnSpMkLst>
            <pc:docMk/>
            <pc:sldMk cId="878530208" sldId="498"/>
            <ac:cxnSpMk id="28" creationId="{F11BB4D9-05A1-D047-83EC-D749E68D1308}"/>
          </ac:cxnSpMkLst>
        </pc:cxnChg>
        <pc:cxnChg chg="mod topLvl">
          <ac:chgData name="Loc Huynh" userId="80c0383e323bd6ea" providerId="LiveId" clId="{45D23C15-8B6E-3442-9B58-7B186F27CDA3}" dt="2023-09-25T08:39:59.166" v="10357" actId="14100"/>
          <ac:cxnSpMkLst>
            <pc:docMk/>
            <pc:sldMk cId="878530208" sldId="498"/>
            <ac:cxnSpMk id="29" creationId="{FD9C02A6-FB14-A44E-80B2-2F17D721D0B8}"/>
          </ac:cxnSpMkLst>
        </pc:cxnChg>
        <pc:cxnChg chg="mod topLvl">
          <ac:chgData name="Loc Huynh" userId="80c0383e323bd6ea" providerId="LiveId" clId="{45D23C15-8B6E-3442-9B58-7B186F27CDA3}" dt="2023-09-25T08:34:57.302" v="10284" actId="14100"/>
          <ac:cxnSpMkLst>
            <pc:docMk/>
            <pc:sldMk cId="878530208" sldId="498"/>
            <ac:cxnSpMk id="31" creationId="{8FFDF533-201A-5A4D-95DF-3AAEE02CF131}"/>
          </ac:cxnSpMkLst>
        </pc:cxnChg>
        <pc:cxnChg chg="add mod">
          <ac:chgData name="Loc Huynh" userId="80c0383e323bd6ea" providerId="LiveId" clId="{45D23C15-8B6E-3442-9B58-7B186F27CDA3}" dt="2023-09-25T08:37:50.383" v="10324" actId="208"/>
          <ac:cxnSpMkLst>
            <pc:docMk/>
            <pc:sldMk cId="878530208" sldId="498"/>
            <ac:cxnSpMk id="40" creationId="{878E5B07-98EB-A7FB-78EF-6E6823CA7B03}"/>
          </ac:cxnSpMkLst>
        </pc:cxnChg>
        <pc:cxnChg chg="mod topLvl">
          <ac:chgData name="Loc Huynh" userId="80c0383e323bd6ea" providerId="LiveId" clId="{45D23C15-8B6E-3442-9B58-7B186F27CDA3}" dt="2023-09-25T08:35:31.292" v="10295" actId="1076"/>
          <ac:cxnSpMkLst>
            <pc:docMk/>
            <pc:sldMk cId="878530208" sldId="498"/>
            <ac:cxnSpMk id="42" creationId="{92E3197F-7D67-EF4E-9C84-36F9C8615244}"/>
          </ac:cxnSpMkLst>
        </pc:cxnChg>
        <pc:cxnChg chg="add mod">
          <ac:chgData name="Loc Huynh" userId="80c0383e323bd6ea" providerId="LiveId" clId="{45D23C15-8B6E-3442-9B58-7B186F27CDA3}" dt="2023-09-25T08:39:45.847" v="10351" actId="14100"/>
          <ac:cxnSpMkLst>
            <pc:docMk/>
            <pc:sldMk cId="878530208" sldId="498"/>
            <ac:cxnSpMk id="44" creationId="{4A9AF37F-C03F-FCEB-AF1C-B31C235B6D28}"/>
          </ac:cxnSpMkLst>
        </pc:cxnChg>
      </pc:sldChg>
      <pc:sldChg chg="del">
        <pc:chgData name="Loc Huynh" userId="80c0383e323bd6ea" providerId="LiveId" clId="{45D23C15-8B6E-3442-9B58-7B186F27CDA3}" dt="2023-09-18T00:59:18.423" v="118" actId="2696"/>
        <pc:sldMkLst>
          <pc:docMk/>
          <pc:sldMk cId="2317161822" sldId="498"/>
        </pc:sldMkLst>
      </pc:sldChg>
      <pc:sldChg chg="addSp delSp modSp add mod delAnim modAnim">
        <pc:chgData name="Loc Huynh" userId="80c0383e323bd6ea" providerId="LiveId" clId="{45D23C15-8B6E-3442-9B58-7B186F27CDA3}" dt="2023-09-25T09:17:48.921" v="10433" actId="1076"/>
        <pc:sldMkLst>
          <pc:docMk/>
          <pc:sldMk cId="655906729" sldId="499"/>
        </pc:sldMkLst>
        <pc:spChg chg="mod">
          <ac:chgData name="Loc Huynh" userId="80c0383e323bd6ea" providerId="LiveId" clId="{45D23C15-8B6E-3442-9B58-7B186F27CDA3}" dt="2023-09-25T07:41:23.159" v="9877"/>
          <ac:spMkLst>
            <pc:docMk/>
            <pc:sldMk cId="655906729" sldId="499"/>
            <ac:spMk id="2" creationId="{636479E2-C0D6-904F-B5C5-2271728A96C3}"/>
          </ac:spMkLst>
        </pc:spChg>
        <pc:spChg chg="add mod">
          <ac:chgData name="Loc Huynh" userId="80c0383e323bd6ea" providerId="LiveId" clId="{45D23C15-8B6E-3442-9B58-7B186F27CDA3}" dt="2023-09-25T01:58:04.034" v="5160"/>
          <ac:spMkLst>
            <pc:docMk/>
            <pc:sldMk cId="655906729" sldId="499"/>
            <ac:spMk id="3" creationId="{F5631894-5BC8-4F9A-6E81-3B7E60684D18}"/>
          </ac:spMkLst>
        </pc:spChg>
        <pc:spChg chg="mod">
          <ac:chgData name="Loc Huynh" userId="80c0383e323bd6ea" providerId="LiveId" clId="{45D23C15-8B6E-3442-9B58-7B186F27CDA3}" dt="2023-09-25T09:13:06.071" v="10371"/>
          <ac:spMkLst>
            <pc:docMk/>
            <pc:sldMk cId="655906729" sldId="499"/>
            <ac:spMk id="8" creationId="{54A346E6-49C3-EE90-BAE6-6DA3E3363D09}"/>
          </ac:spMkLst>
        </pc:spChg>
        <pc:spChg chg="mod">
          <ac:chgData name="Loc Huynh" userId="80c0383e323bd6ea" providerId="LiveId" clId="{45D23C15-8B6E-3442-9B58-7B186F27CDA3}" dt="2023-09-25T09:13:06.071" v="10371"/>
          <ac:spMkLst>
            <pc:docMk/>
            <pc:sldMk cId="655906729" sldId="499"/>
            <ac:spMk id="11" creationId="{65F378FC-D5DD-3173-70C4-7620345F355F}"/>
          </ac:spMkLst>
        </pc:spChg>
        <pc:spChg chg="mod">
          <ac:chgData name="Loc Huynh" userId="80c0383e323bd6ea" providerId="LiveId" clId="{45D23C15-8B6E-3442-9B58-7B186F27CDA3}" dt="2023-09-25T09:13:06.071" v="10371"/>
          <ac:spMkLst>
            <pc:docMk/>
            <pc:sldMk cId="655906729" sldId="499"/>
            <ac:spMk id="12" creationId="{B5A5DA19-CB27-A062-641B-4637CD021D44}"/>
          </ac:spMkLst>
        </pc:spChg>
        <pc:spChg chg="mod">
          <ac:chgData name="Loc Huynh" userId="80c0383e323bd6ea" providerId="LiveId" clId="{45D23C15-8B6E-3442-9B58-7B186F27CDA3}" dt="2023-09-25T09:13:06.071" v="10371"/>
          <ac:spMkLst>
            <pc:docMk/>
            <pc:sldMk cId="655906729" sldId="499"/>
            <ac:spMk id="13" creationId="{60DBA620-FE1E-507F-5D08-D0B917855A1A}"/>
          </ac:spMkLst>
        </pc:spChg>
        <pc:spChg chg="mod">
          <ac:chgData name="Loc Huynh" userId="80c0383e323bd6ea" providerId="LiveId" clId="{45D23C15-8B6E-3442-9B58-7B186F27CDA3}" dt="2023-09-25T09:13:06.071" v="10371"/>
          <ac:spMkLst>
            <pc:docMk/>
            <pc:sldMk cId="655906729" sldId="499"/>
            <ac:spMk id="14" creationId="{06C73834-61A5-8A60-9ADC-FC3E2544DD27}"/>
          </ac:spMkLst>
        </pc:spChg>
        <pc:spChg chg="mod">
          <ac:chgData name="Loc Huynh" userId="80c0383e323bd6ea" providerId="LiveId" clId="{45D23C15-8B6E-3442-9B58-7B186F27CDA3}" dt="2023-09-25T09:13:06.071" v="10371"/>
          <ac:spMkLst>
            <pc:docMk/>
            <pc:sldMk cId="655906729" sldId="499"/>
            <ac:spMk id="16" creationId="{2B449339-9CD8-AD9D-A741-25660E4914A0}"/>
          </ac:spMkLst>
        </pc:spChg>
        <pc:spChg chg="mod">
          <ac:chgData name="Loc Huynh" userId="80c0383e323bd6ea" providerId="LiveId" clId="{45D23C15-8B6E-3442-9B58-7B186F27CDA3}" dt="2023-09-25T09:13:06.071" v="10371"/>
          <ac:spMkLst>
            <pc:docMk/>
            <pc:sldMk cId="655906729" sldId="499"/>
            <ac:spMk id="17" creationId="{88EDA553-3919-F9E2-1699-D20395A31A6D}"/>
          </ac:spMkLst>
        </pc:spChg>
        <pc:spChg chg="mod">
          <ac:chgData name="Loc Huynh" userId="80c0383e323bd6ea" providerId="LiveId" clId="{45D23C15-8B6E-3442-9B58-7B186F27CDA3}" dt="2023-09-25T09:13:06.071" v="10371"/>
          <ac:spMkLst>
            <pc:docMk/>
            <pc:sldMk cId="655906729" sldId="499"/>
            <ac:spMk id="18" creationId="{344D8FEE-1BA0-97BA-BD52-F233E2E3D694}"/>
          </ac:spMkLst>
        </pc:spChg>
        <pc:spChg chg="mod">
          <ac:chgData name="Loc Huynh" userId="80c0383e323bd6ea" providerId="LiveId" clId="{45D23C15-8B6E-3442-9B58-7B186F27CDA3}" dt="2023-09-25T09:13:06.071" v="10371"/>
          <ac:spMkLst>
            <pc:docMk/>
            <pc:sldMk cId="655906729" sldId="499"/>
            <ac:spMk id="19" creationId="{77EB3903-2547-BE8E-C1B2-7AC39523A172}"/>
          </ac:spMkLst>
        </pc:spChg>
        <pc:spChg chg="mod">
          <ac:chgData name="Loc Huynh" userId="80c0383e323bd6ea" providerId="LiveId" clId="{45D23C15-8B6E-3442-9B58-7B186F27CDA3}" dt="2023-09-25T09:13:06.071" v="10371"/>
          <ac:spMkLst>
            <pc:docMk/>
            <pc:sldMk cId="655906729" sldId="499"/>
            <ac:spMk id="21" creationId="{6D70714D-B4DB-B042-33D7-E79AB23187AF}"/>
          </ac:spMkLst>
        </pc:spChg>
        <pc:spChg chg="del mod topLvl">
          <ac:chgData name="Loc Huynh" userId="80c0383e323bd6ea" providerId="LiveId" clId="{45D23C15-8B6E-3442-9B58-7B186F27CDA3}" dt="2023-09-25T09:15:43.409" v="10403" actId="478"/>
          <ac:spMkLst>
            <pc:docMk/>
            <pc:sldMk cId="655906729" sldId="499"/>
            <ac:spMk id="45" creationId="{71AC779C-65A2-3644-BFF5-B69FB881D028}"/>
          </ac:spMkLst>
        </pc:spChg>
        <pc:spChg chg="add del mod">
          <ac:chgData name="Loc Huynh" userId="80c0383e323bd6ea" providerId="LiveId" clId="{45D23C15-8B6E-3442-9B58-7B186F27CDA3}" dt="2023-09-25T09:17:16.178" v="10429" actId="478"/>
          <ac:spMkLst>
            <pc:docMk/>
            <pc:sldMk cId="655906729" sldId="499"/>
            <ac:spMk id="48" creationId="{070DDDC1-6174-9250-A7A6-BAB942A21166}"/>
          </ac:spMkLst>
        </pc:spChg>
        <pc:spChg chg="add del mod">
          <ac:chgData name="Loc Huynh" userId="80c0383e323bd6ea" providerId="LiveId" clId="{45D23C15-8B6E-3442-9B58-7B186F27CDA3}" dt="2023-09-25T09:17:15.375" v="10428" actId="478"/>
          <ac:spMkLst>
            <pc:docMk/>
            <pc:sldMk cId="655906729" sldId="499"/>
            <ac:spMk id="49" creationId="{99CC9C6D-666B-4D1B-A3C9-DDC0C756CCFC}"/>
          </ac:spMkLst>
        </pc:spChg>
        <pc:spChg chg="mod">
          <ac:chgData name="Loc Huynh" userId="80c0383e323bd6ea" providerId="LiveId" clId="{45D23C15-8B6E-3442-9B58-7B186F27CDA3}" dt="2023-09-25T09:17:44.616" v="10432" actId="1076"/>
          <ac:spMkLst>
            <pc:docMk/>
            <pc:sldMk cId="655906729" sldId="499"/>
            <ac:spMk id="51" creationId="{593249D7-27D3-E747-26E4-A8115C38DFE0}"/>
          </ac:spMkLst>
        </pc:spChg>
        <pc:spChg chg="mod">
          <ac:chgData name="Loc Huynh" userId="80c0383e323bd6ea" providerId="LiveId" clId="{45D23C15-8B6E-3442-9B58-7B186F27CDA3}" dt="2023-09-25T09:17:48.921" v="10433" actId="1076"/>
          <ac:spMkLst>
            <pc:docMk/>
            <pc:sldMk cId="655906729" sldId="499"/>
            <ac:spMk id="54" creationId="{3631130A-E161-5641-8F14-A16BEA1FA1D1}"/>
          </ac:spMkLst>
        </pc:spChg>
        <pc:spChg chg="mod">
          <ac:chgData name="Loc Huynh" userId="80c0383e323bd6ea" providerId="LiveId" clId="{45D23C15-8B6E-3442-9B58-7B186F27CDA3}" dt="2023-09-25T09:17:44.616" v="10432" actId="1076"/>
          <ac:spMkLst>
            <pc:docMk/>
            <pc:sldMk cId="655906729" sldId="499"/>
            <ac:spMk id="56" creationId="{982D6A65-2522-9729-661C-AAA23B7BF7B2}"/>
          </ac:spMkLst>
        </pc:spChg>
        <pc:spChg chg="mod">
          <ac:chgData name="Loc Huynh" userId="80c0383e323bd6ea" providerId="LiveId" clId="{45D23C15-8B6E-3442-9B58-7B186F27CDA3}" dt="2023-09-25T09:17:44.616" v="10432" actId="1076"/>
          <ac:spMkLst>
            <pc:docMk/>
            <pc:sldMk cId="655906729" sldId="499"/>
            <ac:spMk id="57" creationId="{7A140200-3961-F6DC-91FD-8BF84D97CA3C}"/>
          </ac:spMkLst>
        </pc:spChg>
        <pc:spChg chg="mod">
          <ac:chgData name="Loc Huynh" userId="80c0383e323bd6ea" providerId="LiveId" clId="{45D23C15-8B6E-3442-9B58-7B186F27CDA3}" dt="2023-09-25T09:17:44.616" v="10432" actId="1076"/>
          <ac:spMkLst>
            <pc:docMk/>
            <pc:sldMk cId="655906729" sldId="499"/>
            <ac:spMk id="58" creationId="{7C9AB795-0CE3-1EE8-A1B6-F8F67B35F908}"/>
          </ac:spMkLst>
        </pc:spChg>
        <pc:spChg chg="mod">
          <ac:chgData name="Loc Huynh" userId="80c0383e323bd6ea" providerId="LiveId" clId="{45D23C15-8B6E-3442-9B58-7B186F27CDA3}" dt="2023-09-25T09:17:44.616" v="10432" actId="1076"/>
          <ac:spMkLst>
            <pc:docMk/>
            <pc:sldMk cId="655906729" sldId="499"/>
            <ac:spMk id="59" creationId="{B22E3F52-E86C-E058-4282-F776960B7B46}"/>
          </ac:spMkLst>
        </pc:spChg>
        <pc:spChg chg="mod">
          <ac:chgData name="Loc Huynh" userId="80c0383e323bd6ea" providerId="LiveId" clId="{45D23C15-8B6E-3442-9B58-7B186F27CDA3}" dt="2023-09-25T09:17:44.616" v="10432" actId="1076"/>
          <ac:spMkLst>
            <pc:docMk/>
            <pc:sldMk cId="655906729" sldId="499"/>
            <ac:spMk id="61" creationId="{755EE5F7-7A2A-63B4-A26B-AFD64F0EBA32}"/>
          </ac:spMkLst>
        </pc:spChg>
        <pc:spChg chg="mod">
          <ac:chgData name="Loc Huynh" userId="80c0383e323bd6ea" providerId="LiveId" clId="{45D23C15-8B6E-3442-9B58-7B186F27CDA3}" dt="2023-09-25T09:17:44.616" v="10432" actId="1076"/>
          <ac:spMkLst>
            <pc:docMk/>
            <pc:sldMk cId="655906729" sldId="499"/>
            <ac:spMk id="64" creationId="{720CD30F-C2BE-4FD1-398C-4A1AB381B10C}"/>
          </ac:spMkLst>
        </pc:spChg>
        <pc:spChg chg="mod">
          <ac:chgData name="Loc Huynh" userId="80c0383e323bd6ea" providerId="LiveId" clId="{45D23C15-8B6E-3442-9B58-7B186F27CDA3}" dt="2023-09-25T09:17:44.616" v="10432" actId="1076"/>
          <ac:spMkLst>
            <pc:docMk/>
            <pc:sldMk cId="655906729" sldId="499"/>
            <ac:spMk id="65" creationId="{026B778A-1385-8EB2-072B-DC2D7CA759CB}"/>
          </ac:spMkLst>
        </pc:spChg>
        <pc:spChg chg="mod">
          <ac:chgData name="Loc Huynh" userId="80c0383e323bd6ea" providerId="LiveId" clId="{45D23C15-8B6E-3442-9B58-7B186F27CDA3}" dt="2023-09-25T09:17:44.616" v="10432" actId="1076"/>
          <ac:spMkLst>
            <pc:docMk/>
            <pc:sldMk cId="655906729" sldId="499"/>
            <ac:spMk id="66" creationId="{34E03275-9363-3C93-44DD-9D607E6580A3}"/>
          </ac:spMkLst>
        </pc:spChg>
        <pc:spChg chg="mod">
          <ac:chgData name="Loc Huynh" userId="80c0383e323bd6ea" providerId="LiveId" clId="{45D23C15-8B6E-3442-9B58-7B186F27CDA3}" dt="2023-09-25T09:17:44.616" v="10432" actId="1076"/>
          <ac:spMkLst>
            <pc:docMk/>
            <pc:sldMk cId="655906729" sldId="499"/>
            <ac:spMk id="69" creationId="{2E5BA385-54B2-BB65-CF8A-233EC4B3F08B}"/>
          </ac:spMkLst>
        </pc:spChg>
        <pc:spChg chg="mod">
          <ac:chgData name="Loc Huynh" userId="80c0383e323bd6ea" providerId="LiveId" clId="{45D23C15-8B6E-3442-9B58-7B186F27CDA3}" dt="2023-09-25T09:17:44.616" v="10432" actId="1076"/>
          <ac:spMkLst>
            <pc:docMk/>
            <pc:sldMk cId="655906729" sldId="499"/>
            <ac:spMk id="70" creationId="{42BDCD40-57B6-096C-C181-8E87F964E9C8}"/>
          </ac:spMkLst>
        </pc:spChg>
        <pc:spChg chg="mod">
          <ac:chgData name="Loc Huynh" userId="80c0383e323bd6ea" providerId="LiveId" clId="{45D23C15-8B6E-3442-9B58-7B186F27CDA3}" dt="2023-09-25T09:17:44.616" v="10432" actId="1076"/>
          <ac:spMkLst>
            <pc:docMk/>
            <pc:sldMk cId="655906729" sldId="499"/>
            <ac:spMk id="71" creationId="{861B4895-C36E-5BAA-8B95-A03B4E32BBB7}"/>
          </ac:spMkLst>
        </pc:spChg>
        <pc:spChg chg="mod">
          <ac:chgData name="Loc Huynh" userId="80c0383e323bd6ea" providerId="LiveId" clId="{45D23C15-8B6E-3442-9B58-7B186F27CDA3}" dt="2023-09-25T09:17:44.616" v="10432" actId="1076"/>
          <ac:spMkLst>
            <pc:docMk/>
            <pc:sldMk cId="655906729" sldId="499"/>
            <ac:spMk id="73" creationId="{C4966C9F-313D-8996-3F2A-B4949B62ACAD}"/>
          </ac:spMkLst>
        </pc:spChg>
        <pc:grpChg chg="add del mod">
          <ac:chgData name="Loc Huynh" userId="80c0383e323bd6ea" providerId="LiveId" clId="{45D23C15-8B6E-3442-9B58-7B186F27CDA3}" dt="2023-09-25T09:17:38.905" v="10430" actId="478"/>
          <ac:grpSpMkLst>
            <pc:docMk/>
            <pc:sldMk cId="655906729" sldId="499"/>
            <ac:grpSpMk id="5" creationId="{134CB9EC-0036-7D4F-7F4D-FA78E9AA3BFB}"/>
          </ac:grpSpMkLst>
        </pc:grpChg>
        <pc:grpChg chg="del mod">
          <ac:chgData name="Loc Huynh" userId="80c0383e323bd6ea" providerId="LiveId" clId="{45D23C15-8B6E-3442-9B58-7B186F27CDA3}" dt="2023-09-25T09:15:37.821" v="10400" actId="478"/>
          <ac:grpSpMkLst>
            <pc:docMk/>
            <pc:sldMk cId="655906729" sldId="499"/>
            <ac:grpSpMk id="7" creationId="{36548564-728E-B040-9E4A-0C60B2515492}"/>
          </ac:grpSpMkLst>
        </pc:grpChg>
        <pc:grpChg chg="del">
          <ac:chgData name="Loc Huynh" userId="80c0383e323bd6ea" providerId="LiveId" clId="{45D23C15-8B6E-3442-9B58-7B186F27CDA3}" dt="2023-09-25T09:13:08.688" v="10372" actId="478"/>
          <ac:grpSpMkLst>
            <pc:docMk/>
            <pc:sldMk cId="655906729" sldId="499"/>
            <ac:grpSpMk id="15" creationId="{79EC7509-8C47-C54A-9219-E8017DF38566}"/>
          </ac:grpSpMkLst>
        </pc:grpChg>
        <pc:grpChg chg="del">
          <ac:chgData name="Loc Huynh" userId="80c0383e323bd6ea" providerId="LiveId" clId="{45D23C15-8B6E-3442-9B58-7B186F27CDA3}" dt="2023-09-25T09:15:38.932" v="10401" actId="478"/>
          <ac:grpSpMkLst>
            <pc:docMk/>
            <pc:sldMk cId="655906729" sldId="499"/>
            <ac:grpSpMk id="39" creationId="{961D4563-2C36-134D-B55A-D1E11C9FC4ED}"/>
          </ac:grpSpMkLst>
        </pc:grpChg>
        <pc:grpChg chg="del">
          <ac:chgData name="Loc Huynh" userId="80c0383e323bd6ea" providerId="LiveId" clId="{45D23C15-8B6E-3442-9B58-7B186F27CDA3}" dt="2023-09-25T09:15:43.409" v="10403" actId="478"/>
          <ac:grpSpMkLst>
            <pc:docMk/>
            <pc:sldMk cId="655906729" sldId="499"/>
            <ac:grpSpMk id="44" creationId="{0E589623-BA58-994C-ABA9-69E1358C4E97}"/>
          </ac:grpSpMkLst>
        </pc:grpChg>
        <pc:grpChg chg="add mod">
          <ac:chgData name="Loc Huynh" userId="80c0383e323bd6ea" providerId="LiveId" clId="{45D23C15-8B6E-3442-9B58-7B186F27CDA3}" dt="2023-09-25T09:17:44.616" v="10432" actId="1076"/>
          <ac:grpSpMkLst>
            <pc:docMk/>
            <pc:sldMk cId="655906729" sldId="499"/>
            <ac:grpSpMk id="50" creationId="{CCE7B3A9-0ED7-44A0-DAC9-ED393627F5A4}"/>
          </ac:grpSpMkLst>
        </pc:grpChg>
        <pc:picChg chg="mod">
          <ac:chgData name="Loc Huynh" userId="80c0383e323bd6ea" providerId="LiveId" clId="{45D23C15-8B6E-3442-9B58-7B186F27CDA3}" dt="2023-09-25T09:17:44.616" v="10432" actId="1076"/>
          <ac:picMkLst>
            <pc:docMk/>
            <pc:sldMk cId="655906729" sldId="499"/>
            <ac:picMk id="60" creationId="{C7A28D52-7CE8-532A-0DDD-C12449C0449E}"/>
          </ac:picMkLst>
        </pc:picChg>
        <pc:picChg chg="mod">
          <ac:chgData name="Loc Huynh" userId="80c0383e323bd6ea" providerId="LiveId" clId="{45D23C15-8B6E-3442-9B58-7B186F27CDA3}" dt="2023-09-25T09:17:44.616" v="10432" actId="1076"/>
          <ac:picMkLst>
            <pc:docMk/>
            <pc:sldMk cId="655906729" sldId="499"/>
            <ac:picMk id="63" creationId="{1F79AAFB-7BD2-4192-93F7-9E835DCF338E}"/>
          </ac:picMkLst>
        </pc:picChg>
        <pc:picChg chg="mod">
          <ac:chgData name="Loc Huynh" userId="80c0383e323bd6ea" providerId="LiveId" clId="{45D23C15-8B6E-3442-9B58-7B186F27CDA3}" dt="2023-09-25T09:17:44.616" v="10432" actId="1076"/>
          <ac:picMkLst>
            <pc:docMk/>
            <pc:sldMk cId="655906729" sldId="499"/>
            <ac:picMk id="68" creationId="{FA20E879-9874-535A-E1A8-CAB226A5539D}"/>
          </ac:picMkLst>
        </pc:picChg>
        <pc:picChg chg="mod">
          <ac:chgData name="Loc Huynh" userId="80c0383e323bd6ea" providerId="LiveId" clId="{45D23C15-8B6E-3442-9B58-7B186F27CDA3}" dt="2023-09-25T09:17:44.616" v="10432" actId="1076"/>
          <ac:picMkLst>
            <pc:docMk/>
            <pc:sldMk cId="655906729" sldId="499"/>
            <ac:picMk id="72" creationId="{3667240D-6D9F-420C-02D3-992D851B862C}"/>
          </ac:picMkLst>
        </pc:picChg>
        <pc:cxnChg chg="mod">
          <ac:chgData name="Loc Huynh" userId="80c0383e323bd6ea" providerId="LiveId" clId="{45D23C15-8B6E-3442-9B58-7B186F27CDA3}" dt="2023-09-25T09:15:37.821" v="10400" actId="478"/>
          <ac:cxnSpMkLst>
            <pc:docMk/>
            <pc:sldMk cId="655906729" sldId="499"/>
            <ac:cxnSpMk id="6" creationId="{10113F01-F5CC-9B4A-B93E-801B9EF4C31B}"/>
          </ac:cxnSpMkLst>
        </pc:cxnChg>
        <pc:cxnChg chg="mod">
          <ac:chgData name="Loc Huynh" userId="80c0383e323bd6ea" providerId="LiveId" clId="{45D23C15-8B6E-3442-9B58-7B186F27CDA3}" dt="2023-09-25T09:17:38.905" v="10430" actId="478"/>
          <ac:cxnSpMkLst>
            <pc:docMk/>
            <pc:sldMk cId="655906729" sldId="499"/>
            <ac:cxnSpMk id="9" creationId="{A3189FC0-93D2-A9E9-89F8-6151C96F483A}"/>
          </ac:cxnSpMkLst>
        </pc:cxnChg>
        <pc:cxnChg chg="mod">
          <ac:chgData name="Loc Huynh" userId="80c0383e323bd6ea" providerId="LiveId" clId="{45D23C15-8B6E-3442-9B58-7B186F27CDA3}" dt="2023-09-25T09:17:38.905" v="10430" actId="478"/>
          <ac:cxnSpMkLst>
            <pc:docMk/>
            <pc:sldMk cId="655906729" sldId="499"/>
            <ac:cxnSpMk id="10" creationId="{7F634B28-FD77-D177-448D-F9941750A402}"/>
          </ac:cxnSpMkLst>
        </pc:cxnChg>
        <pc:cxnChg chg="mod">
          <ac:chgData name="Loc Huynh" userId="80c0383e323bd6ea" providerId="LiveId" clId="{45D23C15-8B6E-3442-9B58-7B186F27CDA3}" dt="2023-09-25T09:17:38.905" v="10430" actId="478"/>
          <ac:cxnSpMkLst>
            <pc:docMk/>
            <pc:sldMk cId="655906729" sldId="499"/>
            <ac:cxnSpMk id="20" creationId="{E28987FD-0EF8-B54C-1AFD-E7AA9E5E5F15}"/>
          </ac:cxnSpMkLst>
        </pc:cxnChg>
        <pc:cxnChg chg="mod">
          <ac:chgData name="Loc Huynh" userId="80c0383e323bd6ea" providerId="LiveId" clId="{45D23C15-8B6E-3442-9B58-7B186F27CDA3}" dt="2023-09-25T09:13:06.071" v="10371"/>
          <ac:cxnSpMkLst>
            <pc:docMk/>
            <pc:sldMk cId="655906729" sldId="499"/>
            <ac:cxnSpMk id="22" creationId="{B6451863-6108-5D79-2A92-3190FEAAE5FD}"/>
          </ac:cxnSpMkLst>
        </pc:cxnChg>
        <pc:cxnChg chg="mod">
          <ac:chgData name="Loc Huynh" userId="80c0383e323bd6ea" providerId="LiveId" clId="{45D23C15-8B6E-3442-9B58-7B186F27CDA3}" dt="2023-09-25T09:17:38.905" v="10430" actId="478"/>
          <ac:cxnSpMkLst>
            <pc:docMk/>
            <pc:sldMk cId="655906729" sldId="499"/>
            <ac:cxnSpMk id="23" creationId="{C8DA8773-F2B9-5025-C53F-9F20FFD157C2}"/>
          </ac:cxnSpMkLst>
        </pc:cxnChg>
        <pc:cxnChg chg="mod">
          <ac:chgData name="Loc Huynh" userId="80c0383e323bd6ea" providerId="LiveId" clId="{45D23C15-8B6E-3442-9B58-7B186F27CDA3}" dt="2023-09-25T09:17:38.905" v="10430" actId="478"/>
          <ac:cxnSpMkLst>
            <pc:docMk/>
            <pc:sldMk cId="655906729" sldId="499"/>
            <ac:cxnSpMk id="38" creationId="{C2CD988A-CDB6-CEE5-7EB9-BD010FC86F6C}"/>
          </ac:cxnSpMkLst>
        </pc:cxnChg>
        <pc:cxnChg chg="mod">
          <ac:chgData name="Loc Huynh" userId="80c0383e323bd6ea" providerId="LiveId" clId="{45D23C15-8B6E-3442-9B58-7B186F27CDA3}" dt="2023-09-25T09:15:38.932" v="10401" actId="478"/>
          <ac:cxnSpMkLst>
            <pc:docMk/>
            <pc:sldMk cId="655906729" sldId="499"/>
            <ac:cxnSpMk id="43" creationId="{9578731D-71C5-E841-AC67-021281F9F434}"/>
          </ac:cxnSpMkLst>
        </pc:cxnChg>
        <pc:cxnChg chg="del topLvl">
          <ac:chgData name="Loc Huynh" userId="80c0383e323bd6ea" providerId="LiveId" clId="{45D23C15-8B6E-3442-9B58-7B186F27CDA3}" dt="2023-09-25T09:17:14.606" v="10427" actId="478"/>
          <ac:cxnSpMkLst>
            <pc:docMk/>
            <pc:sldMk cId="655906729" sldId="499"/>
            <ac:cxnSpMk id="46" creationId="{E89FAA27-98F6-A944-871D-C97B5DA52FD2}"/>
          </ac:cxnSpMkLst>
        </pc:cxnChg>
        <pc:cxnChg chg="mod">
          <ac:chgData name="Loc Huynh" userId="80c0383e323bd6ea" providerId="LiveId" clId="{45D23C15-8B6E-3442-9B58-7B186F27CDA3}" dt="2023-09-25T09:17:44.616" v="10432" actId="1076"/>
          <ac:cxnSpMkLst>
            <pc:docMk/>
            <pc:sldMk cId="655906729" sldId="499"/>
            <ac:cxnSpMk id="52" creationId="{D06F28F4-A61D-EC75-3EF2-1AE3169F17CC}"/>
          </ac:cxnSpMkLst>
        </pc:cxnChg>
        <pc:cxnChg chg="mod">
          <ac:chgData name="Loc Huynh" userId="80c0383e323bd6ea" providerId="LiveId" clId="{45D23C15-8B6E-3442-9B58-7B186F27CDA3}" dt="2023-09-25T09:17:44.616" v="10432" actId="1076"/>
          <ac:cxnSpMkLst>
            <pc:docMk/>
            <pc:sldMk cId="655906729" sldId="499"/>
            <ac:cxnSpMk id="55" creationId="{A2786087-3F28-1B9C-7B9B-439CA9EC3D18}"/>
          </ac:cxnSpMkLst>
        </pc:cxnChg>
        <pc:cxnChg chg="mod">
          <ac:chgData name="Loc Huynh" userId="80c0383e323bd6ea" providerId="LiveId" clId="{45D23C15-8B6E-3442-9B58-7B186F27CDA3}" dt="2023-09-25T09:17:44.616" v="10432" actId="1076"/>
          <ac:cxnSpMkLst>
            <pc:docMk/>
            <pc:sldMk cId="655906729" sldId="499"/>
            <ac:cxnSpMk id="62" creationId="{C5808FB8-6ADE-D779-54E7-12E6BB916E08}"/>
          </ac:cxnSpMkLst>
        </pc:cxnChg>
        <pc:cxnChg chg="mod">
          <ac:chgData name="Loc Huynh" userId="80c0383e323bd6ea" providerId="LiveId" clId="{45D23C15-8B6E-3442-9B58-7B186F27CDA3}" dt="2023-09-25T09:17:44.616" v="10432" actId="1076"/>
          <ac:cxnSpMkLst>
            <pc:docMk/>
            <pc:sldMk cId="655906729" sldId="499"/>
            <ac:cxnSpMk id="67" creationId="{D33519F7-528E-93B7-2239-62C230E82693}"/>
          </ac:cxnSpMkLst>
        </pc:cxnChg>
        <pc:cxnChg chg="mod">
          <ac:chgData name="Loc Huynh" userId="80c0383e323bd6ea" providerId="LiveId" clId="{45D23C15-8B6E-3442-9B58-7B186F27CDA3}" dt="2023-09-25T09:17:44.616" v="10432" actId="1076"/>
          <ac:cxnSpMkLst>
            <pc:docMk/>
            <pc:sldMk cId="655906729" sldId="499"/>
            <ac:cxnSpMk id="74" creationId="{8950F800-2B22-3044-B6A6-942D2E4F1E0E}"/>
          </ac:cxnSpMkLst>
        </pc:cxnChg>
        <pc:cxnChg chg="mod">
          <ac:chgData name="Loc Huynh" userId="80c0383e323bd6ea" providerId="LiveId" clId="{45D23C15-8B6E-3442-9B58-7B186F27CDA3}" dt="2023-09-25T09:17:44.616" v="10432" actId="1076"/>
          <ac:cxnSpMkLst>
            <pc:docMk/>
            <pc:sldMk cId="655906729" sldId="499"/>
            <ac:cxnSpMk id="75" creationId="{196769C2-A8AB-0966-37AA-B06B4B1D5EA1}"/>
          </ac:cxnSpMkLst>
        </pc:cxnChg>
        <pc:cxnChg chg="mod">
          <ac:chgData name="Loc Huynh" userId="80c0383e323bd6ea" providerId="LiveId" clId="{45D23C15-8B6E-3442-9B58-7B186F27CDA3}" dt="2023-09-25T09:17:44.616" v="10432" actId="1076"/>
          <ac:cxnSpMkLst>
            <pc:docMk/>
            <pc:sldMk cId="655906729" sldId="499"/>
            <ac:cxnSpMk id="76" creationId="{53CE8C72-EFF2-CAC4-D72E-B69716C9E941}"/>
          </ac:cxnSpMkLst>
        </pc:cxnChg>
      </pc:sldChg>
      <pc:sldChg chg="del">
        <pc:chgData name="Loc Huynh" userId="80c0383e323bd6ea" providerId="LiveId" clId="{45D23C15-8B6E-3442-9B58-7B186F27CDA3}" dt="2023-09-18T00:59:18.285" v="83" actId="2696"/>
        <pc:sldMkLst>
          <pc:docMk/>
          <pc:sldMk cId="3028732016" sldId="499"/>
        </pc:sldMkLst>
      </pc:sldChg>
      <pc:sldChg chg="add del">
        <pc:chgData name="Loc Huynh" userId="80c0383e323bd6ea" providerId="LiveId" clId="{45D23C15-8B6E-3442-9B58-7B186F27CDA3}" dt="2023-09-18T00:57:00.061" v="60" actId="2696"/>
        <pc:sldMkLst>
          <pc:docMk/>
          <pc:sldMk cId="4156012545" sldId="500"/>
        </pc:sldMkLst>
        <pc:spChg chg="del mod">
          <ac:chgData name="Loc Huynh" userId="80c0383e323bd6ea" providerId="LiveId" clId="{45D23C15-8B6E-3442-9B58-7B186F27CDA3}" dt="2023-09-25T09:19:00.785" v="10441" actId="478"/>
          <ac:spMkLst>
            <pc:docMk/>
            <pc:sldMk cId="4156012545" sldId="500"/>
            <ac:spMk id="2" creationId="{3F8E0AC9-EB5D-E844-94A3-BE0F455A6779}"/>
          </ac:spMkLst>
        </pc:spChg>
        <pc:spChg chg="del mod">
          <ac:chgData name="Loc Huynh" userId="80c0383e323bd6ea" providerId="LiveId" clId="{45D23C15-8B6E-3442-9B58-7B186F27CDA3}" dt="2023-09-25T09:18:51.041" v="10440" actId="478"/>
          <ac:spMkLst>
            <pc:docMk/>
            <pc:sldMk cId="4156012545" sldId="500"/>
            <ac:spMk id="3" creationId="{04365B51-E5ED-D74E-9C6D-5C1E310157DE}"/>
          </ac:spMkLst>
        </pc:spChg>
        <pc:spChg chg="add mod ord">
          <ac:chgData name="Loc Huynh" userId="80c0383e323bd6ea" providerId="LiveId" clId="{45D23C15-8B6E-3442-9B58-7B186F27CDA3}" dt="2023-09-25T09:23:54.104" v="10509" actId="700"/>
          <ac:spMkLst>
            <pc:docMk/>
            <pc:sldMk cId="4156012545" sldId="500"/>
            <ac:spMk id="4" creationId="{6734BCE8-BB35-4681-FB06-6E983F67388A}"/>
          </ac:spMkLst>
        </pc:spChg>
        <pc:spChg chg="mod ord">
          <ac:chgData name="Loc Huynh" userId="80c0383e323bd6ea" providerId="LiveId" clId="{45D23C15-8B6E-3442-9B58-7B186F27CDA3}" dt="2023-09-25T09:23:54.104" v="10509" actId="700"/>
          <ac:spMkLst>
            <pc:docMk/>
            <pc:sldMk cId="4156012545" sldId="500"/>
            <ac:spMk id="6" creationId="{261D4001-7741-254C-B28F-56E968C53BCE}"/>
          </ac:spMkLst>
        </pc:spChg>
        <pc:spChg chg="add del mod ord">
          <ac:chgData name="Loc Huynh" userId="80c0383e323bd6ea" providerId="LiveId" clId="{45D23C15-8B6E-3442-9B58-7B186F27CDA3}" dt="2023-09-25T09:20:12.168" v="10460" actId="700"/>
          <ac:spMkLst>
            <pc:docMk/>
            <pc:sldMk cId="4156012545" sldId="500"/>
            <ac:spMk id="7" creationId="{0F3A2DB0-F3CC-9C15-A14F-DB04B1F93FA0}"/>
          </ac:spMkLst>
        </pc:spChg>
        <pc:spChg chg="mod ord">
          <ac:chgData name="Loc Huynh" userId="80c0383e323bd6ea" providerId="LiveId" clId="{45D23C15-8B6E-3442-9B58-7B186F27CDA3}" dt="2023-09-25T09:23:54.104" v="10509" actId="700"/>
          <ac:spMkLst>
            <pc:docMk/>
            <pc:sldMk cId="4156012545" sldId="500"/>
            <ac:spMk id="8" creationId="{07B2A140-56DC-584D-B8DA-50D6F1C670B3}"/>
          </ac:spMkLst>
        </pc:spChg>
        <pc:spChg chg="del mod ord">
          <ac:chgData name="Loc Huynh" userId="80c0383e323bd6ea" providerId="LiveId" clId="{45D23C15-8B6E-3442-9B58-7B186F27CDA3}" dt="2023-09-25T09:20:09.573" v="10459" actId="478"/>
          <ac:spMkLst>
            <pc:docMk/>
            <pc:sldMk cId="4156012545" sldId="500"/>
            <ac:spMk id="9" creationId="{DF89DBF5-22FC-9F44-8BED-A2813AB20432}"/>
          </ac:spMkLst>
        </pc:spChg>
        <pc:spChg chg="mod ord">
          <ac:chgData name="Loc Huynh" userId="80c0383e323bd6ea" providerId="LiveId" clId="{45D23C15-8B6E-3442-9B58-7B186F27CDA3}" dt="2023-09-25T09:28:31.785" v="10657" actId="1037"/>
          <ac:spMkLst>
            <pc:docMk/>
            <pc:sldMk cId="4156012545" sldId="500"/>
            <ac:spMk id="10" creationId="{4DDAD599-FE3B-EA4B-9C4F-FBB94418B85C}"/>
          </ac:spMkLst>
        </pc:spChg>
        <pc:spChg chg="mod">
          <ac:chgData name="Loc Huynh" userId="80c0383e323bd6ea" providerId="LiveId" clId="{45D23C15-8B6E-3442-9B58-7B186F27CDA3}" dt="2023-09-25T09:28:37.978" v="10663" actId="1036"/>
          <ac:spMkLst>
            <pc:docMk/>
            <pc:sldMk cId="4156012545" sldId="500"/>
            <ac:spMk id="11" creationId="{AB15C0C9-3938-7E45-ACED-94CFD7A65172}"/>
          </ac:spMkLst>
        </pc:spChg>
        <pc:spChg chg="mod ord">
          <ac:chgData name="Loc Huynh" userId="80c0383e323bd6ea" providerId="LiveId" clId="{45D23C15-8B6E-3442-9B58-7B186F27CDA3}" dt="2023-09-25T09:30:17.477" v="10686" actId="14100"/>
          <ac:spMkLst>
            <pc:docMk/>
            <pc:sldMk cId="4156012545" sldId="500"/>
            <ac:spMk id="13" creationId="{FFC3A21D-BBEB-D642-B958-090307DD5AD4}"/>
          </ac:spMkLst>
        </pc:spChg>
        <pc:spChg chg="add del mod">
          <ac:chgData name="Loc Huynh" userId="80c0383e323bd6ea" providerId="LiveId" clId="{45D23C15-8B6E-3442-9B58-7B186F27CDA3}" dt="2023-09-25T09:20:12.168" v="10460" actId="700"/>
          <ac:spMkLst>
            <pc:docMk/>
            <pc:sldMk cId="4156012545" sldId="500"/>
            <ac:spMk id="14" creationId="{EAE6328B-9B4E-DF86-6FF5-3436C7CA5F9E}"/>
          </ac:spMkLst>
        </pc:spChg>
        <pc:spChg chg="mod ord">
          <ac:chgData name="Loc Huynh" userId="80c0383e323bd6ea" providerId="LiveId" clId="{45D23C15-8B6E-3442-9B58-7B186F27CDA3}" dt="2023-09-25T09:30:49.760" v="10695" actId="14100"/>
          <ac:spMkLst>
            <pc:docMk/>
            <pc:sldMk cId="4156012545" sldId="500"/>
            <ac:spMk id="15" creationId="{B4F4480E-BC9C-0C45-BD26-9F950198D5C3}"/>
          </ac:spMkLst>
        </pc:spChg>
        <pc:spChg chg="mod">
          <ac:chgData name="Loc Huynh" userId="80c0383e323bd6ea" providerId="LiveId" clId="{45D23C15-8B6E-3442-9B58-7B186F27CDA3}" dt="2023-09-25T09:30:58.099" v="10698" actId="14100"/>
          <ac:spMkLst>
            <pc:docMk/>
            <pc:sldMk cId="4156012545" sldId="500"/>
            <ac:spMk id="16" creationId="{F68F6CEA-4569-B940-A627-74A9FDD0CEAF}"/>
          </ac:spMkLst>
        </pc:spChg>
        <pc:spChg chg="mod">
          <ac:chgData name="Loc Huynh" userId="80c0383e323bd6ea" providerId="LiveId" clId="{45D23C15-8B6E-3442-9B58-7B186F27CDA3}" dt="2023-09-25T09:31:13.715" v="10699" actId="1076"/>
          <ac:spMkLst>
            <pc:docMk/>
            <pc:sldMk cId="4156012545" sldId="500"/>
            <ac:spMk id="17" creationId="{DDF1C444-5E7E-244B-A05B-90DB2E45BB0E}"/>
          </ac:spMkLst>
        </pc:spChg>
        <pc:spChg chg="add del mod ord">
          <ac:chgData name="Loc Huynh" userId="80c0383e323bd6ea" providerId="LiveId" clId="{45D23C15-8B6E-3442-9B58-7B186F27CDA3}" dt="2023-09-25T09:19:14.906" v="10443" actId="700"/>
          <ac:spMkLst>
            <pc:docMk/>
            <pc:sldMk cId="4156012545" sldId="500"/>
            <ac:spMk id="18" creationId="{13A99F17-5641-5451-13CC-20937CA54998}"/>
          </ac:spMkLst>
        </pc:spChg>
        <pc:spChg chg="add del mod ord">
          <ac:chgData name="Loc Huynh" userId="80c0383e323bd6ea" providerId="LiveId" clId="{45D23C15-8B6E-3442-9B58-7B186F27CDA3}" dt="2023-09-25T09:19:14.906" v="10443" actId="700"/>
          <ac:spMkLst>
            <pc:docMk/>
            <pc:sldMk cId="4156012545" sldId="500"/>
            <ac:spMk id="19" creationId="{3A54CF60-37BA-E11F-04BC-09797BE4F3DC}"/>
          </ac:spMkLst>
        </pc:spChg>
        <pc:spChg chg="add mod">
          <ac:chgData name="Loc Huynh" userId="80c0383e323bd6ea" providerId="LiveId" clId="{45D23C15-8B6E-3442-9B58-7B186F27CDA3}" dt="2023-09-25T09:28:31.785" v="10657" actId="1037"/>
          <ac:spMkLst>
            <pc:docMk/>
            <pc:sldMk cId="4156012545" sldId="500"/>
            <ac:spMk id="20" creationId="{178FD997-A115-064D-A04A-0FF07508A8F9}"/>
          </ac:spMkLst>
        </pc:spChg>
        <pc:spChg chg="add del mod">
          <ac:chgData name="Loc Huynh" userId="80c0383e323bd6ea" providerId="LiveId" clId="{45D23C15-8B6E-3442-9B58-7B186F27CDA3}" dt="2023-09-25T09:20:12.168" v="10460" actId="700"/>
          <ac:spMkLst>
            <pc:docMk/>
            <pc:sldMk cId="4156012545" sldId="500"/>
            <ac:spMk id="22" creationId="{B3003FB5-C0CD-F051-0BBF-2906EE415A4C}"/>
          </ac:spMkLst>
        </pc:spChg>
        <pc:spChg chg="add del mod ord">
          <ac:chgData name="Loc Huynh" userId="80c0383e323bd6ea" providerId="LiveId" clId="{45D23C15-8B6E-3442-9B58-7B186F27CDA3}" dt="2023-09-25T09:23:54.104" v="10509" actId="700"/>
          <ac:spMkLst>
            <pc:docMk/>
            <pc:sldMk cId="4156012545" sldId="500"/>
            <ac:spMk id="23" creationId="{A0CF3568-6F1F-DB0A-8F6E-999CF34661E4}"/>
          </ac:spMkLst>
        </pc:spChg>
        <pc:spChg chg="add del mod ord">
          <ac:chgData name="Loc Huynh" userId="80c0383e323bd6ea" providerId="LiveId" clId="{45D23C15-8B6E-3442-9B58-7B186F27CDA3}" dt="2023-09-25T09:23:54.104" v="10509" actId="700"/>
          <ac:spMkLst>
            <pc:docMk/>
            <pc:sldMk cId="4156012545" sldId="500"/>
            <ac:spMk id="24" creationId="{FFACD496-CA8F-6B54-0682-3372E5CFF711}"/>
          </ac:spMkLst>
        </pc:spChg>
        <pc:spChg chg="add del mod ord">
          <ac:chgData name="Loc Huynh" userId="80c0383e323bd6ea" providerId="LiveId" clId="{45D23C15-8B6E-3442-9B58-7B186F27CDA3}" dt="2023-09-25T09:23:54.104" v="10509" actId="700"/>
          <ac:spMkLst>
            <pc:docMk/>
            <pc:sldMk cId="4156012545" sldId="500"/>
            <ac:spMk id="25" creationId="{C4806521-04FE-1E5C-35AE-7B03992A5F9C}"/>
          </ac:spMkLst>
        </pc:spChg>
        <pc:spChg chg="add del mod ord">
          <ac:chgData name="Loc Huynh" userId="80c0383e323bd6ea" providerId="LiveId" clId="{45D23C15-8B6E-3442-9B58-7B186F27CDA3}" dt="2023-09-25T09:23:26.206" v="10505" actId="700"/>
          <ac:spMkLst>
            <pc:docMk/>
            <pc:sldMk cId="4156012545" sldId="500"/>
            <ac:spMk id="26" creationId="{13A1883B-55C0-F206-2A0B-8E1B29594F3E}"/>
          </ac:spMkLst>
        </pc:spChg>
        <pc:spChg chg="add del mod ord">
          <ac:chgData name="Loc Huynh" userId="80c0383e323bd6ea" providerId="LiveId" clId="{45D23C15-8B6E-3442-9B58-7B186F27CDA3}" dt="2023-09-25T09:23:26.206" v="10505" actId="700"/>
          <ac:spMkLst>
            <pc:docMk/>
            <pc:sldMk cId="4156012545" sldId="500"/>
            <ac:spMk id="27" creationId="{901A2EA8-BF21-1373-A126-BB826C8A319D}"/>
          </ac:spMkLst>
        </pc:spChg>
        <pc:spChg chg="add del mod ord">
          <ac:chgData name="Loc Huynh" userId="80c0383e323bd6ea" providerId="LiveId" clId="{45D23C15-8B6E-3442-9B58-7B186F27CDA3}" dt="2023-09-25T09:23:26.206" v="10505" actId="700"/>
          <ac:spMkLst>
            <pc:docMk/>
            <pc:sldMk cId="4156012545" sldId="500"/>
            <ac:spMk id="28" creationId="{67D1B3C4-EAA7-3C29-66F8-1726D3413516}"/>
          </ac:spMkLst>
        </pc:spChg>
        <pc:spChg chg="add mod">
          <ac:chgData name="Loc Huynh" userId="80c0383e323bd6ea" providerId="LiveId" clId="{45D23C15-8B6E-3442-9B58-7B186F27CDA3}" dt="2023-09-25T09:28:23.873" v="10644" actId="1037"/>
          <ac:spMkLst>
            <pc:docMk/>
            <pc:sldMk cId="4156012545" sldId="500"/>
            <ac:spMk id="29" creationId="{41379332-2B09-994B-2635-B25FC32195F9}"/>
          </ac:spMkLst>
        </pc:spChg>
        <pc:spChg chg="add mod ord">
          <ac:chgData name="Loc Huynh" userId="80c0383e323bd6ea" providerId="LiveId" clId="{45D23C15-8B6E-3442-9B58-7B186F27CDA3}" dt="2023-09-25T09:28:23.873" v="10644" actId="1037"/>
          <ac:spMkLst>
            <pc:docMk/>
            <pc:sldMk cId="4156012545" sldId="500"/>
            <ac:spMk id="30" creationId="{C68CF742-4E1B-C5F8-439B-FF3BC3C8787D}"/>
          </ac:spMkLst>
        </pc:spChg>
        <pc:spChg chg="add del mod ord">
          <ac:chgData name="Loc Huynh" userId="80c0383e323bd6ea" providerId="LiveId" clId="{45D23C15-8B6E-3442-9B58-7B186F27CDA3}" dt="2023-09-25T09:28:53.310" v="10665" actId="478"/>
          <ac:spMkLst>
            <pc:docMk/>
            <pc:sldMk cId="4156012545" sldId="500"/>
            <ac:spMk id="31" creationId="{7C34540D-43E8-897C-B511-A2820D0C19C2}"/>
          </ac:spMkLst>
        </pc:spChg>
        <pc:spChg chg="add del mod ord">
          <ac:chgData name="Loc Huynh" userId="80c0383e323bd6ea" providerId="LiveId" clId="{45D23C15-8B6E-3442-9B58-7B186F27CDA3}" dt="2023-09-25T09:28:55.311" v="10666" actId="478"/>
          <ac:spMkLst>
            <pc:docMk/>
            <pc:sldMk cId="4156012545" sldId="500"/>
            <ac:spMk id="32" creationId="{8623804D-0AC3-DBDF-F5AC-6B3FF4B1B20E}"/>
          </ac:spMkLst>
        </pc:spChg>
      </pc:sldChg>
      <pc:sldChg chg="modSp add del mod">
        <pc:chgData name="Loc Huynh" userId="80c0383e323bd6ea" providerId="LiveId" clId="{45D23C15-8B6E-3442-9B58-7B186F27CDA3}" dt="2023-09-25T01:58:18.460" v="5162" actId="2696"/>
        <pc:sldMkLst>
          <pc:docMk/>
          <pc:sldMk cId="738534587" sldId="501"/>
        </pc:sldMkLst>
        <pc:spChg chg="mod">
          <ac:chgData name="Loc Huynh" userId="80c0383e323bd6ea" providerId="LiveId" clId="{45D23C15-8B6E-3442-9B58-7B186F27CDA3}" dt="2023-09-25T01:57:25.536" v="5159" actId="20577"/>
          <ac:spMkLst>
            <pc:docMk/>
            <pc:sldMk cId="738534587" sldId="501"/>
            <ac:spMk id="2" creationId="{1C111DD4-D6F5-0741-8C18-D64693B57757}"/>
          </ac:spMkLst>
        </pc:spChg>
      </pc:sldChg>
      <pc:sldChg chg="modSp add del mod ord chgLayout">
        <pc:chgData name="Loc Huynh" userId="80c0383e323bd6ea" providerId="LiveId" clId="{45D23C15-8B6E-3442-9B58-7B186F27CDA3}" dt="2023-09-25T01:57:16.376" v="5153" actId="2696"/>
        <pc:sldMkLst>
          <pc:docMk/>
          <pc:sldMk cId="3519274192" sldId="501"/>
        </pc:sldMkLst>
        <pc:spChg chg="mod ord">
          <ac:chgData name="Loc Huynh" userId="80c0383e323bd6ea" providerId="LiveId" clId="{45D23C15-8B6E-3442-9B58-7B186F27CDA3}" dt="2023-09-18T01:26:58.755" v="934" actId="700"/>
          <ac:spMkLst>
            <pc:docMk/>
            <pc:sldMk cId="3519274192" sldId="501"/>
            <ac:spMk id="2" creationId="{1C111DD4-D6F5-0741-8C18-D64693B57757}"/>
          </ac:spMkLst>
        </pc:spChg>
        <pc:spChg chg="mod ord">
          <ac:chgData name="Loc Huynh" userId="80c0383e323bd6ea" providerId="LiveId" clId="{45D23C15-8B6E-3442-9B58-7B186F27CDA3}" dt="2023-09-18T01:30:13.943" v="1025" actId="1076"/>
          <ac:spMkLst>
            <pc:docMk/>
            <pc:sldMk cId="3519274192" sldId="501"/>
            <ac:spMk id="3" creationId="{7F7DFE1E-8A2D-6145-BBE1-74889E55A8BD}"/>
          </ac:spMkLst>
        </pc:spChg>
        <pc:spChg chg="mod ord">
          <ac:chgData name="Loc Huynh" userId="80c0383e323bd6ea" providerId="LiveId" clId="{45D23C15-8B6E-3442-9B58-7B186F27CDA3}" dt="2023-09-18T01:26:58.755" v="934" actId="700"/>
          <ac:spMkLst>
            <pc:docMk/>
            <pc:sldMk cId="3519274192" sldId="501"/>
            <ac:spMk id="4" creationId="{3DF2F3A0-B11D-C945-844B-13BB2613F0DD}"/>
          </ac:spMkLst>
        </pc:spChg>
        <pc:spChg chg="mod ord">
          <ac:chgData name="Loc Huynh" userId="80c0383e323bd6ea" providerId="LiveId" clId="{45D23C15-8B6E-3442-9B58-7B186F27CDA3}" dt="2023-09-18T01:26:58.755" v="934" actId="700"/>
          <ac:spMkLst>
            <pc:docMk/>
            <pc:sldMk cId="3519274192" sldId="501"/>
            <ac:spMk id="5" creationId="{28BD6334-3AC2-5B46-97CE-C371AE126E0A}"/>
          </ac:spMkLst>
        </pc:spChg>
        <pc:spChg chg="mod">
          <ac:chgData name="Loc Huynh" userId="80c0383e323bd6ea" providerId="LiveId" clId="{45D23C15-8B6E-3442-9B58-7B186F27CDA3}" dt="2023-09-18T01:31:41.190" v="1042" actId="207"/>
          <ac:spMkLst>
            <pc:docMk/>
            <pc:sldMk cId="3519274192" sldId="501"/>
            <ac:spMk id="8" creationId="{7C6BAE47-AFD0-2040-B28C-BEAA14F4E77A}"/>
          </ac:spMkLst>
        </pc:spChg>
        <pc:spChg chg="mod">
          <ac:chgData name="Loc Huynh" userId="80c0383e323bd6ea" providerId="LiveId" clId="{45D23C15-8B6E-3442-9B58-7B186F27CDA3}" dt="2023-09-18T01:30:22.335" v="1026" actId="1076"/>
          <ac:spMkLst>
            <pc:docMk/>
            <pc:sldMk cId="3519274192" sldId="501"/>
            <ac:spMk id="22" creationId="{852BC080-A509-8A4B-BAED-F357439042BD}"/>
          </ac:spMkLst>
        </pc:spChg>
        <pc:spChg chg="mod">
          <ac:chgData name="Loc Huynh" userId="80c0383e323bd6ea" providerId="LiveId" clId="{45D23C15-8B6E-3442-9B58-7B186F27CDA3}" dt="2023-09-18T01:30:22.335" v="1026" actId="1076"/>
          <ac:spMkLst>
            <pc:docMk/>
            <pc:sldMk cId="3519274192" sldId="501"/>
            <ac:spMk id="28" creationId="{F97F9C5A-2673-E141-A71B-DF826A4519F9}"/>
          </ac:spMkLst>
        </pc:spChg>
        <pc:spChg chg="mod">
          <ac:chgData name="Loc Huynh" userId="80c0383e323bd6ea" providerId="LiveId" clId="{45D23C15-8B6E-3442-9B58-7B186F27CDA3}" dt="2023-09-18T01:30:22.335" v="1026" actId="1076"/>
          <ac:spMkLst>
            <pc:docMk/>
            <pc:sldMk cId="3519274192" sldId="501"/>
            <ac:spMk id="32" creationId="{25609249-3E7A-EF4C-9519-60505B18938B}"/>
          </ac:spMkLst>
        </pc:spChg>
        <pc:spChg chg="mod">
          <ac:chgData name="Loc Huynh" userId="80c0383e323bd6ea" providerId="LiveId" clId="{45D23C15-8B6E-3442-9B58-7B186F27CDA3}" dt="2023-09-18T01:30:22.335" v="1026" actId="1076"/>
          <ac:spMkLst>
            <pc:docMk/>
            <pc:sldMk cId="3519274192" sldId="501"/>
            <ac:spMk id="34" creationId="{3FFA2580-FF4D-DF46-867E-556CDA0B053E}"/>
          </ac:spMkLst>
        </pc:spChg>
        <pc:spChg chg="mod">
          <ac:chgData name="Loc Huynh" userId="80c0383e323bd6ea" providerId="LiveId" clId="{45D23C15-8B6E-3442-9B58-7B186F27CDA3}" dt="2023-09-18T01:30:22.335" v="1026" actId="1076"/>
          <ac:spMkLst>
            <pc:docMk/>
            <pc:sldMk cId="3519274192" sldId="501"/>
            <ac:spMk id="44" creationId="{420A901D-7DF3-E245-89BF-F829927E709F}"/>
          </ac:spMkLst>
        </pc:spChg>
        <pc:spChg chg="mod">
          <ac:chgData name="Loc Huynh" userId="80c0383e323bd6ea" providerId="LiveId" clId="{45D23C15-8B6E-3442-9B58-7B186F27CDA3}" dt="2023-09-18T01:30:22.335" v="1026" actId="1076"/>
          <ac:spMkLst>
            <pc:docMk/>
            <pc:sldMk cId="3519274192" sldId="501"/>
            <ac:spMk id="66" creationId="{0979238A-877B-E044-83BA-EC18C08245A4}"/>
          </ac:spMkLst>
        </pc:spChg>
        <pc:grpChg chg="mod">
          <ac:chgData name="Loc Huynh" userId="80c0383e323bd6ea" providerId="LiveId" clId="{45D23C15-8B6E-3442-9B58-7B186F27CDA3}" dt="2023-09-18T01:30:22.335" v="1026" actId="1076"/>
          <ac:grpSpMkLst>
            <pc:docMk/>
            <pc:sldMk cId="3519274192" sldId="501"/>
            <ac:grpSpMk id="11" creationId="{25446E48-F079-B548-9F85-0AFA2B9C2F78}"/>
          </ac:grpSpMkLst>
        </pc:grpChg>
        <pc:grpChg chg="mod">
          <ac:chgData name="Loc Huynh" userId="80c0383e323bd6ea" providerId="LiveId" clId="{45D23C15-8B6E-3442-9B58-7B186F27CDA3}" dt="2023-09-18T01:30:22.335" v="1026" actId="1076"/>
          <ac:grpSpMkLst>
            <pc:docMk/>
            <pc:sldMk cId="3519274192" sldId="501"/>
            <ac:grpSpMk id="53" creationId="{529A317A-BDAC-6D46-8E9A-D28844DB60EC}"/>
          </ac:grpSpMkLst>
        </pc:grpChg>
        <pc:grpChg chg="mod">
          <ac:chgData name="Loc Huynh" userId="80c0383e323bd6ea" providerId="LiveId" clId="{45D23C15-8B6E-3442-9B58-7B186F27CDA3}" dt="2023-09-18T01:30:22.335" v="1026" actId="1076"/>
          <ac:grpSpMkLst>
            <pc:docMk/>
            <pc:sldMk cId="3519274192" sldId="501"/>
            <ac:grpSpMk id="54" creationId="{21B8CEC0-2CEA-6949-9E66-CF2078C9B446}"/>
          </ac:grpSpMkLst>
        </pc:grpChg>
        <pc:grpChg chg="mod">
          <ac:chgData name="Loc Huynh" userId="80c0383e323bd6ea" providerId="LiveId" clId="{45D23C15-8B6E-3442-9B58-7B186F27CDA3}" dt="2023-09-18T01:30:22.335" v="1026" actId="1076"/>
          <ac:grpSpMkLst>
            <pc:docMk/>
            <pc:sldMk cId="3519274192" sldId="501"/>
            <ac:grpSpMk id="55" creationId="{6862D82D-7B8E-F64C-BA33-6EFCA7095BE2}"/>
          </ac:grpSpMkLst>
        </pc:grpChg>
        <pc:grpChg chg="mod">
          <ac:chgData name="Loc Huynh" userId="80c0383e323bd6ea" providerId="LiveId" clId="{45D23C15-8B6E-3442-9B58-7B186F27CDA3}" dt="2023-09-18T01:30:22.335" v="1026" actId="1076"/>
          <ac:grpSpMkLst>
            <pc:docMk/>
            <pc:sldMk cId="3519274192" sldId="501"/>
            <ac:grpSpMk id="63" creationId="{C1A6FA30-DCFD-2441-A3BE-57A6F45198A3}"/>
          </ac:grpSpMkLst>
        </pc:grpChg>
        <pc:grpChg chg="mod">
          <ac:chgData name="Loc Huynh" userId="80c0383e323bd6ea" providerId="LiveId" clId="{45D23C15-8B6E-3442-9B58-7B186F27CDA3}" dt="2023-09-18T01:30:22.335" v="1026" actId="1076"/>
          <ac:grpSpMkLst>
            <pc:docMk/>
            <pc:sldMk cId="3519274192" sldId="501"/>
            <ac:grpSpMk id="64" creationId="{80634512-FEE3-E14C-8029-A8CA99249471}"/>
          </ac:grpSpMkLst>
        </pc:grpChg>
        <pc:grpChg chg="mod">
          <ac:chgData name="Loc Huynh" userId="80c0383e323bd6ea" providerId="LiveId" clId="{45D23C15-8B6E-3442-9B58-7B186F27CDA3}" dt="2023-09-18T01:30:22.335" v="1026" actId="1076"/>
          <ac:grpSpMkLst>
            <pc:docMk/>
            <pc:sldMk cId="3519274192" sldId="501"/>
            <ac:grpSpMk id="65" creationId="{D3C55C00-04F4-5946-8CD6-5709450CF9CB}"/>
          </ac:grpSpMkLst>
        </pc:grpChg>
        <pc:picChg chg="mod">
          <ac:chgData name="Loc Huynh" userId="80c0383e323bd6ea" providerId="LiveId" clId="{45D23C15-8B6E-3442-9B58-7B186F27CDA3}" dt="2023-09-18T01:30:22.335" v="1026" actId="1076"/>
          <ac:picMkLst>
            <pc:docMk/>
            <pc:sldMk cId="3519274192" sldId="501"/>
            <ac:picMk id="14" creationId="{E08986B9-FF5C-8249-9685-2F3A460F6149}"/>
          </ac:picMkLst>
        </pc:picChg>
        <pc:picChg chg="mod">
          <ac:chgData name="Loc Huynh" userId="80c0383e323bd6ea" providerId="LiveId" clId="{45D23C15-8B6E-3442-9B58-7B186F27CDA3}" dt="2023-09-18T01:30:22.335" v="1026" actId="1076"/>
          <ac:picMkLst>
            <pc:docMk/>
            <pc:sldMk cId="3519274192" sldId="501"/>
            <ac:picMk id="27" creationId="{C70A13B9-23E5-C643-A7EF-4E6B4FC98F1C}"/>
          </ac:picMkLst>
        </pc:picChg>
        <pc:picChg chg="mod">
          <ac:chgData name="Loc Huynh" userId="80c0383e323bd6ea" providerId="LiveId" clId="{45D23C15-8B6E-3442-9B58-7B186F27CDA3}" dt="2023-09-18T01:30:22.335" v="1026" actId="1076"/>
          <ac:picMkLst>
            <pc:docMk/>
            <pc:sldMk cId="3519274192" sldId="501"/>
            <ac:picMk id="31" creationId="{FAC8C118-3728-394A-B7EE-9411D96A2CEB}"/>
          </ac:picMkLst>
        </pc:picChg>
        <pc:picChg chg="mod">
          <ac:chgData name="Loc Huynh" userId="80c0383e323bd6ea" providerId="LiveId" clId="{45D23C15-8B6E-3442-9B58-7B186F27CDA3}" dt="2023-09-18T01:30:22.335" v="1026" actId="1076"/>
          <ac:picMkLst>
            <pc:docMk/>
            <pc:sldMk cId="3519274192" sldId="501"/>
            <ac:picMk id="33" creationId="{5799DDCF-96A8-2F4B-B4D0-0AFA43F3CE3B}"/>
          </ac:picMkLst>
        </pc:picChg>
        <pc:picChg chg="mod">
          <ac:chgData name="Loc Huynh" userId="80c0383e323bd6ea" providerId="LiveId" clId="{45D23C15-8B6E-3442-9B58-7B186F27CDA3}" dt="2023-09-18T01:30:22.335" v="1026" actId="1076"/>
          <ac:picMkLst>
            <pc:docMk/>
            <pc:sldMk cId="3519274192" sldId="501"/>
            <ac:picMk id="43" creationId="{EEE8352C-AD7F-C343-BE36-92D31739F14E}"/>
          </ac:picMkLst>
        </pc:picChg>
        <pc:cxnChg chg="mod">
          <ac:chgData name="Loc Huynh" userId="80c0383e323bd6ea" providerId="LiveId" clId="{45D23C15-8B6E-3442-9B58-7B186F27CDA3}" dt="2023-09-18T01:30:22.335" v="1026" actId="1076"/>
          <ac:cxnSpMkLst>
            <pc:docMk/>
            <pc:sldMk cId="3519274192" sldId="501"/>
            <ac:cxnSpMk id="12" creationId="{2DF1DFE5-4863-1C40-9216-5BBC37FB6237}"/>
          </ac:cxnSpMkLst>
        </pc:cxnChg>
        <pc:cxnChg chg="mod">
          <ac:chgData name="Loc Huynh" userId="80c0383e323bd6ea" providerId="LiveId" clId="{45D23C15-8B6E-3442-9B58-7B186F27CDA3}" dt="2023-09-18T01:30:22.335" v="1026" actId="1076"/>
          <ac:cxnSpMkLst>
            <pc:docMk/>
            <pc:sldMk cId="3519274192" sldId="501"/>
            <ac:cxnSpMk id="13" creationId="{9A38952E-125F-954F-8DC5-124983BDC67E}"/>
          </ac:cxnSpMkLst>
        </pc:cxnChg>
        <pc:cxnChg chg="mod">
          <ac:chgData name="Loc Huynh" userId="80c0383e323bd6ea" providerId="LiveId" clId="{45D23C15-8B6E-3442-9B58-7B186F27CDA3}" dt="2023-09-18T01:30:22.335" v="1026" actId="1076"/>
          <ac:cxnSpMkLst>
            <pc:docMk/>
            <pc:sldMk cId="3519274192" sldId="501"/>
            <ac:cxnSpMk id="19" creationId="{978ABF91-B5F1-7F46-A168-0E2C1F2454D7}"/>
          </ac:cxnSpMkLst>
        </pc:cxnChg>
        <pc:cxnChg chg="mod">
          <ac:chgData name="Loc Huynh" userId="80c0383e323bd6ea" providerId="LiveId" clId="{45D23C15-8B6E-3442-9B58-7B186F27CDA3}" dt="2023-09-18T01:30:22.335" v="1026" actId="1076"/>
          <ac:cxnSpMkLst>
            <pc:docMk/>
            <pc:sldMk cId="3519274192" sldId="501"/>
            <ac:cxnSpMk id="60" creationId="{1F6B4763-03FE-CB41-8FE9-28A6E5AA9D70}"/>
          </ac:cxnSpMkLst>
        </pc:cxnChg>
      </pc:sldChg>
      <pc:sldChg chg="addSp delSp modSp add del mod delAnim modAnim">
        <pc:chgData name="Loc Huynh" userId="80c0383e323bd6ea" providerId="LiveId" clId="{45D23C15-8B6E-3442-9B58-7B186F27CDA3}" dt="2023-09-25T01:57:07.706" v="5131" actId="2696"/>
        <pc:sldMkLst>
          <pc:docMk/>
          <pc:sldMk cId="989988788" sldId="502"/>
        </pc:sldMkLst>
        <pc:spChg chg="mod">
          <ac:chgData name="Loc Huynh" userId="80c0383e323bd6ea" providerId="LiveId" clId="{45D23C15-8B6E-3442-9B58-7B186F27CDA3}" dt="2023-09-18T01:07:16.133" v="404"/>
          <ac:spMkLst>
            <pc:docMk/>
            <pc:sldMk cId="989988788" sldId="502"/>
            <ac:spMk id="2" creationId="{636479E2-C0D6-904F-B5C5-2271728A96C3}"/>
          </ac:spMkLst>
        </pc:spChg>
        <pc:spChg chg="mod">
          <ac:chgData name="Loc Huynh" userId="80c0383e323bd6ea" providerId="LiveId" clId="{45D23C15-8B6E-3442-9B58-7B186F27CDA3}" dt="2023-09-18T01:19:46.684" v="788" actId="20577"/>
          <ac:spMkLst>
            <pc:docMk/>
            <pc:sldMk cId="989988788" sldId="502"/>
            <ac:spMk id="3" creationId="{C0C21A69-FB3A-5848-81E0-17A1514E605F}"/>
          </ac:spMkLst>
        </pc:spChg>
        <pc:spChg chg="del mod">
          <ac:chgData name="Loc Huynh" userId="80c0383e323bd6ea" providerId="LiveId" clId="{45D23C15-8B6E-3442-9B58-7B186F27CDA3}" dt="2023-09-18T01:20:19.496" v="794" actId="478"/>
          <ac:spMkLst>
            <pc:docMk/>
            <pc:sldMk cId="989988788" sldId="502"/>
            <ac:spMk id="6" creationId="{BE4269D0-7B03-9243-8BB4-303505BE87FE}"/>
          </ac:spMkLst>
        </pc:spChg>
        <pc:spChg chg="mod">
          <ac:chgData name="Loc Huynh" userId="80c0383e323bd6ea" providerId="LiveId" clId="{45D23C15-8B6E-3442-9B58-7B186F27CDA3}" dt="2023-09-18T01:24:16.191" v="913" actId="14100"/>
          <ac:spMkLst>
            <pc:docMk/>
            <pc:sldMk cId="989988788" sldId="502"/>
            <ac:spMk id="15" creationId="{0EA707EE-3C3A-754A-A507-6E69052638AB}"/>
          </ac:spMkLst>
        </pc:spChg>
        <pc:spChg chg="mod">
          <ac:chgData name="Loc Huynh" userId="80c0383e323bd6ea" providerId="LiveId" clId="{45D23C15-8B6E-3442-9B58-7B186F27CDA3}" dt="2023-09-18T01:24:16.191" v="913" actId="14100"/>
          <ac:spMkLst>
            <pc:docMk/>
            <pc:sldMk cId="989988788" sldId="502"/>
            <ac:spMk id="16" creationId="{F0F10D6E-F959-BC4B-BF82-6DF0624F419E}"/>
          </ac:spMkLst>
        </pc:spChg>
        <pc:spChg chg="mod">
          <ac:chgData name="Loc Huynh" userId="80c0383e323bd6ea" providerId="LiveId" clId="{45D23C15-8B6E-3442-9B58-7B186F27CDA3}" dt="2023-09-18T01:24:37.030" v="917" actId="1037"/>
          <ac:spMkLst>
            <pc:docMk/>
            <pc:sldMk cId="989988788" sldId="502"/>
            <ac:spMk id="17" creationId="{CC4809B5-31EC-7444-A009-D99E87766B7D}"/>
          </ac:spMkLst>
        </pc:spChg>
        <pc:spChg chg="mod">
          <ac:chgData name="Loc Huynh" userId="80c0383e323bd6ea" providerId="LiveId" clId="{45D23C15-8B6E-3442-9B58-7B186F27CDA3}" dt="2023-09-18T01:24:16.191" v="913" actId="14100"/>
          <ac:spMkLst>
            <pc:docMk/>
            <pc:sldMk cId="989988788" sldId="502"/>
            <ac:spMk id="18" creationId="{05B32A83-D7E1-174D-9322-5D54EDC9C483}"/>
          </ac:spMkLst>
        </pc:spChg>
        <pc:spChg chg="mod">
          <ac:chgData name="Loc Huynh" userId="80c0383e323bd6ea" providerId="LiveId" clId="{45D23C15-8B6E-3442-9B58-7B186F27CDA3}" dt="2023-09-18T01:24:16.191" v="913" actId="14100"/>
          <ac:spMkLst>
            <pc:docMk/>
            <pc:sldMk cId="989988788" sldId="502"/>
            <ac:spMk id="19" creationId="{F0F7439D-7CF6-FC47-97DB-0F9827356118}"/>
          </ac:spMkLst>
        </pc:spChg>
        <pc:spChg chg="mod">
          <ac:chgData name="Loc Huynh" userId="80c0383e323bd6ea" providerId="LiveId" clId="{45D23C15-8B6E-3442-9B58-7B186F27CDA3}" dt="2023-09-18T01:24:23.350" v="915" actId="14100"/>
          <ac:spMkLst>
            <pc:docMk/>
            <pc:sldMk cId="989988788" sldId="502"/>
            <ac:spMk id="20" creationId="{64374040-34DA-ED49-8068-E4F32B628326}"/>
          </ac:spMkLst>
        </pc:spChg>
        <pc:spChg chg="mod">
          <ac:chgData name="Loc Huynh" userId="80c0383e323bd6ea" providerId="LiveId" clId="{45D23C15-8B6E-3442-9B58-7B186F27CDA3}" dt="2023-09-18T01:24:16.191" v="913" actId="14100"/>
          <ac:spMkLst>
            <pc:docMk/>
            <pc:sldMk cId="989988788" sldId="502"/>
            <ac:spMk id="22" creationId="{46B79D35-6142-D34C-94F6-5281D46E757E}"/>
          </ac:spMkLst>
        </pc:spChg>
        <pc:spChg chg="add mod">
          <ac:chgData name="Loc Huynh" userId="80c0383e323bd6ea" providerId="LiveId" clId="{45D23C15-8B6E-3442-9B58-7B186F27CDA3}" dt="2023-09-18T01:24:08.334" v="911" actId="1036"/>
          <ac:spMkLst>
            <pc:docMk/>
            <pc:sldMk cId="989988788" sldId="502"/>
            <ac:spMk id="33" creationId="{3D12F168-8BE8-A84F-1669-DC28F7FFFDAF}"/>
          </ac:spMkLst>
        </pc:spChg>
        <pc:grpChg chg="mod">
          <ac:chgData name="Loc Huynh" userId="80c0383e323bd6ea" providerId="LiveId" clId="{45D23C15-8B6E-3442-9B58-7B186F27CDA3}" dt="2023-09-18T01:24:16.191" v="913" actId="14100"/>
          <ac:grpSpMkLst>
            <pc:docMk/>
            <pc:sldMk cId="989988788" sldId="502"/>
            <ac:grpSpMk id="25" creationId="{52EB860E-B878-944A-881D-3F2E505585C4}"/>
          </ac:grpSpMkLst>
        </pc:grpChg>
        <pc:picChg chg="del mod">
          <ac:chgData name="Loc Huynh" userId="80c0383e323bd6ea" providerId="LiveId" clId="{45D23C15-8B6E-3442-9B58-7B186F27CDA3}" dt="2023-09-18T01:19:35.919" v="782" actId="478"/>
          <ac:picMkLst>
            <pc:docMk/>
            <pc:sldMk cId="989988788" sldId="502"/>
            <ac:picMk id="7" creationId="{09749128-1F8C-E148-B218-51D252A2F98A}"/>
          </ac:picMkLst>
        </pc:picChg>
        <pc:picChg chg="mod">
          <ac:chgData name="Loc Huynh" userId="80c0383e323bd6ea" providerId="LiveId" clId="{45D23C15-8B6E-3442-9B58-7B186F27CDA3}" dt="2023-09-18T01:24:16.191" v="913" actId="14100"/>
          <ac:picMkLst>
            <pc:docMk/>
            <pc:sldMk cId="989988788" sldId="502"/>
            <ac:picMk id="8" creationId="{501E36B7-5A61-7140-8434-642F15684F9A}"/>
          </ac:picMkLst>
        </pc:picChg>
        <pc:cxnChg chg="mod">
          <ac:chgData name="Loc Huynh" userId="80c0383e323bd6ea" providerId="LiveId" clId="{45D23C15-8B6E-3442-9B58-7B186F27CDA3}" dt="2023-09-18T01:24:16.191" v="913" actId="14100"/>
          <ac:cxnSpMkLst>
            <pc:docMk/>
            <pc:sldMk cId="989988788" sldId="502"/>
            <ac:cxnSpMk id="9" creationId="{71FC5D96-C203-BD4C-9662-ED2CDC41B16F}"/>
          </ac:cxnSpMkLst>
        </pc:cxnChg>
        <pc:cxnChg chg="mod">
          <ac:chgData name="Loc Huynh" userId="80c0383e323bd6ea" providerId="LiveId" clId="{45D23C15-8B6E-3442-9B58-7B186F27CDA3}" dt="2023-09-18T01:24:16.191" v="913" actId="14100"/>
          <ac:cxnSpMkLst>
            <pc:docMk/>
            <pc:sldMk cId="989988788" sldId="502"/>
            <ac:cxnSpMk id="11" creationId="{9769BCF3-EA58-D848-82B0-EF82362CE6C0}"/>
          </ac:cxnSpMkLst>
        </pc:cxnChg>
        <pc:cxnChg chg="mod">
          <ac:chgData name="Loc Huynh" userId="80c0383e323bd6ea" providerId="LiveId" clId="{45D23C15-8B6E-3442-9B58-7B186F27CDA3}" dt="2023-09-18T01:24:16.191" v="913" actId="14100"/>
          <ac:cxnSpMkLst>
            <pc:docMk/>
            <pc:sldMk cId="989988788" sldId="502"/>
            <ac:cxnSpMk id="12" creationId="{05D943C5-2D55-5D4B-BF84-AD7DADDBFA5F}"/>
          </ac:cxnSpMkLst>
        </pc:cxnChg>
        <pc:cxnChg chg="add mod">
          <ac:chgData name="Loc Huynh" userId="80c0383e323bd6ea" providerId="LiveId" clId="{45D23C15-8B6E-3442-9B58-7B186F27CDA3}" dt="2023-09-18T01:24:37.030" v="917" actId="1037"/>
          <ac:cxnSpMkLst>
            <pc:docMk/>
            <pc:sldMk cId="989988788" sldId="502"/>
            <ac:cxnSpMk id="30" creationId="{780957C6-1A15-E4AB-CCAC-F49197A3CDF3}"/>
          </ac:cxnSpMkLst>
        </pc:cxnChg>
        <pc:cxnChg chg="add mod">
          <ac:chgData name="Loc Huynh" userId="80c0383e323bd6ea" providerId="LiveId" clId="{45D23C15-8B6E-3442-9B58-7B186F27CDA3}" dt="2023-09-18T01:23:27.629" v="826" actId="1076"/>
          <ac:cxnSpMkLst>
            <pc:docMk/>
            <pc:sldMk cId="989988788" sldId="502"/>
            <ac:cxnSpMk id="32" creationId="{CBF432D7-6A67-68A9-4E78-B3FCC24C61EE}"/>
          </ac:cxnSpMkLst>
        </pc:cxnChg>
      </pc:sldChg>
      <pc:sldChg chg="delSp modSp add del mod delAnim chgLayout">
        <pc:chgData name="Loc Huynh" userId="80c0383e323bd6ea" providerId="LiveId" clId="{45D23C15-8B6E-3442-9B58-7B186F27CDA3}" dt="2023-09-25T01:57:07.742" v="5147" actId="2696"/>
        <pc:sldMkLst>
          <pc:docMk/>
          <pc:sldMk cId="2896080346" sldId="503"/>
        </pc:sldMkLst>
        <pc:spChg chg="mod ord">
          <ac:chgData name="Loc Huynh" userId="80c0383e323bd6ea" providerId="LiveId" clId="{45D23C15-8B6E-3442-9B58-7B186F27CDA3}" dt="2023-09-18T05:47:19.477" v="1056" actId="700"/>
          <ac:spMkLst>
            <pc:docMk/>
            <pc:sldMk cId="2896080346" sldId="503"/>
            <ac:spMk id="2" creationId="{636479E2-C0D6-904F-B5C5-2271728A96C3}"/>
          </ac:spMkLst>
        </pc:spChg>
        <pc:spChg chg="mod ord">
          <ac:chgData name="Loc Huynh" userId="80c0383e323bd6ea" providerId="LiveId" clId="{45D23C15-8B6E-3442-9B58-7B186F27CDA3}" dt="2023-09-18T05:47:19.477" v="1056" actId="700"/>
          <ac:spMkLst>
            <pc:docMk/>
            <pc:sldMk cId="2896080346" sldId="503"/>
            <ac:spMk id="3" creationId="{C0C21A69-FB3A-5848-81E0-17A1514E605F}"/>
          </ac:spMkLst>
        </pc:spChg>
        <pc:spChg chg="mod ord">
          <ac:chgData name="Loc Huynh" userId="80c0383e323bd6ea" providerId="LiveId" clId="{45D23C15-8B6E-3442-9B58-7B186F27CDA3}" dt="2023-09-18T05:47:19.477" v="1056" actId="700"/>
          <ac:spMkLst>
            <pc:docMk/>
            <pc:sldMk cId="2896080346" sldId="503"/>
            <ac:spMk id="4" creationId="{961813DB-F3F2-A844-9A22-9324D7622836}"/>
          </ac:spMkLst>
        </pc:spChg>
        <pc:spChg chg="mod ord">
          <ac:chgData name="Loc Huynh" userId="80c0383e323bd6ea" providerId="LiveId" clId="{45D23C15-8B6E-3442-9B58-7B186F27CDA3}" dt="2023-09-18T05:47:19.477" v="1056" actId="700"/>
          <ac:spMkLst>
            <pc:docMk/>
            <pc:sldMk cId="2896080346" sldId="503"/>
            <ac:spMk id="5" creationId="{FA4B7677-0B6E-3943-B277-ADD7EE6E6F2D}"/>
          </ac:spMkLst>
        </pc:spChg>
        <pc:spChg chg="mod">
          <ac:chgData name="Loc Huynh" userId="80c0383e323bd6ea" providerId="LiveId" clId="{45D23C15-8B6E-3442-9B58-7B186F27CDA3}" dt="2023-09-18T05:47:38.988" v="1057" actId="1076"/>
          <ac:spMkLst>
            <pc:docMk/>
            <pc:sldMk cId="2896080346" sldId="503"/>
            <ac:spMk id="18" creationId="{05B32A83-D7E1-174D-9322-5D54EDC9C483}"/>
          </ac:spMkLst>
        </pc:spChg>
        <pc:spChg chg="mod">
          <ac:chgData name="Loc Huynh" userId="80c0383e323bd6ea" providerId="LiveId" clId="{45D23C15-8B6E-3442-9B58-7B186F27CDA3}" dt="2023-09-18T05:47:38.988" v="1057" actId="1076"/>
          <ac:spMkLst>
            <pc:docMk/>
            <pc:sldMk cId="2896080346" sldId="503"/>
            <ac:spMk id="19" creationId="{F0F7439D-7CF6-FC47-97DB-0F9827356118}"/>
          </ac:spMkLst>
        </pc:spChg>
        <pc:spChg chg="mod">
          <ac:chgData name="Loc Huynh" userId="80c0383e323bd6ea" providerId="LiveId" clId="{45D23C15-8B6E-3442-9B58-7B186F27CDA3}" dt="2023-09-18T05:47:38.988" v="1057" actId="1076"/>
          <ac:spMkLst>
            <pc:docMk/>
            <pc:sldMk cId="2896080346" sldId="503"/>
            <ac:spMk id="20" creationId="{64374040-34DA-ED49-8068-E4F32B628326}"/>
          </ac:spMkLst>
        </pc:spChg>
        <pc:spChg chg="mod">
          <ac:chgData name="Loc Huynh" userId="80c0383e323bd6ea" providerId="LiveId" clId="{45D23C15-8B6E-3442-9B58-7B186F27CDA3}" dt="2023-09-18T05:48:00.346" v="1060" actId="13926"/>
          <ac:spMkLst>
            <pc:docMk/>
            <pc:sldMk cId="2896080346" sldId="503"/>
            <ac:spMk id="22" creationId="{46B79D35-6142-D34C-94F6-5281D46E757E}"/>
          </ac:spMkLst>
        </pc:spChg>
        <pc:spChg chg="mod">
          <ac:chgData name="Loc Huynh" userId="80c0383e323bd6ea" providerId="LiveId" clId="{45D23C15-8B6E-3442-9B58-7B186F27CDA3}" dt="2023-09-18T05:47:38.988" v="1057" actId="1076"/>
          <ac:spMkLst>
            <pc:docMk/>
            <pc:sldMk cId="2896080346" sldId="503"/>
            <ac:spMk id="29" creationId="{DC6B2538-AFB7-8147-B28A-945317E366EF}"/>
          </ac:spMkLst>
        </pc:spChg>
        <pc:spChg chg="mod">
          <ac:chgData name="Loc Huynh" userId="80c0383e323bd6ea" providerId="LiveId" clId="{45D23C15-8B6E-3442-9B58-7B186F27CDA3}" dt="2023-09-18T05:47:38.988" v="1057" actId="1076"/>
          <ac:spMkLst>
            <pc:docMk/>
            <pc:sldMk cId="2896080346" sldId="503"/>
            <ac:spMk id="32" creationId="{BF2CA5C5-0EBE-9D49-AD7D-DEF7CB707D7D}"/>
          </ac:spMkLst>
        </pc:spChg>
        <pc:spChg chg="mod">
          <ac:chgData name="Loc Huynh" userId="80c0383e323bd6ea" providerId="LiveId" clId="{45D23C15-8B6E-3442-9B58-7B186F27CDA3}" dt="2023-09-18T05:47:38.988" v="1057" actId="1076"/>
          <ac:spMkLst>
            <pc:docMk/>
            <pc:sldMk cId="2896080346" sldId="503"/>
            <ac:spMk id="39" creationId="{864C34BB-47D3-AB4D-B22B-A3239914681E}"/>
          </ac:spMkLst>
        </pc:spChg>
        <pc:spChg chg="mod">
          <ac:chgData name="Loc Huynh" userId="80c0383e323bd6ea" providerId="LiveId" clId="{45D23C15-8B6E-3442-9B58-7B186F27CDA3}" dt="2023-09-18T05:47:38.988" v="1057" actId="1076"/>
          <ac:spMkLst>
            <pc:docMk/>
            <pc:sldMk cId="2896080346" sldId="503"/>
            <ac:spMk id="41" creationId="{3223F34C-52BF-1944-805F-237C45E0B5F3}"/>
          </ac:spMkLst>
        </pc:spChg>
        <pc:spChg chg="mod">
          <ac:chgData name="Loc Huynh" userId="80c0383e323bd6ea" providerId="LiveId" clId="{45D23C15-8B6E-3442-9B58-7B186F27CDA3}" dt="2023-09-18T05:47:38.988" v="1057" actId="1076"/>
          <ac:spMkLst>
            <pc:docMk/>
            <pc:sldMk cId="2896080346" sldId="503"/>
            <ac:spMk id="43" creationId="{1C043D60-3498-B540-A27D-F2926F28F86D}"/>
          </ac:spMkLst>
        </pc:spChg>
        <pc:spChg chg="del mod">
          <ac:chgData name="Loc Huynh" userId="80c0383e323bd6ea" providerId="LiveId" clId="{45D23C15-8B6E-3442-9B58-7B186F27CDA3}" dt="2023-09-18T07:39:06.676" v="4070" actId="478"/>
          <ac:spMkLst>
            <pc:docMk/>
            <pc:sldMk cId="2896080346" sldId="503"/>
            <ac:spMk id="70" creationId="{26258327-1155-2947-8FA7-42DBF3D5FF12}"/>
          </ac:spMkLst>
        </pc:spChg>
        <pc:spChg chg="mod">
          <ac:chgData name="Loc Huynh" userId="80c0383e323bd6ea" providerId="LiveId" clId="{45D23C15-8B6E-3442-9B58-7B186F27CDA3}" dt="2023-09-18T05:47:38.988" v="1057" actId="1076"/>
          <ac:spMkLst>
            <pc:docMk/>
            <pc:sldMk cId="2896080346" sldId="503"/>
            <ac:spMk id="287" creationId="{8519FBEA-6B51-5B41-ADB8-B6A58EEE90F4}"/>
          </ac:spMkLst>
        </pc:spChg>
        <pc:spChg chg="mod">
          <ac:chgData name="Loc Huynh" userId="80c0383e323bd6ea" providerId="LiveId" clId="{45D23C15-8B6E-3442-9B58-7B186F27CDA3}" dt="2023-09-18T05:47:38.988" v="1057" actId="1076"/>
          <ac:spMkLst>
            <pc:docMk/>
            <pc:sldMk cId="2896080346" sldId="503"/>
            <ac:spMk id="290" creationId="{4B914365-6900-B14B-89FD-61D58254F38A}"/>
          </ac:spMkLst>
        </pc:spChg>
        <pc:spChg chg="mod">
          <ac:chgData name="Loc Huynh" userId="80c0383e323bd6ea" providerId="LiveId" clId="{45D23C15-8B6E-3442-9B58-7B186F27CDA3}" dt="2023-09-18T05:47:38.988" v="1057" actId="1076"/>
          <ac:spMkLst>
            <pc:docMk/>
            <pc:sldMk cId="2896080346" sldId="503"/>
            <ac:spMk id="295" creationId="{A429E02B-483F-6F4A-9A78-E0F24433334B}"/>
          </ac:spMkLst>
        </pc:spChg>
        <pc:spChg chg="mod">
          <ac:chgData name="Loc Huynh" userId="80c0383e323bd6ea" providerId="LiveId" clId="{45D23C15-8B6E-3442-9B58-7B186F27CDA3}" dt="2023-09-18T05:47:38.988" v="1057" actId="1076"/>
          <ac:spMkLst>
            <pc:docMk/>
            <pc:sldMk cId="2896080346" sldId="503"/>
            <ac:spMk id="297" creationId="{0D852643-D7F9-4444-8E58-BBAE9D945351}"/>
          </ac:spMkLst>
        </pc:spChg>
        <pc:spChg chg="mod">
          <ac:chgData name="Loc Huynh" userId="80c0383e323bd6ea" providerId="LiveId" clId="{45D23C15-8B6E-3442-9B58-7B186F27CDA3}" dt="2023-09-18T05:47:38.988" v="1057" actId="1076"/>
          <ac:spMkLst>
            <pc:docMk/>
            <pc:sldMk cId="2896080346" sldId="503"/>
            <ac:spMk id="299" creationId="{5AA38928-682A-0744-93B1-A49A42C70EB6}"/>
          </ac:spMkLst>
        </pc:spChg>
        <pc:spChg chg="mod">
          <ac:chgData name="Loc Huynh" userId="80c0383e323bd6ea" providerId="LiveId" clId="{45D23C15-8B6E-3442-9B58-7B186F27CDA3}" dt="2023-09-18T05:47:38.988" v="1057" actId="1076"/>
          <ac:spMkLst>
            <pc:docMk/>
            <pc:sldMk cId="2896080346" sldId="503"/>
            <ac:spMk id="300" creationId="{500C06FC-9309-9542-95F5-C06AC8756058}"/>
          </ac:spMkLst>
        </pc:spChg>
        <pc:spChg chg="mod">
          <ac:chgData name="Loc Huynh" userId="80c0383e323bd6ea" providerId="LiveId" clId="{45D23C15-8B6E-3442-9B58-7B186F27CDA3}" dt="2023-09-18T05:47:38.988" v="1057" actId="1076"/>
          <ac:spMkLst>
            <pc:docMk/>
            <pc:sldMk cId="2896080346" sldId="503"/>
            <ac:spMk id="305" creationId="{6F6710BF-CAF2-7D4B-B0F4-01F2EDCAADB1}"/>
          </ac:spMkLst>
        </pc:spChg>
        <pc:spChg chg="mod">
          <ac:chgData name="Loc Huynh" userId="80c0383e323bd6ea" providerId="LiveId" clId="{45D23C15-8B6E-3442-9B58-7B186F27CDA3}" dt="2023-09-18T05:47:38.988" v="1057" actId="1076"/>
          <ac:spMkLst>
            <pc:docMk/>
            <pc:sldMk cId="2896080346" sldId="503"/>
            <ac:spMk id="306" creationId="{1B4AA0B4-29F4-034A-B3C4-E855AD7FB9E3}"/>
          </ac:spMkLst>
        </pc:spChg>
        <pc:spChg chg="mod">
          <ac:chgData name="Loc Huynh" userId="80c0383e323bd6ea" providerId="LiveId" clId="{45D23C15-8B6E-3442-9B58-7B186F27CDA3}" dt="2023-09-18T05:47:54.062" v="1059" actId="13926"/>
          <ac:spMkLst>
            <pc:docMk/>
            <pc:sldMk cId="2896080346" sldId="503"/>
            <ac:spMk id="307" creationId="{072BBA43-9F63-D74C-B846-9B31509A7A00}"/>
          </ac:spMkLst>
        </pc:spChg>
        <pc:grpChg chg="mod">
          <ac:chgData name="Loc Huynh" userId="80c0383e323bd6ea" providerId="LiveId" clId="{45D23C15-8B6E-3442-9B58-7B186F27CDA3}" dt="2023-09-18T05:47:38.988" v="1057" actId="1076"/>
          <ac:grpSpMkLst>
            <pc:docMk/>
            <pc:sldMk cId="2896080346" sldId="503"/>
            <ac:grpSpMk id="23" creationId="{2F5AD5B7-315E-8F4B-9F87-BA5E59BA497D}"/>
          </ac:grpSpMkLst>
        </pc:grpChg>
        <pc:grpChg chg="mod">
          <ac:chgData name="Loc Huynh" userId="80c0383e323bd6ea" providerId="LiveId" clId="{45D23C15-8B6E-3442-9B58-7B186F27CDA3}" dt="2023-09-18T05:47:38.988" v="1057" actId="1076"/>
          <ac:grpSpMkLst>
            <pc:docMk/>
            <pc:sldMk cId="2896080346" sldId="503"/>
            <ac:grpSpMk id="25" creationId="{52EB860E-B878-944A-881D-3F2E505585C4}"/>
          </ac:grpSpMkLst>
        </pc:grpChg>
        <pc:grpChg chg="mod">
          <ac:chgData name="Loc Huynh" userId="80c0383e323bd6ea" providerId="LiveId" clId="{45D23C15-8B6E-3442-9B58-7B186F27CDA3}" dt="2023-09-18T05:47:38.988" v="1057" actId="1076"/>
          <ac:grpSpMkLst>
            <pc:docMk/>
            <pc:sldMk cId="2896080346" sldId="503"/>
            <ac:grpSpMk id="26" creationId="{26C7835F-7FD5-4145-AC33-D1F035EF613D}"/>
          </ac:grpSpMkLst>
        </pc:grpChg>
        <pc:grpChg chg="mod">
          <ac:chgData name="Loc Huynh" userId="80c0383e323bd6ea" providerId="LiveId" clId="{45D23C15-8B6E-3442-9B58-7B186F27CDA3}" dt="2023-09-18T05:47:38.988" v="1057" actId="1076"/>
          <ac:grpSpMkLst>
            <pc:docMk/>
            <pc:sldMk cId="2896080346" sldId="503"/>
            <ac:grpSpMk id="27" creationId="{C44AA796-8AD1-4347-9FA2-13EBCB496EF6}"/>
          </ac:grpSpMkLst>
        </pc:grpChg>
        <pc:grpChg chg="mod">
          <ac:chgData name="Loc Huynh" userId="80c0383e323bd6ea" providerId="LiveId" clId="{45D23C15-8B6E-3442-9B58-7B186F27CDA3}" dt="2023-09-18T05:47:38.988" v="1057" actId="1076"/>
          <ac:grpSpMkLst>
            <pc:docMk/>
            <pc:sldMk cId="2896080346" sldId="503"/>
            <ac:grpSpMk id="30" creationId="{55D8C2F4-659F-694F-B8F0-D797F7068C47}"/>
          </ac:grpSpMkLst>
        </pc:grpChg>
        <pc:grpChg chg="mod">
          <ac:chgData name="Loc Huynh" userId="80c0383e323bd6ea" providerId="LiveId" clId="{45D23C15-8B6E-3442-9B58-7B186F27CDA3}" dt="2023-09-18T05:47:38.988" v="1057" actId="1076"/>
          <ac:grpSpMkLst>
            <pc:docMk/>
            <pc:sldMk cId="2896080346" sldId="503"/>
            <ac:grpSpMk id="31" creationId="{A5B91EC4-F179-D747-AD7D-02F76686D026}"/>
          </ac:grpSpMkLst>
        </pc:grpChg>
        <pc:grpChg chg="mod">
          <ac:chgData name="Loc Huynh" userId="80c0383e323bd6ea" providerId="LiveId" clId="{45D23C15-8B6E-3442-9B58-7B186F27CDA3}" dt="2023-09-18T05:47:38.988" v="1057" actId="1076"/>
          <ac:grpSpMkLst>
            <pc:docMk/>
            <pc:sldMk cId="2896080346" sldId="503"/>
            <ac:grpSpMk id="33" creationId="{73C207F9-DBCC-1243-8394-6EDA2D7EB0F7}"/>
          </ac:grpSpMkLst>
        </pc:grpChg>
        <pc:grpChg chg="mod">
          <ac:chgData name="Loc Huynh" userId="80c0383e323bd6ea" providerId="LiveId" clId="{45D23C15-8B6E-3442-9B58-7B186F27CDA3}" dt="2023-09-18T05:47:38.988" v="1057" actId="1076"/>
          <ac:grpSpMkLst>
            <pc:docMk/>
            <pc:sldMk cId="2896080346" sldId="503"/>
            <ac:grpSpMk id="67" creationId="{3DF1DC16-A562-6849-9D40-9BA8650ECDD4}"/>
          </ac:grpSpMkLst>
        </pc:grpChg>
        <pc:grpChg chg="mod">
          <ac:chgData name="Loc Huynh" userId="80c0383e323bd6ea" providerId="LiveId" clId="{45D23C15-8B6E-3442-9B58-7B186F27CDA3}" dt="2023-09-18T05:47:38.988" v="1057" actId="1076"/>
          <ac:grpSpMkLst>
            <pc:docMk/>
            <pc:sldMk cId="2896080346" sldId="503"/>
            <ac:grpSpMk id="136" creationId="{5466DA01-9B99-884B-9F6D-2B230E73EA8E}"/>
          </ac:grpSpMkLst>
        </pc:grpChg>
        <pc:grpChg chg="mod">
          <ac:chgData name="Loc Huynh" userId="80c0383e323bd6ea" providerId="LiveId" clId="{45D23C15-8B6E-3442-9B58-7B186F27CDA3}" dt="2023-09-18T05:47:38.988" v="1057" actId="1076"/>
          <ac:grpSpMkLst>
            <pc:docMk/>
            <pc:sldMk cId="2896080346" sldId="503"/>
            <ac:grpSpMk id="276" creationId="{A5212F4D-AB59-BD4F-9410-57992AFFD8A5}"/>
          </ac:grpSpMkLst>
        </pc:grpChg>
        <pc:grpChg chg="mod">
          <ac:chgData name="Loc Huynh" userId="80c0383e323bd6ea" providerId="LiveId" clId="{45D23C15-8B6E-3442-9B58-7B186F27CDA3}" dt="2023-09-18T05:47:38.988" v="1057" actId="1076"/>
          <ac:grpSpMkLst>
            <pc:docMk/>
            <pc:sldMk cId="2896080346" sldId="503"/>
            <ac:grpSpMk id="277" creationId="{4AD9A38A-002A-6F4C-9261-140FA1B83832}"/>
          </ac:grpSpMkLst>
        </pc:grpChg>
        <pc:grpChg chg="mod">
          <ac:chgData name="Loc Huynh" userId="80c0383e323bd6ea" providerId="LiveId" clId="{45D23C15-8B6E-3442-9B58-7B186F27CDA3}" dt="2023-09-18T05:47:38.988" v="1057" actId="1076"/>
          <ac:grpSpMkLst>
            <pc:docMk/>
            <pc:sldMk cId="2896080346" sldId="503"/>
            <ac:grpSpMk id="282" creationId="{E9D70910-A99C-6847-9828-6F909F0DA9F6}"/>
          </ac:grpSpMkLst>
        </pc:grpChg>
        <pc:grpChg chg="mod">
          <ac:chgData name="Loc Huynh" userId="80c0383e323bd6ea" providerId="LiveId" clId="{45D23C15-8B6E-3442-9B58-7B186F27CDA3}" dt="2023-09-18T05:47:38.988" v="1057" actId="1076"/>
          <ac:grpSpMkLst>
            <pc:docMk/>
            <pc:sldMk cId="2896080346" sldId="503"/>
            <ac:grpSpMk id="283" creationId="{8E42DED5-8EB3-5E4D-ADC5-7E9BA969AE91}"/>
          </ac:grpSpMkLst>
        </pc:grpChg>
        <pc:grpChg chg="mod">
          <ac:chgData name="Loc Huynh" userId="80c0383e323bd6ea" providerId="LiveId" clId="{45D23C15-8B6E-3442-9B58-7B186F27CDA3}" dt="2023-09-18T05:47:38.988" v="1057" actId="1076"/>
          <ac:grpSpMkLst>
            <pc:docMk/>
            <pc:sldMk cId="2896080346" sldId="503"/>
            <ac:grpSpMk id="284" creationId="{8F511502-D15D-8945-A977-27E0E6D2F03E}"/>
          </ac:grpSpMkLst>
        </pc:grpChg>
        <pc:grpChg chg="mod">
          <ac:chgData name="Loc Huynh" userId="80c0383e323bd6ea" providerId="LiveId" clId="{45D23C15-8B6E-3442-9B58-7B186F27CDA3}" dt="2023-09-18T05:47:38.988" v="1057" actId="1076"/>
          <ac:grpSpMkLst>
            <pc:docMk/>
            <pc:sldMk cId="2896080346" sldId="503"/>
            <ac:grpSpMk id="285" creationId="{1DC892B2-4DC8-AD4A-A613-A281679C01CC}"/>
          </ac:grpSpMkLst>
        </pc:grpChg>
        <pc:grpChg chg="mod">
          <ac:chgData name="Loc Huynh" userId="80c0383e323bd6ea" providerId="LiveId" clId="{45D23C15-8B6E-3442-9B58-7B186F27CDA3}" dt="2023-09-18T05:47:38.988" v="1057" actId="1076"/>
          <ac:grpSpMkLst>
            <pc:docMk/>
            <pc:sldMk cId="2896080346" sldId="503"/>
            <ac:grpSpMk id="288" creationId="{8FD42856-F3E0-2441-A434-D0DE68ACA4EE}"/>
          </ac:grpSpMkLst>
        </pc:grpChg>
        <pc:grpChg chg="mod">
          <ac:chgData name="Loc Huynh" userId="80c0383e323bd6ea" providerId="LiveId" clId="{45D23C15-8B6E-3442-9B58-7B186F27CDA3}" dt="2023-09-18T05:47:38.988" v="1057" actId="1076"/>
          <ac:grpSpMkLst>
            <pc:docMk/>
            <pc:sldMk cId="2896080346" sldId="503"/>
            <ac:grpSpMk id="289" creationId="{DBF94588-C792-6A4E-9C17-2396064DEBBA}"/>
          </ac:grpSpMkLst>
        </pc:grpChg>
        <pc:grpChg chg="mod">
          <ac:chgData name="Loc Huynh" userId="80c0383e323bd6ea" providerId="LiveId" clId="{45D23C15-8B6E-3442-9B58-7B186F27CDA3}" dt="2023-09-18T05:47:38.988" v="1057" actId="1076"/>
          <ac:grpSpMkLst>
            <pc:docMk/>
            <pc:sldMk cId="2896080346" sldId="503"/>
            <ac:grpSpMk id="291" creationId="{C4216D4B-59BE-B642-BFBC-5C239172DE87}"/>
          </ac:grpSpMkLst>
        </pc:grpChg>
        <pc:picChg chg="mod">
          <ac:chgData name="Loc Huynh" userId="80c0383e323bd6ea" providerId="LiveId" clId="{45D23C15-8B6E-3442-9B58-7B186F27CDA3}" dt="2023-09-18T05:47:38.988" v="1057" actId="1076"/>
          <ac:picMkLst>
            <pc:docMk/>
            <pc:sldMk cId="2896080346" sldId="503"/>
            <ac:picMk id="8" creationId="{501E36B7-5A61-7140-8434-642F15684F9A}"/>
          </ac:picMkLst>
        </pc:picChg>
        <pc:picChg chg="mod">
          <ac:chgData name="Loc Huynh" userId="80c0383e323bd6ea" providerId="LiveId" clId="{45D23C15-8B6E-3442-9B58-7B186F27CDA3}" dt="2023-09-18T05:47:38.988" v="1057" actId="1076"/>
          <ac:picMkLst>
            <pc:docMk/>
            <pc:sldMk cId="2896080346" sldId="503"/>
            <ac:picMk id="28" creationId="{11401D3B-CC51-EA4F-A5FD-3031658F8C53}"/>
          </ac:picMkLst>
        </pc:picChg>
        <pc:picChg chg="mod">
          <ac:chgData name="Loc Huynh" userId="80c0383e323bd6ea" providerId="LiveId" clId="{45D23C15-8B6E-3442-9B58-7B186F27CDA3}" dt="2023-09-18T05:47:38.988" v="1057" actId="1076"/>
          <ac:picMkLst>
            <pc:docMk/>
            <pc:sldMk cId="2896080346" sldId="503"/>
            <ac:picMk id="34" creationId="{5BFFD6C7-34EF-6B4F-A1A8-DEC175A29752}"/>
          </ac:picMkLst>
        </pc:picChg>
        <pc:picChg chg="mod">
          <ac:chgData name="Loc Huynh" userId="80c0383e323bd6ea" providerId="LiveId" clId="{45D23C15-8B6E-3442-9B58-7B186F27CDA3}" dt="2023-09-18T05:47:38.988" v="1057" actId="1076"/>
          <ac:picMkLst>
            <pc:docMk/>
            <pc:sldMk cId="2896080346" sldId="503"/>
            <ac:picMk id="37" creationId="{B94AB986-87CB-5649-9E0A-0253466CBA4F}"/>
          </ac:picMkLst>
        </pc:picChg>
        <pc:picChg chg="mod">
          <ac:chgData name="Loc Huynh" userId="80c0383e323bd6ea" providerId="LiveId" clId="{45D23C15-8B6E-3442-9B58-7B186F27CDA3}" dt="2023-09-18T05:47:38.988" v="1057" actId="1076"/>
          <ac:picMkLst>
            <pc:docMk/>
            <pc:sldMk cId="2896080346" sldId="503"/>
            <ac:picMk id="40" creationId="{22E05F6B-7630-5949-9550-9B830E948F7B}"/>
          </ac:picMkLst>
        </pc:picChg>
        <pc:picChg chg="mod">
          <ac:chgData name="Loc Huynh" userId="80c0383e323bd6ea" providerId="LiveId" clId="{45D23C15-8B6E-3442-9B58-7B186F27CDA3}" dt="2023-09-18T05:47:38.988" v="1057" actId="1076"/>
          <ac:picMkLst>
            <pc:docMk/>
            <pc:sldMk cId="2896080346" sldId="503"/>
            <ac:picMk id="42" creationId="{58873C29-DC35-BA4E-BE13-84FB40620559}"/>
          </ac:picMkLst>
        </pc:picChg>
        <pc:picChg chg="mod">
          <ac:chgData name="Loc Huynh" userId="80c0383e323bd6ea" providerId="LiveId" clId="{45D23C15-8B6E-3442-9B58-7B186F27CDA3}" dt="2023-09-18T05:47:38.988" v="1057" actId="1076"/>
          <ac:picMkLst>
            <pc:docMk/>
            <pc:sldMk cId="2896080346" sldId="503"/>
            <ac:picMk id="286" creationId="{188CCA70-E6A6-6743-BF1E-B7AD693323FA}"/>
          </ac:picMkLst>
        </pc:picChg>
        <pc:picChg chg="mod">
          <ac:chgData name="Loc Huynh" userId="80c0383e323bd6ea" providerId="LiveId" clId="{45D23C15-8B6E-3442-9B58-7B186F27CDA3}" dt="2023-09-18T05:47:38.988" v="1057" actId="1076"/>
          <ac:picMkLst>
            <pc:docMk/>
            <pc:sldMk cId="2896080346" sldId="503"/>
            <ac:picMk id="292" creationId="{DEE0248C-E53E-3B47-B662-C8E972B924E3}"/>
          </ac:picMkLst>
        </pc:picChg>
        <pc:picChg chg="mod">
          <ac:chgData name="Loc Huynh" userId="80c0383e323bd6ea" providerId="LiveId" clId="{45D23C15-8B6E-3442-9B58-7B186F27CDA3}" dt="2023-09-18T05:47:38.988" v="1057" actId="1076"/>
          <ac:picMkLst>
            <pc:docMk/>
            <pc:sldMk cId="2896080346" sldId="503"/>
            <ac:picMk id="293" creationId="{FA02E69E-574E-8F4F-BB83-6E05C0F3B809}"/>
          </ac:picMkLst>
        </pc:picChg>
        <pc:picChg chg="mod">
          <ac:chgData name="Loc Huynh" userId="80c0383e323bd6ea" providerId="LiveId" clId="{45D23C15-8B6E-3442-9B58-7B186F27CDA3}" dt="2023-09-18T05:47:38.988" v="1057" actId="1076"/>
          <ac:picMkLst>
            <pc:docMk/>
            <pc:sldMk cId="2896080346" sldId="503"/>
            <ac:picMk id="296" creationId="{BD7AF321-CCB8-E54D-9D68-858922EB192C}"/>
          </ac:picMkLst>
        </pc:picChg>
        <pc:picChg chg="mod">
          <ac:chgData name="Loc Huynh" userId="80c0383e323bd6ea" providerId="LiveId" clId="{45D23C15-8B6E-3442-9B58-7B186F27CDA3}" dt="2023-09-18T05:47:38.988" v="1057" actId="1076"/>
          <ac:picMkLst>
            <pc:docMk/>
            <pc:sldMk cId="2896080346" sldId="503"/>
            <ac:picMk id="298" creationId="{D927850C-74B1-1E4B-AD48-1AB33193394C}"/>
          </ac:picMkLst>
        </pc:picChg>
        <pc:picChg chg="mod">
          <ac:chgData name="Loc Huynh" userId="80c0383e323bd6ea" providerId="LiveId" clId="{45D23C15-8B6E-3442-9B58-7B186F27CDA3}" dt="2023-09-18T05:47:38.988" v="1057" actId="1076"/>
          <ac:picMkLst>
            <pc:docMk/>
            <pc:sldMk cId="2896080346" sldId="503"/>
            <ac:picMk id="303" creationId="{75DB9AF9-D895-8D45-9FE8-91277958C25F}"/>
          </ac:picMkLst>
        </pc:picChg>
        <pc:cxnChg chg="mod">
          <ac:chgData name="Loc Huynh" userId="80c0383e323bd6ea" providerId="LiveId" clId="{45D23C15-8B6E-3442-9B58-7B186F27CDA3}" dt="2023-09-18T05:47:38.988" v="1057" actId="1076"/>
          <ac:cxnSpMkLst>
            <pc:docMk/>
            <pc:sldMk cId="2896080346" sldId="503"/>
            <ac:cxnSpMk id="9" creationId="{71FC5D96-C203-BD4C-9662-ED2CDC41B16F}"/>
          </ac:cxnSpMkLst>
        </pc:cxnChg>
        <pc:cxnChg chg="mod">
          <ac:chgData name="Loc Huynh" userId="80c0383e323bd6ea" providerId="LiveId" clId="{45D23C15-8B6E-3442-9B58-7B186F27CDA3}" dt="2023-09-18T05:47:38.988" v="1057" actId="1076"/>
          <ac:cxnSpMkLst>
            <pc:docMk/>
            <pc:sldMk cId="2896080346" sldId="503"/>
            <ac:cxnSpMk id="11" creationId="{9769BCF3-EA58-D848-82B0-EF82362CE6C0}"/>
          </ac:cxnSpMkLst>
        </pc:cxnChg>
        <pc:cxnChg chg="mod">
          <ac:chgData name="Loc Huynh" userId="80c0383e323bd6ea" providerId="LiveId" clId="{45D23C15-8B6E-3442-9B58-7B186F27CDA3}" dt="2023-09-18T05:47:38.988" v="1057" actId="1076"/>
          <ac:cxnSpMkLst>
            <pc:docMk/>
            <pc:sldMk cId="2896080346" sldId="503"/>
            <ac:cxnSpMk id="12" creationId="{05D943C5-2D55-5D4B-BF84-AD7DADDBFA5F}"/>
          </ac:cxnSpMkLst>
        </pc:cxnChg>
        <pc:cxnChg chg="mod">
          <ac:chgData name="Loc Huynh" userId="80c0383e323bd6ea" providerId="LiveId" clId="{45D23C15-8B6E-3442-9B58-7B186F27CDA3}" dt="2023-09-18T05:47:38.988" v="1057" actId="1076"/>
          <ac:cxnSpMkLst>
            <pc:docMk/>
            <pc:sldMk cId="2896080346" sldId="503"/>
            <ac:cxnSpMk id="38" creationId="{6108DD37-8146-6640-881E-D766373595C9}"/>
          </ac:cxnSpMkLst>
        </pc:cxnChg>
        <pc:cxnChg chg="mod">
          <ac:chgData name="Loc Huynh" userId="80c0383e323bd6ea" providerId="LiveId" clId="{45D23C15-8B6E-3442-9B58-7B186F27CDA3}" dt="2023-09-18T05:47:38.988" v="1057" actId="1076"/>
          <ac:cxnSpMkLst>
            <pc:docMk/>
            <pc:sldMk cId="2896080346" sldId="503"/>
            <ac:cxnSpMk id="126" creationId="{AFEE7EBB-8D30-1E4F-BCC5-3DD92FEF08EE}"/>
          </ac:cxnSpMkLst>
        </pc:cxnChg>
        <pc:cxnChg chg="mod">
          <ac:chgData name="Loc Huynh" userId="80c0383e323bd6ea" providerId="LiveId" clId="{45D23C15-8B6E-3442-9B58-7B186F27CDA3}" dt="2023-09-18T05:47:38.988" v="1057" actId="1076"/>
          <ac:cxnSpMkLst>
            <pc:docMk/>
            <pc:sldMk cId="2896080346" sldId="503"/>
            <ac:cxnSpMk id="128" creationId="{E9A93C60-4880-A74A-869C-F9F07574E4A8}"/>
          </ac:cxnSpMkLst>
        </pc:cxnChg>
        <pc:cxnChg chg="mod">
          <ac:chgData name="Loc Huynh" userId="80c0383e323bd6ea" providerId="LiveId" clId="{45D23C15-8B6E-3442-9B58-7B186F27CDA3}" dt="2023-09-18T05:47:38.988" v="1057" actId="1076"/>
          <ac:cxnSpMkLst>
            <pc:docMk/>
            <pc:sldMk cId="2896080346" sldId="503"/>
            <ac:cxnSpMk id="130" creationId="{89558E59-F662-D84B-A50A-F3206200E401}"/>
          </ac:cxnSpMkLst>
        </pc:cxnChg>
        <pc:cxnChg chg="mod">
          <ac:chgData name="Loc Huynh" userId="80c0383e323bd6ea" providerId="LiveId" clId="{45D23C15-8B6E-3442-9B58-7B186F27CDA3}" dt="2023-09-18T05:47:38.988" v="1057" actId="1076"/>
          <ac:cxnSpMkLst>
            <pc:docMk/>
            <pc:sldMk cId="2896080346" sldId="503"/>
            <ac:cxnSpMk id="134" creationId="{C1BAF99A-CAB7-1F41-BD3B-4448ACE58501}"/>
          </ac:cxnSpMkLst>
        </pc:cxnChg>
        <pc:cxnChg chg="mod">
          <ac:chgData name="Loc Huynh" userId="80c0383e323bd6ea" providerId="LiveId" clId="{45D23C15-8B6E-3442-9B58-7B186F27CDA3}" dt="2023-09-18T05:47:38.988" v="1057" actId="1076"/>
          <ac:cxnSpMkLst>
            <pc:docMk/>
            <pc:sldMk cId="2896080346" sldId="503"/>
            <ac:cxnSpMk id="278" creationId="{305F70DB-131D-8F43-9A0A-BF950A786F48}"/>
          </ac:cxnSpMkLst>
        </pc:cxnChg>
        <pc:cxnChg chg="mod">
          <ac:chgData name="Loc Huynh" userId="80c0383e323bd6ea" providerId="LiveId" clId="{45D23C15-8B6E-3442-9B58-7B186F27CDA3}" dt="2023-09-18T05:47:38.988" v="1057" actId="1076"/>
          <ac:cxnSpMkLst>
            <pc:docMk/>
            <pc:sldMk cId="2896080346" sldId="503"/>
            <ac:cxnSpMk id="279" creationId="{A5D4A973-5594-7A4F-85DA-66C1CC77E574}"/>
          </ac:cxnSpMkLst>
        </pc:cxnChg>
        <pc:cxnChg chg="mod">
          <ac:chgData name="Loc Huynh" userId="80c0383e323bd6ea" providerId="LiveId" clId="{45D23C15-8B6E-3442-9B58-7B186F27CDA3}" dt="2023-09-18T05:47:38.988" v="1057" actId="1076"/>
          <ac:cxnSpMkLst>
            <pc:docMk/>
            <pc:sldMk cId="2896080346" sldId="503"/>
            <ac:cxnSpMk id="280" creationId="{EDBFC859-8AEB-1242-89FC-BC30EE3108CA}"/>
          </ac:cxnSpMkLst>
        </pc:cxnChg>
        <pc:cxnChg chg="mod">
          <ac:chgData name="Loc Huynh" userId="80c0383e323bd6ea" providerId="LiveId" clId="{45D23C15-8B6E-3442-9B58-7B186F27CDA3}" dt="2023-09-18T05:47:38.988" v="1057" actId="1076"/>
          <ac:cxnSpMkLst>
            <pc:docMk/>
            <pc:sldMk cId="2896080346" sldId="503"/>
            <ac:cxnSpMk id="281" creationId="{5366AC0F-70DA-9341-B069-DB09BF4E5E63}"/>
          </ac:cxnSpMkLst>
        </pc:cxnChg>
        <pc:cxnChg chg="mod">
          <ac:chgData name="Loc Huynh" userId="80c0383e323bd6ea" providerId="LiveId" clId="{45D23C15-8B6E-3442-9B58-7B186F27CDA3}" dt="2023-09-18T05:47:38.988" v="1057" actId="1076"/>
          <ac:cxnSpMkLst>
            <pc:docMk/>
            <pc:sldMk cId="2896080346" sldId="503"/>
            <ac:cxnSpMk id="294" creationId="{F73DB47C-26C9-C94B-9919-EBC3D1BF5237}"/>
          </ac:cxnSpMkLst>
        </pc:cxnChg>
        <pc:cxnChg chg="mod">
          <ac:chgData name="Loc Huynh" userId="80c0383e323bd6ea" providerId="LiveId" clId="{45D23C15-8B6E-3442-9B58-7B186F27CDA3}" dt="2023-09-18T05:47:38.988" v="1057" actId="1076"/>
          <ac:cxnSpMkLst>
            <pc:docMk/>
            <pc:sldMk cId="2896080346" sldId="503"/>
            <ac:cxnSpMk id="301" creationId="{D8BA3CD2-39F2-9E4F-94B2-77A595BE4A00}"/>
          </ac:cxnSpMkLst>
        </pc:cxnChg>
        <pc:cxnChg chg="mod">
          <ac:chgData name="Loc Huynh" userId="80c0383e323bd6ea" providerId="LiveId" clId="{45D23C15-8B6E-3442-9B58-7B186F27CDA3}" dt="2023-09-18T05:47:38.988" v="1057" actId="1076"/>
          <ac:cxnSpMkLst>
            <pc:docMk/>
            <pc:sldMk cId="2896080346" sldId="503"/>
            <ac:cxnSpMk id="302" creationId="{5F223300-CAEA-614B-86D5-6D726FD91C73}"/>
          </ac:cxnSpMkLst>
        </pc:cxnChg>
        <pc:cxnChg chg="mod">
          <ac:chgData name="Loc Huynh" userId="80c0383e323bd6ea" providerId="LiveId" clId="{45D23C15-8B6E-3442-9B58-7B186F27CDA3}" dt="2023-09-18T05:47:38.988" v="1057" actId="1076"/>
          <ac:cxnSpMkLst>
            <pc:docMk/>
            <pc:sldMk cId="2896080346" sldId="503"/>
            <ac:cxnSpMk id="304" creationId="{5E49B435-9396-5246-994D-7C21CD061BEF}"/>
          </ac:cxnSpMkLst>
        </pc:cxnChg>
      </pc:sldChg>
      <pc:sldChg chg="modSp add del mod chgLayout">
        <pc:chgData name="Loc Huynh" userId="80c0383e323bd6ea" providerId="LiveId" clId="{45D23C15-8B6E-3442-9B58-7B186F27CDA3}" dt="2023-09-25T01:57:07.615" v="5124" actId="2696"/>
        <pc:sldMkLst>
          <pc:docMk/>
          <pc:sldMk cId="1121849836" sldId="504"/>
        </pc:sldMkLst>
        <pc:spChg chg="mod ord">
          <ac:chgData name="Loc Huynh" userId="80c0383e323bd6ea" providerId="LiveId" clId="{45D23C15-8B6E-3442-9B58-7B186F27CDA3}" dt="2023-09-18T05:56:56.498" v="1186" actId="20577"/>
          <ac:spMkLst>
            <pc:docMk/>
            <pc:sldMk cId="1121849836" sldId="504"/>
            <ac:spMk id="3" creationId="{00000000-0000-0000-0000-000000000000}"/>
          </ac:spMkLst>
        </pc:spChg>
        <pc:spChg chg="mod ord">
          <ac:chgData name="Loc Huynh" userId="80c0383e323bd6ea" providerId="LiveId" clId="{45D23C15-8B6E-3442-9B58-7B186F27CDA3}" dt="2023-09-18T06:13:46.051" v="1708" actId="20577"/>
          <ac:spMkLst>
            <pc:docMk/>
            <pc:sldMk cId="1121849836" sldId="504"/>
            <ac:spMk id="5" creationId="{00000000-0000-0000-0000-000000000000}"/>
          </ac:spMkLst>
        </pc:spChg>
        <pc:spChg chg="mod ord">
          <ac:chgData name="Loc Huynh" userId="80c0383e323bd6ea" providerId="LiveId" clId="{45D23C15-8B6E-3442-9B58-7B186F27CDA3}" dt="2023-09-18T05:48:46.973" v="1061" actId="700"/>
          <ac:spMkLst>
            <pc:docMk/>
            <pc:sldMk cId="1121849836" sldId="504"/>
            <ac:spMk id="8" creationId="{239476E9-6325-814F-9E0C-7661FB780031}"/>
          </ac:spMkLst>
        </pc:spChg>
        <pc:spChg chg="mod ord">
          <ac:chgData name="Loc Huynh" userId="80c0383e323bd6ea" providerId="LiveId" clId="{45D23C15-8B6E-3442-9B58-7B186F27CDA3}" dt="2023-09-18T05:48:46.973" v="1061" actId="700"/>
          <ac:spMkLst>
            <pc:docMk/>
            <pc:sldMk cId="1121849836" sldId="504"/>
            <ac:spMk id="9" creationId="{AC730A53-D852-2F42-9F8B-B2EE93EE8038}"/>
          </ac:spMkLst>
        </pc:spChg>
        <pc:graphicFrameChg chg="mod modGraphic">
          <ac:chgData name="Loc Huynh" userId="80c0383e323bd6ea" providerId="LiveId" clId="{45D23C15-8B6E-3442-9B58-7B186F27CDA3}" dt="2023-09-18T06:04:47.587" v="1377" actId="2062"/>
          <ac:graphicFrameMkLst>
            <pc:docMk/>
            <pc:sldMk cId="1121849836" sldId="504"/>
            <ac:graphicFrameMk id="10" creationId="{BC68152C-7346-AF4B-99D9-258622843C29}"/>
          </ac:graphicFrameMkLst>
        </pc:graphicFrameChg>
      </pc:sldChg>
      <pc:sldChg chg="addSp delSp modSp add del mod ord delAnim modAnim chgLayout modNotesTx">
        <pc:chgData name="Loc Huynh" userId="80c0383e323bd6ea" providerId="LiveId" clId="{45D23C15-8B6E-3442-9B58-7B186F27CDA3}" dt="2023-09-25T01:57:07.711" v="5133" actId="2696"/>
        <pc:sldMkLst>
          <pc:docMk/>
          <pc:sldMk cId="1306995435" sldId="505"/>
        </pc:sldMkLst>
        <pc:spChg chg="mod ord">
          <ac:chgData name="Loc Huynh" userId="80c0383e323bd6ea" providerId="LiveId" clId="{45D23C15-8B6E-3442-9B58-7B186F27CDA3}" dt="2023-09-18T06:06:55.957" v="1407" actId="20577"/>
          <ac:spMkLst>
            <pc:docMk/>
            <pc:sldMk cId="1306995435" sldId="505"/>
            <ac:spMk id="3" creationId="{00000000-0000-0000-0000-000000000000}"/>
          </ac:spMkLst>
        </pc:spChg>
        <pc:spChg chg="add del mod">
          <ac:chgData name="Loc Huynh" userId="80c0383e323bd6ea" providerId="LiveId" clId="{45D23C15-8B6E-3442-9B58-7B186F27CDA3}" dt="2023-09-18T06:44:52.701" v="2520" actId="478"/>
          <ac:spMkLst>
            <pc:docMk/>
            <pc:sldMk cId="1306995435" sldId="505"/>
            <ac:spMk id="4" creationId="{24EC9DDC-A189-634B-303A-4372CC57ACAF}"/>
          </ac:spMkLst>
        </pc:spChg>
        <pc:spChg chg="mod ord">
          <ac:chgData name="Loc Huynh" userId="80c0383e323bd6ea" providerId="LiveId" clId="{45D23C15-8B6E-3442-9B58-7B186F27CDA3}" dt="2023-09-18T07:19:13.446" v="3593" actId="20577"/>
          <ac:spMkLst>
            <pc:docMk/>
            <pc:sldMk cId="1306995435" sldId="505"/>
            <ac:spMk id="5" creationId="{00000000-0000-0000-0000-000000000000}"/>
          </ac:spMkLst>
        </pc:spChg>
        <pc:spChg chg="mod ord">
          <ac:chgData name="Loc Huynh" userId="80c0383e323bd6ea" providerId="LiveId" clId="{45D23C15-8B6E-3442-9B58-7B186F27CDA3}" dt="2023-09-18T06:04:58.113" v="1378" actId="700"/>
          <ac:spMkLst>
            <pc:docMk/>
            <pc:sldMk cId="1306995435" sldId="505"/>
            <ac:spMk id="6" creationId="{B177E208-866D-5541-9317-6B3AD721CB71}"/>
          </ac:spMkLst>
        </pc:spChg>
        <pc:spChg chg="mod ord">
          <ac:chgData name="Loc Huynh" userId="80c0383e323bd6ea" providerId="LiveId" clId="{45D23C15-8B6E-3442-9B58-7B186F27CDA3}" dt="2023-09-18T06:04:58.113" v="1378" actId="700"/>
          <ac:spMkLst>
            <pc:docMk/>
            <pc:sldMk cId="1306995435" sldId="505"/>
            <ac:spMk id="8" creationId="{51E9DD53-EF2B-554D-BF71-18CA41B5C6FA}"/>
          </ac:spMkLst>
        </pc:spChg>
        <pc:graphicFrameChg chg="add del mod modGraphic">
          <ac:chgData name="Loc Huynh" userId="80c0383e323bd6ea" providerId="LiveId" clId="{45D23C15-8B6E-3442-9B58-7B186F27CDA3}" dt="2023-09-18T06:44:53.865" v="2521" actId="478"/>
          <ac:graphicFrameMkLst>
            <pc:docMk/>
            <pc:sldMk cId="1306995435" sldId="505"/>
            <ac:graphicFrameMk id="2" creationId="{7D5864D3-2B82-A3A0-35E5-5AEB8E3A5052}"/>
          </ac:graphicFrameMkLst>
        </pc:graphicFrameChg>
        <pc:graphicFrameChg chg="add mod modGraphic">
          <ac:chgData name="Loc Huynh" userId="80c0383e323bd6ea" providerId="LiveId" clId="{45D23C15-8B6E-3442-9B58-7B186F27CDA3}" dt="2023-09-18T06:54:54.163" v="2710" actId="20577"/>
          <ac:graphicFrameMkLst>
            <pc:docMk/>
            <pc:sldMk cId="1306995435" sldId="505"/>
            <ac:graphicFrameMk id="7" creationId="{EEF1BE46-FC06-5CB8-AC41-D1BB8E704242}"/>
          </ac:graphicFrameMkLst>
        </pc:graphicFrameChg>
        <pc:graphicFrameChg chg="del">
          <ac:chgData name="Loc Huynh" userId="80c0383e323bd6ea" providerId="LiveId" clId="{45D23C15-8B6E-3442-9B58-7B186F27CDA3}" dt="2023-09-18T06:15:19.563" v="1731" actId="478"/>
          <ac:graphicFrameMkLst>
            <pc:docMk/>
            <pc:sldMk cId="1306995435" sldId="505"/>
            <ac:graphicFrameMk id="41" creationId="{7AC5D6FB-BD84-D144-83D6-C79B588BDF37}"/>
          </ac:graphicFrameMkLst>
        </pc:graphicFrameChg>
      </pc:sldChg>
      <pc:sldChg chg="delSp modSp add del mod modAnim chgLayout">
        <pc:chgData name="Loc Huynh" userId="80c0383e323bd6ea" providerId="LiveId" clId="{45D23C15-8B6E-3442-9B58-7B186F27CDA3}" dt="2023-09-18T07:25:50.372" v="3824" actId="2696"/>
        <pc:sldMkLst>
          <pc:docMk/>
          <pc:sldMk cId="2137868242" sldId="506"/>
        </pc:sldMkLst>
        <pc:spChg chg="mod ord">
          <ac:chgData name="Loc Huynh" userId="80c0383e323bd6ea" providerId="LiveId" clId="{45D23C15-8B6E-3442-9B58-7B186F27CDA3}" dt="2023-09-18T06:58:15.963" v="2718" actId="700"/>
          <ac:spMkLst>
            <pc:docMk/>
            <pc:sldMk cId="2137868242" sldId="506"/>
            <ac:spMk id="2" creationId="{1C111DD4-D6F5-0741-8C18-D64693B57757}"/>
          </ac:spMkLst>
        </pc:spChg>
        <pc:spChg chg="mod ord">
          <ac:chgData name="Loc Huynh" userId="80c0383e323bd6ea" providerId="LiveId" clId="{45D23C15-8B6E-3442-9B58-7B186F27CDA3}" dt="2023-09-18T07:25:01.069" v="3821" actId="20577"/>
          <ac:spMkLst>
            <pc:docMk/>
            <pc:sldMk cId="2137868242" sldId="506"/>
            <ac:spMk id="3" creationId="{7F7DFE1E-8A2D-6145-BBE1-74889E55A8BD}"/>
          </ac:spMkLst>
        </pc:spChg>
        <pc:spChg chg="mod ord">
          <ac:chgData name="Loc Huynh" userId="80c0383e323bd6ea" providerId="LiveId" clId="{45D23C15-8B6E-3442-9B58-7B186F27CDA3}" dt="2023-09-18T06:58:15.963" v="2718" actId="700"/>
          <ac:spMkLst>
            <pc:docMk/>
            <pc:sldMk cId="2137868242" sldId="506"/>
            <ac:spMk id="4" creationId="{3DF2F3A0-B11D-C945-844B-13BB2613F0DD}"/>
          </ac:spMkLst>
        </pc:spChg>
        <pc:spChg chg="mod ord">
          <ac:chgData name="Loc Huynh" userId="80c0383e323bd6ea" providerId="LiveId" clId="{45D23C15-8B6E-3442-9B58-7B186F27CDA3}" dt="2023-09-18T06:58:15.963" v="2718" actId="700"/>
          <ac:spMkLst>
            <pc:docMk/>
            <pc:sldMk cId="2137868242" sldId="506"/>
            <ac:spMk id="5" creationId="{28BD6334-3AC2-5B46-97CE-C371AE126E0A}"/>
          </ac:spMkLst>
        </pc:spChg>
        <pc:spChg chg="mod">
          <ac:chgData name="Loc Huynh" userId="80c0383e323bd6ea" providerId="LiveId" clId="{45D23C15-8B6E-3442-9B58-7B186F27CDA3}" dt="2023-09-18T07:08:31.668" v="3023" actId="1076"/>
          <ac:spMkLst>
            <pc:docMk/>
            <pc:sldMk cId="2137868242" sldId="506"/>
            <ac:spMk id="39" creationId="{7319686A-2551-9240-A5D1-327FF286015A}"/>
          </ac:spMkLst>
        </pc:spChg>
        <pc:spChg chg="mod">
          <ac:chgData name="Loc Huynh" userId="80c0383e323bd6ea" providerId="LiveId" clId="{45D23C15-8B6E-3442-9B58-7B186F27CDA3}" dt="2023-09-18T07:08:57.987" v="3038" actId="20577"/>
          <ac:spMkLst>
            <pc:docMk/>
            <pc:sldMk cId="2137868242" sldId="506"/>
            <ac:spMk id="40" creationId="{302224B9-2260-B44B-8C3E-3D3D164D4625}"/>
          </ac:spMkLst>
        </pc:spChg>
        <pc:spChg chg="mod">
          <ac:chgData name="Loc Huynh" userId="80c0383e323bd6ea" providerId="LiveId" clId="{45D23C15-8B6E-3442-9B58-7B186F27CDA3}" dt="2023-09-18T07:08:34.847" v="3024" actId="207"/>
          <ac:spMkLst>
            <pc:docMk/>
            <pc:sldMk cId="2137868242" sldId="506"/>
            <ac:spMk id="63" creationId="{F6051A20-7F2F-2142-9FA2-99A51650D432}"/>
          </ac:spMkLst>
        </pc:spChg>
        <pc:spChg chg="mod">
          <ac:chgData name="Loc Huynh" userId="80c0383e323bd6ea" providerId="LiveId" clId="{45D23C15-8B6E-3442-9B58-7B186F27CDA3}" dt="2023-09-18T07:08:31.668" v="3023" actId="1076"/>
          <ac:spMkLst>
            <pc:docMk/>
            <pc:sldMk cId="2137868242" sldId="506"/>
            <ac:spMk id="78" creationId="{0D415569-5D90-1B43-9254-3B7F0AC0DDF3}"/>
          </ac:spMkLst>
        </pc:spChg>
        <pc:spChg chg="mod">
          <ac:chgData name="Loc Huynh" userId="80c0383e323bd6ea" providerId="LiveId" clId="{45D23C15-8B6E-3442-9B58-7B186F27CDA3}" dt="2023-09-18T07:08:31.668" v="3023" actId="1076"/>
          <ac:spMkLst>
            <pc:docMk/>
            <pc:sldMk cId="2137868242" sldId="506"/>
            <ac:spMk id="81" creationId="{9DAD2462-5BF1-F94E-AD24-08B160CAEF18}"/>
          </ac:spMkLst>
        </pc:spChg>
        <pc:spChg chg="mod">
          <ac:chgData name="Loc Huynh" userId="80c0383e323bd6ea" providerId="LiveId" clId="{45D23C15-8B6E-3442-9B58-7B186F27CDA3}" dt="2023-09-18T07:08:39.245" v="3025" actId="207"/>
          <ac:spMkLst>
            <pc:docMk/>
            <pc:sldMk cId="2137868242" sldId="506"/>
            <ac:spMk id="83" creationId="{B299D543-E5E6-7C45-AEEE-BE8726DCCE6D}"/>
          </ac:spMkLst>
        </pc:spChg>
        <pc:spChg chg="mod">
          <ac:chgData name="Loc Huynh" userId="80c0383e323bd6ea" providerId="LiveId" clId="{45D23C15-8B6E-3442-9B58-7B186F27CDA3}" dt="2023-09-18T07:08:31.668" v="3023" actId="1076"/>
          <ac:spMkLst>
            <pc:docMk/>
            <pc:sldMk cId="2137868242" sldId="506"/>
            <ac:spMk id="84" creationId="{07FB0D8A-0DC2-1D44-A7B4-50A5D945C052}"/>
          </ac:spMkLst>
        </pc:spChg>
        <pc:spChg chg="mod">
          <ac:chgData name="Loc Huynh" userId="80c0383e323bd6ea" providerId="LiveId" clId="{45D23C15-8B6E-3442-9B58-7B186F27CDA3}" dt="2023-09-18T07:08:31.668" v="3023" actId="1076"/>
          <ac:spMkLst>
            <pc:docMk/>
            <pc:sldMk cId="2137868242" sldId="506"/>
            <ac:spMk id="88" creationId="{BA3576A1-DE85-8946-8632-22980298C821}"/>
          </ac:spMkLst>
        </pc:spChg>
        <pc:spChg chg="mod">
          <ac:chgData name="Loc Huynh" userId="80c0383e323bd6ea" providerId="LiveId" clId="{45D23C15-8B6E-3442-9B58-7B186F27CDA3}" dt="2023-09-18T07:08:31.668" v="3023" actId="1076"/>
          <ac:spMkLst>
            <pc:docMk/>
            <pc:sldMk cId="2137868242" sldId="506"/>
            <ac:spMk id="89" creationId="{039E817B-B4A8-334F-BA95-4BD4D34E00B3}"/>
          </ac:spMkLst>
        </pc:spChg>
        <pc:spChg chg="mod">
          <ac:chgData name="Loc Huynh" userId="80c0383e323bd6ea" providerId="LiveId" clId="{45D23C15-8B6E-3442-9B58-7B186F27CDA3}" dt="2023-09-18T07:08:48.128" v="3032" actId="20577"/>
          <ac:spMkLst>
            <pc:docMk/>
            <pc:sldMk cId="2137868242" sldId="506"/>
            <ac:spMk id="90" creationId="{350B1A9B-686D-ED42-BF53-21E426523126}"/>
          </ac:spMkLst>
        </pc:spChg>
        <pc:spChg chg="del mod">
          <ac:chgData name="Loc Huynh" userId="80c0383e323bd6ea" providerId="LiveId" clId="{45D23C15-8B6E-3442-9B58-7B186F27CDA3}" dt="2023-09-18T07:10:00.726" v="3049" actId="478"/>
          <ac:spMkLst>
            <pc:docMk/>
            <pc:sldMk cId="2137868242" sldId="506"/>
            <ac:spMk id="96" creationId="{D8A161B4-9F55-3E46-AD0A-A964890599C7}"/>
          </ac:spMkLst>
        </pc:spChg>
        <pc:grpChg chg="mod">
          <ac:chgData name="Loc Huynh" userId="80c0383e323bd6ea" providerId="LiveId" clId="{45D23C15-8B6E-3442-9B58-7B186F27CDA3}" dt="2023-09-18T07:08:31.668" v="3023" actId="1076"/>
          <ac:grpSpMkLst>
            <pc:docMk/>
            <pc:sldMk cId="2137868242" sldId="506"/>
            <ac:grpSpMk id="6" creationId="{0B75FCC5-0D77-8243-BF92-DD684D1DC331}"/>
          </ac:grpSpMkLst>
        </pc:grpChg>
        <pc:grpChg chg="del mod">
          <ac:chgData name="Loc Huynh" userId="80c0383e323bd6ea" providerId="LiveId" clId="{45D23C15-8B6E-3442-9B58-7B186F27CDA3}" dt="2023-09-18T07:10:00.726" v="3049" actId="478"/>
          <ac:grpSpMkLst>
            <pc:docMk/>
            <pc:sldMk cId="2137868242" sldId="506"/>
            <ac:grpSpMk id="8" creationId="{94748BC9-5FAF-7440-BC24-B90A710F6F65}"/>
          </ac:grpSpMkLst>
        </pc:grpChg>
        <pc:grpChg chg="mod">
          <ac:chgData name="Loc Huynh" userId="80c0383e323bd6ea" providerId="LiveId" clId="{45D23C15-8B6E-3442-9B58-7B186F27CDA3}" dt="2023-09-18T07:08:31.668" v="3023" actId="1076"/>
          <ac:grpSpMkLst>
            <pc:docMk/>
            <pc:sldMk cId="2137868242" sldId="506"/>
            <ac:grpSpMk id="42" creationId="{49286A45-5DED-B949-A98C-FB1EC820D660}"/>
          </ac:grpSpMkLst>
        </pc:grpChg>
        <pc:grpChg chg="mod">
          <ac:chgData name="Loc Huynh" userId="80c0383e323bd6ea" providerId="LiveId" clId="{45D23C15-8B6E-3442-9B58-7B186F27CDA3}" dt="2023-09-18T07:08:31.668" v="3023" actId="1076"/>
          <ac:grpSpMkLst>
            <pc:docMk/>
            <pc:sldMk cId="2137868242" sldId="506"/>
            <ac:grpSpMk id="44" creationId="{B34F314B-14FC-DE4B-BA80-62D827C4DEDF}"/>
          </ac:grpSpMkLst>
        </pc:grpChg>
        <pc:grpChg chg="mod">
          <ac:chgData name="Loc Huynh" userId="80c0383e323bd6ea" providerId="LiveId" clId="{45D23C15-8B6E-3442-9B58-7B186F27CDA3}" dt="2023-09-18T07:08:31.668" v="3023" actId="1076"/>
          <ac:grpSpMkLst>
            <pc:docMk/>
            <pc:sldMk cId="2137868242" sldId="506"/>
            <ac:grpSpMk id="46" creationId="{DC4B8109-AC5D-C546-A5D3-640CA094E8C3}"/>
          </ac:grpSpMkLst>
        </pc:grpChg>
        <pc:grpChg chg="mod">
          <ac:chgData name="Loc Huynh" userId="80c0383e323bd6ea" providerId="LiveId" clId="{45D23C15-8B6E-3442-9B58-7B186F27CDA3}" dt="2023-09-18T07:08:31.668" v="3023" actId="1076"/>
          <ac:grpSpMkLst>
            <pc:docMk/>
            <pc:sldMk cId="2137868242" sldId="506"/>
            <ac:grpSpMk id="53" creationId="{7F595AE1-1639-6C49-B714-600CB43A226F}"/>
          </ac:grpSpMkLst>
        </pc:grpChg>
        <pc:grpChg chg="mod">
          <ac:chgData name="Loc Huynh" userId="80c0383e323bd6ea" providerId="LiveId" clId="{45D23C15-8B6E-3442-9B58-7B186F27CDA3}" dt="2023-09-18T07:08:31.668" v="3023" actId="1076"/>
          <ac:grpSpMkLst>
            <pc:docMk/>
            <pc:sldMk cId="2137868242" sldId="506"/>
            <ac:grpSpMk id="54" creationId="{3F08B7E4-1D3B-BE4A-9F1A-EDD17832E883}"/>
          </ac:grpSpMkLst>
        </pc:grpChg>
        <pc:grpChg chg="mod">
          <ac:chgData name="Loc Huynh" userId="80c0383e323bd6ea" providerId="LiveId" clId="{45D23C15-8B6E-3442-9B58-7B186F27CDA3}" dt="2023-09-18T07:08:31.668" v="3023" actId="1076"/>
          <ac:grpSpMkLst>
            <pc:docMk/>
            <pc:sldMk cId="2137868242" sldId="506"/>
            <ac:grpSpMk id="55" creationId="{8290BA03-24A0-1E4C-9946-481B8A274978}"/>
          </ac:grpSpMkLst>
        </pc:grpChg>
        <pc:grpChg chg="mod">
          <ac:chgData name="Loc Huynh" userId="80c0383e323bd6ea" providerId="LiveId" clId="{45D23C15-8B6E-3442-9B58-7B186F27CDA3}" dt="2023-09-18T07:08:31.668" v="3023" actId="1076"/>
          <ac:grpSpMkLst>
            <pc:docMk/>
            <pc:sldMk cId="2137868242" sldId="506"/>
            <ac:grpSpMk id="60" creationId="{E6117B08-2EBD-8E43-BD74-D40D088DB419}"/>
          </ac:grpSpMkLst>
        </pc:grpChg>
        <pc:grpChg chg="mod">
          <ac:chgData name="Loc Huynh" userId="80c0383e323bd6ea" providerId="LiveId" clId="{45D23C15-8B6E-3442-9B58-7B186F27CDA3}" dt="2023-09-18T07:08:31.668" v="3023" actId="1076"/>
          <ac:grpSpMkLst>
            <pc:docMk/>
            <pc:sldMk cId="2137868242" sldId="506"/>
            <ac:grpSpMk id="64" creationId="{616E618C-98C3-CB47-926C-96A69FB1F5B6}"/>
          </ac:grpSpMkLst>
        </pc:grpChg>
        <pc:picChg chg="mod">
          <ac:chgData name="Loc Huynh" userId="80c0383e323bd6ea" providerId="LiveId" clId="{45D23C15-8B6E-3442-9B58-7B186F27CDA3}" dt="2023-09-18T07:08:31.668" v="3023" actId="1076"/>
          <ac:picMkLst>
            <pc:docMk/>
            <pc:sldMk cId="2137868242" sldId="506"/>
            <ac:picMk id="65" creationId="{6B488DB9-2487-8D4D-8198-3F4B42F4CD1F}"/>
          </ac:picMkLst>
        </pc:picChg>
        <pc:picChg chg="mod">
          <ac:chgData name="Loc Huynh" userId="80c0383e323bd6ea" providerId="LiveId" clId="{45D23C15-8B6E-3442-9B58-7B186F27CDA3}" dt="2023-09-18T07:08:31.668" v="3023" actId="1076"/>
          <ac:picMkLst>
            <pc:docMk/>
            <pc:sldMk cId="2137868242" sldId="506"/>
            <ac:picMk id="66" creationId="{2615A543-E51D-6D4E-B27B-D433562B7524}"/>
          </ac:picMkLst>
        </pc:picChg>
        <pc:picChg chg="mod">
          <ac:chgData name="Loc Huynh" userId="80c0383e323bd6ea" providerId="LiveId" clId="{45D23C15-8B6E-3442-9B58-7B186F27CDA3}" dt="2023-09-18T07:08:31.668" v="3023" actId="1076"/>
          <ac:picMkLst>
            <pc:docMk/>
            <pc:sldMk cId="2137868242" sldId="506"/>
            <ac:picMk id="80" creationId="{45F2FEA1-29A1-9448-BD03-A32D4D58F092}"/>
          </ac:picMkLst>
        </pc:picChg>
        <pc:picChg chg="mod">
          <ac:chgData name="Loc Huynh" userId="80c0383e323bd6ea" providerId="LiveId" clId="{45D23C15-8B6E-3442-9B58-7B186F27CDA3}" dt="2023-09-18T07:08:31.668" v="3023" actId="1076"/>
          <ac:picMkLst>
            <pc:docMk/>
            <pc:sldMk cId="2137868242" sldId="506"/>
            <ac:picMk id="82" creationId="{E1979621-48FE-0B47-850F-76A138E82F61}"/>
          </ac:picMkLst>
        </pc:picChg>
        <pc:picChg chg="mod">
          <ac:chgData name="Loc Huynh" userId="80c0383e323bd6ea" providerId="LiveId" clId="{45D23C15-8B6E-3442-9B58-7B186F27CDA3}" dt="2023-09-18T07:08:31.668" v="3023" actId="1076"/>
          <ac:picMkLst>
            <pc:docMk/>
            <pc:sldMk cId="2137868242" sldId="506"/>
            <ac:picMk id="86" creationId="{1DBF0DE8-506E-BE4D-92B3-B747BDC1899B}"/>
          </ac:picMkLst>
        </pc:picChg>
        <pc:cxnChg chg="mod">
          <ac:chgData name="Loc Huynh" userId="80c0383e323bd6ea" providerId="LiveId" clId="{45D23C15-8B6E-3442-9B58-7B186F27CDA3}" dt="2023-09-18T07:08:31.668" v="3023" actId="1076"/>
          <ac:cxnSpMkLst>
            <pc:docMk/>
            <pc:sldMk cId="2137868242" sldId="506"/>
            <ac:cxnSpMk id="43" creationId="{24AEB2CC-996A-1D4B-9B88-547AA24EA7B0}"/>
          </ac:cxnSpMkLst>
        </pc:cxnChg>
        <pc:cxnChg chg="mod">
          <ac:chgData name="Loc Huynh" userId="80c0383e323bd6ea" providerId="LiveId" clId="{45D23C15-8B6E-3442-9B58-7B186F27CDA3}" dt="2023-09-18T07:08:31.668" v="3023" actId="1076"/>
          <ac:cxnSpMkLst>
            <pc:docMk/>
            <pc:sldMk cId="2137868242" sldId="506"/>
            <ac:cxnSpMk id="45" creationId="{0B6A6D3B-3942-E043-A772-D526FC4741A6}"/>
          </ac:cxnSpMkLst>
        </pc:cxnChg>
        <pc:cxnChg chg="mod">
          <ac:chgData name="Loc Huynh" userId="80c0383e323bd6ea" providerId="LiveId" clId="{45D23C15-8B6E-3442-9B58-7B186F27CDA3}" dt="2023-09-18T07:08:31.668" v="3023" actId="1076"/>
          <ac:cxnSpMkLst>
            <pc:docMk/>
            <pc:sldMk cId="2137868242" sldId="506"/>
            <ac:cxnSpMk id="68" creationId="{AD49BBC5-2356-B84B-842B-653826FACAFE}"/>
          </ac:cxnSpMkLst>
        </pc:cxnChg>
        <pc:cxnChg chg="mod">
          <ac:chgData name="Loc Huynh" userId="80c0383e323bd6ea" providerId="LiveId" clId="{45D23C15-8B6E-3442-9B58-7B186F27CDA3}" dt="2023-09-18T07:08:31.668" v="3023" actId="1076"/>
          <ac:cxnSpMkLst>
            <pc:docMk/>
            <pc:sldMk cId="2137868242" sldId="506"/>
            <ac:cxnSpMk id="85" creationId="{A15E7B0D-2FE8-A749-8CBF-0FBAA6DC1C3D}"/>
          </ac:cxnSpMkLst>
        </pc:cxnChg>
        <pc:cxnChg chg="mod">
          <ac:chgData name="Loc Huynh" userId="80c0383e323bd6ea" providerId="LiveId" clId="{45D23C15-8B6E-3442-9B58-7B186F27CDA3}" dt="2023-09-18T07:08:31.668" v="3023" actId="1076"/>
          <ac:cxnSpMkLst>
            <pc:docMk/>
            <pc:sldMk cId="2137868242" sldId="506"/>
            <ac:cxnSpMk id="87" creationId="{F80E9544-735A-AC40-9145-49A17265F161}"/>
          </ac:cxnSpMkLst>
        </pc:cxnChg>
        <pc:cxnChg chg="mod">
          <ac:chgData name="Loc Huynh" userId="80c0383e323bd6ea" providerId="LiveId" clId="{45D23C15-8B6E-3442-9B58-7B186F27CDA3}" dt="2023-09-18T07:08:31.668" v="3023" actId="1076"/>
          <ac:cxnSpMkLst>
            <pc:docMk/>
            <pc:sldMk cId="2137868242" sldId="506"/>
            <ac:cxnSpMk id="93" creationId="{B0B1E731-EE7E-A946-B929-28D666D36762}"/>
          </ac:cxnSpMkLst>
        </pc:cxnChg>
        <pc:cxnChg chg="mod">
          <ac:chgData name="Loc Huynh" userId="80c0383e323bd6ea" providerId="LiveId" clId="{45D23C15-8B6E-3442-9B58-7B186F27CDA3}" dt="2023-09-18T07:08:31.668" v="3023" actId="1076"/>
          <ac:cxnSpMkLst>
            <pc:docMk/>
            <pc:sldMk cId="2137868242" sldId="506"/>
            <ac:cxnSpMk id="94" creationId="{38F15F3E-3836-9D45-BC0B-08B12AE0FE7D}"/>
          </ac:cxnSpMkLst>
        </pc:cxnChg>
        <pc:cxnChg chg="mod">
          <ac:chgData name="Loc Huynh" userId="80c0383e323bd6ea" providerId="LiveId" clId="{45D23C15-8B6E-3442-9B58-7B186F27CDA3}" dt="2023-09-18T07:08:31.668" v="3023" actId="1076"/>
          <ac:cxnSpMkLst>
            <pc:docMk/>
            <pc:sldMk cId="2137868242" sldId="506"/>
            <ac:cxnSpMk id="95" creationId="{5CE4E8FF-CA2D-2743-B2F2-6F0D96C63CDE}"/>
          </ac:cxnSpMkLst>
        </pc:cxnChg>
      </pc:sldChg>
      <pc:sldChg chg="addSp modSp add mod">
        <pc:chgData name="Loc Huynh" userId="80c0383e323bd6ea" providerId="LiveId" clId="{45D23C15-8B6E-3442-9B58-7B186F27CDA3}" dt="2023-09-25T09:47:34.235" v="11264" actId="313"/>
        <pc:sldMkLst>
          <pc:docMk/>
          <pc:sldMk cId="4165040611" sldId="506"/>
        </pc:sldMkLst>
        <pc:spChg chg="mod">
          <ac:chgData name="Loc Huynh" userId="80c0383e323bd6ea" providerId="LiveId" clId="{45D23C15-8B6E-3442-9B58-7B186F27CDA3}" dt="2023-09-25T09:46:33.378" v="11254"/>
          <ac:spMkLst>
            <pc:docMk/>
            <pc:sldMk cId="4165040611" sldId="506"/>
            <ac:spMk id="2" creationId="{6F2A1191-3CB2-674C-BE8A-B9D6A816E9BD}"/>
          </ac:spMkLst>
        </pc:spChg>
        <pc:spChg chg="mod">
          <ac:chgData name="Loc Huynh" userId="80c0383e323bd6ea" providerId="LiveId" clId="{45D23C15-8B6E-3442-9B58-7B186F27CDA3}" dt="2023-09-25T09:47:34.235" v="11264" actId="313"/>
          <ac:spMkLst>
            <pc:docMk/>
            <pc:sldMk cId="4165040611" sldId="506"/>
            <ac:spMk id="3" creationId="{DDC32F1B-2DBF-1F48-B1E9-3A926EF990A1}"/>
          </ac:spMkLst>
        </pc:spChg>
        <pc:spChg chg="add mod">
          <ac:chgData name="Loc Huynh" userId="80c0383e323bd6ea" providerId="LiveId" clId="{45D23C15-8B6E-3442-9B58-7B186F27CDA3}" dt="2023-09-25T01:58:04.034" v="5160"/>
          <ac:spMkLst>
            <pc:docMk/>
            <pc:sldMk cId="4165040611" sldId="506"/>
            <ac:spMk id="5" creationId="{87E3DF44-7B36-F19E-CBC2-6D9BA4AA75F1}"/>
          </ac:spMkLst>
        </pc:spChg>
      </pc:sldChg>
      <pc:sldChg chg="addSp modSp add del mod delAnim chgLayout">
        <pc:chgData name="Loc Huynh" userId="80c0383e323bd6ea" providerId="LiveId" clId="{45D23C15-8B6E-3442-9B58-7B186F27CDA3}" dt="2023-09-25T01:57:07.698" v="5128" actId="2696"/>
        <pc:sldMkLst>
          <pc:docMk/>
          <pc:sldMk cId="150743603" sldId="507"/>
        </pc:sldMkLst>
        <pc:spChg chg="mod ord">
          <ac:chgData name="Loc Huynh" userId="80c0383e323bd6ea" providerId="LiveId" clId="{45D23C15-8B6E-3442-9B58-7B186F27CDA3}" dt="2023-09-18T06:58:20.163" v="2719" actId="700"/>
          <ac:spMkLst>
            <pc:docMk/>
            <pc:sldMk cId="150743603" sldId="507"/>
            <ac:spMk id="2" creationId="{1C111DD4-D6F5-0741-8C18-D64693B57757}"/>
          </ac:spMkLst>
        </pc:spChg>
        <pc:spChg chg="mod ord">
          <ac:chgData name="Loc Huynh" userId="80c0383e323bd6ea" providerId="LiveId" clId="{45D23C15-8B6E-3442-9B58-7B186F27CDA3}" dt="2023-09-18T07:43:00.410" v="4142" actId="207"/>
          <ac:spMkLst>
            <pc:docMk/>
            <pc:sldMk cId="150743603" sldId="507"/>
            <ac:spMk id="3" creationId="{7F7DFE1E-8A2D-6145-BBE1-74889E55A8BD}"/>
          </ac:spMkLst>
        </pc:spChg>
        <pc:spChg chg="mod ord">
          <ac:chgData name="Loc Huynh" userId="80c0383e323bd6ea" providerId="LiveId" clId="{45D23C15-8B6E-3442-9B58-7B186F27CDA3}" dt="2023-09-18T06:58:20.163" v="2719" actId="700"/>
          <ac:spMkLst>
            <pc:docMk/>
            <pc:sldMk cId="150743603" sldId="507"/>
            <ac:spMk id="4" creationId="{3DF2F3A0-B11D-C945-844B-13BB2613F0DD}"/>
          </ac:spMkLst>
        </pc:spChg>
        <pc:spChg chg="mod ord">
          <ac:chgData name="Loc Huynh" userId="80c0383e323bd6ea" providerId="LiveId" clId="{45D23C15-8B6E-3442-9B58-7B186F27CDA3}" dt="2023-09-18T06:58:20.163" v="2719" actId="700"/>
          <ac:spMkLst>
            <pc:docMk/>
            <pc:sldMk cId="150743603" sldId="507"/>
            <ac:spMk id="5" creationId="{28BD6334-3AC2-5B46-97CE-C371AE126E0A}"/>
          </ac:spMkLst>
        </pc:spChg>
        <pc:spChg chg="mod">
          <ac:chgData name="Loc Huynh" userId="80c0383e323bd6ea" providerId="LiveId" clId="{45D23C15-8B6E-3442-9B58-7B186F27CDA3}" dt="2023-09-18T07:43:08.038" v="4144" actId="1076"/>
          <ac:spMkLst>
            <pc:docMk/>
            <pc:sldMk cId="150743603" sldId="507"/>
            <ac:spMk id="42" creationId="{2EA1E63E-A922-F346-9C40-C37F1C00AC02}"/>
          </ac:spMkLst>
        </pc:spChg>
        <pc:spChg chg="mod">
          <ac:chgData name="Loc Huynh" userId="80c0383e323bd6ea" providerId="LiveId" clId="{45D23C15-8B6E-3442-9B58-7B186F27CDA3}" dt="2023-09-18T07:43:41.648" v="4150" actId="207"/>
          <ac:spMkLst>
            <pc:docMk/>
            <pc:sldMk cId="150743603" sldId="507"/>
            <ac:spMk id="44" creationId="{C0DE1E9F-DE74-2F43-BACF-A73FF3715CFF}"/>
          </ac:spMkLst>
        </pc:spChg>
        <pc:spChg chg="mod">
          <ac:chgData name="Loc Huynh" userId="80c0383e323bd6ea" providerId="LiveId" clId="{45D23C15-8B6E-3442-9B58-7B186F27CDA3}" dt="2023-09-18T07:43:39.792" v="4149" actId="207"/>
          <ac:spMkLst>
            <pc:docMk/>
            <pc:sldMk cId="150743603" sldId="507"/>
            <ac:spMk id="49" creationId="{87A12B07-92DB-5A46-9EB7-67EFD20080F0}"/>
          </ac:spMkLst>
        </pc:spChg>
        <pc:spChg chg="mod">
          <ac:chgData name="Loc Huynh" userId="80c0383e323bd6ea" providerId="LiveId" clId="{45D23C15-8B6E-3442-9B58-7B186F27CDA3}" dt="2023-09-18T07:43:34.140" v="4148" actId="1076"/>
          <ac:spMkLst>
            <pc:docMk/>
            <pc:sldMk cId="150743603" sldId="507"/>
            <ac:spMk id="57" creationId="{6E3192B3-D948-B74D-98FA-2561A2C6C8CE}"/>
          </ac:spMkLst>
        </pc:spChg>
        <pc:spChg chg="mod">
          <ac:chgData name="Loc Huynh" userId="80c0383e323bd6ea" providerId="LiveId" clId="{45D23C15-8B6E-3442-9B58-7B186F27CDA3}" dt="2023-09-18T07:43:34.140" v="4148" actId="1076"/>
          <ac:spMkLst>
            <pc:docMk/>
            <pc:sldMk cId="150743603" sldId="507"/>
            <ac:spMk id="59" creationId="{41D24058-A91F-114B-B3CE-C1FD2FAE45A7}"/>
          </ac:spMkLst>
        </pc:spChg>
        <pc:spChg chg="mod">
          <ac:chgData name="Loc Huynh" userId="80c0383e323bd6ea" providerId="LiveId" clId="{45D23C15-8B6E-3442-9B58-7B186F27CDA3}" dt="2023-09-18T07:43:55.804" v="4156" actId="207"/>
          <ac:spMkLst>
            <pc:docMk/>
            <pc:sldMk cId="150743603" sldId="507"/>
            <ac:spMk id="62" creationId="{DD445614-1FA1-6B49-9201-10C2229D1924}"/>
          </ac:spMkLst>
        </pc:spChg>
        <pc:spChg chg="mod">
          <ac:chgData name="Loc Huynh" userId="80c0383e323bd6ea" providerId="LiveId" clId="{45D23C15-8B6E-3442-9B58-7B186F27CDA3}" dt="2023-09-18T07:43:52.292" v="4154" actId="207"/>
          <ac:spMkLst>
            <pc:docMk/>
            <pc:sldMk cId="150743603" sldId="507"/>
            <ac:spMk id="64" creationId="{3EAD3B7B-6579-E540-8B51-8153A04A7D4B}"/>
          </ac:spMkLst>
        </pc:spChg>
        <pc:spChg chg="mod">
          <ac:chgData name="Loc Huynh" userId="80c0383e323bd6ea" providerId="LiveId" clId="{45D23C15-8B6E-3442-9B58-7B186F27CDA3}" dt="2023-09-18T07:43:53.808" v="4155" actId="207"/>
          <ac:spMkLst>
            <pc:docMk/>
            <pc:sldMk cId="150743603" sldId="507"/>
            <ac:spMk id="65" creationId="{63BE4BE4-1458-1742-A1FD-3AF9AECFC413}"/>
          </ac:spMkLst>
        </pc:spChg>
        <pc:spChg chg="mod">
          <ac:chgData name="Loc Huynh" userId="80c0383e323bd6ea" providerId="LiveId" clId="{45D23C15-8B6E-3442-9B58-7B186F27CDA3}" dt="2023-09-18T07:43:34.140" v="4148" actId="1076"/>
          <ac:spMkLst>
            <pc:docMk/>
            <pc:sldMk cId="150743603" sldId="507"/>
            <ac:spMk id="72" creationId="{8989EF33-5527-A441-88D5-FB78655AC0F1}"/>
          </ac:spMkLst>
        </pc:spChg>
        <pc:spChg chg="mod">
          <ac:chgData name="Loc Huynh" userId="80c0383e323bd6ea" providerId="LiveId" clId="{45D23C15-8B6E-3442-9B58-7B186F27CDA3}" dt="2023-09-18T07:43:34.140" v="4148" actId="1076"/>
          <ac:spMkLst>
            <pc:docMk/>
            <pc:sldMk cId="150743603" sldId="507"/>
            <ac:spMk id="73" creationId="{C770BCFF-0830-B44B-8099-453F4748B3A2}"/>
          </ac:spMkLst>
        </pc:spChg>
        <pc:spChg chg="mod">
          <ac:chgData name="Loc Huynh" userId="80c0383e323bd6ea" providerId="LiveId" clId="{45D23C15-8B6E-3442-9B58-7B186F27CDA3}" dt="2023-09-18T07:43:48.820" v="4153" actId="207"/>
          <ac:spMkLst>
            <pc:docMk/>
            <pc:sldMk cId="150743603" sldId="507"/>
            <ac:spMk id="74" creationId="{6BBDAC58-F6B8-7C49-BD21-28820C193A57}"/>
          </ac:spMkLst>
        </pc:spChg>
        <pc:spChg chg="mod">
          <ac:chgData name="Loc Huynh" userId="80c0383e323bd6ea" providerId="LiveId" clId="{45D23C15-8B6E-3442-9B58-7B186F27CDA3}" dt="2023-09-18T07:44:42.073" v="4171" actId="14100"/>
          <ac:spMkLst>
            <pc:docMk/>
            <pc:sldMk cId="150743603" sldId="507"/>
            <ac:spMk id="79" creationId="{9F08162D-7103-DB47-9A65-4C0EA6337BE6}"/>
          </ac:spMkLst>
        </pc:spChg>
        <pc:spChg chg="mod">
          <ac:chgData name="Loc Huynh" userId="80c0383e323bd6ea" providerId="LiveId" clId="{45D23C15-8B6E-3442-9B58-7B186F27CDA3}" dt="2023-09-18T07:43:34.140" v="4148" actId="1076"/>
          <ac:spMkLst>
            <pc:docMk/>
            <pc:sldMk cId="150743603" sldId="507"/>
            <ac:spMk id="82" creationId="{81BF5FED-1701-454F-9809-79DD8735223E}"/>
          </ac:spMkLst>
        </pc:spChg>
        <pc:spChg chg="mod">
          <ac:chgData name="Loc Huynh" userId="80c0383e323bd6ea" providerId="LiveId" clId="{45D23C15-8B6E-3442-9B58-7B186F27CDA3}" dt="2023-09-18T07:44:07.619" v="4160" actId="13926"/>
          <ac:spMkLst>
            <pc:docMk/>
            <pc:sldMk cId="150743603" sldId="507"/>
            <ac:spMk id="83" creationId="{C943A46A-99BD-C947-8C1C-A728194F6796}"/>
          </ac:spMkLst>
        </pc:spChg>
        <pc:spChg chg="mod">
          <ac:chgData name="Loc Huynh" userId="80c0383e323bd6ea" providerId="LiveId" clId="{45D23C15-8B6E-3442-9B58-7B186F27CDA3}" dt="2023-09-18T07:43:34.140" v="4148" actId="1076"/>
          <ac:spMkLst>
            <pc:docMk/>
            <pc:sldMk cId="150743603" sldId="507"/>
            <ac:spMk id="88" creationId="{F3C4E38D-3DCB-C347-9910-DFE0C98A03D9}"/>
          </ac:spMkLst>
        </pc:spChg>
        <pc:spChg chg="mod">
          <ac:chgData name="Loc Huynh" userId="80c0383e323bd6ea" providerId="LiveId" clId="{45D23C15-8B6E-3442-9B58-7B186F27CDA3}" dt="2023-09-18T07:44:03.286" v="4158" actId="207"/>
          <ac:spMkLst>
            <pc:docMk/>
            <pc:sldMk cId="150743603" sldId="507"/>
            <ac:spMk id="94" creationId="{EFFDCBE8-6F92-3049-B644-36C42A3D395B}"/>
          </ac:spMkLst>
        </pc:spChg>
        <pc:spChg chg="mod">
          <ac:chgData name="Loc Huynh" userId="80c0383e323bd6ea" providerId="LiveId" clId="{45D23C15-8B6E-3442-9B58-7B186F27CDA3}" dt="2023-09-18T07:43:58.679" v="4157" actId="207"/>
          <ac:spMkLst>
            <pc:docMk/>
            <pc:sldMk cId="150743603" sldId="507"/>
            <ac:spMk id="98" creationId="{6A64837D-A99D-1840-9E10-E668BDEE9235}"/>
          </ac:spMkLst>
        </pc:spChg>
        <pc:spChg chg="mod">
          <ac:chgData name="Loc Huynh" userId="80c0383e323bd6ea" providerId="LiveId" clId="{45D23C15-8B6E-3442-9B58-7B186F27CDA3}" dt="2023-09-18T07:44:11.564" v="4161" actId="207"/>
          <ac:spMkLst>
            <pc:docMk/>
            <pc:sldMk cId="150743603" sldId="507"/>
            <ac:spMk id="101" creationId="{DDF91A2F-C47C-5D47-9CAA-BBF32AA481A4}"/>
          </ac:spMkLst>
        </pc:spChg>
        <pc:grpChg chg="add mod">
          <ac:chgData name="Loc Huynh" userId="80c0383e323bd6ea" providerId="LiveId" clId="{45D23C15-8B6E-3442-9B58-7B186F27CDA3}" dt="2023-09-18T07:43:34.140" v="4148" actId="1076"/>
          <ac:grpSpMkLst>
            <pc:docMk/>
            <pc:sldMk cId="150743603" sldId="507"/>
            <ac:grpSpMk id="6" creationId="{6FD14B71-BCD2-C9E1-0028-70047806B251}"/>
          </ac:grpSpMkLst>
        </pc:grpChg>
        <pc:grpChg chg="mod">
          <ac:chgData name="Loc Huynh" userId="80c0383e323bd6ea" providerId="LiveId" clId="{45D23C15-8B6E-3442-9B58-7B186F27CDA3}" dt="2023-09-18T07:43:34.140" v="4148" actId="1076"/>
          <ac:grpSpMkLst>
            <pc:docMk/>
            <pc:sldMk cId="150743603" sldId="507"/>
            <ac:grpSpMk id="12" creationId="{DE930267-B3B7-B34F-B9EC-AEC7245F38D1}"/>
          </ac:grpSpMkLst>
        </pc:grpChg>
        <pc:grpChg chg="mod">
          <ac:chgData name="Loc Huynh" userId="80c0383e323bd6ea" providerId="LiveId" clId="{45D23C15-8B6E-3442-9B58-7B186F27CDA3}" dt="2023-09-18T07:43:34.140" v="4148" actId="1076"/>
          <ac:grpSpMkLst>
            <pc:docMk/>
            <pc:sldMk cId="150743603" sldId="507"/>
            <ac:grpSpMk id="30" creationId="{814E20C7-EAA7-7446-888B-D7EC7279F425}"/>
          </ac:grpSpMkLst>
        </pc:grpChg>
        <pc:grpChg chg="mod">
          <ac:chgData name="Loc Huynh" userId="80c0383e323bd6ea" providerId="LiveId" clId="{45D23C15-8B6E-3442-9B58-7B186F27CDA3}" dt="2023-09-18T07:43:34.140" v="4148" actId="1076"/>
          <ac:grpSpMkLst>
            <pc:docMk/>
            <pc:sldMk cId="150743603" sldId="507"/>
            <ac:grpSpMk id="39" creationId="{FD2F1995-C3D9-F64B-8AD6-7A744BB627F0}"/>
          </ac:grpSpMkLst>
        </pc:grpChg>
        <pc:grpChg chg="mod">
          <ac:chgData name="Loc Huynh" userId="80c0383e323bd6ea" providerId="LiveId" clId="{45D23C15-8B6E-3442-9B58-7B186F27CDA3}" dt="2023-09-18T07:43:34.140" v="4148" actId="1076"/>
          <ac:grpSpMkLst>
            <pc:docMk/>
            <pc:sldMk cId="150743603" sldId="507"/>
            <ac:grpSpMk id="40" creationId="{EDEC995F-385C-FE42-B262-0821F6563911}"/>
          </ac:grpSpMkLst>
        </pc:grpChg>
        <pc:grpChg chg="mod">
          <ac:chgData name="Loc Huynh" userId="80c0383e323bd6ea" providerId="LiveId" clId="{45D23C15-8B6E-3442-9B58-7B186F27CDA3}" dt="2023-09-18T07:43:34.140" v="4148" actId="1076"/>
          <ac:grpSpMkLst>
            <pc:docMk/>
            <pc:sldMk cId="150743603" sldId="507"/>
            <ac:grpSpMk id="41" creationId="{9A47FD88-E834-204E-BB7C-B993BDD4785E}"/>
          </ac:grpSpMkLst>
        </pc:grpChg>
        <pc:grpChg chg="mod">
          <ac:chgData name="Loc Huynh" userId="80c0383e323bd6ea" providerId="LiveId" clId="{45D23C15-8B6E-3442-9B58-7B186F27CDA3}" dt="2023-09-18T07:43:34.140" v="4148" actId="1076"/>
          <ac:grpSpMkLst>
            <pc:docMk/>
            <pc:sldMk cId="150743603" sldId="507"/>
            <ac:grpSpMk id="47" creationId="{7FEDD779-E2C9-5A4C-A487-C79FD9C9B2BF}"/>
          </ac:grpSpMkLst>
        </pc:grpChg>
        <pc:grpChg chg="mod">
          <ac:chgData name="Loc Huynh" userId="80c0383e323bd6ea" providerId="LiveId" clId="{45D23C15-8B6E-3442-9B58-7B186F27CDA3}" dt="2023-09-18T07:43:34.140" v="4148" actId="1076"/>
          <ac:grpSpMkLst>
            <pc:docMk/>
            <pc:sldMk cId="150743603" sldId="507"/>
            <ac:grpSpMk id="48" creationId="{5454892B-A326-FA47-A872-427C8BCD6EFA}"/>
          </ac:grpSpMkLst>
        </pc:grpChg>
        <pc:grpChg chg="mod">
          <ac:chgData name="Loc Huynh" userId="80c0383e323bd6ea" providerId="LiveId" clId="{45D23C15-8B6E-3442-9B58-7B186F27CDA3}" dt="2023-09-18T07:43:34.140" v="4148" actId="1076"/>
          <ac:grpSpMkLst>
            <pc:docMk/>
            <pc:sldMk cId="150743603" sldId="507"/>
            <ac:grpSpMk id="50" creationId="{A65D75BD-4FE4-E44A-B360-DF3B506DD15D}"/>
          </ac:grpSpMkLst>
        </pc:grpChg>
        <pc:picChg chg="mod">
          <ac:chgData name="Loc Huynh" userId="80c0383e323bd6ea" providerId="LiveId" clId="{45D23C15-8B6E-3442-9B58-7B186F27CDA3}" dt="2023-09-18T07:43:34.140" v="4148" actId="1076"/>
          <ac:picMkLst>
            <pc:docMk/>
            <pc:sldMk cId="150743603" sldId="507"/>
            <ac:picMk id="51" creationId="{40E1049D-7B19-E84D-BD08-9354C05F3754}"/>
          </ac:picMkLst>
        </pc:picChg>
        <pc:picChg chg="mod">
          <ac:chgData name="Loc Huynh" userId="80c0383e323bd6ea" providerId="LiveId" clId="{45D23C15-8B6E-3442-9B58-7B186F27CDA3}" dt="2023-09-18T07:43:34.140" v="4148" actId="1076"/>
          <ac:picMkLst>
            <pc:docMk/>
            <pc:sldMk cId="150743603" sldId="507"/>
            <ac:picMk id="52" creationId="{E5456431-4B01-E146-9074-FDBD22DF646D}"/>
          </ac:picMkLst>
        </pc:picChg>
        <pc:picChg chg="mod">
          <ac:chgData name="Loc Huynh" userId="80c0383e323bd6ea" providerId="LiveId" clId="{45D23C15-8B6E-3442-9B58-7B186F27CDA3}" dt="2023-09-18T07:43:34.140" v="4148" actId="1076"/>
          <ac:picMkLst>
            <pc:docMk/>
            <pc:sldMk cId="150743603" sldId="507"/>
            <ac:picMk id="58" creationId="{31A69A8E-DC08-F042-BC13-DEA5A4267EF9}"/>
          </ac:picMkLst>
        </pc:picChg>
        <pc:picChg chg="mod">
          <ac:chgData name="Loc Huynh" userId="80c0383e323bd6ea" providerId="LiveId" clId="{45D23C15-8B6E-3442-9B58-7B186F27CDA3}" dt="2023-09-18T07:43:34.140" v="4148" actId="1076"/>
          <ac:picMkLst>
            <pc:docMk/>
            <pc:sldMk cId="150743603" sldId="507"/>
            <ac:picMk id="61" creationId="{ADEE127F-39B2-1541-AA82-A861EC044E79}"/>
          </ac:picMkLst>
        </pc:picChg>
        <pc:picChg chg="mod">
          <ac:chgData name="Loc Huynh" userId="80c0383e323bd6ea" providerId="LiveId" clId="{45D23C15-8B6E-3442-9B58-7B186F27CDA3}" dt="2023-09-18T07:43:34.140" v="4148" actId="1076"/>
          <ac:picMkLst>
            <pc:docMk/>
            <pc:sldMk cId="150743603" sldId="507"/>
            <ac:picMk id="70" creationId="{F56A6049-A1BC-634D-B96F-059FC38BB74E}"/>
          </ac:picMkLst>
        </pc:picChg>
        <pc:picChg chg="mod">
          <ac:chgData name="Loc Huynh" userId="80c0383e323bd6ea" providerId="LiveId" clId="{45D23C15-8B6E-3442-9B58-7B186F27CDA3}" dt="2023-09-18T07:43:34.140" v="4148" actId="1076"/>
          <ac:picMkLst>
            <pc:docMk/>
            <pc:sldMk cId="150743603" sldId="507"/>
            <ac:picMk id="81" creationId="{4F41E1F3-E4D1-854B-A6AE-402E27E5EDC9}"/>
          </ac:picMkLst>
        </pc:picChg>
        <pc:picChg chg="mod">
          <ac:chgData name="Loc Huynh" userId="80c0383e323bd6ea" providerId="LiveId" clId="{45D23C15-8B6E-3442-9B58-7B186F27CDA3}" dt="2023-09-18T07:43:34.140" v="4148" actId="1076"/>
          <ac:picMkLst>
            <pc:docMk/>
            <pc:sldMk cId="150743603" sldId="507"/>
            <ac:picMk id="97" creationId="{527F3F1F-6A43-DB46-AE50-274EFFE8DADD}"/>
          </ac:picMkLst>
        </pc:picChg>
        <pc:picChg chg="mod">
          <ac:chgData name="Loc Huynh" userId="80c0383e323bd6ea" providerId="LiveId" clId="{45D23C15-8B6E-3442-9B58-7B186F27CDA3}" dt="2023-09-18T07:43:34.140" v="4148" actId="1076"/>
          <ac:picMkLst>
            <pc:docMk/>
            <pc:sldMk cId="150743603" sldId="507"/>
            <ac:picMk id="100" creationId="{1D7F44BA-D4E0-774A-A0CA-4FC3626B8354}"/>
          </ac:picMkLst>
        </pc:picChg>
        <pc:cxnChg chg="mod">
          <ac:chgData name="Loc Huynh" userId="80c0383e323bd6ea" providerId="LiveId" clId="{45D23C15-8B6E-3442-9B58-7B186F27CDA3}" dt="2023-09-18T07:43:34.140" v="4148" actId="1076"/>
          <ac:cxnSpMkLst>
            <pc:docMk/>
            <pc:sldMk cId="150743603" sldId="507"/>
            <ac:cxnSpMk id="21" creationId="{AD64AC9F-E8F5-9C43-AB74-DD2319F03559}"/>
          </ac:cxnSpMkLst>
        </pc:cxnChg>
        <pc:cxnChg chg="mod">
          <ac:chgData name="Loc Huynh" userId="80c0383e323bd6ea" providerId="LiveId" clId="{45D23C15-8B6E-3442-9B58-7B186F27CDA3}" dt="2023-09-18T07:43:34.140" v="4148" actId="1076"/>
          <ac:cxnSpMkLst>
            <pc:docMk/>
            <pc:sldMk cId="150743603" sldId="507"/>
            <ac:cxnSpMk id="36" creationId="{ACD15BD6-744D-364F-9488-C63FEFB4084F}"/>
          </ac:cxnSpMkLst>
        </pc:cxnChg>
        <pc:cxnChg chg="mod">
          <ac:chgData name="Loc Huynh" userId="80c0383e323bd6ea" providerId="LiveId" clId="{45D23C15-8B6E-3442-9B58-7B186F27CDA3}" dt="2023-09-18T07:43:34.140" v="4148" actId="1076"/>
          <ac:cxnSpMkLst>
            <pc:docMk/>
            <pc:sldMk cId="150743603" sldId="507"/>
            <ac:cxnSpMk id="38" creationId="{9EB13634-0A81-3D41-988E-12FAA8C81D7A}"/>
          </ac:cxnSpMkLst>
        </pc:cxnChg>
        <pc:cxnChg chg="mod">
          <ac:chgData name="Loc Huynh" userId="80c0383e323bd6ea" providerId="LiveId" clId="{45D23C15-8B6E-3442-9B58-7B186F27CDA3}" dt="2023-09-18T07:43:34.140" v="4148" actId="1076"/>
          <ac:cxnSpMkLst>
            <pc:docMk/>
            <pc:sldMk cId="150743603" sldId="507"/>
            <ac:cxnSpMk id="56" creationId="{41758B78-2E0B-E94A-BD8D-380A4DB05E58}"/>
          </ac:cxnSpMkLst>
        </pc:cxnChg>
        <pc:cxnChg chg="mod">
          <ac:chgData name="Loc Huynh" userId="80c0383e323bd6ea" providerId="LiveId" clId="{45D23C15-8B6E-3442-9B58-7B186F27CDA3}" dt="2023-09-18T07:43:34.140" v="4148" actId="1076"/>
          <ac:cxnSpMkLst>
            <pc:docMk/>
            <pc:sldMk cId="150743603" sldId="507"/>
            <ac:cxnSpMk id="60" creationId="{041C8438-E42C-DA49-87F7-DF52B9E55A6C}"/>
          </ac:cxnSpMkLst>
        </pc:cxnChg>
        <pc:cxnChg chg="mod">
          <ac:chgData name="Loc Huynh" userId="80c0383e323bd6ea" providerId="LiveId" clId="{45D23C15-8B6E-3442-9B58-7B186F27CDA3}" dt="2023-09-18T07:43:34.140" v="4148" actId="1076"/>
          <ac:cxnSpMkLst>
            <pc:docMk/>
            <pc:sldMk cId="150743603" sldId="507"/>
            <ac:cxnSpMk id="69" creationId="{93631A10-0543-DD45-9262-783D421726E6}"/>
          </ac:cxnSpMkLst>
        </pc:cxnChg>
        <pc:cxnChg chg="mod">
          <ac:chgData name="Loc Huynh" userId="80c0383e323bd6ea" providerId="LiveId" clId="{45D23C15-8B6E-3442-9B58-7B186F27CDA3}" dt="2023-09-18T07:43:34.140" v="4148" actId="1076"/>
          <ac:cxnSpMkLst>
            <pc:docMk/>
            <pc:sldMk cId="150743603" sldId="507"/>
            <ac:cxnSpMk id="71" creationId="{C402EE36-12F7-C54E-9E5A-C6CFE1CFFB84}"/>
          </ac:cxnSpMkLst>
        </pc:cxnChg>
        <pc:cxnChg chg="mod">
          <ac:chgData name="Loc Huynh" userId="80c0383e323bd6ea" providerId="LiveId" clId="{45D23C15-8B6E-3442-9B58-7B186F27CDA3}" dt="2023-09-18T07:43:34.140" v="4148" actId="1076"/>
          <ac:cxnSpMkLst>
            <pc:docMk/>
            <pc:sldMk cId="150743603" sldId="507"/>
            <ac:cxnSpMk id="78" creationId="{B2F75767-118A-2440-9A87-156628B6E253}"/>
          </ac:cxnSpMkLst>
        </pc:cxnChg>
        <pc:cxnChg chg="mod">
          <ac:chgData name="Loc Huynh" userId="80c0383e323bd6ea" providerId="LiveId" clId="{45D23C15-8B6E-3442-9B58-7B186F27CDA3}" dt="2023-09-18T07:43:34.140" v="4148" actId="1076"/>
          <ac:cxnSpMkLst>
            <pc:docMk/>
            <pc:sldMk cId="150743603" sldId="507"/>
            <ac:cxnSpMk id="80" creationId="{4057A28D-0348-E541-B559-9F7821B4D44B}"/>
          </ac:cxnSpMkLst>
        </pc:cxnChg>
        <pc:cxnChg chg="mod">
          <ac:chgData name="Loc Huynh" userId="80c0383e323bd6ea" providerId="LiveId" clId="{45D23C15-8B6E-3442-9B58-7B186F27CDA3}" dt="2023-09-18T07:43:34.140" v="4148" actId="1076"/>
          <ac:cxnSpMkLst>
            <pc:docMk/>
            <pc:sldMk cId="150743603" sldId="507"/>
            <ac:cxnSpMk id="89" creationId="{E91FA1A9-A7AF-B646-B7BF-0105A5D3C5B3}"/>
          </ac:cxnSpMkLst>
        </pc:cxnChg>
        <pc:cxnChg chg="mod">
          <ac:chgData name="Loc Huynh" userId="80c0383e323bd6ea" providerId="LiveId" clId="{45D23C15-8B6E-3442-9B58-7B186F27CDA3}" dt="2023-09-18T07:43:34.140" v="4148" actId="1076"/>
          <ac:cxnSpMkLst>
            <pc:docMk/>
            <pc:sldMk cId="150743603" sldId="507"/>
            <ac:cxnSpMk id="99" creationId="{B30B0C27-EE07-2C48-9681-E36C74DD7311}"/>
          </ac:cxnSpMkLst>
        </pc:cxnChg>
        <pc:cxnChg chg="mod">
          <ac:chgData name="Loc Huynh" userId="80c0383e323bd6ea" providerId="LiveId" clId="{45D23C15-8B6E-3442-9B58-7B186F27CDA3}" dt="2023-09-18T07:43:34.140" v="4148" actId="1076"/>
          <ac:cxnSpMkLst>
            <pc:docMk/>
            <pc:sldMk cId="150743603" sldId="507"/>
            <ac:cxnSpMk id="117" creationId="{CA03A42E-7C56-4A40-B163-5096304545E6}"/>
          </ac:cxnSpMkLst>
        </pc:cxnChg>
        <pc:cxnChg chg="mod">
          <ac:chgData name="Loc Huynh" userId="80c0383e323bd6ea" providerId="LiveId" clId="{45D23C15-8B6E-3442-9B58-7B186F27CDA3}" dt="2023-09-18T07:43:34.140" v="4148" actId="1076"/>
          <ac:cxnSpMkLst>
            <pc:docMk/>
            <pc:sldMk cId="150743603" sldId="507"/>
            <ac:cxnSpMk id="118" creationId="{6711DB52-93AD-3540-BC7A-4EBAB35CED6C}"/>
          </ac:cxnSpMkLst>
        </pc:cxnChg>
        <pc:cxnChg chg="mod">
          <ac:chgData name="Loc Huynh" userId="80c0383e323bd6ea" providerId="LiveId" clId="{45D23C15-8B6E-3442-9B58-7B186F27CDA3}" dt="2023-09-18T07:43:34.140" v="4148" actId="1076"/>
          <ac:cxnSpMkLst>
            <pc:docMk/>
            <pc:sldMk cId="150743603" sldId="507"/>
            <ac:cxnSpMk id="120" creationId="{02022B24-34C3-AE4C-8DB3-BC717FCE5C4A}"/>
          </ac:cxnSpMkLst>
        </pc:cxnChg>
      </pc:sldChg>
      <pc:sldChg chg="addSp delSp modSp add del mod chgLayout">
        <pc:chgData name="Loc Huynh" userId="80c0383e323bd6ea" providerId="LiveId" clId="{45D23C15-8B6E-3442-9B58-7B186F27CDA3}" dt="2023-09-25T01:57:07.619" v="5125" actId="2696"/>
        <pc:sldMkLst>
          <pc:docMk/>
          <pc:sldMk cId="3759166692" sldId="508"/>
        </pc:sldMkLst>
        <pc:spChg chg="mod ord">
          <ac:chgData name="Loc Huynh" userId="80c0383e323bd6ea" providerId="LiveId" clId="{45D23C15-8B6E-3442-9B58-7B186F27CDA3}" dt="2023-09-18T07:55:55.158" v="4390" actId="20577"/>
          <ac:spMkLst>
            <pc:docMk/>
            <pc:sldMk cId="3759166692" sldId="508"/>
            <ac:spMk id="2" creationId="{67D965CF-1D55-5443-919B-AC77503498CA}"/>
          </ac:spMkLst>
        </pc:spChg>
        <pc:spChg chg="add del mod ord">
          <ac:chgData name="Loc Huynh" userId="80c0383e323bd6ea" providerId="LiveId" clId="{45D23C15-8B6E-3442-9B58-7B186F27CDA3}" dt="2023-09-18T07:55:38.690" v="4375" actId="478"/>
          <ac:spMkLst>
            <pc:docMk/>
            <pc:sldMk cId="3759166692" sldId="508"/>
            <ac:spMk id="3" creationId="{6B1D9321-FF39-B846-D955-EBEE6C4CA6FB}"/>
          </ac:spMkLst>
        </pc:spChg>
        <pc:spChg chg="mod ord">
          <ac:chgData name="Loc Huynh" userId="80c0383e323bd6ea" providerId="LiveId" clId="{45D23C15-8B6E-3442-9B58-7B186F27CDA3}" dt="2023-09-18T06:58:25.716" v="2720" actId="700"/>
          <ac:spMkLst>
            <pc:docMk/>
            <pc:sldMk cId="3759166692" sldId="508"/>
            <ac:spMk id="4" creationId="{D0B4835D-B712-474E-B6B8-6C1BBDD99FFD}"/>
          </ac:spMkLst>
        </pc:spChg>
        <pc:spChg chg="mod ord">
          <ac:chgData name="Loc Huynh" userId="80c0383e323bd6ea" providerId="LiveId" clId="{45D23C15-8B6E-3442-9B58-7B186F27CDA3}" dt="2023-09-18T06:58:25.716" v="2720" actId="700"/>
          <ac:spMkLst>
            <pc:docMk/>
            <pc:sldMk cId="3759166692" sldId="508"/>
            <ac:spMk id="5" creationId="{AE526D72-773E-714F-A1AE-5B77BAF3A9FB}"/>
          </ac:spMkLst>
        </pc:spChg>
        <pc:spChg chg="mod">
          <ac:chgData name="Loc Huynh" userId="80c0383e323bd6ea" providerId="LiveId" clId="{45D23C15-8B6E-3442-9B58-7B186F27CDA3}" dt="2023-09-18T08:34:08.700" v="4644" actId="20577"/>
          <ac:spMkLst>
            <pc:docMk/>
            <pc:sldMk cId="3759166692" sldId="508"/>
            <ac:spMk id="7" creationId="{9CF46A69-C370-BC4E-A1B6-0D08CD7E7D51}"/>
          </ac:spMkLst>
        </pc:spChg>
        <pc:spChg chg="mod">
          <ac:chgData name="Loc Huynh" userId="80c0383e323bd6ea" providerId="LiveId" clId="{45D23C15-8B6E-3442-9B58-7B186F27CDA3}" dt="2023-09-18T07:47:06.180" v="4225" actId="1076"/>
          <ac:spMkLst>
            <pc:docMk/>
            <pc:sldMk cId="3759166692" sldId="508"/>
            <ac:spMk id="9" creationId="{ADBD2633-F9F7-50BE-2B7C-43FCA352AA7A}"/>
          </ac:spMkLst>
        </pc:spChg>
        <pc:spChg chg="mod">
          <ac:chgData name="Loc Huynh" userId="80c0383e323bd6ea" providerId="LiveId" clId="{45D23C15-8B6E-3442-9B58-7B186F27CDA3}" dt="2023-09-18T07:47:06.180" v="4225" actId="1076"/>
          <ac:spMkLst>
            <pc:docMk/>
            <pc:sldMk cId="3759166692" sldId="508"/>
            <ac:spMk id="10" creationId="{BAEE126E-9848-765F-65E4-212604EB5975}"/>
          </ac:spMkLst>
        </pc:spChg>
        <pc:spChg chg="mod">
          <ac:chgData name="Loc Huynh" userId="80c0383e323bd6ea" providerId="LiveId" clId="{45D23C15-8B6E-3442-9B58-7B186F27CDA3}" dt="2023-09-18T07:46:34.064" v="4222" actId="13822"/>
          <ac:spMkLst>
            <pc:docMk/>
            <pc:sldMk cId="3759166692" sldId="508"/>
            <ac:spMk id="16" creationId="{7C8FDB5D-9AF4-224E-B7B6-BA96C824EC4F}"/>
          </ac:spMkLst>
        </pc:spChg>
        <pc:spChg chg="mod">
          <ac:chgData name="Loc Huynh" userId="80c0383e323bd6ea" providerId="LiveId" clId="{45D23C15-8B6E-3442-9B58-7B186F27CDA3}" dt="2023-09-18T07:47:06.180" v="4225" actId="1076"/>
          <ac:spMkLst>
            <pc:docMk/>
            <pc:sldMk cId="3759166692" sldId="508"/>
            <ac:spMk id="24" creationId="{AE89153D-ED86-6D90-DF1D-45B1DE2007F8}"/>
          </ac:spMkLst>
        </pc:spChg>
        <pc:spChg chg="mod">
          <ac:chgData name="Loc Huynh" userId="80c0383e323bd6ea" providerId="LiveId" clId="{45D23C15-8B6E-3442-9B58-7B186F27CDA3}" dt="2023-09-18T07:47:06.180" v="4225" actId="1076"/>
          <ac:spMkLst>
            <pc:docMk/>
            <pc:sldMk cId="3759166692" sldId="508"/>
            <ac:spMk id="29" creationId="{B1863B2D-FB45-1802-BBFF-C40E2A51FCC5}"/>
          </ac:spMkLst>
        </pc:spChg>
        <pc:spChg chg="mod">
          <ac:chgData name="Loc Huynh" userId="80c0383e323bd6ea" providerId="LiveId" clId="{45D23C15-8B6E-3442-9B58-7B186F27CDA3}" dt="2023-09-18T07:47:06.180" v="4225" actId="1076"/>
          <ac:spMkLst>
            <pc:docMk/>
            <pc:sldMk cId="3759166692" sldId="508"/>
            <ac:spMk id="31" creationId="{AF212A66-DAC0-2A27-1E15-ECEF0CA36879}"/>
          </ac:spMkLst>
        </pc:spChg>
        <pc:spChg chg="mod">
          <ac:chgData name="Loc Huynh" userId="80c0383e323bd6ea" providerId="LiveId" clId="{45D23C15-8B6E-3442-9B58-7B186F27CDA3}" dt="2023-09-18T07:47:06.180" v="4225" actId="1076"/>
          <ac:spMkLst>
            <pc:docMk/>
            <pc:sldMk cId="3759166692" sldId="508"/>
            <ac:spMk id="33" creationId="{159D4F7C-151A-0AC0-4B79-00E1DDAD2FCF}"/>
          </ac:spMkLst>
        </pc:spChg>
        <pc:spChg chg="mod">
          <ac:chgData name="Loc Huynh" userId="80c0383e323bd6ea" providerId="LiveId" clId="{45D23C15-8B6E-3442-9B58-7B186F27CDA3}" dt="2023-09-18T07:47:06.180" v="4225" actId="1076"/>
          <ac:spMkLst>
            <pc:docMk/>
            <pc:sldMk cId="3759166692" sldId="508"/>
            <ac:spMk id="34" creationId="{ABF4CE5B-8275-31EC-0F97-2593B4609BBD}"/>
          </ac:spMkLst>
        </pc:spChg>
        <pc:spChg chg="mod">
          <ac:chgData name="Loc Huynh" userId="80c0383e323bd6ea" providerId="LiveId" clId="{45D23C15-8B6E-3442-9B58-7B186F27CDA3}" dt="2023-09-18T07:47:06.180" v="4225" actId="1076"/>
          <ac:spMkLst>
            <pc:docMk/>
            <pc:sldMk cId="3759166692" sldId="508"/>
            <ac:spMk id="38" creationId="{630B6D47-0461-02AE-0BBB-D281D86642D2}"/>
          </ac:spMkLst>
        </pc:spChg>
        <pc:spChg chg="mod">
          <ac:chgData name="Loc Huynh" userId="80c0383e323bd6ea" providerId="LiveId" clId="{45D23C15-8B6E-3442-9B58-7B186F27CDA3}" dt="2023-09-18T07:47:06.180" v="4225" actId="1076"/>
          <ac:spMkLst>
            <pc:docMk/>
            <pc:sldMk cId="3759166692" sldId="508"/>
            <ac:spMk id="43" creationId="{0641D8B1-E8A2-7C9E-00BC-D6FFF2589D1A}"/>
          </ac:spMkLst>
        </pc:spChg>
        <pc:spChg chg="mod">
          <ac:chgData name="Loc Huynh" userId="80c0383e323bd6ea" providerId="LiveId" clId="{45D23C15-8B6E-3442-9B58-7B186F27CDA3}" dt="2023-09-18T07:47:06.180" v="4225" actId="1076"/>
          <ac:spMkLst>
            <pc:docMk/>
            <pc:sldMk cId="3759166692" sldId="508"/>
            <ac:spMk id="44" creationId="{337FB58C-A3E4-ED0C-0B4D-D4189BE87AF5}"/>
          </ac:spMkLst>
        </pc:spChg>
        <pc:spChg chg="mod">
          <ac:chgData name="Loc Huynh" userId="80c0383e323bd6ea" providerId="LiveId" clId="{45D23C15-8B6E-3442-9B58-7B186F27CDA3}" dt="2023-09-18T08:34:20.189" v="4646" actId="14100"/>
          <ac:spMkLst>
            <pc:docMk/>
            <pc:sldMk cId="3759166692" sldId="508"/>
            <ac:spMk id="75" creationId="{54F5DAA9-1DBD-314C-9F95-F7990C0448CA}"/>
          </ac:spMkLst>
        </pc:spChg>
        <pc:grpChg chg="add mod">
          <ac:chgData name="Loc Huynh" userId="80c0383e323bd6ea" providerId="LiveId" clId="{45D23C15-8B6E-3442-9B58-7B186F27CDA3}" dt="2023-09-18T07:47:06.180" v="4225" actId="1076"/>
          <ac:grpSpMkLst>
            <pc:docMk/>
            <pc:sldMk cId="3759166692" sldId="508"/>
            <ac:grpSpMk id="6" creationId="{A39F8ECC-414E-5F7E-CCF1-0EDBF5AEFA1D}"/>
          </ac:grpSpMkLst>
        </pc:grpChg>
        <pc:grpChg chg="mod">
          <ac:chgData name="Loc Huynh" userId="80c0383e323bd6ea" providerId="LiveId" clId="{45D23C15-8B6E-3442-9B58-7B186F27CDA3}" dt="2023-09-18T07:47:06.180" v="4225" actId="1076"/>
          <ac:grpSpMkLst>
            <pc:docMk/>
            <pc:sldMk cId="3759166692" sldId="508"/>
            <ac:grpSpMk id="8" creationId="{55908445-8A9B-5432-6F62-5AF134D23991}"/>
          </ac:grpSpMkLst>
        </pc:grpChg>
        <pc:grpChg chg="mod">
          <ac:chgData name="Loc Huynh" userId="80c0383e323bd6ea" providerId="LiveId" clId="{45D23C15-8B6E-3442-9B58-7B186F27CDA3}" dt="2023-09-18T07:47:06.180" v="4225" actId="1076"/>
          <ac:grpSpMkLst>
            <pc:docMk/>
            <pc:sldMk cId="3759166692" sldId="508"/>
            <ac:grpSpMk id="11" creationId="{C6D7C670-D973-FA2F-4CDD-545649FF181E}"/>
          </ac:grpSpMkLst>
        </pc:grpChg>
        <pc:grpChg chg="mod">
          <ac:chgData name="Loc Huynh" userId="80c0383e323bd6ea" providerId="LiveId" clId="{45D23C15-8B6E-3442-9B58-7B186F27CDA3}" dt="2023-09-18T07:47:06.180" v="4225" actId="1076"/>
          <ac:grpSpMkLst>
            <pc:docMk/>
            <pc:sldMk cId="3759166692" sldId="508"/>
            <ac:grpSpMk id="17" creationId="{DEE3D981-6399-D817-133A-76D4090D72C8}"/>
          </ac:grpSpMkLst>
        </pc:grpChg>
        <pc:grpChg chg="mod">
          <ac:chgData name="Loc Huynh" userId="80c0383e323bd6ea" providerId="LiveId" clId="{45D23C15-8B6E-3442-9B58-7B186F27CDA3}" dt="2023-09-18T07:47:06.180" v="4225" actId="1076"/>
          <ac:grpSpMkLst>
            <pc:docMk/>
            <pc:sldMk cId="3759166692" sldId="508"/>
            <ac:grpSpMk id="19" creationId="{39EAE24A-9C43-1840-801B-9866E919CC02}"/>
          </ac:grpSpMkLst>
        </pc:grpChg>
        <pc:grpChg chg="mod">
          <ac:chgData name="Loc Huynh" userId="80c0383e323bd6ea" providerId="LiveId" clId="{45D23C15-8B6E-3442-9B58-7B186F27CDA3}" dt="2023-09-18T07:47:06.180" v="4225" actId="1076"/>
          <ac:grpSpMkLst>
            <pc:docMk/>
            <pc:sldMk cId="3759166692" sldId="508"/>
            <ac:grpSpMk id="20" creationId="{69AB1228-60E0-8610-98C1-8441C60AA1DA}"/>
          </ac:grpSpMkLst>
        </pc:grpChg>
        <pc:grpChg chg="mod">
          <ac:chgData name="Loc Huynh" userId="80c0383e323bd6ea" providerId="LiveId" clId="{45D23C15-8B6E-3442-9B58-7B186F27CDA3}" dt="2023-09-18T07:47:06.180" v="4225" actId="1076"/>
          <ac:grpSpMkLst>
            <pc:docMk/>
            <pc:sldMk cId="3759166692" sldId="508"/>
            <ac:grpSpMk id="21" creationId="{DECC8401-0424-EB79-0082-7651C5EFB1E9}"/>
          </ac:grpSpMkLst>
        </pc:grpChg>
        <pc:grpChg chg="mod">
          <ac:chgData name="Loc Huynh" userId="80c0383e323bd6ea" providerId="LiveId" clId="{45D23C15-8B6E-3442-9B58-7B186F27CDA3}" dt="2023-09-18T07:47:06.180" v="4225" actId="1076"/>
          <ac:grpSpMkLst>
            <pc:docMk/>
            <pc:sldMk cId="3759166692" sldId="508"/>
            <ac:grpSpMk id="22" creationId="{4628B9D9-DCC3-21AF-3418-367277FAD7F6}"/>
          </ac:grpSpMkLst>
        </pc:grpChg>
        <pc:grpChg chg="mod">
          <ac:chgData name="Loc Huynh" userId="80c0383e323bd6ea" providerId="LiveId" clId="{45D23C15-8B6E-3442-9B58-7B186F27CDA3}" dt="2023-09-18T07:47:06.180" v="4225" actId="1076"/>
          <ac:grpSpMkLst>
            <pc:docMk/>
            <pc:sldMk cId="3759166692" sldId="508"/>
            <ac:grpSpMk id="23" creationId="{42616145-134C-CEAA-0914-C6BE12951935}"/>
          </ac:grpSpMkLst>
        </pc:grpChg>
        <pc:grpChg chg="mod">
          <ac:chgData name="Loc Huynh" userId="80c0383e323bd6ea" providerId="LiveId" clId="{45D23C15-8B6E-3442-9B58-7B186F27CDA3}" dt="2023-09-18T07:47:06.180" v="4225" actId="1076"/>
          <ac:grpSpMkLst>
            <pc:docMk/>
            <pc:sldMk cId="3759166692" sldId="508"/>
            <ac:grpSpMk id="25" creationId="{5CA87D3A-1BCD-8A1D-5865-C86C3CBB4E96}"/>
          </ac:grpSpMkLst>
        </pc:grpChg>
        <pc:grpChg chg="del">
          <ac:chgData name="Loc Huynh" userId="80c0383e323bd6ea" providerId="LiveId" clId="{45D23C15-8B6E-3442-9B58-7B186F27CDA3}" dt="2023-09-18T07:46:47.829" v="4223" actId="478"/>
          <ac:grpSpMkLst>
            <pc:docMk/>
            <pc:sldMk cId="3759166692" sldId="508"/>
            <ac:grpSpMk id="39" creationId="{C43F4368-27C1-6245-BD02-7B4C6DD61F69}"/>
          </ac:grpSpMkLst>
        </pc:grpChg>
        <pc:picChg chg="mod">
          <ac:chgData name="Loc Huynh" userId="80c0383e323bd6ea" providerId="LiveId" clId="{45D23C15-8B6E-3442-9B58-7B186F27CDA3}" dt="2023-09-18T07:47:06.180" v="4225" actId="1076"/>
          <ac:picMkLst>
            <pc:docMk/>
            <pc:sldMk cId="3759166692" sldId="508"/>
            <ac:picMk id="26" creationId="{4D58A209-37D5-6D4A-4D62-70748EF03DA0}"/>
          </ac:picMkLst>
        </pc:picChg>
        <pc:picChg chg="mod">
          <ac:chgData name="Loc Huynh" userId="80c0383e323bd6ea" providerId="LiveId" clId="{45D23C15-8B6E-3442-9B58-7B186F27CDA3}" dt="2023-09-18T07:47:06.180" v="4225" actId="1076"/>
          <ac:picMkLst>
            <pc:docMk/>
            <pc:sldMk cId="3759166692" sldId="508"/>
            <ac:picMk id="27" creationId="{8DD9ED74-41EC-DBD1-4A4C-B4754E964077}"/>
          </ac:picMkLst>
        </pc:picChg>
        <pc:picChg chg="mod">
          <ac:chgData name="Loc Huynh" userId="80c0383e323bd6ea" providerId="LiveId" clId="{45D23C15-8B6E-3442-9B58-7B186F27CDA3}" dt="2023-09-18T07:47:06.180" v="4225" actId="1076"/>
          <ac:picMkLst>
            <pc:docMk/>
            <pc:sldMk cId="3759166692" sldId="508"/>
            <ac:picMk id="30" creationId="{20A30D1C-6047-3ECC-04A4-581FC9502C1A}"/>
          </ac:picMkLst>
        </pc:picChg>
        <pc:picChg chg="mod">
          <ac:chgData name="Loc Huynh" userId="80c0383e323bd6ea" providerId="LiveId" clId="{45D23C15-8B6E-3442-9B58-7B186F27CDA3}" dt="2023-09-18T07:47:06.180" v="4225" actId="1076"/>
          <ac:picMkLst>
            <pc:docMk/>
            <pc:sldMk cId="3759166692" sldId="508"/>
            <ac:picMk id="32" creationId="{77E73E7E-6853-3469-CBEF-1BBB4648D61A}"/>
          </ac:picMkLst>
        </pc:picChg>
        <pc:picChg chg="mod">
          <ac:chgData name="Loc Huynh" userId="80c0383e323bd6ea" providerId="LiveId" clId="{45D23C15-8B6E-3442-9B58-7B186F27CDA3}" dt="2023-09-18T07:47:06.180" v="4225" actId="1076"/>
          <ac:picMkLst>
            <pc:docMk/>
            <pc:sldMk cId="3759166692" sldId="508"/>
            <ac:picMk id="36" creationId="{06A22A30-28EB-27A1-11DF-A1CD08939060}"/>
          </ac:picMkLst>
        </pc:picChg>
        <pc:cxnChg chg="mod">
          <ac:chgData name="Loc Huynh" userId="80c0383e323bd6ea" providerId="LiveId" clId="{45D23C15-8B6E-3442-9B58-7B186F27CDA3}" dt="2023-09-18T07:47:06.180" v="4225" actId="1076"/>
          <ac:cxnSpMkLst>
            <pc:docMk/>
            <pc:sldMk cId="3759166692" sldId="508"/>
            <ac:cxnSpMk id="12" creationId="{8EAC334F-AD13-046F-2C80-8DFF4EF4F718}"/>
          </ac:cxnSpMkLst>
        </pc:cxnChg>
        <pc:cxnChg chg="mod">
          <ac:chgData name="Loc Huynh" userId="80c0383e323bd6ea" providerId="LiveId" clId="{45D23C15-8B6E-3442-9B58-7B186F27CDA3}" dt="2023-09-18T07:47:06.180" v="4225" actId="1076"/>
          <ac:cxnSpMkLst>
            <pc:docMk/>
            <pc:sldMk cId="3759166692" sldId="508"/>
            <ac:cxnSpMk id="13" creationId="{85D1DE46-BE5E-43F0-AFEF-541163B54329}"/>
          </ac:cxnSpMkLst>
        </pc:cxnChg>
        <pc:cxnChg chg="mod">
          <ac:chgData name="Loc Huynh" userId="80c0383e323bd6ea" providerId="LiveId" clId="{45D23C15-8B6E-3442-9B58-7B186F27CDA3}" dt="2023-09-18T07:47:06.180" v="4225" actId="1076"/>
          <ac:cxnSpMkLst>
            <pc:docMk/>
            <pc:sldMk cId="3759166692" sldId="508"/>
            <ac:cxnSpMk id="14" creationId="{C7D64C15-E77E-C7B6-8CA6-5AD3B7D8082A}"/>
          </ac:cxnSpMkLst>
        </pc:cxnChg>
        <pc:cxnChg chg="mod">
          <ac:chgData name="Loc Huynh" userId="80c0383e323bd6ea" providerId="LiveId" clId="{45D23C15-8B6E-3442-9B58-7B186F27CDA3}" dt="2023-09-18T07:47:06.180" v="4225" actId="1076"/>
          <ac:cxnSpMkLst>
            <pc:docMk/>
            <pc:sldMk cId="3759166692" sldId="508"/>
            <ac:cxnSpMk id="15" creationId="{7AA85CC7-74BA-859A-D6DF-018142ADD981}"/>
          </ac:cxnSpMkLst>
        </pc:cxnChg>
        <pc:cxnChg chg="mod">
          <ac:chgData name="Loc Huynh" userId="80c0383e323bd6ea" providerId="LiveId" clId="{45D23C15-8B6E-3442-9B58-7B186F27CDA3}" dt="2023-09-18T07:47:06.180" v="4225" actId="1076"/>
          <ac:cxnSpMkLst>
            <pc:docMk/>
            <pc:sldMk cId="3759166692" sldId="508"/>
            <ac:cxnSpMk id="18" creationId="{2B166F59-DEE3-46B9-26B0-30E49DB224F5}"/>
          </ac:cxnSpMkLst>
        </pc:cxnChg>
        <pc:cxnChg chg="mod">
          <ac:chgData name="Loc Huynh" userId="80c0383e323bd6ea" providerId="LiveId" clId="{45D23C15-8B6E-3442-9B58-7B186F27CDA3}" dt="2023-09-18T07:47:06.180" v="4225" actId="1076"/>
          <ac:cxnSpMkLst>
            <pc:docMk/>
            <pc:sldMk cId="3759166692" sldId="508"/>
            <ac:cxnSpMk id="28" creationId="{B96C686C-AB60-89EE-4E6F-83710BE64F12}"/>
          </ac:cxnSpMkLst>
        </pc:cxnChg>
        <pc:cxnChg chg="mod">
          <ac:chgData name="Loc Huynh" userId="80c0383e323bd6ea" providerId="LiveId" clId="{45D23C15-8B6E-3442-9B58-7B186F27CDA3}" dt="2023-09-18T07:47:06.180" v="4225" actId="1076"/>
          <ac:cxnSpMkLst>
            <pc:docMk/>
            <pc:sldMk cId="3759166692" sldId="508"/>
            <ac:cxnSpMk id="35" creationId="{5BA58D30-6DA1-DD7E-A863-BCC5C6D1E3F9}"/>
          </ac:cxnSpMkLst>
        </pc:cxnChg>
        <pc:cxnChg chg="mod">
          <ac:chgData name="Loc Huynh" userId="80c0383e323bd6ea" providerId="LiveId" clId="{45D23C15-8B6E-3442-9B58-7B186F27CDA3}" dt="2023-09-18T07:47:06.180" v="4225" actId="1076"/>
          <ac:cxnSpMkLst>
            <pc:docMk/>
            <pc:sldMk cId="3759166692" sldId="508"/>
            <ac:cxnSpMk id="37" creationId="{06123F6E-66D2-FDB1-6D54-3B0C6BA45F04}"/>
          </ac:cxnSpMkLst>
        </pc:cxnChg>
      </pc:sldChg>
      <pc:sldChg chg="addSp delSp modSp add del mod chgLayout">
        <pc:chgData name="Loc Huynh" userId="80c0383e323bd6ea" providerId="LiveId" clId="{45D23C15-8B6E-3442-9B58-7B186F27CDA3}" dt="2023-09-25T01:57:07.745" v="5148" actId="2696"/>
        <pc:sldMkLst>
          <pc:docMk/>
          <pc:sldMk cId="1049359333" sldId="509"/>
        </pc:sldMkLst>
        <pc:spChg chg="mod ord">
          <ac:chgData name="Loc Huynh" userId="80c0383e323bd6ea" providerId="LiveId" clId="{45D23C15-8B6E-3442-9B58-7B186F27CDA3}" dt="2023-09-18T07:56:09.171" v="4392"/>
          <ac:spMkLst>
            <pc:docMk/>
            <pc:sldMk cId="1049359333" sldId="509"/>
            <ac:spMk id="2" creationId="{67D965CF-1D55-5443-919B-AC77503498CA}"/>
          </ac:spMkLst>
        </pc:spChg>
        <pc:spChg chg="add del mod ord">
          <ac:chgData name="Loc Huynh" userId="80c0383e323bd6ea" providerId="LiveId" clId="{45D23C15-8B6E-3442-9B58-7B186F27CDA3}" dt="2023-09-18T07:55:44.942" v="4376" actId="478"/>
          <ac:spMkLst>
            <pc:docMk/>
            <pc:sldMk cId="1049359333" sldId="509"/>
            <ac:spMk id="3" creationId="{E822C47B-B604-EA2C-0452-423331904349}"/>
          </ac:spMkLst>
        </pc:spChg>
        <pc:spChg chg="mod ord">
          <ac:chgData name="Loc Huynh" userId="80c0383e323bd6ea" providerId="LiveId" clId="{45D23C15-8B6E-3442-9B58-7B186F27CDA3}" dt="2023-09-18T06:58:28.251" v="2721" actId="700"/>
          <ac:spMkLst>
            <pc:docMk/>
            <pc:sldMk cId="1049359333" sldId="509"/>
            <ac:spMk id="4" creationId="{D0B4835D-B712-474E-B6B8-6C1BBDD99FFD}"/>
          </ac:spMkLst>
        </pc:spChg>
        <pc:spChg chg="mod ord">
          <ac:chgData name="Loc Huynh" userId="80c0383e323bd6ea" providerId="LiveId" clId="{45D23C15-8B6E-3442-9B58-7B186F27CDA3}" dt="2023-09-18T06:58:28.251" v="2721" actId="700"/>
          <ac:spMkLst>
            <pc:docMk/>
            <pc:sldMk cId="1049359333" sldId="509"/>
            <ac:spMk id="5" creationId="{AE526D72-773E-714F-A1AE-5B77BAF3A9FB}"/>
          </ac:spMkLst>
        </pc:spChg>
        <pc:spChg chg="mod">
          <ac:chgData name="Loc Huynh" userId="80c0383e323bd6ea" providerId="LiveId" clId="{45D23C15-8B6E-3442-9B58-7B186F27CDA3}" dt="2023-09-18T08:35:29.061" v="4667" actId="20577"/>
          <ac:spMkLst>
            <pc:docMk/>
            <pc:sldMk cId="1049359333" sldId="509"/>
            <ac:spMk id="7" creationId="{9CF46A69-C370-BC4E-A1B6-0D08CD7E7D51}"/>
          </ac:spMkLst>
        </pc:spChg>
        <pc:spChg chg="mod">
          <ac:chgData name="Loc Huynh" userId="80c0383e323bd6ea" providerId="LiveId" clId="{45D23C15-8B6E-3442-9B58-7B186F27CDA3}" dt="2023-09-18T07:52:29.649" v="4365" actId="207"/>
          <ac:spMkLst>
            <pc:docMk/>
            <pc:sldMk cId="1049359333" sldId="509"/>
            <ac:spMk id="16" creationId="{7C8FDB5D-9AF4-224E-B7B6-BA96C824EC4F}"/>
          </ac:spMkLst>
        </pc:spChg>
        <pc:spChg chg="mod">
          <ac:chgData name="Loc Huynh" userId="80c0383e323bd6ea" providerId="LiveId" clId="{45D23C15-8B6E-3442-9B58-7B186F27CDA3}" dt="2023-09-18T08:35:02.671" v="4650" actId="207"/>
          <ac:spMkLst>
            <pc:docMk/>
            <pc:sldMk cId="1049359333" sldId="509"/>
            <ac:spMk id="82" creationId="{7B61DDC1-8F16-C048-9DD8-1E84EA805EFF}"/>
          </ac:spMkLst>
        </pc:spChg>
        <pc:spChg chg="mod">
          <ac:chgData name="Loc Huynh" userId="80c0383e323bd6ea" providerId="LiveId" clId="{45D23C15-8B6E-3442-9B58-7B186F27CDA3}" dt="2023-09-18T08:34:51.826" v="4647" actId="207"/>
          <ac:spMkLst>
            <pc:docMk/>
            <pc:sldMk cId="1049359333" sldId="509"/>
            <ac:spMk id="85" creationId="{367590B3-3149-1D4D-B5C1-85488F26F9E3}"/>
          </ac:spMkLst>
        </pc:spChg>
        <pc:spChg chg="mod">
          <ac:chgData name="Loc Huynh" userId="80c0383e323bd6ea" providerId="LiveId" clId="{45D23C15-8B6E-3442-9B58-7B186F27CDA3}" dt="2023-09-18T07:51:43.681" v="4354" actId="1076"/>
          <ac:spMkLst>
            <pc:docMk/>
            <pc:sldMk cId="1049359333" sldId="509"/>
            <ac:spMk id="90" creationId="{997E534F-BC79-0E43-AC9D-457C14295FB6}"/>
          </ac:spMkLst>
        </pc:spChg>
        <pc:spChg chg="mod">
          <ac:chgData name="Loc Huynh" userId="80c0383e323bd6ea" providerId="LiveId" clId="{45D23C15-8B6E-3442-9B58-7B186F27CDA3}" dt="2023-09-18T07:51:43.681" v="4354" actId="1076"/>
          <ac:spMkLst>
            <pc:docMk/>
            <pc:sldMk cId="1049359333" sldId="509"/>
            <ac:spMk id="92" creationId="{7273AE01-9072-834F-BA16-0234394B7650}"/>
          </ac:spMkLst>
        </pc:spChg>
        <pc:spChg chg="mod">
          <ac:chgData name="Loc Huynh" userId="80c0383e323bd6ea" providerId="LiveId" clId="{45D23C15-8B6E-3442-9B58-7B186F27CDA3}" dt="2023-09-18T08:35:04.305" v="4651" actId="207"/>
          <ac:spMkLst>
            <pc:docMk/>
            <pc:sldMk cId="1049359333" sldId="509"/>
            <ac:spMk id="94" creationId="{4034932B-D5CA-ED4B-9F3B-B35CB0033B0E}"/>
          </ac:spMkLst>
        </pc:spChg>
        <pc:spChg chg="mod">
          <ac:chgData name="Loc Huynh" userId="80c0383e323bd6ea" providerId="LiveId" clId="{45D23C15-8B6E-3442-9B58-7B186F27CDA3}" dt="2023-09-18T07:51:43.681" v="4354" actId="1076"/>
          <ac:spMkLst>
            <pc:docMk/>
            <pc:sldMk cId="1049359333" sldId="509"/>
            <ac:spMk id="95" creationId="{30B15CCD-6E3D-6740-9486-613FFBB9A2A6}"/>
          </ac:spMkLst>
        </pc:spChg>
        <pc:spChg chg="mod">
          <ac:chgData name="Loc Huynh" userId="80c0383e323bd6ea" providerId="LiveId" clId="{45D23C15-8B6E-3442-9B58-7B186F27CDA3}" dt="2023-09-18T07:51:43.681" v="4354" actId="1076"/>
          <ac:spMkLst>
            <pc:docMk/>
            <pc:sldMk cId="1049359333" sldId="509"/>
            <ac:spMk id="100" creationId="{F9C70EA1-A016-4346-911D-EB9DAE2EDF69}"/>
          </ac:spMkLst>
        </pc:spChg>
        <pc:spChg chg="mod">
          <ac:chgData name="Loc Huynh" userId="80c0383e323bd6ea" providerId="LiveId" clId="{45D23C15-8B6E-3442-9B58-7B186F27CDA3}" dt="2023-09-18T07:51:43.681" v="4354" actId="1076"/>
          <ac:spMkLst>
            <pc:docMk/>
            <pc:sldMk cId="1049359333" sldId="509"/>
            <ac:spMk id="101" creationId="{DA37094E-665D-8C4E-8F91-573BC1B4822E}"/>
          </ac:spMkLst>
        </pc:spChg>
        <pc:spChg chg="mod">
          <ac:chgData name="Loc Huynh" userId="80c0383e323bd6ea" providerId="LiveId" clId="{45D23C15-8B6E-3442-9B58-7B186F27CDA3}" dt="2023-09-18T08:34:59.722" v="4649" actId="13926"/>
          <ac:spMkLst>
            <pc:docMk/>
            <pc:sldMk cId="1049359333" sldId="509"/>
            <ac:spMk id="102" creationId="{232B16C7-2832-6E46-93F2-9FB1C8BBCA32}"/>
          </ac:spMkLst>
        </pc:spChg>
        <pc:spChg chg="mod">
          <ac:chgData name="Loc Huynh" userId="80c0383e323bd6ea" providerId="LiveId" clId="{45D23C15-8B6E-3442-9B58-7B186F27CDA3}" dt="2023-09-18T07:52:06.059" v="4360" actId="1076"/>
          <ac:spMkLst>
            <pc:docMk/>
            <pc:sldMk cId="1049359333" sldId="509"/>
            <ac:spMk id="103" creationId="{6EFD2CB0-6430-8943-8C28-01C900C29A33}"/>
          </ac:spMkLst>
        </pc:spChg>
        <pc:grpChg chg="mod">
          <ac:chgData name="Loc Huynh" userId="80c0383e323bd6ea" providerId="LiveId" clId="{45D23C15-8B6E-3442-9B58-7B186F27CDA3}" dt="2023-09-18T07:51:43.681" v="4354" actId="1076"/>
          <ac:grpSpMkLst>
            <pc:docMk/>
            <pc:sldMk cId="1049359333" sldId="509"/>
            <ac:grpSpMk id="39" creationId="{88095472-AE5E-D040-9B3E-B5D4EA198180}"/>
          </ac:grpSpMkLst>
        </pc:grpChg>
        <pc:grpChg chg="mod">
          <ac:chgData name="Loc Huynh" userId="80c0383e323bd6ea" providerId="LiveId" clId="{45D23C15-8B6E-3442-9B58-7B186F27CDA3}" dt="2023-09-18T07:51:43.681" v="4354" actId="1076"/>
          <ac:grpSpMkLst>
            <pc:docMk/>
            <pc:sldMk cId="1049359333" sldId="509"/>
            <ac:grpSpMk id="40" creationId="{4641CFDC-FDB9-EC4B-89EE-2B6984EB7017}"/>
          </ac:grpSpMkLst>
        </pc:grpChg>
        <pc:grpChg chg="mod">
          <ac:chgData name="Loc Huynh" userId="80c0383e323bd6ea" providerId="LiveId" clId="{45D23C15-8B6E-3442-9B58-7B186F27CDA3}" dt="2023-09-18T07:51:43.681" v="4354" actId="1076"/>
          <ac:grpSpMkLst>
            <pc:docMk/>
            <pc:sldMk cId="1049359333" sldId="509"/>
            <ac:grpSpMk id="77" creationId="{240FF826-F0CA-F144-94D6-77B046FC9635}"/>
          </ac:grpSpMkLst>
        </pc:grpChg>
        <pc:grpChg chg="mod">
          <ac:chgData name="Loc Huynh" userId="80c0383e323bd6ea" providerId="LiveId" clId="{45D23C15-8B6E-3442-9B58-7B186F27CDA3}" dt="2023-09-18T07:51:43.681" v="4354" actId="1076"/>
          <ac:grpSpMkLst>
            <pc:docMk/>
            <pc:sldMk cId="1049359333" sldId="509"/>
            <ac:grpSpMk id="78" creationId="{94702F33-CB4A-874E-A112-1702549E2D25}"/>
          </ac:grpSpMkLst>
        </pc:grpChg>
        <pc:grpChg chg="mod">
          <ac:chgData name="Loc Huynh" userId="80c0383e323bd6ea" providerId="LiveId" clId="{45D23C15-8B6E-3442-9B58-7B186F27CDA3}" dt="2023-09-18T07:51:43.681" v="4354" actId="1076"/>
          <ac:grpSpMkLst>
            <pc:docMk/>
            <pc:sldMk cId="1049359333" sldId="509"/>
            <ac:grpSpMk id="79" creationId="{933C11B9-19C5-8040-B6F6-CEC12824A970}"/>
          </ac:grpSpMkLst>
        </pc:grpChg>
        <pc:grpChg chg="mod">
          <ac:chgData name="Loc Huynh" userId="80c0383e323bd6ea" providerId="LiveId" clId="{45D23C15-8B6E-3442-9B58-7B186F27CDA3}" dt="2023-09-18T07:51:43.681" v="4354" actId="1076"/>
          <ac:grpSpMkLst>
            <pc:docMk/>
            <pc:sldMk cId="1049359333" sldId="509"/>
            <ac:grpSpMk id="80" creationId="{4B4369B9-CC22-6A42-A630-4DC06CFED449}"/>
          </ac:grpSpMkLst>
        </pc:grpChg>
        <pc:grpChg chg="mod">
          <ac:chgData name="Loc Huynh" userId="80c0383e323bd6ea" providerId="LiveId" clId="{45D23C15-8B6E-3442-9B58-7B186F27CDA3}" dt="2023-09-18T07:51:43.681" v="4354" actId="1076"/>
          <ac:grpSpMkLst>
            <pc:docMk/>
            <pc:sldMk cId="1049359333" sldId="509"/>
            <ac:grpSpMk id="83" creationId="{E9BFEF29-EA7E-104D-8BEC-623C4749595B}"/>
          </ac:grpSpMkLst>
        </pc:grpChg>
        <pc:grpChg chg="mod">
          <ac:chgData name="Loc Huynh" userId="80c0383e323bd6ea" providerId="LiveId" clId="{45D23C15-8B6E-3442-9B58-7B186F27CDA3}" dt="2023-09-18T07:51:43.681" v="4354" actId="1076"/>
          <ac:grpSpMkLst>
            <pc:docMk/>
            <pc:sldMk cId="1049359333" sldId="509"/>
            <ac:grpSpMk id="84" creationId="{305D9378-D67E-2F4C-905A-4AB3338D3083}"/>
          </ac:grpSpMkLst>
        </pc:grpChg>
        <pc:grpChg chg="mod">
          <ac:chgData name="Loc Huynh" userId="80c0383e323bd6ea" providerId="LiveId" clId="{45D23C15-8B6E-3442-9B58-7B186F27CDA3}" dt="2023-09-18T07:51:43.681" v="4354" actId="1076"/>
          <ac:grpSpMkLst>
            <pc:docMk/>
            <pc:sldMk cId="1049359333" sldId="509"/>
            <ac:grpSpMk id="86" creationId="{B5F2297C-0EC3-7046-B618-0519159A8B5C}"/>
          </ac:grpSpMkLst>
        </pc:grpChg>
        <pc:picChg chg="mod">
          <ac:chgData name="Loc Huynh" userId="80c0383e323bd6ea" providerId="LiveId" clId="{45D23C15-8B6E-3442-9B58-7B186F27CDA3}" dt="2023-09-18T07:51:43.681" v="4354" actId="1076"/>
          <ac:picMkLst>
            <pc:docMk/>
            <pc:sldMk cId="1049359333" sldId="509"/>
            <ac:picMk id="81" creationId="{58E14BB7-6FE2-F14F-8863-B87666253FB9}"/>
          </ac:picMkLst>
        </pc:picChg>
        <pc:picChg chg="mod">
          <ac:chgData name="Loc Huynh" userId="80c0383e323bd6ea" providerId="LiveId" clId="{45D23C15-8B6E-3442-9B58-7B186F27CDA3}" dt="2023-09-18T07:51:43.681" v="4354" actId="1076"/>
          <ac:picMkLst>
            <pc:docMk/>
            <pc:sldMk cId="1049359333" sldId="509"/>
            <ac:picMk id="87" creationId="{5583E645-FFCB-4C41-BA71-85D83D884E7F}"/>
          </ac:picMkLst>
        </pc:picChg>
        <pc:picChg chg="mod">
          <ac:chgData name="Loc Huynh" userId="80c0383e323bd6ea" providerId="LiveId" clId="{45D23C15-8B6E-3442-9B58-7B186F27CDA3}" dt="2023-09-18T07:51:43.681" v="4354" actId="1076"/>
          <ac:picMkLst>
            <pc:docMk/>
            <pc:sldMk cId="1049359333" sldId="509"/>
            <ac:picMk id="88" creationId="{E9CD2532-2DD4-CB4C-8D76-2353D9AB64AF}"/>
          </ac:picMkLst>
        </pc:picChg>
        <pc:picChg chg="mod">
          <ac:chgData name="Loc Huynh" userId="80c0383e323bd6ea" providerId="LiveId" clId="{45D23C15-8B6E-3442-9B58-7B186F27CDA3}" dt="2023-09-18T07:51:43.681" v="4354" actId="1076"/>
          <ac:picMkLst>
            <pc:docMk/>
            <pc:sldMk cId="1049359333" sldId="509"/>
            <ac:picMk id="91" creationId="{D6B30C25-960F-2749-9236-188C705FFA6C}"/>
          </ac:picMkLst>
        </pc:picChg>
        <pc:picChg chg="mod">
          <ac:chgData name="Loc Huynh" userId="80c0383e323bd6ea" providerId="LiveId" clId="{45D23C15-8B6E-3442-9B58-7B186F27CDA3}" dt="2023-09-18T07:51:43.681" v="4354" actId="1076"/>
          <ac:picMkLst>
            <pc:docMk/>
            <pc:sldMk cId="1049359333" sldId="509"/>
            <ac:picMk id="93" creationId="{3791A1D4-D8D3-3F4A-B7BB-FE5D4384A4E2}"/>
          </ac:picMkLst>
        </pc:picChg>
        <pc:picChg chg="mod">
          <ac:chgData name="Loc Huynh" userId="80c0383e323bd6ea" providerId="LiveId" clId="{45D23C15-8B6E-3442-9B58-7B186F27CDA3}" dt="2023-09-18T07:51:43.681" v="4354" actId="1076"/>
          <ac:picMkLst>
            <pc:docMk/>
            <pc:sldMk cId="1049359333" sldId="509"/>
            <ac:picMk id="98" creationId="{DDC65079-16C6-7448-8081-423FFAA3D1B7}"/>
          </ac:picMkLst>
        </pc:picChg>
        <pc:cxnChg chg="mod">
          <ac:chgData name="Loc Huynh" userId="80c0383e323bd6ea" providerId="LiveId" clId="{45D23C15-8B6E-3442-9B58-7B186F27CDA3}" dt="2023-09-18T07:51:43.681" v="4354" actId="1076"/>
          <ac:cxnSpMkLst>
            <pc:docMk/>
            <pc:sldMk cId="1049359333" sldId="509"/>
            <ac:cxnSpMk id="41" creationId="{C5649678-957B-4947-9EDF-BFB6E34CAF30}"/>
          </ac:cxnSpMkLst>
        </pc:cxnChg>
        <pc:cxnChg chg="mod">
          <ac:chgData name="Loc Huynh" userId="80c0383e323bd6ea" providerId="LiveId" clId="{45D23C15-8B6E-3442-9B58-7B186F27CDA3}" dt="2023-09-18T07:51:43.681" v="4354" actId="1076"/>
          <ac:cxnSpMkLst>
            <pc:docMk/>
            <pc:sldMk cId="1049359333" sldId="509"/>
            <ac:cxnSpMk id="42" creationId="{010212D1-861C-8E4A-92AB-DB65D17E898A}"/>
          </ac:cxnSpMkLst>
        </pc:cxnChg>
        <pc:cxnChg chg="mod">
          <ac:chgData name="Loc Huynh" userId="80c0383e323bd6ea" providerId="LiveId" clId="{45D23C15-8B6E-3442-9B58-7B186F27CDA3}" dt="2023-09-18T07:51:43.681" v="4354" actId="1076"/>
          <ac:cxnSpMkLst>
            <pc:docMk/>
            <pc:sldMk cId="1049359333" sldId="509"/>
            <ac:cxnSpMk id="74" creationId="{8C62451E-B747-754D-8965-469521784375}"/>
          </ac:cxnSpMkLst>
        </pc:cxnChg>
        <pc:cxnChg chg="mod">
          <ac:chgData name="Loc Huynh" userId="80c0383e323bd6ea" providerId="LiveId" clId="{45D23C15-8B6E-3442-9B58-7B186F27CDA3}" dt="2023-09-18T07:51:43.681" v="4354" actId="1076"/>
          <ac:cxnSpMkLst>
            <pc:docMk/>
            <pc:sldMk cId="1049359333" sldId="509"/>
            <ac:cxnSpMk id="76" creationId="{10FB06B6-0E52-0A4B-A40B-91BBD91DE3B7}"/>
          </ac:cxnSpMkLst>
        </pc:cxnChg>
        <pc:cxnChg chg="mod">
          <ac:chgData name="Loc Huynh" userId="80c0383e323bd6ea" providerId="LiveId" clId="{45D23C15-8B6E-3442-9B58-7B186F27CDA3}" dt="2023-09-18T07:51:43.681" v="4354" actId="1076"/>
          <ac:cxnSpMkLst>
            <pc:docMk/>
            <pc:sldMk cId="1049359333" sldId="509"/>
            <ac:cxnSpMk id="89" creationId="{AE1D2B91-7A8E-3341-8979-3C2EA88CD667}"/>
          </ac:cxnSpMkLst>
        </pc:cxnChg>
        <pc:cxnChg chg="mod">
          <ac:chgData name="Loc Huynh" userId="80c0383e323bd6ea" providerId="LiveId" clId="{45D23C15-8B6E-3442-9B58-7B186F27CDA3}" dt="2023-09-18T07:51:43.681" v="4354" actId="1076"/>
          <ac:cxnSpMkLst>
            <pc:docMk/>
            <pc:sldMk cId="1049359333" sldId="509"/>
            <ac:cxnSpMk id="96" creationId="{0599B602-F261-404B-BC5D-FAFDCA6E0A17}"/>
          </ac:cxnSpMkLst>
        </pc:cxnChg>
        <pc:cxnChg chg="mod">
          <ac:chgData name="Loc Huynh" userId="80c0383e323bd6ea" providerId="LiveId" clId="{45D23C15-8B6E-3442-9B58-7B186F27CDA3}" dt="2023-09-18T07:51:43.681" v="4354" actId="1076"/>
          <ac:cxnSpMkLst>
            <pc:docMk/>
            <pc:sldMk cId="1049359333" sldId="509"/>
            <ac:cxnSpMk id="97" creationId="{B3741FD8-E9BF-6B4C-8A88-48FEE43F21C3}"/>
          </ac:cxnSpMkLst>
        </pc:cxnChg>
        <pc:cxnChg chg="mod">
          <ac:chgData name="Loc Huynh" userId="80c0383e323bd6ea" providerId="LiveId" clId="{45D23C15-8B6E-3442-9B58-7B186F27CDA3}" dt="2023-09-18T07:51:43.681" v="4354" actId="1076"/>
          <ac:cxnSpMkLst>
            <pc:docMk/>
            <pc:sldMk cId="1049359333" sldId="509"/>
            <ac:cxnSpMk id="99" creationId="{9158CD91-B723-4242-91F7-E50651374243}"/>
          </ac:cxnSpMkLst>
        </pc:cxnChg>
      </pc:sldChg>
      <pc:sldChg chg="modSp add del mod chgLayout">
        <pc:chgData name="Loc Huynh" userId="80c0383e323bd6ea" providerId="LiveId" clId="{45D23C15-8B6E-3442-9B58-7B186F27CDA3}" dt="2023-09-25T01:57:07.731" v="5142" actId="2696"/>
        <pc:sldMkLst>
          <pc:docMk/>
          <pc:sldMk cId="1452076390" sldId="510"/>
        </pc:sldMkLst>
        <pc:spChg chg="mod ord">
          <ac:chgData name="Loc Huynh" userId="80c0383e323bd6ea" providerId="LiveId" clId="{45D23C15-8B6E-3442-9B58-7B186F27CDA3}" dt="2023-09-18T07:56:15.459" v="4394"/>
          <ac:spMkLst>
            <pc:docMk/>
            <pc:sldMk cId="1452076390" sldId="510"/>
            <ac:spMk id="2" creationId="{7474A01E-A813-5647-A400-1D6EAD852A52}"/>
          </ac:spMkLst>
        </pc:spChg>
        <pc:spChg chg="mod ord">
          <ac:chgData name="Loc Huynh" userId="80c0383e323bd6ea" providerId="LiveId" clId="{45D23C15-8B6E-3442-9B58-7B186F27CDA3}" dt="2023-09-18T07:58:47.073" v="4466" actId="20577"/>
          <ac:spMkLst>
            <pc:docMk/>
            <pc:sldMk cId="1452076390" sldId="510"/>
            <ac:spMk id="3" creationId="{2A8192BB-4C32-CE45-A13C-56689409F2AF}"/>
          </ac:spMkLst>
        </pc:spChg>
        <pc:spChg chg="mod ord">
          <ac:chgData name="Loc Huynh" userId="80c0383e323bd6ea" providerId="LiveId" clId="{45D23C15-8B6E-3442-9B58-7B186F27CDA3}" dt="2023-09-18T06:58:33.466" v="2722" actId="700"/>
          <ac:spMkLst>
            <pc:docMk/>
            <pc:sldMk cId="1452076390" sldId="510"/>
            <ac:spMk id="4" creationId="{FFBFE301-8F5F-684A-B4CB-DD6AB90AB12A}"/>
          </ac:spMkLst>
        </pc:spChg>
        <pc:spChg chg="mod ord">
          <ac:chgData name="Loc Huynh" userId="80c0383e323bd6ea" providerId="LiveId" clId="{45D23C15-8B6E-3442-9B58-7B186F27CDA3}" dt="2023-09-18T06:58:33.466" v="2722" actId="700"/>
          <ac:spMkLst>
            <pc:docMk/>
            <pc:sldMk cId="1452076390" sldId="510"/>
            <ac:spMk id="5" creationId="{EB5C2D11-34DE-4244-9A1B-B29A0BA6751D}"/>
          </ac:spMkLst>
        </pc:spChg>
      </pc:sldChg>
      <pc:sldChg chg="modSp add del mod chgLayout">
        <pc:chgData name="Loc Huynh" userId="80c0383e323bd6ea" providerId="LiveId" clId="{45D23C15-8B6E-3442-9B58-7B186F27CDA3}" dt="2023-09-25T01:57:07.589" v="5122" actId="2696"/>
        <pc:sldMkLst>
          <pc:docMk/>
          <pc:sldMk cId="2146891506" sldId="511"/>
        </pc:sldMkLst>
        <pc:spChg chg="mod ord">
          <ac:chgData name="Loc Huynh" userId="80c0383e323bd6ea" providerId="LiveId" clId="{45D23C15-8B6E-3442-9B58-7B186F27CDA3}" dt="2023-09-18T07:56:19.311" v="4395"/>
          <ac:spMkLst>
            <pc:docMk/>
            <pc:sldMk cId="2146891506" sldId="511"/>
            <ac:spMk id="2" creationId="{7474A01E-A813-5647-A400-1D6EAD852A52}"/>
          </ac:spMkLst>
        </pc:spChg>
        <pc:spChg chg="mod ord">
          <ac:chgData name="Loc Huynh" userId="80c0383e323bd6ea" providerId="LiveId" clId="{45D23C15-8B6E-3442-9B58-7B186F27CDA3}" dt="2023-09-18T07:58:49.807" v="4468" actId="20577"/>
          <ac:spMkLst>
            <pc:docMk/>
            <pc:sldMk cId="2146891506" sldId="511"/>
            <ac:spMk id="3" creationId="{2A8192BB-4C32-CE45-A13C-56689409F2AF}"/>
          </ac:spMkLst>
        </pc:spChg>
        <pc:spChg chg="mod ord">
          <ac:chgData name="Loc Huynh" userId="80c0383e323bd6ea" providerId="LiveId" clId="{45D23C15-8B6E-3442-9B58-7B186F27CDA3}" dt="2023-09-18T06:58:36.299" v="2723" actId="700"/>
          <ac:spMkLst>
            <pc:docMk/>
            <pc:sldMk cId="2146891506" sldId="511"/>
            <ac:spMk id="4" creationId="{FFBFE301-8F5F-684A-B4CB-DD6AB90AB12A}"/>
          </ac:spMkLst>
        </pc:spChg>
        <pc:spChg chg="mod ord">
          <ac:chgData name="Loc Huynh" userId="80c0383e323bd6ea" providerId="LiveId" clId="{45D23C15-8B6E-3442-9B58-7B186F27CDA3}" dt="2023-09-18T06:58:36.299" v="2723" actId="700"/>
          <ac:spMkLst>
            <pc:docMk/>
            <pc:sldMk cId="2146891506" sldId="511"/>
            <ac:spMk id="5" creationId="{EB5C2D11-34DE-4244-9A1B-B29A0BA6751D}"/>
          </ac:spMkLst>
        </pc:spChg>
      </pc:sldChg>
      <pc:sldChg chg="modSp add del mod chgLayout">
        <pc:chgData name="Loc Huynh" userId="80c0383e323bd6ea" providerId="LiveId" clId="{45D23C15-8B6E-3442-9B58-7B186F27CDA3}" dt="2023-09-25T01:57:07.700" v="5129" actId="2696"/>
        <pc:sldMkLst>
          <pc:docMk/>
          <pc:sldMk cId="2196896779" sldId="512"/>
        </pc:sldMkLst>
        <pc:spChg chg="mod ord">
          <ac:chgData name="Loc Huynh" userId="80c0383e323bd6ea" providerId="LiveId" clId="{45D23C15-8B6E-3442-9B58-7B186F27CDA3}" dt="2023-09-18T07:56:22.930" v="4396"/>
          <ac:spMkLst>
            <pc:docMk/>
            <pc:sldMk cId="2196896779" sldId="512"/>
            <ac:spMk id="2" creationId="{7474A01E-A813-5647-A400-1D6EAD852A52}"/>
          </ac:spMkLst>
        </pc:spChg>
        <pc:spChg chg="mod ord">
          <ac:chgData name="Loc Huynh" userId="80c0383e323bd6ea" providerId="LiveId" clId="{45D23C15-8B6E-3442-9B58-7B186F27CDA3}" dt="2023-09-18T07:58:54.086" v="4470" actId="20577"/>
          <ac:spMkLst>
            <pc:docMk/>
            <pc:sldMk cId="2196896779" sldId="512"/>
            <ac:spMk id="3" creationId="{2A8192BB-4C32-CE45-A13C-56689409F2AF}"/>
          </ac:spMkLst>
        </pc:spChg>
        <pc:spChg chg="mod ord">
          <ac:chgData name="Loc Huynh" userId="80c0383e323bd6ea" providerId="LiveId" clId="{45D23C15-8B6E-3442-9B58-7B186F27CDA3}" dt="2023-09-18T06:58:42.675" v="2725" actId="700"/>
          <ac:spMkLst>
            <pc:docMk/>
            <pc:sldMk cId="2196896779" sldId="512"/>
            <ac:spMk id="4" creationId="{FFBFE301-8F5F-684A-B4CB-DD6AB90AB12A}"/>
          </ac:spMkLst>
        </pc:spChg>
        <pc:spChg chg="mod ord">
          <ac:chgData name="Loc Huynh" userId="80c0383e323bd6ea" providerId="LiveId" clId="{45D23C15-8B6E-3442-9B58-7B186F27CDA3}" dt="2023-09-18T06:58:42.675" v="2725" actId="700"/>
          <ac:spMkLst>
            <pc:docMk/>
            <pc:sldMk cId="2196896779" sldId="512"/>
            <ac:spMk id="5" creationId="{EB5C2D11-34DE-4244-9A1B-B29A0BA6751D}"/>
          </ac:spMkLst>
        </pc:spChg>
        <pc:picChg chg="mod">
          <ac:chgData name="Loc Huynh" userId="80c0383e323bd6ea" providerId="LiveId" clId="{45D23C15-8B6E-3442-9B58-7B186F27CDA3}" dt="2023-09-18T07:59:17.057" v="4474" actId="1076"/>
          <ac:picMkLst>
            <pc:docMk/>
            <pc:sldMk cId="2196896779" sldId="512"/>
            <ac:picMk id="6" creationId="{96E7FD6A-4A3B-8A4B-AC68-7174DBD50444}"/>
          </ac:picMkLst>
        </pc:picChg>
      </pc:sldChg>
      <pc:sldChg chg="modSp add del mod chgLayout">
        <pc:chgData name="Loc Huynh" userId="80c0383e323bd6ea" providerId="LiveId" clId="{45D23C15-8B6E-3442-9B58-7B186F27CDA3}" dt="2023-09-25T01:57:07.721" v="5137" actId="2696"/>
        <pc:sldMkLst>
          <pc:docMk/>
          <pc:sldMk cId="420334263" sldId="513"/>
        </pc:sldMkLst>
        <pc:spChg chg="mod ord">
          <ac:chgData name="Loc Huynh" userId="80c0383e323bd6ea" providerId="LiveId" clId="{45D23C15-8B6E-3442-9B58-7B186F27CDA3}" dt="2023-09-18T07:56:25.024" v="4397"/>
          <ac:spMkLst>
            <pc:docMk/>
            <pc:sldMk cId="420334263" sldId="513"/>
            <ac:spMk id="2" creationId="{7474A01E-A813-5647-A400-1D6EAD852A52}"/>
          </ac:spMkLst>
        </pc:spChg>
        <pc:spChg chg="mod ord">
          <ac:chgData name="Loc Huynh" userId="80c0383e323bd6ea" providerId="LiveId" clId="{45D23C15-8B6E-3442-9B58-7B186F27CDA3}" dt="2023-09-18T07:58:56.726" v="4473" actId="20577"/>
          <ac:spMkLst>
            <pc:docMk/>
            <pc:sldMk cId="420334263" sldId="513"/>
            <ac:spMk id="3" creationId="{2A8192BB-4C32-CE45-A13C-56689409F2AF}"/>
          </ac:spMkLst>
        </pc:spChg>
        <pc:spChg chg="mod ord">
          <ac:chgData name="Loc Huynh" userId="80c0383e323bd6ea" providerId="LiveId" clId="{45D23C15-8B6E-3442-9B58-7B186F27CDA3}" dt="2023-09-18T06:58:45.344" v="2726" actId="700"/>
          <ac:spMkLst>
            <pc:docMk/>
            <pc:sldMk cId="420334263" sldId="513"/>
            <ac:spMk id="4" creationId="{FFBFE301-8F5F-684A-B4CB-DD6AB90AB12A}"/>
          </ac:spMkLst>
        </pc:spChg>
        <pc:spChg chg="mod ord">
          <ac:chgData name="Loc Huynh" userId="80c0383e323bd6ea" providerId="LiveId" clId="{45D23C15-8B6E-3442-9B58-7B186F27CDA3}" dt="2023-09-18T06:58:45.344" v="2726" actId="700"/>
          <ac:spMkLst>
            <pc:docMk/>
            <pc:sldMk cId="420334263" sldId="513"/>
            <ac:spMk id="5" creationId="{EB5C2D11-34DE-4244-9A1B-B29A0BA6751D}"/>
          </ac:spMkLst>
        </pc:spChg>
      </pc:sldChg>
      <pc:sldChg chg="modSp add del mod chgLayout">
        <pc:chgData name="Loc Huynh" userId="80c0383e323bd6ea" providerId="LiveId" clId="{45D23C15-8B6E-3442-9B58-7B186F27CDA3}" dt="2023-09-25T01:57:07.703" v="5130" actId="2696"/>
        <pc:sldMkLst>
          <pc:docMk/>
          <pc:sldMk cId="2257220275" sldId="514"/>
        </pc:sldMkLst>
        <pc:spChg chg="mod ord">
          <ac:chgData name="Loc Huynh" userId="80c0383e323bd6ea" providerId="LiveId" clId="{45D23C15-8B6E-3442-9B58-7B186F27CDA3}" dt="2023-09-18T07:59:48.733" v="4521" actId="20577"/>
          <ac:spMkLst>
            <pc:docMk/>
            <pc:sldMk cId="2257220275" sldId="514"/>
            <ac:spMk id="2" creationId="{7474A01E-A813-5647-A400-1D6EAD852A52}"/>
          </ac:spMkLst>
        </pc:spChg>
        <pc:spChg chg="mod ord">
          <ac:chgData name="Loc Huynh" userId="80c0383e323bd6ea" providerId="LiveId" clId="{45D23C15-8B6E-3442-9B58-7B186F27CDA3}" dt="2023-09-18T06:58:48.516" v="2727" actId="700"/>
          <ac:spMkLst>
            <pc:docMk/>
            <pc:sldMk cId="2257220275" sldId="514"/>
            <ac:spMk id="3" creationId="{2A8192BB-4C32-CE45-A13C-56689409F2AF}"/>
          </ac:spMkLst>
        </pc:spChg>
        <pc:spChg chg="mod ord">
          <ac:chgData name="Loc Huynh" userId="80c0383e323bd6ea" providerId="LiveId" clId="{45D23C15-8B6E-3442-9B58-7B186F27CDA3}" dt="2023-09-18T06:58:48.516" v="2727" actId="700"/>
          <ac:spMkLst>
            <pc:docMk/>
            <pc:sldMk cId="2257220275" sldId="514"/>
            <ac:spMk id="4" creationId="{FFBFE301-8F5F-684A-B4CB-DD6AB90AB12A}"/>
          </ac:spMkLst>
        </pc:spChg>
        <pc:spChg chg="mod ord">
          <ac:chgData name="Loc Huynh" userId="80c0383e323bd6ea" providerId="LiveId" clId="{45D23C15-8B6E-3442-9B58-7B186F27CDA3}" dt="2023-09-18T06:58:48.516" v="2727" actId="700"/>
          <ac:spMkLst>
            <pc:docMk/>
            <pc:sldMk cId="2257220275" sldId="514"/>
            <ac:spMk id="5" creationId="{EB5C2D11-34DE-4244-9A1B-B29A0BA6751D}"/>
          </ac:spMkLst>
        </pc:spChg>
        <pc:spChg chg="mod">
          <ac:chgData name="Loc Huynh" userId="80c0383e323bd6ea" providerId="LiveId" clId="{45D23C15-8B6E-3442-9B58-7B186F27CDA3}" dt="2023-09-18T08:36:37.348" v="4688" actId="14100"/>
          <ac:spMkLst>
            <pc:docMk/>
            <pc:sldMk cId="2257220275" sldId="514"/>
            <ac:spMk id="6" creationId="{1E3FADEF-3FAC-6D48-BD63-D441D12BC0CE}"/>
          </ac:spMkLst>
        </pc:spChg>
        <pc:spChg chg="mod">
          <ac:chgData name="Loc Huynh" userId="80c0383e323bd6ea" providerId="LiveId" clId="{45D23C15-8B6E-3442-9B58-7B186F27CDA3}" dt="2023-09-18T08:36:35.143" v="4687" actId="14100"/>
          <ac:spMkLst>
            <pc:docMk/>
            <pc:sldMk cId="2257220275" sldId="514"/>
            <ac:spMk id="7" creationId="{50E9B846-E819-A149-AFA7-F60DB45BA2C2}"/>
          </ac:spMkLst>
        </pc:spChg>
        <pc:spChg chg="mod">
          <ac:chgData name="Loc Huynh" userId="80c0383e323bd6ea" providerId="LiveId" clId="{45D23C15-8B6E-3442-9B58-7B186F27CDA3}" dt="2023-09-18T08:36:31.284" v="4686" actId="14100"/>
          <ac:spMkLst>
            <pc:docMk/>
            <pc:sldMk cId="2257220275" sldId="514"/>
            <ac:spMk id="8" creationId="{64578F98-12A9-B845-918A-CBCC45EC4C3D}"/>
          </ac:spMkLst>
        </pc:spChg>
      </pc:sldChg>
      <pc:sldChg chg="modSp add del mod chgLayout">
        <pc:chgData name="Loc Huynh" userId="80c0383e323bd6ea" providerId="LiveId" clId="{45D23C15-8B6E-3442-9B58-7B186F27CDA3}" dt="2023-09-25T01:57:07.713" v="5134" actId="2696"/>
        <pc:sldMkLst>
          <pc:docMk/>
          <pc:sldMk cId="911546546" sldId="515"/>
        </pc:sldMkLst>
        <pc:spChg chg="mod ord">
          <ac:chgData name="Loc Huynh" userId="80c0383e323bd6ea" providerId="LiveId" clId="{45D23C15-8B6E-3442-9B58-7B186F27CDA3}" dt="2023-09-18T07:59:56.125" v="4522"/>
          <ac:spMkLst>
            <pc:docMk/>
            <pc:sldMk cId="911546546" sldId="515"/>
            <ac:spMk id="2" creationId="{7474A01E-A813-5647-A400-1D6EAD852A52}"/>
          </ac:spMkLst>
        </pc:spChg>
        <pc:spChg chg="mod ord">
          <ac:chgData name="Loc Huynh" userId="80c0383e323bd6ea" providerId="LiveId" clId="{45D23C15-8B6E-3442-9B58-7B186F27CDA3}" dt="2023-09-18T08:11:02.133" v="4563" actId="114"/>
          <ac:spMkLst>
            <pc:docMk/>
            <pc:sldMk cId="911546546" sldId="515"/>
            <ac:spMk id="3" creationId="{2A8192BB-4C32-CE45-A13C-56689409F2AF}"/>
          </ac:spMkLst>
        </pc:spChg>
        <pc:spChg chg="mod ord">
          <ac:chgData name="Loc Huynh" userId="80c0383e323bd6ea" providerId="LiveId" clId="{45D23C15-8B6E-3442-9B58-7B186F27CDA3}" dt="2023-09-18T06:58:51.679" v="2728" actId="700"/>
          <ac:spMkLst>
            <pc:docMk/>
            <pc:sldMk cId="911546546" sldId="515"/>
            <ac:spMk id="4" creationId="{FFBFE301-8F5F-684A-B4CB-DD6AB90AB12A}"/>
          </ac:spMkLst>
        </pc:spChg>
        <pc:spChg chg="mod ord">
          <ac:chgData name="Loc Huynh" userId="80c0383e323bd6ea" providerId="LiveId" clId="{45D23C15-8B6E-3442-9B58-7B186F27CDA3}" dt="2023-09-18T06:58:51.679" v="2728" actId="700"/>
          <ac:spMkLst>
            <pc:docMk/>
            <pc:sldMk cId="911546546" sldId="515"/>
            <ac:spMk id="5" creationId="{EB5C2D11-34DE-4244-9A1B-B29A0BA6751D}"/>
          </ac:spMkLst>
        </pc:spChg>
      </pc:sldChg>
      <pc:sldChg chg="modSp add del mod">
        <pc:chgData name="Loc Huynh" userId="80c0383e323bd6ea" providerId="LiveId" clId="{45D23C15-8B6E-3442-9B58-7B186F27CDA3}" dt="2023-09-25T01:57:07.709" v="5132" actId="2696"/>
        <pc:sldMkLst>
          <pc:docMk/>
          <pc:sldMk cId="1954030159" sldId="516"/>
        </pc:sldMkLst>
        <pc:spChg chg="mod">
          <ac:chgData name="Loc Huynh" userId="80c0383e323bd6ea" providerId="LiveId" clId="{45D23C15-8B6E-3442-9B58-7B186F27CDA3}" dt="2023-09-18T08:00:04.847" v="4523"/>
          <ac:spMkLst>
            <pc:docMk/>
            <pc:sldMk cId="1954030159" sldId="516"/>
            <ac:spMk id="2" creationId="{7474A01E-A813-5647-A400-1D6EAD852A52}"/>
          </ac:spMkLst>
        </pc:spChg>
        <pc:spChg chg="mod">
          <ac:chgData name="Loc Huynh" userId="80c0383e323bd6ea" providerId="LiveId" clId="{45D23C15-8B6E-3442-9B58-7B186F27CDA3}" dt="2023-09-18T08:09:32.607" v="4543" actId="1076"/>
          <ac:spMkLst>
            <pc:docMk/>
            <pc:sldMk cId="1954030159" sldId="516"/>
            <ac:spMk id="6" creationId="{1E3FADEF-3FAC-6D48-BD63-D441D12BC0CE}"/>
          </ac:spMkLst>
        </pc:spChg>
        <pc:spChg chg="mod">
          <ac:chgData name="Loc Huynh" userId="80c0383e323bd6ea" providerId="LiveId" clId="{45D23C15-8B6E-3442-9B58-7B186F27CDA3}" dt="2023-09-18T08:36:58.199" v="4702" actId="20577"/>
          <ac:spMkLst>
            <pc:docMk/>
            <pc:sldMk cId="1954030159" sldId="516"/>
            <ac:spMk id="7" creationId="{50E9B846-E819-A149-AFA7-F60DB45BA2C2}"/>
          </ac:spMkLst>
        </pc:spChg>
        <pc:spChg chg="mod">
          <ac:chgData name="Loc Huynh" userId="80c0383e323bd6ea" providerId="LiveId" clId="{45D23C15-8B6E-3442-9B58-7B186F27CDA3}" dt="2023-09-18T08:10:11.411" v="4552" actId="14100"/>
          <ac:spMkLst>
            <pc:docMk/>
            <pc:sldMk cId="1954030159" sldId="516"/>
            <ac:spMk id="8" creationId="{64578F98-12A9-B845-918A-CBCC45EC4C3D}"/>
          </ac:spMkLst>
        </pc:spChg>
      </pc:sldChg>
      <pc:sldChg chg="delSp modSp add del mod chgLayout">
        <pc:chgData name="Loc Huynh" userId="80c0383e323bd6ea" providerId="LiveId" clId="{45D23C15-8B6E-3442-9B58-7B186F27CDA3}" dt="2023-09-25T01:57:07.733" v="5143" actId="2696"/>
        <pc:sldMkLst>
          <pc:docMk/>
          <pc:sldMk cId="478495063" sldId="517"/>
        </pc:sldMkLst>
        <pc:spChg chg="mod ord">
          <ac:chgData name="Loc Huynh" userId="80c0383e323bd6ea" providerId="LiveId" clId="{45D23C15-8B6E-3442-9B58-7B186F27CDA3}" dt="2023-09-18T08:00:07.936" v="4524"/>
          <ac:spMkLst>
            <pc:docMk/>
            <pc:sldMk cId="478495063" sldId="517"/>
            <ac:spMk id="2" creationId="{7474A01E-A813-5647-A400-1D6EAD852A52}"/>
          </ac:spMkLst>
        </pc:spChg>
        <pc:spChg chg="mod ord">
          <ac:chgData name="Loc Huynh" userId="80c0383e323bd6ea" providerId="LiveId" clId="{45D23C15-8B6E-3442-9B58-7B186F27CDA3}" dt="2023-09-18T08:44:19.268" v="4903" actId="20577"/>
          <ac:spMkLst>
            <pc:docMk/>
            <pc:sldMk cId="478495063" sldId="517"/>
            <ac:spMk id="3" creationId="{2A8192BB-4C32-CE45-A13C-56689409F2AF}"/>
          </ac:spMkLst>
        </pc:spChg>
        <pc:spChg chg="mod ord">
          <ac:chgData name="Loc Huynh" userId="80c0383e323bd6ea" providerId="LiveId" clId="{45D23C15-8B6E-3442-9B58-7B186F27CDA3}" dt="2023-09-18T06:58:59.637" v="2731" actId="700"/>
          <ac:spMkLst>
            <pc:docMk/>
            <pc:sldMk cId="478495063" sldId="517"/>
            <ac:spMk id="4" creationId="{FFBFE301-8F5F-684A-B4CB-DD6AB90AB12A}"/>
          </ac:spMkLst>
        </pc:spChg>
        <pc:spChg chg="mod ord">
          <ac:chgData name="Loc Huynh" userId="80c0383e323bd6ea" providerId="LiveId" clId="{45D23C15-8B6E-3442-9B58-7B186F27CDA3}" dt="2023-09-18T06:58:59.637" v="2731" actId="700"/>
          <ac:spMkLst>
            <pc:docMk/>
            <pc:sldMk cId="478495063" sldId="517"/>
            <ac:spMk id="5" creationId="{EB5C2D11-34DE-4244-9A1B-B29A0BA6751D}"/>
          </ac:spMkLst>
        </pc:spChg>
        <pc:spChg chg="del">
          <ac:chgData name="Loc Huynh" userId="80c0383e323bd6ea" providerId="LiveId" clId="{45D23C15-8B6E-3442-9B58-7B186F27CDA3}" dt="2023-09-18T08:11:27.758" v="4565" actId="478"/>
          <ac:spMkLst>
            <pc:docMk/>
            <pc:sldMk cId="478495063" sldId="517"/>
            <ac:spMk id="9" creationId="{CD5C6726-87CE-3D4E-A4DC-E76AD162700A}"/>
          </ac:spMkLst>
        </pc:spChg>
      </pc:sldChg>
      <pc:sldChg chg="delSp modSp add del mod chgLayout">
        <pc:chgData name="Loc Huynh" userId="80c0383e323bd6ea" providerId="LiveId" clId="{45D23C15-8B6E-3442-9B58-7B186F27CDA3}" dt="2023-09-25T01:57:07.622" v="5126" actId="2696"/>
        <pc:sldMkLst>
          <pc:docMk/>
          <pc:sldMk cId="2848822208" sldId="518"/>
        </pc:sldMkLst>
        <pc:spChg chg="mod ord">
          <ac:chgData name="Loc Huynh" userId="80c0383e323bd6ea" providerId="LiveId" clId="{45D23C15-8B6E-3442-9B58-7B186F27CDA3}" dt="2023-09-18T08:00:11.584" v="4525"/>
          <ac:spMkLst>
            <pc:docMk/>
            <pc:sldMk cId="2848822208" sldId="518"/>
            <ac:spMk id="2" creationId="{7474A01E-A813-5647-A400-1D6EAD852A52}"/>
          </ac:spMkLst>
        </pc:spChg>
        <pc:spChg chg="mod ord">
          <ac:chgData name="Loc Huynh" userId="80c0383e323bd6ea" providerId="LiveId" clId="{45D23C15-8B6E-3442-9B58-7B186F27CDA3}" dt="2023-09-18T08:12:47.928" v="4605" actId="12"/>
          <ac:spMkLst>
            <pc:docMk/>
            <pc:sldMk cId="2848822208" sldId="518"/>
            <ac:spMk id="3" creationId="{2A8192BB-4C32-CE45-A13C-56689409F2AF}"/>
          </ac:spMkLst>
        </pc:spChg>
        <pc:spChg chg="mod ord">
          <ac:chgData name="Loc Huynh" userId="80c0383e323bd6ea" providerId="LiveId" clId="{45D23C15-8B6E-3442-9B58-7B186F27CDA3}" dt="2023-09-18T06:59:08.832" v="2733" actId="700"/>
          <ac:spMkLst>
            <pc:docMk/>
            <pc:sldMk cId="2848822208" sldId="518"/>
            <ac:spMk id="4" creationId="{FFBFE301-8F5F-684A-B4CB-DD6AB90AB12A}"/>
          </ac:spMkLst>
        </pc:spChg>
        <pc:spChg chg="mod ord">
          <ac:chgData name="Loc Huynh" userId="80c0383e323bd6ea" providerId="LiveId" clId="{45D23C15-8B6E-3442-9B58-7B186F27CDA3}" dt="2023-09-18T06:59:08.832" v="2733" actId="700"/>
          <ac:spMkLst>
            <pc:docMk/>
            <pc:sldMk cId="2848822208" sldId="518"/>
            <ac:spMk id="5" creationId="{EB5C2D11-34DE-4244-9A1B-B29A0BA6751D}"/>
          </ac:spMkLst>
        </pc:spChg>
        <pc:spChg chg="del mod">
          <ac:chgData name="Loc Huynh" userId="80c0383e323bd6ea" providerId="LiveId" clId="{45D23C15-8B6E-3442-9B58-7B186F27CDA3}" dt="2023-09-18T08:12:16.320" v="4597" actId="478"/>
          <ac:spMkLst>
            <pc:docMk/>
            <pc:sldMk cId="2848822208" sldId="518"/>
            <ac:spMk id="9" creationId="{CD5C6726-87CE-3D4E-A4DC-E76AD162700A}"/>
          </ac:spMkLst>
        </pc:spChg>
        <pc:picChg chg="mod">
          <ac:chgData name="Loc Huynh" userId="80c0383e323bd6ea" providerId="LiveId" clId="{45D23C15-8B6E-3442-9B58-7B186F27CDA3}" dt="2023-09-18T08:12:20.875" v="4598" actId="1076"/>
          <ac:picMkLst>
            <pc:docMk/>
            <pc:sldMk cId="2848822208" sldId="518"/>
            <ac:picMk id="10" creationId="{6A170CDB-089C-8447-937A-3E956EDCF6EA}"/>
          </ac:picMkLst>
        </pc:picChg>
      </pc:sldChg>
      <pc:sldChg chg="modSp add del mod chgLayout">
        <pc:chgData name="Loc Huynh" userId="80c0383e323bd6ea" providerId="LiveId" clId="{45D23C15-8B6E-3442-9B58-7B186F27CDA3}" dt="2023-09-18T08:13:48.904" v="4622" actId="2696"/>
        <pc:sldMkLst>
          <pc:docMk/>
          <pc:sldMk cId="83627834" sldId="519"/>
        </pc:sldMkLst>
        <pc:spChg chg="mod ord">
          <ac:chgData name="Loc Huynh" userId="80c0383e323bd6ea" providerId="LiveId" clId="{45D23C15-8B6E-3442-9B58-7B186F27CDA3}" dt="2023-09-18T08:00:14.241" v="4526"/>
          <ac:spMkLst>
            <pc:docMk/>
            <pc:sldMk cId="83627834" sldId="519"/>
            <ac:spMk id="2" creationId="{7474A01E-A813-5647-A400-1D6EAD852A52}"/>
          </ac:spMkLst>
        </pc:spChg>
        <pc:spChg chg="mod ord">
          <ac:chgData name="Loc Huynh" userId="80c0383e323bd6ea" providerId="LiveId" clId="{45D23C15-8B6E-3442-9B58-7B186F27CDA3}" dt="2023-09-18T06:59:15.097" v="2734" actId="700"/>
          <ac:spMkLst>
            <pc:docMk/>
            <pc:sldMk cId="83627834" sldId="519"/>
            <ac:spMk id="3" creationId="{2A8192BB-4C32-CE45-A13C-56689409F2AF}"/>
          </ac:spMkLst>
        </pc:spChg>
        <pc:spChg chg="mod ord">
          <ac:chgData name="Loc Huynh" userId="80c0383e323bd6ea" providerId="LiveId" clId="{45D23C15-8B6E-3442-9B58-7B186F27CDA3}" dt="2023-09-18T06:59:15.097" v="2734" actId="700"/>
          <ac:spMkLst>
            <pc:docMk/>
            <pc:sldMk cId="83627834" sldId="519"/>
            <ac:spMk id="4" creationId="{FFBFE301-8F5F-684A-B4CB-DD6AB90AB12A}"/>
          </ac:spMkLst>
        </pc:spChg>
        <pc:spChg chg="mod ord">
          <ac:chgData name="Loc Huynh" userId="80c0383e323bd6ea" providerId="LiveId" clId="{45D23C15-8B6E-3442-9B58-7B186F27CDA3}" dt="2023-09-18T06:59:15.097" v="2734" actId="700"/>
          <ac:spMkLst>
            <pc:docMk/>
            <pc:sldMk cId="83627834" sldId="519"/>
            <ac:spMk id="5" creationId="{EB5C2D11-34DE-4244-9A1B-B29A0BA6751D}"/>
          </ac:spMkLst>
        </pc:spChg>
        <pc:spChg chg="mod">
          <ac:chgData name="Loc Huynh" userId="80c0383e323bd6ea" providerId="LiveId" clId="{45D23C15-8B6E-3442-9B58-7B186F27CDA3}" dt="2023-09-18T08:13:09.807" v="4611" actId="21"/>
          <ac:spMkLst>
            <pc:docMk/>
            <pc:sldMk cId="83627834" sldId="519"/>
            <ac:spMk id="9" creationId="{CD5C6726-87CE-3D4E-A4DC-E76AD162700A}"/>
          </ac:spMkLst>
        </pc:spChg>
      </pc:sldChg>
      <pc:sldChg chg="modSp add del mod modAnim modNotesTx">
        <pc:chgData name="Loc Huynh" userId="80c0383e323bd6ea" providerId="LiveId" clId="{45D23C15-8B6E-3442-9B58-7B186F27CDA3}" dt="2023-09-25T01:57:07.729" v="5141" actId="2696"/>
        <pc:sldMkLst>
          <pc:docMk/>
          <pc:sldMk cId="3295221846" sldId="520"/>
        </pc:sldMkLst>
        <pc:spChg chg="mod">
          <ac:chgData name="Loc Huynh" userId="80c0383e323bd6ea" providerId="LiveId" clId="{45D23C15-8B6E-3442-9B58-7B186F27CDA3}" dt="2023-09-18T06:20:13.314" v="1838" actId="14100"/>
          <ac:spMkLst>
            <pc:docMk/>
            <pc:sldMk cId="3295221846" sldId="520"/>
            <ac:spMk id="4" creationId="{24EC9DDC-A189-634B-303A-4372CC57ACAF}"/>
          </ac:spMkLst>
        </pc:spChg>
        <pc:spChg chg="mod">
          <ac:chgData name="Loc Huynh" userId="80c0383e323bd6ea" providerId="LiveId" clId="{45D23C15-8B6E-3442-9B58-7B186F27CDA3}" dt="2023-09-18T06:20:47.557" v="1858" actId="20577"/>
          <ac:spMkLst>
            <pc:docMk/>
            <pc:sldMk cId="3295221846" sldId="520"/>
            <ac:spMk id="5" creationId="{00000000-0000-0000-0000-000000000000}"/>
          </ac:spMkLst>
        </pc:spChg>
      </pc:sldChg>
      <pc:sldChg chg="modSp add del mod modNotesTx">
        <pc:chgData name="Loc Huynh" userId="80c0383e323bd6ea" providerId="LiveId" clId="{45D23C15-8B6E-3442-9B58-7B186F27CDA3}" dt="2023-09-25T01:57:07.736" v="5144" actId="2696"/>
        <pc:sldMkLst>
          <pc:docMk/>
          <pc:sldMk cId="2532480240" sldId="521"/>
        </pc:sldMkLst>
        <pc:spChg chg="mod">
          <ac:chgData name="Loc Huynh" userId="80c0383e323bd6ea" providerId="LiveId" clId="{45D23C15-8B6E-3442-9B58-7B186F27CDA3}" dt="2023-09-18T06:26:20.379" v="2054" actId="20577"/>
          <ac:spMkLst>
            <pc:docMk/>
            <pc:sldMk cId="2532480240" sldId="521"/>
            <ac:spMk id="4" creationId="{24EC9DDC-A189-634B-303A-4372CC57ACAF}"/>
          </ac:spMkLst>
        </pc:spChg>
        <pc:spChg chg="mod">
          <ac:chgData name="Loc Huynh" userId="80c0383e323bd6ea" providerId="LiveId" clId="{45D23C15-8B6E-3442-9B58-7B186F27CDA3}" dt="2023-09-18T06:20:52.867" v="1864" actId="20577"/>
          <ac:spMkLst>
            <pc:docMk/>
            <pc:sldMk cId="2532480240" sldId="521"/>
            <ac:spMk id="5" creationId="{00000000-0000-0000-0000-000000000000}"/>
          </ac:spMkLst>
        </pc:spChg>
        <pc:graphicFrameChg chg="modGraphic">
          <ac:chgData name="Loc Huynh" userId="80c0383e323bd6ea" providerId="LiveId" clId="{45D23C15-8B6E-3442-9B58-7B186F27CDA3}" dt="2023-09-18T06:27:22.772" v="2086" actId="207"/>
          <ac:graphicFrameMkLst>
            <pc:docMk/>
            <pc:sldMk cId="2532480240" sldId="521"/>
            <ac:graphicFrameMk id="2" creationId="{7D5864D3-2B82-A3A0-35E5-5AEB8E3A5052}"/>
          </ac:graphicFrameMkLst>
        </pc:graphicFrameChg>
      </pc:sldChg>
      <pc:sldChg chg="modSp add del mod modAnim">
        <pc:chgData name="Loc Huynh" userId="80c0383e323bd6ea" providerId="LiveId" clId="{45D23C15-8B6E-3442-9B58-7B186F27CDA3}" dt="2023-09-25T01:57:07.725" v="5139" actId="2696"/>
        <pc:sldMkLst>
          <pc:docMk/>
          <pc:sldMk cId="3183394513" sldId="522"/>
        </pc:sldMkLst>
        <pc:spChg chg="mod">
          <ac:chgData name="Loc Huynh" userId="80c0383e323bd6ea" providerId="LiveId" clId="{45D23C15-8B6E-3442-9B58-7B186F27CDA3}" dt="2023-09-18T06:28:11.191" v="2117" actId="20577"/>
          <ac:spMkLst>
            <pc:docMk/>
            <pc:sldMk cId="3183394513" sldId="522"/>
            <ac:spMk id="4" creationId="{24EC9DDC-A189-634B-303A-4372CC57ACAF}"/>
          </ac:spMkLst>
        </pc:spChg>
        <pc:spChg chg="mod">
          <ac:chgData name="Loc Huynh" userId="80c0383e323bd6ea" providerId="LiveId" clId="{45D23C15-8B6E-3442-9B58-7B186F27CDA3}" dt="2023-09-18T06:26:39.921" v="2070" actId="20577"/>
          <ac:spMkLst>
            <pc:docMk/>
            <pc:sldMk cId="3183394513" sldId="522"/>
            <ac:spMk id="5" creationId="{00000000-0000-0000-0000-000000000000}"/>
          </ac:spMkLst>
        </pc:spChg>
        <pc:graphicFrameChg chg="modGraphic">
          <ac:chgData name="Loc Huynh" userId="80c0383e323bd6ea" providerId="LiveId" clId="{45D23C15-8B6E-3442-9B58-7B186F27CDA3}" dt="2023-09-18T06:27:27.206" v="2087" actId="207"/>
          <ac:graphicFrameMkLst>
            <pc:docMk/>
            <pc:sldMk cId="3183394513" sldId="522"/>
            <ac:graphicFrameMk id="2" creationId="{7D5864D3-2B82-A3A0-35E5-5AEB8E3A5052}"/>
          </ac:graphicFrameMkLst>
        </pc:graphicFrameChg>
      </pc:sldChg>
      <pc:sldChg chg="delSp modSp add del mod delAnim">
        <pc:chgData name="Loc Huynh" userId="80c0383e323bd6ea" providerId="LiveId" clId="{45D23C15-8B6E-3442-9B58-7B186F27CDA3}" dt="2023-09-25T01:57:07.727" v="5140" actId="2696"/>
        <pc:sldMkLst>
          <pc:docMk/>
          <pc:sldMk cId="1500369377" sldId="523"/>
        </pc:sldMkLst>
        <pc:spChg chg="del">
          <ac:chgData name="Loc Huynh" userId="80c0383e323bd6ea" providerId="LiveId" clId="{45D23C15-8B6E-3442-9B58-7B186F27CDA3}" dt="2023-09-18T06:37:52.861" v="2260" actId="478"/>
          <ac:spMkLst>
            <pc:docMk/>
            <pc:sldMk cId="1500369377" sldId="523"/>
            <ac:spMk id="4" creationId="{24EC9DDC-A189-634B-303A-4372CC57ACAF}"/>
          </ac:spMkLst>
        </pc:spChg>
        <pc:spChg chg="mod">
          <ac:chgData name="Loc Huynh" userId="80c0383e323bd6ea" providerId="LiveId" clId="{45D23C15-8B6E-3442-9B58-7B186F27CDA3}" dt="2023-09-18T06:54:15.947" v="2697" actId="20577"/>
          <ac:spMkLst>
            <pc:docMk/>
            <pc:sldMk cId="1500369377" sldId="523"/>
            <ac:spMk id="5" creationId="{00000000-0000-0000-0000-000000000000}"/>
          </ac:spMkLst>
        </pc:spChg>
        <pc:graphicFrameChg chg="del">
          <ac:chgData name="Loc Huynh" userId="80c0383e323bd6ea" providerId="LiveId" clId="{45D23C15-8B6E-3442-9B58-7B186F27CDA3}" dt="2023-09-18T06:37:54.550" v="2261" actId="478"/>
          <ac:graphicFrameMkLst>
            <pc:docMk/>
            <pc:sldMk cId="1500369377" sldId="523"/>
            <ac:graphicFrameMk id="2" creationId="{7D5864D3-2B82-A3A0-35E5-5AEB8E3A5052}"/>
          </ac:graphicFrameMkLst>
        </pc:graphicFrameChg>
      </pc:sldChg>
      <pc:sldChg chg="delSp modSp add del mod">
        <pc:chgData name="Loc Huynh" userId="80c0383e323bd6ea" providerId="LiveId" clId="{45D23C15-8B6E-3442-9B58-7B186F27CDA3}" dt="2023-09-25T01:57:07.625" v="5127" actId="2696"/>
        <pc:sldMkLst>
          <pc:docMk/>
          <pc:sldMk cId="2762778352" sldId="524"/>
        </pc:sldMkLst>
        <pc:spChg chg="mod">
          <ac:chgData name="Loc Huynh" userId="80c0383e323bd6ea" providerId="LiveId" clId="{45D23C15-8B6E-3442-9B58-7B186F27CDA3}" dt="2023-09-18T06:55:18.486" v="2716" actId="20577"/>
          <ac:spMkLst>
            <pc:docMk/>
            <pc:sldMk cId="2762778352" sldId="524"/>
            <ac:spMk id="4" creationId="{24EC9DDC-A189-634B-303A-4372CC57ACAF}"/>
          </ac:spMkLst>
        </pc:spChg>
        <pc:spChg chg="mod">
          <ac:chgData name="Loc Huynh" userId="80c0383e323bd6ea" providerId="LiveId" clId="{45D23C15-8B6E-3442-9B58-7B186F27CDA3}" dt="2023-09-18T06:42:02.505" v="2483" actId="207"/>
          <ac:spMkLst>
            <pc:docMk/>
            <pc:sldMk cId="2762778352" sldId="524"/>
            <ac:spMk id="5" creationId="{00000000-0000-0000-0000-000000000000}"/>
          </ac:spMkLst>
        </pc:spChg>
        <pc:graphicFrameChg chg="del">
          <ac:chgData name="Loc Huynh" userId="80c0383e323bd6ea" providerId="LiveId" clId="{45D23C15-8B6E-3442-9B58-7B186F27CDA3}" dt="2023-09-18T06:40:17.368" v="2384" actId="478"/>
          <ac:graphicFrameMkLst>
            <pc:docMk/>
            <pc:sldMk cId="2762778352" sldId="524"/>
            <ac:graphicFrameMk id="2" creationId="{7D5864D3-2B82-A3A0-35E5-5AEB8E3A5052}"/>
          </ac:graphicFrameMkLst>
        </pc:graphicFrameChg>
      </pc:sldChg>
      <pc:sldChg chg="modSp add del mod modShow">
        <pc:chgData name="Loc Huynh" userId="80c0383e323bd6ea" providerId="LiveId" clId="{45D23C15-8B6E-3442-9B58-7B186F27CDA3}" dt="2023-09-25T01:57:07.748" v="5149" actId="2696"/>
        <pc:sldMkLst>
          <pc:docMk/>
          <pc:sldMk cId="3131131681" sldId="525"/>
        </pc:sldMkLst>
        <pc:spChg chg="mod">
          <ac:chgData name="Loc Huynh" userId="80c0383e323bd6ea" providerId="LiveId" clId="{45D23C15-8B6E-3442-9B58-7B186F27CDA3}" dt="2023-09-18T07:25:17.888" v="3823" actId="5793"/>
          <ac:spMkLst>
            <pc:docMk/>
            <pc:sldMk cId="3131131681" sldId="525"/>
            <ac:spMk id="3" creationId="{7F7DFE1E-8A2D-6145-BBE1-74889E55A8BD}"/>
          </ac:spMkLst>
        </pc:spChg>
      </pc:sldChg>
      <pc:sldChg chg="modSp add del mod ord">
        <pc:chgData name="Loc Huynh" userId="80c0383e323bd6ea" providerId="LiveId" clId="{45D23C15-8B6E-3442-9B58-7B186F27CDA3}" dt="2023-09-25T01:57:07.715" v="5135" actId="2696"/>
        <pc:sldMkLst>
          <pc:docMk/>
          <pc:sldMk cId="1655734534" sldId="526"/>
        </pc:sldMkLst>
        <pc:spChg chg="mod">
          <ac:chgData name="Loc Huynh" userId="80c0383e323bd6ea" providerId="LiveId" clId="{45D23C15-8B6E-3442-9B58-7B186F27CDA3}" dt="2023-09-18T07:25:58.714" v="3827" actId="20577"/>
          <ac:spMkLst>
            <pc:docMk/>
            <pc:sldMk cId="1655734534" sldId="526"/>
            <ac:spMk id="3" creationId="{7F7DFE1E-8A2D-6145-BBE1-74889E55A8BD}"/>
          </ac:spMkLst>
        </pc:spChg>
      </pc:sldChg>
      <pc:sldChg chg="addSp delSp modSp add del mod delAnim modAnim modShow modNotesTx">
        <pc:chgData name="Loc Huynh" userId="80c0383e323bd6ea" providerId="LiveId" clId="{45D23C15-8B6E-3442-9B58-7B186F27CDA3}" dt="2023-09-18T08:47:07.026" v="4966" actId="2696"/>
        <pc:sldMkLst>
          <pc:docMk/>
          <pc:sldMk cId="1843618767" sldId="527"/>
        </pc:sldMkLst>
        <pc:spChg chg="mod">
          <ac:chgData name="Loc Huynh" userId="80c0383e323bd6ea" providerId="LiveId" clId="{45D23C15-8B6E-3442-9B58-7B186F27CDA3}" dt="2023-09-18T07:41:50.716" v="4137" actId="20577"/>
          <ac:spMkLst>
            <pc:docMk/>
            <pc:sldMk cId="1843618767" sldId="527"/>
            <ac:spMk id="3" creationId="{7F7DFE1E-8A2D-6145-BBE1-74889E55A8BD}"/>
          </ac:spMkLst>
        </pc:spChg>
        <pc:spChg chg="del mod">
          <ac:chgData name="Loc Huynh" userId="80c0383e323bd6ea" providerId="LiveId" clId="{45D23C15-8B6E-3442-9B58-7B186F27CDA3}" dt="2023-09-18T07:27:57.943" v="3867" actId="478"/>
          <ac:spMkLst>
            <pc:docMk/>
            <pc:sldMk cId="1843618767" sldId="527"/>
            <ac:spMk id="8" creationId="{E5D382B1-0F63-C5A3-9C01-83CBCB2C73C6}"/>
          </ac:spMkLst>
        </pc:spChg>
        <pc:spChg chg="del mod topLvl">
          <ac:chgData name="Loc Huynh" userId="80c0383e323bd6ea" providerId="LiveId" clId="{45D23C15-8B6E-3442-9B58-7B186F27CDA3}" dt="2023-09-18T07:34:49.133" v="4035" actId="21"/>
          <ac:spMkLst>
            <pc:docMk/>
            <pc:sldMk cId="1843618767" sldId="527"/>
            <ac:spMk id="9" creationId="{564567C8-16AC-AE51-58ED-92EF83D76C25}"/>
          </ac:spMkLst>
        </pc:spChg>
        <pc:spChg chg="mod">
          <ac:chgData name="Loc Huynh" userId="80c0383e323bd6ea" providerId="LiveId" clId="{45D23C15-8B6E-3442-9B58-7B186F27CDA3}" dt="2023-09-18T07:42:06.356" v="4140" actId="1076"/>
          <ac:spMkLst>
            <pc:docMk/>
            <pc:sldMk cId="1843618767" sldId="527"/>
            <ac:spMk id="22" creationId="{EA79B16D-1073-BBAF-7E0C-05A18B0D6519}"/>
          </ac:spMkLst>
        </pc:spChg>
        <pc:spChg chg="mod">
          <ac:chgData name="Loc Huynh" userId="80c0383e323bd6ea" providerId="LiveId" clId="{45D23C15-8B6E-3442-9B58-7B186F27CDA3}" dt="2023-09-18T07:42:06.356" v="4140" actId="1076"/>
          <ac:spMkLst>
            <pc:docMk/>
            <pc:sldMk cId="1843618767" sldId="527"/>
            <ac:spMk id="27" creationId="{FB71D141-8787-8503-FB25-3440AE6B672E}"/>
          </ac:spMkLst>
        </pc:spChg>
        <pc:spChg chg="mod">
          <ac:chgData name="Loc Huynh" userId="80c0383e323bd6ea" providerId="LiveId" clId="{45D23C15-8B6E-3442-9B58-7B186F27CDA3}" dt="2023-09-18T07:42:06.356" v="4140" actId="1076"/>
          <ac:spMkLst>
            <pc:docMk/>
            <pc:sldMk cId="1843618767" sldId="527"/>
            <ac:spMk id="29" creationId="{D360286B-81ED-09EB-4D2A-B4AF4E56BF61}"/>
          </ac:spMkLst>
        </pc:spChg>
        <pc:spChg chg="del mod">
          <ac:chgData name="Loc Huynh" userId="80c0383e323bd6ea" providerId="LiveId" clId="{45D23C15-8B6E-3442-9B58-7B186F27CDA3}" dt="2023-09-18T07:32:48.726" v="3995" actId="478"/>
          <ac:spMkLst>
            <pc:docMk/>
            <pc:sldMk cId="1843618767" sldId="527"/>
            <ac:spMk id="31" creationId="{CDD79435-D2DA-E52A-22F3-42DD101EFAB2}"/>
          </ac:spMkLst>
        </pc:spChg>
        <pc:spChg chg="mod">
          <ac:chgData name="Loc Huynh" userId="80c0383e323bd6ea" providerId="LiveId" clId="{45D23C15-8B6E-3442-9B58-7B186F27CDA3}" dt="2023-09-18T07:42:06.356" v="4140" actId="1076"/>
          <ac:spMkLst>
            <pc:docMk/>
            <pc:sldMk cId="1843618767" sldId="527"/>
            <ac:spMk id="32" creationId="{91853DC7-9D61-50FA-C6BA-D1F5CF031469}"/>
          </ac:spMkLst>
        </pc:spChg>
        <pc:spChg chg="mod">
          <ac:chgData name="Loc Huynh" userId="80c0383e323bd6ea" providerId="LiveId" clId="{45D23C15-8B6E-3442-9B58-7B186F27CDA3}" dt="2023-09-18T07:42:06.356" v="4140" actId="1076"/>
          <ac:spMkLst>
            <pc:docMk/>
            <pc:sldMk cId="1843618767" sldId="527"/>
            <ac:spMk id="36" creationId="{6D5F8785-FB61-8BE8-5197-288D36281D22}"/>
          </ac:spMkLst>
        </pc:spChg>
        <pc:spChg chg="mod">
          <ac:chgData name="Loc Huynh" userId="80c0383e323bd6ea" providerId="LiveId" clId="{45D23C15-8B6E-3442-9B58-7B186F27CDA3}" dt="2023-09-18T07:42:06.356" v="4140" actId="1076"/>
          <ac:spMkLst>
            <pc:docMk/>
            <pc:sldMk cId="1843618767" sldId="527"/>
            <ac:spMk id="37" creationId="{EA0AD00F-C0D2-3D67-B12B-191AD178682D}"/>
          </ac:spMkLst>
        </pc:spChg>
        <pc:spChg chg="mod">
          <ac:chgData name="Loc Huynh" userId="80c0383e323bd6ea" providerId="LiveId" clId="{45D23C15-8B6E-3442-9B58-7B186F27CDA3}" dt="2023-09-18T07:42:06.356" v="4140" actId="1076"/>
          <ac:spMkLst>
            <pc:docMk/>
            <pc:sldMk cId="1843618767" sldId="527"/>
            <ac:spMk id="38" creationId="{241653B2-3EE9-9BB0-3392-1C4C97E55D39}"/>
          </ac:spMkLst>
        </pc:spChg>
        <pc:spChg chg="add del mod">
          <ac:chgData name="Loc Huynh" userId="80c0383e323bd6ea" providerId="LiveId" clId="{45D23C15-8B6E-3442-9B58-7B186F27CDA3}" dt="2023-09-18T07:42:02.968" v="4139" actId="478"/>
          <ac:spMkLst>
            <pc:docMk/>
            <pc:sldMk cId="1843618767" sldId="527"/>
            <ac:spMk id="39" creationId="{737D7C17-89DC-84D4-FE4F-BC2DA55779E9}"/>
          </ac:spMkLst>
        </pc:spChg>
        <pc:spChg chg="add mod">
          <ac:chgData name="Loc Huynh" userId="80c0383e323bd6ea" providerId="LiveId" clId="{45D23C15-8B6E-3442-9B58-7B186F27CDA3}" dt="2023-09-18T07:42:06.356" v="4140" actId="1076"/>
          <ac:spMkLst>
            <pc:docMk/>
            <pc:sldMk cId="1843618767" sldId="527"/>
            <ac:spMk id="42" creationId="{0B90CA47-62D3-ECC7-FB11-47A64B430663}"/>
          </ac:spMkLst>
        </pc:spChg>
        <pc:spChg chg="add mod">
          <ac:chgData name="Loc Huynh" userId="80c0383e323bd6ea" providerId="LiveId" clId="{45D23C15-8B6E-3442-9B58-7B186F27CDA3}" dt="2023-09-18T07:42:06.356" v="4140" actId="1076"/>
          <ac:spMkLst>
            <pc:docMk/>
            <pc:sldMk cId="1843618767" sldId="527"/>
            <ac:spMk id="55" creationId="{15C10B91-6E8C-2202-F5D2-920513A8C012}"/>
          </ac:spMkLst>
        </pc:spChg>
        <pc:grpChg chg="add del mod">
          <ac:chgData name="Loc Huynh" userId="80c0383e323bd6ea" providerId="LiveId" clId="{45D23C15-8B6E-3442-9B58-7B186F27CDA3}" dt="2023-09-18T07:34:49.133" v="4035" actId="21"/>
          <ac:grpSpMkLst>
            <pc:docMk/>
            <pc:sldMk cId="1843618767" sldId="527"/>
            <ac:grpSpMk id="6" creationId="{D38A524E-715E-067D-32C7-4BD269069DF4}"/>
          </ac:grpSpMkLst>
        </pc:grpChg>
        <pc:grpChg chg="del mod">
          <ac:chgData name="Loc Huynh" userId="80c0383e323bd6ea" providerId="LiveId" clId="{45D23C15-8B6E-3442-9B58-7B186F27CDA3}" dt="2023-09-18T07:32:54.609" v="3999" actId="478"/>
          <ac:grpSpMkLst>
            <pc:docMk/>
            <pc:sldMk cId="1843618767" sldId="527"/>
            <ac:grpSpMk id="7" creationId="{9BC1CA33-74BD-0BF3-7E67-913F625F366F}"/>
          </ac:grpSpMkLst>
        </pc:grpChg>
        <pc:grpChg chg="del mod">
          <ac:chgData name="Loc Huynh" userId="80c0383e323bd6ea" providerId="LiveId" clId="{45D23C15-8B6E-3442-9B58-7B186F27CDA3}" dt="2023-09-18T07:32:58.814" v="4003" actId="478"/>
          <ac:grpSpMkLst>
            <pc:docMk/>
            <pc:sldMk cId="1843618767" sldId="527"/>
            <ac:grpSpMk id="10" creationId="{FB88A37A-1392-A464-87CF-01B999DECA7F}"/>
          </ac:grpSpMkLst>
        </pc:grpChg>
        <pc:grpChg chg="mod topLvl">
          <ac:chgData name="Loc Huynh" userId="80c0383e323bd6ea" providerId="LiveId" clId="{45D23C15-8B6E-3442-9B58-7B186F27CDA3}" dt="2023-09-18T07:42:06.356" v="4140" actId="1076"/>
          <ac:grpSpMkLst>
            <pc:docMk/>
            <pc:sldMk cId="1843618767" sldId="527"/>
            <ac:grpSpMk id="15" creationId="{0B016F60-C788-33C7-E9DA-0FA9B0509BF9}"/>
          </ac:grpSpMkLst>
        </pc:grpChg>
        <pc:grpChg chg="mod">
          <ac:chgData name="Loc Huynh" userId="80c0383e323bd6ea" providerId="LiveId" clId="{45D23C15-8B6E-3442-9B58-7B186F27CDA3}" dt="2023-09-18T07:42:06.356" v="4140" actId="1076"/>
          <ac:grpSpMkLst>
            <pc:docMk/>
            <pc:sldMk cId="1843618767" sldId="527"/>
            <ac:grpSpMk id="17" creationId="{1C12C740-61BE-128D-8D52-AFDDDB158BBC}"/>
          </ac:grpSpMkLst>
        </pc:grpChg>
        <pc:grpChg chg="del mod">
          <ac:chgData name="Loc Huynh" userId="80c0383e323bd6ea" providerId="LiveId" clId="{45D23C15-8B6E-3442-9B58-7B186F27CDA3}" dt="2023-09-18T07:32:48.726" v="3995" actId="478"/>
          <ac:grpSpMkLst>
            <pc:docMk/>
            <pc:sldMk cId="1843618767" sldId="527"/>
            <ac:grpSpMk id="18" creationId="{547C3531-9573-B6BB-5621-C2A5FB978C5E}"/>
          </ac:grpSpMkLst>
        </pc:grpChg>
        <pc:grpChg chg="del mod">
          <ac:chgData name="Loc Huynh" userId="80c0383e323bd6ea" providerId="LiveId" clId="{45D23C15-8B6E-3442-9B58-7B186F27CDA3}" dt="2023-09-18T07:32:45.437" v="3994" actId="478"/>
          <ac:grpSpMkLst>
            <pc:docMk/>
            <pc:sldMk cId="1843618767" sldId="527"/>
            <ac:grpSpMk id="19" creationId="{8A20848F-26EE-02D6-0E7D-558CFBE1F1DA}"/>
          </ac:grpSpMkLst>
        </pc:grpChg>
        <pc:grpChg chg="mod">
          <ac:chgData name="Loc Huynh" userId="80c0383e323bd6ea" providerId="LiveId" clId="{45D23C15-8B6E-3442-9B58-7B186F27CDA3}" dt="2023-09-18T07:42:06.356" v="4140" actId="1076"/>
          <ac:grpSpMkLst>
            <pc:docMk/>
            <pc:sldMk cId="1843618767" sldId="527"/>
            <ac:grpSpMk id="20" creationId="{DF6AA797-702E-FE1B-649B-E738CE94761C}"/>
          </ac:grpSpMkLst>
        </pc:grpChg>
        <pc:grpChg chg="mod">
          <ac:chgData name="Loc Huynh" userId="80c0383e323bd6ea" providerId="LiveId" clId="{45D23C15-8B6E-3442-9B58-7B186F27CDA3}" dt="2023-09-18T07:42:06.356" v="4140" actId="1076"/>
          <ac:grpSpMkLst>
            <pc:docMk/>
            <pc:sldMk cId="1843618767" sldId="527"/>
            <ac:grpSpMk id="21" creationId="{770B071B-5B84-657B-7DCB-E512CCA3F376}"/>
          </ac:grpSpMkLst>
        </pc:grpChg>
        <pc:grpChg chg="mod">
          <ac:chgData name="Loc Huynh" userId="80c0383e323bd6ea" providerId="LiveId" clId="{45D23C15-8B6E-3442-9B58-7B186F27CDA3}" dt="2023-09-18T07:42:06.356" v="4140" actId="1076"/>
          <ac:grpSpMkLst>
            <pc:docMk/>
            <pc:sldMk cId="1843618767" sldId="527"/>
            <ac:grpSpMk id="23" creationId="{ECDE2833-7D31-70EE-96A7-29B503A46170}"/>
          </ac:grpSpMkLst>
        </pc:grpChg>
        <pc:grpChg chg="add mod">
          <ac:chgData name="Loc Huynh" userId="80c0383e323bd6ea" providerId="LiveId" clId="{45D23C15-8B6E-3442-9B58-7B186F27CDA3}" dt="2023-09-18T07:42:06.356" v="4140" actId="1076"/>
          <ac:grpSpMkLst>
            <pc:docMk/>
            <pc:sldMk cId="1843618767" sldId="527"/>
            <ac:grpSpMk id="66" creationId="{539A298B-0B52-C811-2672-05B3AADF92A7}"/>
          </ac:grpSpMkLst>
        </pc:grpChg>
        <pc:picChg chg="mod">
          <ac:chgData name="Loc Huynh" userId="80c0383e323bd6ea" providerId="LiveId" clId="{45D23C15-8B6E-3442-9B58-7B186F27CDA3}" dt="2023-09-18T07:42:06.356" v="4140" actId="1076"/>
          <ac:picMkLst>
            <pc:docMk/>
            <pc:sldMk cId="1843618767" sldId="527"/>
            <ac:picMk id="24" creationId="{79F5ED0E-4FD2-453E-9DC8-C8FF9A27D492}"/>
          </ac:picMkLst>
        </pc:picChg>
        <pc:picChg chg="mod">
          <ac:chgData name="Loc Huynh" userId="80c0383e323bd6ea" providerId="LiveId" clId="{45D23C15-8B6E-3442-9B58-7B186F27CDA3}" dt="2023-09-18T07:42:06.356" v="4140" actId="1076"/>
          <ac:picMkLst>
            <pc:docMk/>
            <pc:sldMk cId="1843618767" sldId="527"/>
            <ac:picMk id="25" creationId="{5399DCEA-E82D-C250-F4C8-3522BA80A0C1}"/>
          </ac:picMkLst>
        </pc:picChg>
        <pc:picChg chg="mod">
          <ac:chgData name="Loc Huynh" userId="80c0383e323bd6ea" providerId="LiveId" clId="{45D23C15-8B6E-3442-9B58-7B186F27CDA3}" dt="2023-09-18T07:42:06.356" v="4140" actId="1076"/>
          <ac:picMkLst>
            <pc:docMk/>
            <pc:sldMk cId="1843618767" sldId="527"/>
            <ac:picMk id="28" creationId="{0B804D5A-F566-A61B-C247-82EA99503349}"/>
          </ac:picMkLst>
        </pc:picChg>
        <pc:picChg chg="del mod">
          <ac:chgData name="Loc Huynh" userId="80c0383e323bd6ea" providerId="LiveId" clId="{45D23C15-8B6E-3442-9B58-7B186F27CDA3}" dt="2023-09-18T07:32:45.437" v="3994" actId="478"/>
          <ac:picMkLst>
            <pc:docMk/>
            <pc:sldMk cId="1843618767" sldId="527"/>
            <ac:picMk id="30" creationId="{21D6FEE0-8C07-494E-C06D-B0EF7260729C}"/>
          </ac:picMkLst>
        </pc:picChg>
        <pc:picChg chg="mod">
          <ac:chgData name="Loc Huynh" userId="80c0383e323bd6ea" providerId="LiveId" clId="{45D23C15-8B6E-3442-9B58-7B186F27CDA3}" dt="2023-09-18T07:42:06.356" v="4140" actId="1076"/>
          <ac:picMkLst>
            <pc:docMk/>
            <pc:sldMk cId="1843618767" sldId="527"/>
            <ac:picMk id="34" creationId="{7BE63973-330F-F824-6288-9CE7742B9F23}"/>
          </ac:picMkLst>
        </pc:picChg>
        <pc:picChg chg="add del mod">
          <ac:chgData name="Loc Huynh" userId="80c0383e323bd6ea" providerId="LiveId" clId="{45D23C15-8B6E-3442-9B58-7B186F27CDA3}" dt="2023-09-18T07:34:45.852" v="4033" actId="21"/>
          <ac:picMkLst>
            <pc:docMk/>
            <pc:sldMk cId="1843618767" sldId="527"/>
            <ac:picMk id="41" creationId="{E617ABDA-5679-ECF4-E06D-DFB63AF9C48B}"/>
          </ac:picMkLst>
        </pc:picChg>
        <pc:picChg chg="add mod">
          <ac:chgData name="Loc Huynh" userId="80c0383e323bd6ea" providerId="LiveId" clId="{45D23C15-8B6E-3442-9B58-7B186F27CDA3}" dt="2023-09-18T07:42:06.356" v="4140" actId="1076"/>
          <ac:picMkLst>
            <pc:docMk/>
            <pc:sldMk cId="1843618767" sldId="527"/>
            <ac:picMk id="43" creationId="{DD9FF9BC-D5A0-730B-A2D4-454E7BB2BE0B}"/>
          </ac:picMkLst>
        </pc:picChg>
        <pc:picChg chg="add del mod">
          <ac:chgData name="Loc Huynh" userId="80c0383e323bd6ea" providerId="LiveId" clId="{45D23C15-8B6E-3442-9B58-7B186F27CDA3}" dt="2023-09-18T07:34:35.590" v="4026"/>
          <ac:picMkLst>
            <pc:docMk/>
            <pc:sldMk cId="1843618767" sldId="527"/>
            <ac:picMk id="53" creationId="{847A0533-42AC-59D1-6D4C-85D72E22D4FF}"/>
          </ac:picMkLst>
        </pc:picChg>
        <pc:picChg chg="add mod">
          <ac:chgData name="Loc Huynh" userId="80c0383e323bd6ea" providerId="LiveId" clId="{45D23C15-8B6E-3442-9B58-7B186F27CDA3}" dt="2023-09-18T07:42:06.356" v="4140" actId="1076"/>
          <ac:picMkLst>
            <pc:docMk/>
            <pc:sldMk cId="1843618767" sldId="527"/>
            <ac:picMk id="54" creationId="{D1A05273-005E-E33E-E305-771DE38B554C}"/>
          </ac:picMkLst>
        </pc:picChg>
        <pc:cxnChg chg="del mod">
          <ac:chgData name="Loc Huynh" userId="80c0383e323bd6ea" providerId="LiveId" clId="{45D23C15-8B6E-3442-9B58-7B186F27CDA3}" dt="2023-09-18T07:32:51.866" v="3997" actId="478"/>
          <ac:cxnSpMkLst>
            <pc:docMk/>
            <pc:sldMk cId="1843618767" sldId="527"/>
            <ac:cxnSpMk id="11" creationId="{7523C675-6B9D-6DFE-17D1-BD9DF11C61A8}"/>
          </ac:cxnSpMkLst>
        </pc:cxnChg>
        <pc:cxnChg chg="del mod">
          <ac:chgData name="Loc Huynh" userId="80c0383e323bd6ea" providerId="LiveId" clId="{45D23C15-8B6E-3442-9B58-7B186F27CDA3}" dt="2023-09-18T07:30:01.923" v="3925" actId="478"/>
          <ac:cxnSpMkLst>
            <pc:docMk/>
            <pc:sldMk cId="1843618767" sldId="527"/>
            <ac:cxnSpMk id="12" creationId="{36F3FCD3-A696-C5DD-9926-2322C57223C9}"/>
          </ac:cxnSpMkLst>
        </pc:cxnChg>
        <pc:cxnChg chg="del mod">
          <ac:chgData name="Loc Huynh" userId="80c0383e323bd6ea" providerId="LiveId" clId="{45D23C15-8B6E-3442-9B58-7B186F27CDA3}" dt="2023-09-18T07:32:54.609" v="3999" actId="478"/>
          <ac:cxnSpMkLst>
            <pc:docMk/>
            <pc:sldMk cId="1843618767" sldId="527"/>
            <ac:cxnSpMk id="13" creationId="{8FFDEDEF-A279-A198-67D6-65F330DFFB7B}"/>
          </ac:cxnSpMkLst>
        </pc:cxnChg>
        <pc:cxnChg chg="del mod">
          <ac:chgData name="Loc Huynh" userId="80c0383e323bd6ea" providerId="LiveId" clId="{45D23C15-8B6E-3442-9B58-7B186F27CDA3}" dt="2023-09-18T07:32:50.406" v="3996" actId="478"/>
          <ac:cxnSpMkLst>
            <pc:docMk/>
            <pc:sldMk cId="1843618767" sldId="527"/>
            <ac:cxnSpMk id="14" creationId="{EB05060D-3D86-2620-25DC-F1EE14EF6EEB}"/>
          </ac:cxnSpMkLst>
        </pc:cxnChg>
        <pc:cxnChg chg="del mod">
          <ac:chgData name="Loc Huynh" userId="80c0383e323bd6ea" providerId="LiveId" clId="{45D23C15-8B6E-3442-9B58-7B186F27CDA3}" dt="2023-09-18T07:32:58.814" v="4003" actId="478"/>
          <ac:cxnSpMkLst>
            <pc:docMk/>
            <pc:sldMk cId="1843618767" sldId="527"/>
            <ac:cxnSpMk id="16" creationId="{A41A8362-49D7-2BDE-B4F8-CC7B400DCEDA}"/>
          </ac:cxnSpMkLst>
        </pc:cxnChg>
        <pc:cxnChg chg="mod">
          <ac:chgData name="Loc Huynh" userId="80c0383e323bd6ea" providerId="LiveId" clId="{45D23C15-8B6E-3442-9B58-7B186F27CDA3}" dt="2023-09-18T07:42:06.356" v="4140" actId="1076"/>
          <ac:cxnSpMkLst>
            <pc:docMk/>
            <pc:sldMk cId="1843618767" sldId="527"/>
            <ac:cxnSpMk id="26" creationId="{B6CAC126-0C83-C3A3-3AAD-B89735363D42}"/>
          </ac:cxnSpMkLst>
        </pc:cxnChg>
        <pc:cxnChg chg="mod">
          <ac:chgData name="Loc Huynh" userId="80c0383e323bd6ea" providerId="LiveId" clId="{45D23C15-8B6E-3442-9B58-7B186F27CDA3}" dt="2023-09-18T07:42:06.356" v="4140" actId="1076"/>
          <ac:cxnSpMkLst>
            <pc:docMk/>
            <pc:sldMk cId="1843618767" sldId="527"/>
            <ac:cxnSpMk id="33" creationId="{40FDDD31-19F6-93B0-5488-37EDEAC5084E}"/>
          </ac:cxnSpMkLst>
        </pc:cxnChg>
        <pc:cxnChg chg="mod">
          <ac:chgData name="Loc Huynh" userId="80c0383e323bd6ea" providerId="LiveId" clId="{45D23C15-8B6E-3442-9B58-7B186F27CDA3}" dt="2023-09-18T07:42:06.356" v="4140" actId="1076"/>
          <ac:cxnSpMkLst>
            <pc:docMk/>
            <pc:sldMk cId="1843618767" sldId="527"/>
            <ac:cxnSpMk id="35" creationId="{E5880243-1D84-CD5C-36CF-34B7070F54EF}"/>
          </ac:cxnSpMkLst>
        </pc:cxnChg>
        <pc:cxnChg chg="add mod">
          <ac:chgData name="Loc Huynh" userId="80c0383e323bd6ea" providerId="LiveId" clId="{45D23C15-8B6E-3442-9B58-7B186F27CDA3}" dt="2023-09-18T07:42:06.356" v="4140" actId="1076"/>
          <ac:cxnSpMkLst>
            <pc:docMk/>
            <pc:sldMk cId="1843618767" sldId="527"/>
            <ac:cxnSpMk id="40" creationId="{F827DCCD-1CBC-A234-2CFF-3B69F02E83B4}"/>
          </ac:cxnSpMkLst>
        </pc:cxnChg>
        <pc:cxnChg chg="add del mod">
          <ac:chgData name="Loc Huynh" userId="80c0383e323bd6ea" providerId="LiveId" clId="{45D23C15-8B6E-3442-9B58-7B186F27CDA3}" dt="2023-09-18T07:32:52.896" v="3998" actId="478"/>
          <ac:cxnSpMkLst>
            <pc:docMk/>
            <pc:sldMk cId="1843618767" sldId="527"/>
            <ac:cxnSpMk id="47" creationId="{E97DE3C8-9012-42BF-DC05-F1FD09786C51}"/>
          </ac:cxnSpMkLst>
        </pc:cxnChg>
        <pc:cxnChg chg="add mod">
          <ac:chgData name="Loc Huynh" userId="80c0383e323bd6ea" providerId="LiveId" clId="{45D23C15-8B6E-3442-9B58-7B186F27CDA3}" dt="2023-09-18T07:42:06.356" v="4140" actId="1076"/>
          <ac:cxnSpMkLst>
            <pc:docMk/>
            <pc:sldMk cId="1843618767" sldId="527"/>
            <ac:cxnSpMk id="49" creationId="{C4EEC47D-B96F-64DB-4E56-DB66645A0735}"/>
          </ac:cxnSpMkLst>
        </pc:cxnChg>
        <pc:cxnChg chg="add mod">
          <ac:chgData name="Loc Huynh" userId="80c0383e323bd6ea" providerId="LiveId" clId="{45D23C15-8B6E-3442-9B58-7B186F27CDA3}" dt="2023-09-18T07:42:06.356" v="4140" actId="1076"/>
          <ac:cxnSpMkLst>
            <pc:docMk/>
            <pc:sldMk cId="1843618767" sldId="527"/>
            <ac:cxnSpMk id="52" creationId="{1DDAE40A-2B42-9026-9898-107BB777BEFF}"/>
          </ac:cxnSpMkLst>
        </pc:cxnChg>
        <pc:cxnChg chg="add mod">
          <ac:chgData name="Loc Huynh" userId="80c0383e323bd6ea" providerId="LiveId" clId="{45D23C15-8B6E-3442-9B58-7B186F27CDA3}" dt="2023-09-18T07:42:06.356" v="4140" actId="1076"/>
          <ac:cxnSpMkLst>
            <pc:docMk/>
            <pc:sldMk cId="1843618767" sldId="527"/>
            <ac:cxnSpMk id="57" creationId="{ABD16156-996C-7432-8377-98620972EF61}"/>
          </ac:cxnSpMkLst>
        </pc:cxnChg>
      </pc:sldChg>
      <pc:sldChg chg="modSp add del mod ord">
        <pc:chgData name="Loc Huynh" userId="80c0383e323bd6ea" providerId="LiveId" clId="{45D23C15-8B6E-3442-9B58-7B186F27CDA3}" dt="2023-09-25T01:57:07.739" v="5146" actId="2696"/>
        <pc:sldMkLst>
          <pc:docMk/>
          <pc:sldMk cId="3913691611" sldId="528"/>
        </pc:sldMkLst>
        <pc:spChg chg="mod">
          <ac:chgData name="Loc Huynh" userId="80c0383e323bd6ea" providerId="LiveId" clId="{45D23C15-8B6E-3442-9B58-7B186F27CDA3}" dt="2023-09-18T07:50:12.678" v="4351" actId="20577"/>
          <ac:spMkLst>
            <pc:docMk/>
            <pc:sldMk cId="3913691611" sldId="528"/>
            <ac:spMk id="3" creationId="{7F7DFE1E-8A2D-6145-BBE1-74889E55A8BD}"/>
          </ac:spMkLst>
        </pc:spChg>
      </pc:sldChg>
      <pc:sldChg chg="addSp modSp add del mod modAnim">
        <pc:chgData name="Loc Huynh" userId="80c0383e323bd6ea" providerId="LiveId" clId="{45D23C15-8B6E-3442-9B58-7B186F27CDA3}" dt="2023-09-25T01:57:07.719" v="5136" actId="2696"/>
        <pc:sldMkLst>
          <pc:docMk/>
          <pc:sldMk cId="2581088329" sldId="529"/>
        </pc:sldMkLst>
        <pc:spChg chg="mod">
          <ac:chgData name="Loc Huynh" userId="80c0383e323bd6ea" providerId="LiveId" clId="{45D23C15-8B6E-3442-9B58-7B186F27CDA3}" dt="2023-09-18T07:41:29.582" v="4127"/>
          <ac:spMkLst>
            <pc:docMk/>
            <pc:sldMk cId="2581088329" sldId="529"/>
            <ac:spMk id="2" creationId="{636479E2-C0D6-904F-B5C5-2271728A96C3}"/>
          </ac:spMkLst>
        </pc:spChg>
        <pc:spChg chg="mod">
          <ac:chgData name="Loc Huynh" userId="80c0383e323bd6ea" providerId="LiveId" clId="{45D23C15-8B6E-3442-9B58-7B186F27CDA3}" dt="2023-09-18T07:41:05.279" v="4126" actId="20577"/>
          <ac:spMkLst>
            <pc:docMk/>
            <pc:sldMk cId="2581088329" sldId="529"/>
            <ac:spMk id="3" creationId="{C0C21A69-FB3A-5848-81E0-17A1514E605F}"/>
          </ac:spMkLst>
        </pc:spChg>
        <pc:spChg chg="add mod">
          <ac:chgData name="Loc Huynh" userId="80c0383e323bd6ea" providerId="LiveId" clId="{45D23C15-8B6E-3442-9B58-7B186F27CDA3}" dt="2023-09-18T07:40:49.226" v="4091" actId="1076"/>
          <ac:spMkLst>
            <pc:docMk/>
            <pc:sldMk cId="2581088329" sldId="529"/>
            <ac:spMk id="6" creationId="{C5DDAD14-A9B9-994D-0600-AE9DA3D15E1F}"/>
          </ac:spMkLst>
        </pc:spChg>
      </pc:sldChg>
      <pc:sldChg chg="delSp modSp add del mod delAnim">
        <pc:chgData name="Loc Huynh" userId="80c0383e323bd6ea" providerId="LiveId" clId="{45D23C15-8B6E-3442-9B58-7B186F27CDA3}" dt="2023-09-25T01:57:07.737" v="5145" actId="2696"/>
        <pc:sldMkLst>
          <pc:docMk/>
          <pc:sldMk cId="3049037987" sldId="530"/>
        </pc:sldMkLst>
        <pc:spChg chg="mod">
          <ac:chgData name="Loc Huynh" userId="80c0383e323bd6ea" providerId="LiveId" clId="{45D23C15-8B6E-3442-9B58-7B186F27CDA3}" dt="2023-09-18T07:56:06.586" v="4391"/>
          <ac:spMkLst>
            <pc:docMk/>
            <pc:sldMk cId="3049037987" sldId="530"/>
            <ac:spMk id="2" creationId="{67D965CF-1D55-5443-919B-AC77503498CA}"/>
          </ac:spMkLst>
        </pc:spChg>
        <pc:spChg chg="mod">
          <ac:chgData name="Loc Huynh" userId="80c0383e323bd6ea" providerId="LiveId" clId="{45D23C15-8B6E-3442-9B58-7B186F27CDA3}" dt="2023-09-18T07:53:38.466" v="4373" actId="20577"/>
          <ac:spMkLst>
            <pc:docMk/>
            <pc:sldMk cId="3049037987" sldId="530"/>
            <ac:spMk id="3" creationId="{6B1D9321-FF39-B846-D955-EBEE6C4CA6FB}"/>
          </ac:spMkLst>
        </pc:spChg>
        <pc:spChg chg="del">
          <ac:chgData name="Loc Huynh" userId="80c0383e323bd6ea" providerId="LiveId" clId="{45D23C15-8B6E-3442-9B58-7B186F27CDA3}" dt="2023-09-18T07:48:55.980" v="4230" actId="478"/>
          <ac:spMkLst>
            <pc:docMk/>
            <pc:sldMk cId="3049037987" sldId="530"/>
            <ac:spMk id="7" creationId="{9CF46A69-C370-BC4E-A1B6-0D08CD7E7D51}"/>
          </ac:spMkLst>
        </pc:spChg>
        <pc:spChg chg="del">
          <ac:chgData name="Loc Huynh" userId="80c0383e323bd6ea" providerId="LiveId" clId="{45D23C15-8B6E-3442-9B58-7B186F27CDA3}" dt="2023-09-18T07:48:59.298" v="4232" actId="478"/>
          <ac:spMkLst>
            <pc:docMk/>
            <pc:sldMk cId="3049037987" sldId="530"/>
            <ac:spMk id="16" creationId="{7C8FDB5D-9AF4-224E-B7B6-BA96C824EC4F}"/>
          </ac:spMkLst>
        </pc:spChg>
        <pc:spChg chg="del">
          <ac:chgData name="Loc Huynh" userId="80c0383e323bd6ea" providerId="LiveId" clId="{45D23C15-8B6E-3442-9B58-7B186F27CDA3}" dt="2023-09-18T07:48:58.232" v="4231" actId="478"/>
          <ac:spMkLst>
            <pc:docMk/>
            <pc:sldMk cId="3049037987" sldId="530"/>
            <ac:spMk id="75" creationId="{54F5DAA9-1DBD-314C-9F95-F7990C0448CA}"/>
          </ac:spMkLst>
        </pc:spChg>
        <pc:grpChg chg="del">
          <ac:chgData name="Loc Huynh" userId="80c0383e323bd6ea" providerId="LiveId" clId="{45D23C15-8B6E-3442-9B58-7B186F27CDA3}" dt="2023-09-18T07:48:54.955" v="4229" actId="478"/>
          <ac:grpSpMkLst>
            <pc:docMk/>
            <pc:sldMk cId="3049037987" sldId="530"/>
            <ac:grpSpMk id="6" creationId="{A39F8ECC-414E-5F7E-CCF1-0EDBF5AEFA1D}"/>
          </ac:grpSpMkLst>
        </pc:grpChg>
      </pc:sldChg>
      <pc:sldChg chg="delSp modSp add del mod delAnim">
        <pc:chgData name="Loc Huynh" userId="80c0383e323bd6ea" providerId="LiveId" clId="{45D23C15-8B6E-3442-9B58-7B186F27CDA3}" dt="2023-09-25T01:57:07.723" v="5138" actId="2696"/>
        <pc:sldMkLst>
          <pc:docMk/>
          <pc:sldMk cId="1800207626" sldId="531"/>
        </pc:sldMkLst>
        <pc:spChg chg="mod">
          <ac:chgData name="Loc Huynh" userId="80c0383e323bd6ea" providerId="LiveId" clId="{45D23C15-8B6E-3442-9B58-7B186F27CDA3}" dt="2023-09-18T07:56:12.479" v="4393"/>
          <ac:spMkLst>
            <pc:docMk/>
            <pc:sldMk cId="1800207626" sldId="531"/>
            <ac:spMk id="2" creationId="{67D965CF-1D55-5443-919B-AC77503498CA}"/>
          </ac:spMkLst>
        </pc:spChg>
        <pc:spChg chg="mod">
          <ac:chgData name="Loc Huynh" userId="80c0383e323bd6ea" providerId="LiveId" clId="{45D23C15-8B6E-3442-9B58-7B186F27CDA3}" dt="2023-09-18T07:52:51.522" v="4368" actId="20577"/>
          <ac:spMkLst>
            <pc:docMk/>
            <pc:sldMk cId="1800207626" sldId="531"/>
            <ac:spMk id="3" creationId="{E822C47B-B604-EA2C-0452-423331904349}"/>
          </ac:spMkLst>
        </pc:spChg>
        <pc:spChg chg="del">
          <ac:chgData name="Loc Huynh" userId="80c0383e323bd6ea" providerId="LiveId" clId="{45D23C15-8B6E-3442-9B58-7B186F27CDA3}" dt="2023-09-18T07:52:20.252" v="4363" actId="478"/>
          <ac:spMkLst>
            <pc:docMk/>
            <pc:sldMk cId="1800207626" sldId="531"/>
            <ac:spMk id="7" creationId="{9CF46A69-C370-BC4E-A1B6-0D08CD7E7D51}"/>
          </ac:spMkLst>
        </pc:spChg>
        <pc:spChg chg="del">
          <ac:chgData name="Loc Huynh" userId="80c0383e323bd6ea" providerId="LiveId" clId="{45D23C15-8B6E-3442-9B58-7B186F27CDA3}" dt="2023-09-18T07:52:18.769" v="4362" actId="478"/>
          <ac:spMkLst>
            <pc:docMk/>
            <pc:sldMk cId="1800207626" sldId="531"/>
            <ac:spMk id="16" creationId="{7C8FDB5D-9AF4-224E-B7B6-BA96C824EC4F}"/>
          </ac:spMkLst>
        </pc:spChg>
        <pc:spChg chg="del">
          <ac:chgData name="Loc Huynh" userId="80c0383e323bd6ea" providerId="LiveId" clId="{45D23C15-8B6E-3442-9B58-7B186F27CDA3}" dt="2023-09-18T07:54:57.986" v="4374" actId="478"/>
          <ac:spMkLst>
            <pc:docMk/>
            <pc:sldMk cId="1800207626" sldId="531"/>
            <ac:spMk id="103" creationId="{6EFD2CB0-6430-8943-8C28-01C900C29A33}"/>
          </ac:spMkLst>
        </pc:spChg>
        <pc:grpChg chg="del">
          <ac:chgData name="Loc Huynh" userId="80c0383e323bd6ea" providerId="LiveId" clId="{45D23C15-8B6E-3442-9B58-7B186F27CDA3}" dt="2023-09-18T07:52:23.248" v="4364" actId="478"/>
          <ac:grpSpMkLst>
            <pc:docMk/>
            <pc:sldMk cId="1800207626" sldId="531"/>
            <ac:grpSpMk id="39" creationId="{88095472-AE5E-D040-9B3E-B5D4EA198180}"/>
          </ac:grpSpMkLst>
        </pc:grpChg>
      </pc:sldChg>
      <pc:sldChg chg="addSp modSp add del mod">
        <pc:chgData name="Loc Huynh" userId="80c0383e323bd6ea" providerId="LiveId" clId="{45D23C15-8B6E-3442-9B58-7B186F27CDA3}" dt="2023-09-25T01:57:07.611" v="5123" actId="2696"/>
        <pc:sldMkLst>
          <pc:docMk/>
          <pc:sldMk cId="2071186416" sldId="532"/>
        </pc:sldMkLst>
        <pc:spChg chg="mod">
          <ac:chgData name="Loc Huynh" userId="80c0383e323bd6ea" providerId="LiveId" clId="{45D23C15-8B6E-3442-9B58-7B186F27CDA3}" dt="2023-09-18T07:58:44.639" v="4464" actId="20577"/>
          <ac:spMkLst>
            <pc:docMk/>
            <pc:sldMk cId="2071186416" sldId="532"/>
            <ac:spMk id="3" creationId="{E822C47B-B604-EA2C-0452-423331904349}"/>
          </ac:spMkLst>
        </pc:spChg>
        <pc:spChg chg="add mod">
          <ac:chgData name="Loc Huynh" userId="80c0383e323bd6ea" providerId="LiveId" clId="{45D23C15-8B6E-3442-9B58-7B186F27CDA3}" dt="2023-09-18T07:58:38.125" v="4460"/>
          <ac:spMkLst>
            <pc:docMk/>
            <pc:sldMk cId="2071186416" sldId="532"/>
            <ac:spMk id="6" creationId="{C8BD644B-B215-9BCD-BB0A-123ACF5CB071}"/>
          </ac:spMkLst>
        </pc:spChg>
      </pc:sldChg>
      <pc:sldChg chg="addSp delSp modSp add del mod">
        <pc:chgData name="Loc Huynh" userId="80c0383e323bd6ea" providerId="LiveId" clId="{45D23C15-8B6E-3442-9B58-7B186F27CDA3}" dt="2023-09-25T01:57:07.586" v="5121" actId="2696"/>
        <pc:sldMkLst>
          <pc:docMk/>
          <pc:sldMk cId="1995683344" sldId="533"/>
        </pc:sldMkLst>
        <pc:spChg chg="mod">
          <ac:chgData name="Loc Huynh" userId="80c0383e323bd6ea" providerId="LiveId" clId="{45D23C15-8B6E-3442-9B58-7B186F27CDA3}" dt="2023-09-18T08:13:38.106" v="4621" actId="207"/>
          <ac:spMkLst>
            <pc:docMk/>
            <pc:sldMk cId="1995683344" sldId="533"/>
            <ac:spMk id="3" creationId="{2A8192BB-4C32-CE45-A13C-56689409F2AF}"/>
          </ac:spMkLst>
        </pc:spChg>
        <pc:picChg chg="add mod">
          <ac:chgData name="Loc Huynh" userId="80c0383e323bd6ea" providerId="LiveId" clId="{45D23C15-8B6E-3442-9B58-7B186F27CDA3}" dt="2023-09-18T08:13:21.804" v="4617" actId="1076"/>
          <ac:picMkLst>
            <pc:docMk/>
            <pc:sldMk cId="1995683344" sldId="533"/>
            <ac:picMk id="6" creationId="{418B6757-DF9A-47E1-C067-AF5861EEF3F2}"/>
          </ac:picMkLst>
        </pc:picChg>
        <pc:picChg chg="del">
          <ac:chgData name="Loc Huynh" userId="80c0383e323bd6ea" providerId="LiveId" clId="{45D23C15-8B6E-3442-9B58-7B186F27CDA3}" dt="2023-09-18T08:12:51.705" v="4606" actId="478"/>
          <ac:picMkLst>
            <pc:docMk/>
            <pc:sldMk cId="1995683344" sldId="533"/>
            <ac:picMk id="10" creationId="{6A170CDB-089C-8447-937A-3E956EDCF6EA}"/>
          </ac:picMkLst>
        </pc:picChg>
      </pc:sldChg>
      <pc:sldChg chg="addSp modSp add mod modNotesTx">
        <pc:chgData name="Loc Huynh" userId="80c0383e323bd6ea" providerId="LiveId" clId="{45D23C15-8B6E-3442-9B58-7B186F27CDA3}" dt="2023-09-25T09:40:40.655" v="10972" actId="122"/>
        <pc:sldMkLst>
          <pc:docMk/>
          <pc:sldMk cId="2329243434" sldId="534"/>
        </pc:sldMkLst>
        <pc:spChg chg="mod">
          <ac:chgData name="Loc Huynh" userId="80c0383e323bd6ea" providerId="LiveId" clId="{45D23C15-8B6E-3442-9B58-7B186F27CDA3}" dt="2023-09-25T06:57:42.155" v="8929"/>
          <ac:spMkLst>
            <pc:docMk/>
            <pc:sldMk cId="2329243434" sldId="534"/>
            <ac:spMk id="2" creationId="{7CA9AA29-0FE1-3540-AB70-E79494FB3039}"/>
          </ac:spMkLst>
        </pc:spChg>
        <pc:spChg chg="mod">
          <ac:chgData name="Loc Huynh" userId="80c0383e323bd6ea" providerId="LiveId" clId="{45D23C15-8B6E-3442-9B58-7B186F27CDA3}" dt="2023-09-25T09:40:40.655" v="10972" actId="122"/>
          <ac:spMkLst>
            <pc:docMk/>
            <pc:sldMk cId="2329243434" sldId="534"/>
            <ac:spMk id="3" creationId="{2AEC478E-BD5B-CB40-B57E-2A14FA7E7E11}"/>
          </ac:spMkLst>
        </pc:spChg>
        <pc:spChg chg="add mod">
          <ac:chgData name="Loc Huynh" userId="80c0383e323bd6ea" providerId="LiveId" clId="{45D23C15-8B6E-3442-9B58-7B186F27CDA3}" dt="2023-09-25T01:58:04.034" v="5160"/>
          <ac:spMkLst>
            <pc:docMk/>
            <pc:sldMk cId="2329243434" sldId="534"/>
            <ac:spMk id="5" creationId="{A26B6631-28BD-59D1-8F96-BCF373C2CE8D}"/>
          </ac:spMkLst>
        </pc:spChg>
      </pc:sldChg>
      <pc:sldChg chg="addSp delSp modSp add mod delAnim modAnim">
        <pc:chgData name="Loc Huynh" userId="80c0383e323bd6ea" providerId="LiveId" clId="{45D23C15-8B6E-3442-9B58-7B186F27CDA3}" dt="2023-09-25T06:55:46.773" v="8923" actId="207"/>
        <pc:sldMkLst>
          <pc:docMk/>
          <pc:sldMk cId="3673897364" sldId="535"/>
        </pc:sldMkLst>
        <pc:spChg chg="mod">
          <ac:chgData name="Loc Huynh" userId="80c0383e323bd6ea" providerId="LiveId" clId="{45D23C15-8B6E-3442-9B58-7B186F27CDA3}" dt="2023-09-25T06:44:44.936" v="8720" actId="20577"/>
          <ac:spMkLst>
            <pc:docMk/>
            <pc:sldMk cId="3673897364" sldId="535"/>
            <ac:spMk id="2" creationId="{636479E2-C0D6-904F-B5C5-2271728A96C3}"/>
          </ac:spMkLst>
        </pc:spChg>
        <pc:spChg chg="add mod">
          <ac:chgData name="Loc Huynh" userId="80c0383e323bd6ea" providerId="LiveId" clId="{45D23C15-8B6E-3442-9B58-7B186F27CDA3}" dt="2023-09-25T01:58:04.034" v="5160"/>
          <ac:spMkLst>
            <pc:docMk/>
            <pc:sldMk cId="3673897364" sldId="535"/>
            <ac:spMk id="5" creationId="{81442A03-7CD1-38F8-F188-875926586922}"/>
          </ac:spMkLst>
        </pc:spChg>
        <pc:spChg chg="add mod">
          <ac:chgData name="Loc Huynh" userId="80c0383e323bd6ea" providerId="LiveId" clId="{45D23C15-8B6E-3442-9B58-7B186F27CDA3}" dt="2023-09-25T06:55:46.773" v="8923" actId="207"/>
          <ac:spMkLst>
            <pc:docMk/>
            <pc:sldMk cId="3673897364" sldId="535"/>
            <ac:spMk id="8" creationId="{DE7AAF1D-2146-F88F-AE78-71EA3B48C08E}"/>
          </ac:spMkLst>
        </pc:spChg>
        <pc:spChg chg="add mod">
          <ac:chgData name="Loc Huynh" userId="80c0383e323bd6ea" providerId="LiveId" clId="{45D23C15-8B6E-3442-9B58-7B186F27CDA3}" dt="2023-09-25T06:53:34.355" v="8878" actId="20577"/>
          <ac:spMkLst>
            <pc:docMk/>
            <pc:sldMk cId="3673897364" sldId="535"/>
            <ac:spMk id="9" creationId="{E713F8BD-2B91-3D11-4A31-580955973C02}"/>
          </ac:spMkLst>
        </pc:spChg>
        <pc:spChg chg="mod">
          <ac:chgData name="Loc Huynh" userId="80c0383e323bd6ea" providerId="LiveId" clId="{45D23C15-8B6E-3442-9B58-7B186F27CDA3}" dt="2023-09-25T06:44:57.056" v="8721"/>
          <ac:spMkLst>
            <pc:docMk/>
            <pc:sldMk cId="3673897364" sldId="535"/>
            <ac:spMk id="11" creationId="{2B7D78AA-C648-967A-FAA7-8CC349E8EDD1}"/>
          </ac:spMkLst>
        </pc:spChg>
        <pc:spChg chg="mod">
          <ac:chgData name="Loc Huynh" userId="80c0383e323bd6ea" providerId="LiveId" clId="{45D23C15-8B6E-3442-9B58-7B186F27CDA3}" dt="2023-09-25T06:44:57.056" v="8721"/>
          <ac:spMkLst>
            <pc:docMk/>
            <pc:sldMk cId="3673897364" sldId="535"/>
            <ac:spMk id="13" creationId="{19D300BA-9828-35ED-BAED-B1C4E43600A7}"/>
          </ac:spMkLst>
        </pc:spChg>
        <pc:spChg chg="mod">
          <ac:chgData name="Loc Huynh" userId="80c0383e323bd6ea" providerId="LiveId" clId="{45D23C15-8B6E-3442-9B58-7B186F27CDA3}" dt="2023-09-25T06:44:57.056" v="8721"/>
          <ac:spMkLst>
            <pc:docMk/>
            <pc:sldMk cId="3673897364" sldId="535"/>
            <ac:spMk id="14" creationId="{C1063E87-487B-90C9-342C-8FB2F1B8CA40}"/>
          </ac:spMkLst>
        </pc:spChg>
        <pc:spChg chg="mod">
          <ac:chgData name="Loc Huynh" userId="80c0383e323bd6ea" providerId="LiveId" clId="{45D23C15-8B6E-3442-9B58-7B186F27CDA3}" dt="2023-09-25T06:44:57.056" v="8721"/>
          <ac:spMkLst>
            <pc:docMk/>
            <pc:sldMk cId="3673897364" sldId="535"/>
            <ac:spMk id="15" creationId="{E1B59E7B-6511-FAAE-12B5-43EC66885BD5}"/>
          </ac:spMkLst>
        </pc:spChg>
        <pc:spChg chg="mod">
          <ac:chgData name="Loc Huynh" userId="80c0383e323bd6ea" providerId="LiveId" clId="{45D23C15-8B6E-3442-9B58-7B186F27CDA3}" dt="2023-09-25T06:44:57.056" v="8721"/>
          <ac:spMkLst>
            <pc:docMk/>
            <pc:sldMk cId="3673897364" sldId="535"/>
            <ac:spMk id="16" creationId="{EB765F7B-9DCA-F727-997D-020CF1930F61}"/>
          </ac:spMkLst>
        </pc:spChg>
        <pc:spChg chg="mod">
          <ac:chgData name="Loc Huynh" userId="80c0383e323bd6ea" providerId="LiveId" clId="{45D23C15-8B6E-3442-9B58-7B186F27CDA3}" dt="2023-09-25T06:44:57.056" v="8721"/>
          <ac:spMkLst>
            <pc:docMk/>
            <pc:sldMk cId="3673897364" sldId="535"/>
            <ac:spMk id="17" creationId="{9E0DEA0C-5841-36BF-1A8A-5010825DD3FE}"/>
          </ac:spMkLst>
        </pc:spChg>
        <pc:spChg chg="mod">
          <ac:chgData name="Loc Huynh" userId="80c0383e323bd6ea" providerId="LiveId" clId="{45D23C15-8B6E-3442-9B58-7B186F27CDA3}" dt="2023-09-25T06:44:57.056" v="8721"/>
          <ac:spMkLst>
            <pc:docMk/>
            <pc:sldMk cId="3673897364" sldId="535"/>
            <ac:spMk id="18" creationId="{E85A91EA-C72F-CD6E-F144-4E5A1A924FED}"/>
          </ac:spMkLst>
        </pc:spChg>
        <pc:spChg chg="mod">
          <ac:chgData name="Loc Huynh" userId="80c0383e323bd6ea" providerId="LiveId" clId="{45D23C15-8B6E-3442-9B58-7B186F27CDA3}" dt="2023-09-25T06:44:57.056" v="8721"/>
          <ac:spMkLst>
            <pc:docMk/>
            <pc:sldMk cId="3673897364" sldId="535"/>
            <ac:spMk id="22" creationId="{7752A20B-CDAB-1B42-572C-676559CB2014}"/>
          </ac:spMkLst>
        </pc:spChg>
        <pc:spChg chg="mod">
          <ac:chgData name="Loc Huynh" userId="80c0383e323bd6ea" providerId="LiveId" clId="{45D23C15-8B6E-3442-9B58-7B186F27CDA3}" dt="2023-09-25T06:44:57.056" v="8721"/>
          <ac:spMkLst>
            <pc:docMk/>
            <pc:sldMk cId="3673897364" sldId="535"/>
            <ac:spMk id="23" creationId="{B2F532C6-01A8-F121-5121-23860CDBF62A}"/>
          </ac:spMkLst>
        </pc:spChg>
        <pc:spChg chg="add del mod">
          <ac:chgData name="Loc Huynh" userId="80c0383e323bd6ea" providerId="LiveId" clId="{45D23C15-8B6E-3442-9B58-7B186F27CDA3}" dt="2023-09-25T06:45:37.427" v="8742" actId="478"/>
          <ac:spMkLst>
            <pc:docMk/>
            <pc:sldMk cId="3673897364" sldId="535"/>
            <ac:spMk id="24" creationId="{CB721B5D-5529-0D75-2EFD-9992B31CECC8}"/>
          </ac:spMkLst>
        </pc:spChg>
        <pc:spChg chg="mod">
          <ac:chgData name="Loc Huynh" userId="80c0383e323bd6ea" providerId="LiveId" clId="{45D23C15-8B6E-3442-9B58-7B186F27CDA3}" dt="2023-09-25T06:45:51.031" v="8745"/>
          <ac:spMkLst>
            <pc:docMk/>
            <pc:sldMk cId="3673897364" sldId="535"/>
            <ac:spMk id="26" creationId="{B6682090-DE6E-6296-45B7-16A4ECD34823}"/>
          </ac:spMkLst>
        </pc:spChg>
        <pc:spChg chg="mod">
          <ac:chgData name="Loc Huynh" userId="80c0383e323bd6ea" providerId="LiveId" clId="{45D23C15-8B6E-3442-9B58-7B186F27CDA3}" dt="2023-09-25T06:45:51.031" v="8745"/>
          <ac:spMkLst>
            <pc:docMk/>
            <pc:sldMk cId="3673897364" sldId="535"/>
            <ac:spMk id="27" creationId="{EB0A71B5-5047-9282-42F5-999A8A5598C4}"/>
          </ac:spMkLst>
        </pc:spChg>
        <pc:spChg chg="mod">
          <ac:chgData name="Loc Huynh" userId="80c0383e323bd6ea" providerId="LiveId" clId="{45D23C15-8B6E-3442-9B58-7B186F27CDA3}" dt="2023-09-25T06:45:51.031" v="8745"/>
          <ac:spMkLst>
            <pc:docMk/>
            <pc:sldMk cId="3673897364" sldId="535"/>
            <ac:spMk id="28" creationId="{C808ADA7-37D5-EC59-953A-9D2C7767D65A}"/>
          </ac:spMkLst>
        </pc:spChg>
        <pc:spChg chg="mod">
          <ac:chgData name="Loc Huynh" userId="80c0383e323bd6ea" providerId="LiveId" clId="{45D23C15-8B6E-3442-9B58-7B186F27CDA3}" dt="2023-09-25T06:45:51.031" v="8745"/>
          <ac:spMkLst>
            <pc:docMk/>
            <pc:sldMk cId="3673897364" sldId="535"/>
            <ac:spMk id="29" creationId="{8A759B77-F75A-1125-A422-B26F4A8A0CF0}"/>
          </ac:spMkLst>
        </pc:spChg>
        <pc:spChg chg="mod">
          <ac:chgData name="Loc Huynh" userId="80c0383e323bd6ea" providerId="LiveId" clId="{45D23C15-8B6E-3442-9B58-7B186F27CDA3}" dt="2023-09-25T06:45:51.031" v="8745"/>
          <ac:spMkLst>
            <pc:docMk/>
            <pc:sldMk cId="3673897364" sldId="535"/>
            <ac:spMk id="30" creationId="{E8C6FA12-24D7-75D3-4CD4-EA7C3C4C54B6}"/>
          </ac:spMkLst>
        </pc:spChg>
        <pc:spChg chg="mod">
          <ac:chgData name="Loc Huynh" userId="80c0383e323bd6ea" providerId="LiveId" clId="{45D23C15-8B6E-3442-9B58-7B186F27CDA3}" dt="2023-09-25T06:45:51.031" v="8745"/>
          <ac:spMkLst>
            <pc:docMk/>
            <pc:sldMk cId="3673897364" sldId="535"/>
            <ac:spMk id="31" creationId="{AD4D8392-3756-D573-F04F-1BE785F6FC7E}"/>
          </ac:spMkLst>
        </pc:spChg>
        <pc:spChg chg="mod">
          <ac:chgData name="Loc Huynh" userId="80c0383e323bd6ea" providerId="LiveId" clId="{45D23C15-8B6E-3442-9B58-7B186F27CDA3}" dt="2023-09-25T06:45:51.031" v="8745"/>
          <ac:spMkLst>
            <pc:docMk/>
            <pc:sldMk cId="3673897364" sldId="535"/>
            <ac:spMk id="32" creationId="{04C40903-C51F-6D0D-070A-0BCB114406DA}"/>
          </ac:spMkLst>
        </pc:spChg>
        <pc:spChg chg="mod">
          <ac:chgData name="Loc Huynh" userId="80c0383e323bd6ea" providerId="LiveId" clId="{45D23C15-8B6E-3442-9B58-7B186F27CDA3}" dt="2023-09-25T06:45:51.031" v="8745"/>
          <ac:spMkLst>
            <pc:docMk/>
            <pc:sldMk cId="3673897364" sldId="535"/>
            <ac:spMk id="37" creationId="{92CE80C4-1142-CC69-772B-21891D4DF12B}"/>
          </ac:spMkLst>
        </pc:spChg>
        <pc:spChg chg="del mod">
          <ac:chgData name="Loc Huynh" userId="80c0383e323bd6ea" providerId="LiveId" clId="{45D23C15-8B6E-3442-9B58-7B186F27CDA3}" dt="2023-09-25T06:45:25.942" v="8733" actId="478"/>
          <ac:spMkLst>
            <pc:docMk/>
            <pc:sldMk cId="3673897364" sldId="535"/>
            <ac:spMk id="38" creationId="{E0CC27D2-AE58-C341-B15A-955DC6458818}"/>
          </ac:spMkLst>
        </pc:spChg>
        <pc:spChg chg="del mod">
          <ac:chgData name="Loc Huynh" userId="80c0383e323bd6ea" providerId="LiveId" clId="{45D23C15-8B6E-3442-9B58-7B186F27CDA3}" dt="2023-09-25T06:45:41.103" v="8744" actId="478"/>
          <ac:spMkLst>
            <pc:docMk/>
            <pc:sldMk cId="3673897364" sldId="535"/>
            <ac:spMk id="39" creationId="{3FE8397B-E669-2F48-BE6F-4F5C415A90A0}"/>
          </ac:spMkLst>
        </pc:spChg>
        <pc:spChg chg="mod">
          <ac:chgData name="Loc Huynh" userId="80c0383e323bd6ea" providerId="LiveId" clId="{45D23C15-8B6E-3442-9B58-7B186F27CDA3}" dt="2023-09-25T06:45:51.031" v="8745"/>
          <ac:spMkLst>
            <pc:docMk/>
            <pc:sldMk cId="3673897364" sldId="535"/>
            <ac:spMk id="40" creationId="{91019FAB-89BD-B184-9A9B-BF9C7B34205A}"/>
          </ac:spMkLst>
        </pc:spChg>
        <pc:spChg chg="add mod">
          <ac:chgData name="Loc Huynh" userId="80c0383e323bd6ea" providerId="LiveId" clId="{45D23C15-8B6E-3442-9B58-7B186F27CDA3}" dt="2023-09-25T06:46:01.254" v="8746" actId="1076"/>
          <ac:spMkLst>
            <pc:docMk/>
            <pc:sldMk cId="3673897364" sldId="535"/>
            <ac:spMk id="41" creationId="{8DE9258A-9016-04A0-AE5B-7DE1433CF2DD}"/>
          </ac:spMkLst>
        </pc:spChg>
        <pc:grpChg chg="del">
          <ac:chgData name="Loc Huynh" userId="80c0383e323bd6ea" providerId="LiveId" clId="{45D23C15-8B6E-3442-9B58-7B186F27CDA3}" dt="2023-09-25T06:45:36.111" v="8741" actId="478"/>
          <ac:grpSpMkLst>
            <pc:docMk/>
            <pc:sldMk cId="3673897364" sldId="535"/>
            <ac:grpSpMk id="7" creationId="{778C0026-1DB2-5644-8D14-0CF043DED7BA}"/>
          </ac:grpSpMkLst>
        </pc:grpChg>
        <pc:grpChg chg="add del mod">
          <ac:chgData name="Loc Huynh" userId="80c0383e323bd6ea" providerId="LiveId" clId="{45D23C15-8B6E-3442-9B58-7B186F27CDA3}" dt="2023-09-25T06:45:35.544" v="8740" actId="478"/>
          <ac:grpSpMkLst>
            <pc:docMk/>
            <pc:sldMk cId="3673897364" sldId="535"/>
            <ac:grpSpMk id="10" creationId="{50F49FDB-E84B-C122-73EB-6EAFDF3D52E1}"/>
          </ac:grpSpMkLst>
        </pc:grpChg>
        <pc:grpChg chg="add mod">
          <ac:chgData name="Loc Huynh" userId="80c0383e323bd6ea" providerId="LiveId" clId="{45D23C15-8B6E-3442-9B58-7B186F27CDA3}" dt="2023-09-25T06:46:01.254" v="8746" actId="1076"/>
          <ac:grpSpMkLst>
            <pc:docMk/>
            <pc:sldMk cId="3673897364" sldId="535"/>
            <ac:grpSpMk id="25" creationId="{8B2C8648-25CB-EB20-5A25-D848096C7400}"/>
          </ac:grpSpMkLst>
        </pc:grpChg>
        <pc:cxnChg chg="mod">
          <ac:chgData name="Loc Huynh" userId="80c0383e323bd6ea" providerId="LiveId" clId="{45D23C15-8B6E-3442-9B58-7B186F27CDA3}" dt="2023-09-25T06:44:57.056" v="8721"/>
          <ac:cxnSpMkLst>
            <pc:docMk/>
            <pc:sldMk cId="3673897364" sldId="535"/>
            <ac:cxnSpMk id="12" creationId="{5622E753-0A50-E7E7-F957-56C235D83AFD}"/>
          </ac:cxnSpMkLst>
        </pc:cxnChg>
        <pc:cxnChg chg="mod">
          <ac:chgData name="Loc Huynh" userId="80c0383e323bd6ea" providerId="LiveId" clId="{45D23C15-8B6E-3442-9B58-7B186F27CDA3}" dt="2023-09-25T06:44:57.056" v="8721"/>
          <ac:cxnSpMkLst>
            <pc:docMk/>
            <pc:sldMk cId="3673897364" sldId="535"/>
            <ac:cxnSpMk id="19" creationId="{A40B5435-EAE8-E191-35A8-70467A141190}"/>
          </ac:cxnSpMkLst>
        </pc:cxnChg>
        <pc:cxnChg chg="mod">
          <ac:chgData name="Loc Huynh" userId="80c0383e323bd6ea" providerId="LiveId" clId="{45D23C15-8B6E-3442-9B58-7B186F27CDA3}" dt="2023-09-25T06:44:57.056" v="8721"/>
          <ac:cxnSpMkLst>
            <pc:docMk/>
            <pc:sldMk cId="3673897364" sldId="535"/>
            <ac:cxnSpMk id="20" creationId="{9E869DDC-20BF-8DB6-2BDC-25FA99C43090}"/>
          </ac:cxnSpMkLst>
        </pc:cxnChg>
        <pc:cxnChg chg="mod">
          <ac:chgData name="Loc Huynh" userId="80c0383e323bd6ea" providerId="LiveId" clId="{45D23C15-8B6E-3442-9B58-7B186F27CDA3}" dt="2023-09-25T06:45:35.544" v="8740" actId="478"/>
          <ac:cxnSpMkLst>
            <pc:docMk/>
            <pc:sldMk cId="3673897364" sldId="535"/>
            <ac:cxnSpMk id="21" creationId="{53B38331-1873-1610-CF9A-DD3358BE497B}"/>
          </ac:cxnSpMkLst>
        </pc:cxnChg>
        <pc:cxnChg chg="mod">
          <ac:chgData name="Loc Huynh" userId="80c0383e323bd6ea" providerId="LiveId" clId="{45D23C15-8B6E-3442-9B58-7B186F27CDA3}" dt="2023-09-25T06:45:51.031" v="8745"/>
          <ac:cxnSpMkLst>
            <pc:docMk/>
            <pc:sldMk cId="3673897364" sldId="535"/>
            <ac:cxnSpMk id="33" creationId="{7D9B14B1-7B18-90F8-819A-BCD5017C1180}"/>
          </ac:cxnSpMkLst>
        </pc:cxnChg>
        <pc:cxnChg chg="mod">
          <ac:chgData name="Loc Huynh" userId="80c0383e323bd6ea" providerId="LiveId" clId="{45D23C15-8B6E-3442-9B58-7B186F27CDA3}" dt="2023-09-25T06:45:51.031" v="8745"/>
          <ac:cxnSpMkLst>
            <pc:docMk/>
            <pc:sldMk cId="3673897364" sldId="535"/>
            <ac:cxnSpMk id="34" creationId="{9B1EFDFD-E59B-A919-F123-ABED7376FB9A}"/>
          </ac:cxnSpMkLst>
        </pc:cxnChg>
        <pc:cxnChg chg="mod">
          <ac:chgData name="Loc Huynh" userId="80c0383e323bd6ea" providerId="LiveId" clId="{45D23C15-8B6E-3442-9B58-7B186F27CDA3}" dt="2023-09-25T06:45:51.031" v="8745"/>
          <ac:cxnSpMkLst>
            <pc:docMk/>
            <pc:sldMk cId="3673897364" sldId="535"/>
            <ac:cxnSpMk id="35" creationId="{A4920F19-A09A-5DAD-8430-F6C86140D526}"/>
          </ac:cxnSpMkLst>
        </pc:cxnChg>
        <pc:cxnChg chg="mod">
          <ac:chgData name="Loc Huynh" userId="80c0383e323bd6ea" providerId="LiveId" clId="{45D23C15-8B6E-3442-9B58-7B186F27CDA3}" dt="2023-09-25T06:45:51.031" v="8745"/>
          <ac:cxnSpMkLst>
            <pc:docMk/>
            <pc:sldMk cId="3673897364" sldId="535"/>
            <ac:cxnSpMk id="36" creationId="{6B0ADBD1-4485-C015-B7E6-7E605B26CB66}"/>
          </ac:cxnSpMkLst>
        </pc:cxnChg>
      </pc:sldChg>
      <pc:sldChg chg="addSp modSp add mod">
        <pc:chgData name="Loc Huynh" userId="80c0383e323bd6ea" providerId="LiveId" clId="{45D23C15-8B6E-3442-9B58-7B186F27CDA3}" dt="2023-09-25T09:41:40.413" v="11021" actId="20577"/>
        <pc:sldMkLst>
          <pc:docMk/>
          <pc:sldMk cId="3870402469" sldId="536"/>
        </pc:sldMkLst>
        <pc:spChg chg="mod">
          <ac:chgData name="Loc Huynh" userId="80c0383e323bd6ea" providerId="LiveId" clId="{45D23C15-8B6E-3442-9B58-7B186F27CDA3}" dt="2023-09-25T09:34:45.378" v="10702"/>
          <ac:spMkLst>
            <pc:docMk/>
            <pc:sldMk cId="3870402469" sldId="536"/>
            <ac:spMk id="2" creationId="{7CA9AA29-0FE1-3540-AB70-E79494FB3039}"/>
          </ac:spMkLst>
        </pc:spChg>
        <pc:spChg chg="mod">
          <ac:chgData name="Loc Huynh" userId="80c0383e323bd6ea" providerId="LiveId" clId="{45D23C15-8B6E-3442-9B58-7B186F27CDA3}" dt="2023-09-25T09:41:40.413" v="11021" actId="20577"/>
          <ac:spMkLst>
            <pc:docMk/>
            <pc:sldMk cId="3870402469" sldId="536"/>
            <ac:spMk id="3" creationId="{2AEC478E-BD5B-CB40-B57E-2A14FA7E7E11}"/>
          </ac:spMkLst>
        </pc:spChg>
        <pc:spChg chg="add mod">
          <ac:chgData name="Loc Huynh" userId="80c0383e323bd6ea" providerId="LiveId" clId="{45D23C15-8B6E-3442-9B58-7B186F27CDA3}" dt="2023-09-25T01:58:04.034" v="5160"/>
          <ac:spMkLst>
            <pc:docMk/>
            <pc:sldMk cId="3870402469" sldId="536"/>
            <ac:spMk id="5" creationId="{501CA0B4-237F-DB03-AF14-FB362480B025}"/>
          </ac:spMkLst>
        </pc:spChg>
      </pc:sldChg>
      <pc:sldChg chg="addSp modSp add mod">
        <pc:chgData name="Loc Huynh" userId="80c0383e323bd6ea" providerId="LiveId" clId="{45D23C15-8B6E-3442-9B58-7B186F27CDA3}" dt="2023-09-25T09:42:06.456" v="11027" actId="20577"/>
        <pc:sldMkLst>
          <pc:docMk/>
          <pc:sldMk cId="85835826" sldId="537"/>
        </pc:sldMkLst>
        <pc:spChg chg="mod">
          <ac:chgData name="Loc Huynh" userId="80c0383e323bd6ea" providerId="LiveId" clId="{45D23C15-8B6E-3442-9B58-7B186F27CDA3}" dt="2023-09-25T09:34:48.566" v="10703"/>
          <ac:spMkLst>
            <pc:docMk/>
            <pc:sldMk cId="85835826" sldId="537"/>
            <ac:spMk id="2" creationId="{7CA9AA29-0FE1-3540-AB70-E79494FB3039}"/>
          </ac:spMkLst>
        </pc:spChg>
        <pc:spChg chg="mod">
          <ac:chgData name="Loc Huynh" userId="80c0383e323bd6ea" providerId="LiveId" clId="{45D23C15-8B6E-3442-9B58-7B186F27CDA3}" dt="2023-09-25T09:42:06.456" v="11027" actId="20577"/>
          <ac:spMkLst>
            <pc:docMk/>
            <pc:sldMk cId="85835826" sldId="537"/>
            <ac:spMk id="3" creationId="{2AEC478E-BD5B-CB40-B57E-2A14FA7E7E11}"/>
          </ac:spMkLst>
        </pc:spChg>
        <pc:spChg chg="add mod">
          <ac:chgData name="Loc Huynh" userId="80c0383e323bd6ea" providerId="LiveId" clId="{45D23C15-8B6E-3442-9B58-7B186F27CDA3}" dt="2023-09-25T01:58:04.034" v="5160"/>
          <ac:spMkLst>
            <pc:docMk/>
            <pc:sldMk cId="85835826" sldId="537"/>
            <ac:spMk id="5" creationId="{F18AF2A9-9218-D847-7444-8ABA78F4BED7}"/>
          </ac:spMkLst>
        </pc:spChg>
      </pc:sldChg>
      <pc:sldChg chg="addSp modSp add mod">
        <pc:chgData name="Loc Huynh" userId="80c0383e323bd6ea" providerId="LiveId" clId="{45D23C15-8B6E-3442-9B58-7B186F27CDA3}" dt="2023-09-25T09:43:05.280" v="11057" actId="207"/>
        <pc:sldMkLst>
          <pc:docMk/>
          <pc:sldMk cId="662193372" sldId="538"/>
        </pc:sldMkLst>
        <pc:spChg chg="mod">
          <ac:chgData name="Loc Huynh" userId="80c0383e323bd6ea" providerId="LiveId" clId="{45D23C15-8B6E-3442-9B58-7B186F27CDA3}" dt="2023-09-25T09:34:51.642" v="10704"/>
          <ac:spMkLst>
            <pc:docMk/>
            <pc:sldMk cId="662193372" sldId="538"/>
            <ac:spMk id="2" creationId="{7CA9AA29-0FE1-3540-AB70-E79494FB3039}"/>
          </ac:spMkLst>
        </pc:spChg>
        <pc:spChg chg="mod">
          <ac:chgData name="Loc Huynh" userId="80c0383e323bd6ea" providerId="LiveId" clId="{45D23C15-8B6E-3442-9B58-7B186F27CDA3}" dt="2023-09-25T09:43:05.280" v="11057" actId="207"/>
          <ac:spMkLst>
            <pc:docMk/>
            <pc:sldMk cId="662193372" sldId="538"/>
            <ac:spMk id="3" creationId="{2AEC478E-BD5B-CB40-B57E-2A14FA7E7E11}"/>
          </ac:spMkLst>
        </pc:spChg>
        <pc:spChg chg="add mod">
          <ac:chgData name="Loc Huynh" userId="80c0383e323bd6ea" providerId="LiveId" clId="{45D23C15-8B6E-3442-9B58-7B186F27CDA3}" dt="2023-09-25T01:58:04.034" v="5160"/>
          <ac:spMkLst>
            <pc:docMk/>
            <pc:sldMk cId="662193372" sldId="538"/>
            <ac:spMk id="5" creationId="{7C40F48E-0F64-9E9B-89E7-35691624EE55}"/>
          </ac:spMkLst>
        </pc:spChg>
      </pc:sldChg>
      <pc:sldChg chg="addSp delSp modSp add mod delAnim modAnim">
        <pc:chgData name="Loc Huynh" userId="80c0383e323bd6ea" providerId="LiveId" clId="{45D23C15-8B6E-3442-9B58-7B186F27CDA3}" dt="2023-09-25T09:58:12.251" v="11623" actId="20577"/>
        <pc:sldMkLst>
          <pc:docMk/>
          <pc:sldMk cId="484659110" sldId="539"/>
        </pc:sldMkLst>
        <pc:spChg chg="mod">
          <ac:chgData name="Loc Huynh" userId="80c0383e323bd6ea" providerId="LiveId" clId="{45D23C15-8B6E-3442-9B58-7B186F27CDA3}" dt="2023-09-25T09:48:27.519" v="11282" actId="20577"/>
          <ac:spMkLst>
            <pc:docMk/>
            <pc:sldMk cId="484659110" sldId="539"/>
            <ac:spMk id="2" creationId="{75D76CB7-E9BA-8646-94D1-589165AE3FE4}"/>
          </ac:spMkLst>
        </pc:spChg>
        <pc:spChg chg="mod">
          <ac:chgData name="Loc Huynh" userId="80c0383e323bd6ea" providerId="LiveId" clId="{45D23C15-8B6E-3442-9B58-7B186F27CDA3}" dt="2023-09-25T09:58:12.251" v="11623" actId="20577"/>
          <ac:spMkLst>
            <pc:docMk/>
            <pc:sldMk cId="484659110" sldId="539"/>
            <ac:spMk id="3" creationId="{813DF817-B02B-3E43-BA57-74C922E01B7B}"/>
          </ac:spMkLst>
        </pc:spChg>
        <pc:spChg chg="add mod">
          <ac:chgData name="Loc Huynh" userId="80c0383e323bd6ea" providerId="LiveId" clId="{45D23C15-8B6E-3442-9B58-7B186F27CDA3}" dt="2023-09-25T01:58:04.034" v="5160"/>
          <ac:spMkLst>
            <pc:docMk/>
            <pc:sldMk cId="484659110" sldId="539"/>
            <ac:spMk id="5" creationId="{97A0A51D-9FFE-1EA3-B347-6FAE76C4EF87}"/>
          </ac:spMkLst>
        </pc:spChg>
        <pc:spChg chg="del">
          <ac:chgData name="Loc Huynh" userId="80c0383e323bd6ea" providerId="LiveId" clId="{45D23C15-8B6E-3442-9B58-7B186F27CDA3}" dt="2023-09-25T09:54:41.754" v="11564" actId="478"/>
          <ac:spMkLst>
            <pc:docMk/>
            <pc:sldMk cId="484659110" sldId="539"/>
            <ac:spMk id="6" creationId="{9DC1C9EF-F45E-BB4D-BEB9-624CBF04B86F}"/>
          </ac:spMkLst>
        </pc:spChg>
        <pc:spChg chg="del mod">
          <ac:chgData name="Loc Huynh" userId="80c0383e323bd6ea" providerId="LiveId" clId="{45D23C15-8B6E-3442-9B58-7B186F27CDA3}" dt="2023-09-25T09:54:43.960" v="11566" actId="478"/>
          <ac:spMkLst>
            <pc:docMk/>
            <pc:sldMk cId="484659110" sldId="539"/>
            <ac:spMk id="7" creationId="{29C1775B-D2A6-FB48-AADC-C3197DD79610}"/>
          </ac:spMkLst>
        </pc:spChg>
        <pc:spChg chg="add del mod">
          <ac:chgData name="Loc Huynh" userId="80c0383e323bd6ea" providerId="LiveId" clId="{45D23C15-8B6E-3442-9B58-7B186F27CDA3}" dt="2023-09-25T09:57:46.972" v="11609" actId="478"/>
          <ac:spMkLst>
            <pc:docMk/>
            <pc:sldMk cId="484659110" sldId="539"/>
            <ac:spMk id="8" creationId="{8B250953-0954-D864-06A8-0B41DC0BF227}"/>
          </ac:spMkLst>
        </pc:spChg>
        <pc:spChg chg="add del mod">
          <ac:chgData name="Loc Huynh" userId="80c0383e323bd6ea" providerId="LiveId" clId="{45D23C15-8B6E-3442-9B58-7B186F27CDA3}" dt="2023-09-25T09:57:46.972" v="11609" actId="478"/>
          <ac:spMkLst>
            <pc:docMk/>
            <pc:sldMk cId="484659110" sldId="539"/>
            <ac:spMk id="9" creationId="{831F3FF4-BA7A-35E4-83A4-9D171F472EB5}"/>
          </ac:spMkLst>
        </pc:spChg>
        <pc:spChg chg="add del mod">
          <ac:chgData name="Loc Huynh" userId="80c0383e323bd6ea" providerId="LiveId" clId="{45D23C15-8B6E-3442-9B58-7B186F27CDA3}" dt="2023-09-25T09:57:35.811" v="11607" actId="478"/>
          <ac:spMkLst>
            <pc:docMk/>
            <pc:sldMk cId="484659110" sldId="539"/>
            <ac:spMk id="10" creationId="{58B23FB6-074B-B11C-FF65-C57752D953D2}"/>
          </ac:spMkLst>
        </pc:spChg>
        <pc:spChg chg="add mod">
          <ac:chgData name="Loc Huynh" userId="80c0383e323bd6ea" providerId="LiveId" clId="{45D23C15-8B6E-3442-9B58-7B186F27CDA3}" dt="2023-09-25T09:57:53.493" v="11615" actId="20577"/>
          <ac:spMkLst>
            <pc:docMk/>
            <pc:sldMk cId="484659110" sldId="539"/>
            <ac:spMk id="11" creationId="{81CD8567-688C-FE27-1BF5-D9F3400A266D}"/>
          </ac:spMkLst>
        </pc:spChg>
        <pc:spChg chg="add mod">
          <ac:chgData name="Loc Huynh" userId="80c0383e323bd6ea" providerId="LiveId" clId="{45D23C15-8B6E-3442-9B58-7B186F27CDA3}" dt="2023-09-25T09:57:56.042" v="11616" actId="20577"/>
          <ac:spMkLst>
            <pc:docMk/>
            <pc:sldMk cId="484659110" sldId="539"/>
            <ac:spMk id="12" creationId="{C5783687-0FC8-C2C9-2139-F54C1BEC7B37}"/>
          </ac:spMkLst>
        </pc:spChg>
      </pc:sldChg>
      <pc:sldChg chg="addSp modSp add mod">
        <pc:chgData name="Loc Huynh" userId="80c0383e323bd6ea" providerId="LiveId" clId="{45D23C15-8B6E-3442-9B58-7B186F27CDA3}" dt="2023-09-25T09:51:55.009" v="11410" actId="11530"/>
        <pc:sldMkLst>
          <pc:docMk/>
          <pc:sldMk cId="2476143270" sldId="540"/>
        </pc:sldMkLst>
        <pc:spChg chg="mod">
          <ac:chgData name="Loc Huynh" userId="80c0383e323bd6ea" providerId="LiveId" clId="{45D23C15-8B6E-3442-9B58-7B186F27CDA3}" dt="2023-09-25T09:48:33.329" v="11291" actId="20577"/>
          <ac:spMkLst>
            <pc:docMk/>
            <pc:sldMk cId="2476143270" sldId="540"/>
            <ac:spMk id="2" creationId="{75D76CB7-E9BA-8646-94D1-589165AE3FE4}"/>
          </ac:spMkLst>
        </pc:spChg>
        <pc:spChg chg="mod">
          <ac:chgData name="Loc Huynh" userId="80c0383e323bd6ea" providerId="LiveId" clId="{45D23C15-8B6E-3442-9B58-7B186F27CDA3}" dt="2023-09-25T09:49:37.642" v="11346" actId="123"/>
          <ac:spMkLst>
            <pc:docMk/>
            <pc:sldMk cId="2476143270" sldId="540"/>
            <ac:spMk id="3" creationId="{813DF817-B02B-3E43-BA57-74C922E01B7B}"/>
          </ac:spMkLst>
        </pc:spChg>
        <pc:spChg chg="add mod">
          <ac:chgData name="Loc Huynh" userId="80c0383e323bd6ea" providerId="LiveId" clId="{45D23C15-8B6E-3442-9B58-7B186F27CDA3}" dt="2023-09-25T01:58:04.034" v="5160"/>
          <ac:spMkLst>
            <pc:docMk/>
            <pc:sldMk cId="2476143270" sldId="540"/>
            <ac:spMk id="5" creationId="{82CC5E54-BC3D-26D0-AB69-4866E1EC1769}"/>
          </ac:spMkLst>
        </pc:spChg>
        <pc:spChg chg="mod">
          <ac:chgData name="Loc Huynh" userId="80c0383e323bd6ea" providerId="LiveId" clId="{45D23C15-8B6E-3442-9B58-7B186F27CDA3}" dt="2023-09-25T09:51:43.475" v="11406" actId="1076"/>
          <ac:spMkLst>
            <pc:docMk/>
            <pc:sldMk cId="2476143270" sldId="540"/>
            <ac:spMk id="6" creationId="{E0FF7401-72B4-4E45-A282-A58EBF0455F8}"/>
          </ac:spMkLst>
        </pc:spChg>
        <pc:spChg chg="mod">
          <ac:chgData name="Loc Huynh" userId="80c0383e323bd6ea" providerId="LiveId" clId="{45D23C15-8B6E-3442-9B58-7B186F27CDA3}" dt="2023-09-25T09:51:55.009" v="11410" actId="11530"/>
          <ac:spMkLst>
            <pc:docMk/>
            <pc:sldMk cId="2476143270" sldId="540"/>
            <ac:spMk id="7" creationId="{205AE0BA-B5CF-714E-8957-CCCFCB5B3FBB}"/>
          </ac:spMkLst>
        </pc:spChg>
      </pc:sldChg>
      <pc:sldChg chg="addSp modSp add mod">
        <pc:chgData name="Loc Huynh" userId="80c0383e323bd6ea" providerId="LiveId" clId="{45D23C15-8B6E-3442-9B58-7B186F27CDA3}" dt="2023-09-25T10:02:18.672" v="11661" actId="123"/>
        <pc:sldMkLst>
          <pc:docMk/>
          <pc:sldMk cId="2106193444" sldId="541"/>
        </pc:sldMkLst>
        <pc:spChg chg="mod">
          <ac:chgData name="Loc Huynh" userId="80c0383e323bd6ea" providerId="LiveId" clId="{45D23C15-8B6E-3442-9B58-7B186F27CDA3}" dt="2023-09-25T09:46:29.271" v="11253" actId="20577"/>
          <ac:spMkLst>
            <pc:docMk/>
            <pc:sldMk cId="2106193444" sldId="541"/>
            <ac:spMk id="2" creationId="{6F2A1191-3CB2-674C-BE8A-B9D6A816E9BD}"/>
          </ac:spMkLst>
        </pc:spChg>
        <pc:spChg chg="mod">
          <ac:chgData name="Loc Huynh" userId="80c0383e323bd6ea" providerId="LiveId" clId="{45D23C15-8B6E-3442-9B58-7B186F27CDA3}" dt="2023-09-25T10:02:18.672" v="11661" actId="123"/>
          <ac:spMkLst>
            <pc:docMk/>
            <pc:sldMk cId="2106193444" sldId="541"/>
            <ac:spMk id="3" creationId="{DDC32F1B-2DBF-1F48-B1E9-3A926EF990A1}"/>
          </ac:spMkLst>
        </pc:spChg>
        <pc:spChg chg="add mod">
          <ac:chgData name="Loc Huynh" userId="80c0383e323bd6ea" providerId="LiveId" clId="{45D23C15-8B6E-3442-9B58-7B186F27CDA3}" dt="2023-09-25T01:58:04.034" v="5160"/>
          <ac:spMkLst>
            <pc:docMk/>
            <pc:sldMk cId="2106193444" sldId="541"/>
            <ac:spMk id="5" creationId="{2C2DDA8B-2AC8-68AA-55E9-12784687E528}"/>
          </ac:spMkLst>
        </pc:spChg>
      </pc:sldChg>
      <pc:sldChg chg="addSp modSp add mod">
        <pc:chgData name="Loc Huynh" userId="80c0383e323bd6ea" providerId="LiveId" clId="{45D23C15-8B6E-3442-9B58-7B186F27CDA3}" dt="2023-09-25T09:47:51.325" v="11270" actId="207"/>
        <pc:sldMkLst>
          <pc:docMk/>
          <pc:sldMk cId="28359094" sldId="542"/>
        </pc:sldMkLst>
        <pc:spChg chg="mod">
          <ac:chgData name="Loc Huynh" userId="80c0383e323bd6ea" providerId="LiveId" clId="{45D23C15-8B6E-3442-9B58-7B186F27CDA3}" dt="2023-09-25T09:46:35.888" v="11255"/>
          <ac:spMkLst>
            <pc:docMk/>
            <pc:sldMk cId="28359094" sldId="542"/>
            <ac:spMk id="2" creationId="{6F2A1191-3CB2-674C-BE8A-B9D6A816E9BD}"/>
          </ac:spMkLst>
        </pc:spChg>
        <pc:spChg chg="mod">
          <ac:chgData name="Loc Huynh" userId="80c0383e323bd6ea" providerId="LiveId" clId="{45D23C15-8B6E-3442-9B58-7B186F27CDA3}" dt="2023-09-25T09:47:51.325" v="11270" actId="207"/>
          <ac:spMkLst>
            <pc:docMk/>
            <pc:sldMk cId="28359094" sldId="542"/>
            <ac:spMk id="3" creationId="{DDC32F1B-2DBF-1F48-B1E9-3A926EF990A1}"/>
          </ac:spMkLst>
        </pc:spChg>
        <pc:spChg chg="add mod">
          <ac:chgData name="Loc Huynh" userId="80c0383e323bd6ea" providerId="LiveId" clId="{45D23C15-8B6E-3442-9B58-7B186F27CDA3}" dt="2023-09-25T01:58:04.034" v="5160"/>
          <ac:spMkLst>
            <pc:docMk/>
            <pc:sldMk cId="28359094" sldId="542"/>
            <ac:spMk id="5" creationId="{5E6CA7B2-A8E4-A237-29F1-3AF6E493772C}"/>
          </ac:spMkLst>
        </pc:spChg>
      </pc:sldChg>
      <pc:sldChg chg="addSp modSp add mod">
        <pc:chgData name="Loc Huynh" userId="80c0383e323bd6ea" providerId="LiveId" clId="{45D23C15-8B6E-3442-9B58-7B186F27CDA3}" dt="2023-09-25T09:48:03.431" v="11276" actId="207"/>
        <pc:sldMkLst>
          <pc:docMk/>
          <pc:sldMk cId="3160544929" sldId="543"/>
        </pc:sldMkLst>
        <pc:spChg chg="mod">
          <ac:chgData name="Loc Huynh" userId="80c0383e323bd6ea" providerId="LiveId" clId="{45D23C15-8B6E-3442-9B58-7B186F27CDA3}" dt="2023-09-25T09:46:38.669" v="11256"/>
          <ac:spMkLst>
            <pc:docMk/>
            <pc:sldMk cId="3160544929" sldId="543"/>
            <ac:spMk id="2" creationId="{6F2A1191-3CB2-674C-BE8A-B9D6A816E9BD}"/>
          </ac:spMkLst>
        </pc:spChg>
        <pc:spChg chg="mod">
          <ac:chgData name="Loc Huynh" userId="80c0383e323bd6ea" providerId="LiveId" clId="{45D23C15-8B6E-3442-9B58-7B186F27CDA3}" dt="2023-09-25T09:48:03.431" v="11276" actId="207"/>
          <ac:spMkLst>
            <pc:docMk/>
            <pc:sldMk cId="3160544929" sldId="543"/>
            <ac:spMk id="3" creationId="{DDC32F1B-2DBF-1F48-B1E9-3A926EF990A1}"/>
          </ac:spMkLst>
        </pc:spChg>
        <pc:spChg chg="add mod">
          <ac:chgData name="Loc Huynh" userId="80c0383e323bd6ea" providerId="LiveId" clId="{45D23C15-8B6E-3442-9B58-7B186F27CDA3}" dt="2023-09-25T01:58:04.034" v="5160"/>
          <ac:spMkLst>
            <pc:docMk/>
            <pc:sldMk cId="3160544929" sldId="543"/>
            <ac:spMk id="5" creationId="{E181155D-026E-0D36-5C2D-87FAF4797F25}"/>
          </ac:spMkLst>
        </pc:spChg>
      </pc:sldChg>
      <pc:sldChg chg="delSp add del">
        <pc:chgData name="Loc Huynh" userId="80c0383e323bd6ea" providerId="LiveId" clId="{45D23C15-8B6E-3442-9B58-7B186F27CDA3}" dt="2023-09-25T03:30:54.009" v="6118" actId="2696"/>
        <pc:sldMkLst>
          <pc:docMk/>
          <pc:sldMk cId="754350052" sldId="544"/>
        </pc:sldMkLst>
        <pc:grpChg chg="del">
          <ac:chgData name="Loc Huynh" userId="80c0383e323bd6ea" providerId="LiveId" clId="{45D23C15-8B6E-3442-9B58-7B186F27CDA3}" dt="2023-09-25T03:30:48.473" v="6116" actId="21"/>
          <ac:grpSpMkLst>
            <pc:docMk/>
            <pc:sldMk cId="754350052" sldId="544"/>
            <ac:grpSpMk id="6" creationId="{6F932F85-3C33-F2E5-CE9C-DD1E4C0A30C9}"/>
          </ac:grpSpMkLst>
        </pc:grpChg>
      </pc:sldChg>
      <pc:sldChg chg="addSp delSp modSp add mod modAnim">
        <pc:chgData name="Loc Huynh" userId="80c0383e323bd6ea" providerId="LiveId" clId="{45D23C15-8B6E-3442-9B58-7B186F27CDA3}" dt="2023-09-25T06:12:49.389" v="8206" actId="13244"/>
        <pc:sldMkLst>
          <pc:docMk/>
          <pc:sldMk cId="908152491" sldId="545"/>
        </pc:sldMkLst>
        <pc:spChg chg="mod">
          <ac:chgData name="Loc Huynh" userId="80c0383e323bd6ea" providerId="LiveId" clId="{45D23C15-8B6E-3442-9B58-7B186F27CDA3}" dt="2023-09-25T03:57:36.379" v="6571" actId="207"/>
          <ac:spMkLst>
            <pc:docMk/>
            <pc:sldMk cId="908152491" sldId="545"/>
            <ac:spMk id="2" creationId="{636479E2-C0D6-904F-B5C5-2271728A96C3}"/>
          </ac:spMkLst>
        </pc:spChg>
        <pc:spChg chg="mod">
          <ac:chgData name="Loc Huynh" userId="80c0383e323bd6ea" providerId="LiveId" clId="{45D23C15-8B6E-3442-9B58-7B186F27CDA3}" dt="2023-09-25T04:08:28.940" v="6884" actId="6549"/>
          <ac:spMkLst>
            <pc:docMk/>
            <pc:sldMk cId="908152491" sldId="545"/>
            <ac:spMk id="3" creationId="{C0C21A69-FB3A-5848-81E0-17A1514E605F}"/>
          </ac:spMkLst>
        </pc:spChg>
        <pc:spChg chg="mod">
          <ac:chgData name="Loc Huynh" userId="80c0383e323bd6ea" providerId="LiveId" clId="{45D23C15-8B6E-3442-9B58-7B186F27CDA3}" dt="2023-09-25T03:57:36.379" v="6571" actId="207"/>
          <ac:spMkLst>
            <pc:docMk/>
            <pc:sldMk cId="908152491" sldId="545"/>
            <ac:spMk id="4" creationId="{961813DB-F3F2-A844-9A22-9324D7622836}"/>
          </ac:spMkLst>
        </pc:spChg>
        <pc:spChg chg="mod modVis">
          <ac:chgData name="Loc Huynh" userId="80c0383e323bd6ea" providerId="LiveId" clId="{45D23C15-8B6E-3442-9B58-7B186F27CDA3}" dt="2023-09-25T06:12:00.516" v="8188" actId="14429"/>
          <ac:spMkLst>
            <pc:docMk/>
            <pc:sldMk cId="908152491" sldId="545"/>
            <ac:spMk id="5" creationId="{4436D314-94F5-493F-F0FA-81B15FB9E193}"/>
          </ac:spMkLst>
        </pc:spChg>
        <pc:spChg chg="mod">
          <ac:chgData name="Loc Huynh" userId="80c0383e323bd6ea" providerId="LiveId" clId="{45D23C15-8B6E-3442-9B58-7B186F27CDA3}" dt="2023-09-25T03:37:35.584" v="6258" actId="1076"/>
          <ac:spMkLst>
            <pc:docMk/>
            <pc:sldMk cId="908152491" sldId="545"/>
            <ac:spMk id="7" creationId="{F96611A1-B0C4-575A-8D33-80840768B699}"/>
          </ac:spMkLst>
        </pc:spChg>
        <pc:spChg chg="mod">
          <ac:chgData name="Loc Huynh" userId="80c0383e323bd6ea" providerId="LiveId" clId="{45D23C15-8B6E-3442-9B58-7B186F27CDA3}" dt="2023-09-25T03:37:35.584" v="6258" actId="1076"/>
          <ac:spMkLst>
            <pc:docMk/>
            <pc:sldMk cId="908152491" sldId="545"/>
            <ac:spMk id="12" creationId="{CE6BD247-6471-4642-8985-1C4A96F72A49}"/>
          </ac:spMkLst>
        </pc:spChg>
        <pc:spChg chg="mod">
          <ac:chgData name="Loc Huynh" userId="80c0383e323bd6ea" providerId="LiveId" clId="{45D23C15-8B6E-3442-9B58-7B186F27CDA3}" dt="2023-09-25T03:37:35.584" v="6258" actId="1076"/>
          <ac:spMkLst>
            <pc:docMk/>
            <pc:sldMk cId="908152491" sldId="545"/>
            <ac:spMk id="13" creationId="{E3496CF8-53B1-FE0F-FA2B-EDC37A8D4B71}"/>
          </ac:spMkLst>
        </pc:spChg>
        <pc:spChg chg="mod">
          <ac:chgData name="Loc Huynh" userId="80c0383e323bd6ea" providerId="LiveId" clId="{45D23C15-8B6E-3442-9B58-7B186F27CDA3}" dt="2023-09-25T03:37:35.584" v="6258" actId="1076"/>
          <ac:spMkLst>
            <pc:docMk/>
            <pc:sldMk cId="908152491" sldId="545"/>
            <ac:spMk id="14" creationId="{174E36F8-0AE5-091F-77B6-AC7CC6104ED4}"/>
          </ac:spMkLst>
        </pc:spChg>
        <pc:spChg chg="mod">
          <ac:chgData name="Loc Huynh" userId="80c0383e323bd6ea" providerId="LiveId" clId="{45D23C15-8B6E-3442-9B58-7B186F27CDA3}" dt="2023-09-25T03:37:35.584" v="6258" actId="1076"/>
          <ac:spMkLst>
            <pc:docMk/>
            <pc:sldMk cId="908152491" sldId="545"/>
            <ac:spMk id="15" creationId="{63904DE3-F817-C3F4-F936-43D0850D968F}"/>
          </ac:spMkLst>
        </pc:spChg>
        <pc:spChg chg="mod">
          <ac:chgData name="Loc Huynh" userId="80c0383e323bd6ea" providerId="LiveId" clId="{45D23C15-8B6E-3442-9B58-7B186F27CDA3}" dt="2023-09-25T03:37:35.584" v="6258" actId="1076"/>
          <ac:spMkLst>
            <pc:docMk/>
            <pc:sldMk cId="908152491" sldId="545"/>
            <ac:spMk id="16" creationId="{F283EF7E-280B-8EF0-0209-893E24A6C7B6}"/>
          </ac:spMkLst>
        </pc:spChg>
        <pc:spChg chg="mod">
          <ac:chgData name="Loc Huynh" userId="80c0383e323bd6ea" providerId="LiveId" clId="{45D23C15-8B6E-3442-9B58-7B186F27CDA3}" dt="2023-09-25T03:37:35.584" v="6258" actId="1076"/>
          <ac:spMkLst>
            <pc:docMk/>
            <pc:sldMk cId="908152491" sldId="545"/>
            <ac:spMk id="17" creationId="{D79B65CD-4097-6110-153A-F15C57A31372}"/>
          </ac:spMkLst>
        </pc:spChg>
        <pc:spChg chg="add mod ord modVis">
          <ac:chgData name="Loc Huynh" userId="80c0383e323bd6ea" providerId="LiveId" clId="{45D23C15-8B6E-3442-9B58-7B186F27CDA3}" dt="2023-09-25T06:12:46.703" v="8205" actId="13244"/>
          <ac:spMkLst>
            <pc:docMk/>
            <pc:sldMk cId="908152491" sldId="545"/>
            <ac:spMk id="18" creationId="{9368C849-6ED1-1BD2-CAE3-E1A2F3E4EC12}"/>
          </ac:spMkLst>
        </pc:spChg>
        <pc:spChg chg="mod topLvl">
          <ac:chgData name="Loc Huynh" userId="80c0383e323bd6ea" providerId="LiveId" clId="{45D23C15-8B6E-3442-9B58-7B186F27CDA3}" dt="2023-09-25T06:12:24.732" v="8201" actId="165"/>
          <ac:spMkLst>
            <pc:docMk/>
            <pc:sldMk cId="908152491" sldId="545"/>
            <ac:spMk id="40" creationId="{A8A83BD0-A38B-F86D-28E3-237896BBE302}"/>
          </ac:spMkLst>
        </pc:spChg>
        <pc:spChg chg="mod topLvl">
          <ac:chgData name="Loc Huynh" userId="80c0383e323bd6ea" providerId="LiveId" clId="{45D23C15-8B6E-3442-9B58-7B186F27CDA3}" dt="2023-09-25T06:12:24.732" v="8201" actId="165"/>
          <ac:spMkLst>
            <pc:docMk/>
            <pc:sldMk cId="908152491" sldId="545"/>
            <ac:spMk id="43" creationId="{E98DCEBE-6858-759F-1DC2-5F05023E7A8F}"/>
          </ac:spMkLst>
        </pc:spChg>
        <pc:spChg chg="mod topLvl">
          <ac:chgData name="Loc Huynh" userId="80c0383e323bd6ea" providerId="LiveId" clId="{45D23C15-8B6E-3442-9B58-7B186F27CDA3}" dt="2023-09-25T06:12:24.732" v="8201" actId="165"/>
          <ac:spMkLst>
            <pc:docMk/>
            <pc:sldMk cId="908152491" sldId="545"/>
            <ac:spMk id="44" creationId="{AC3F0CD8-FD9C-AAEE-4566-CF99863165DF}"/>
          </ac:spMkLst>
        </pc:spChg>
        <pc:spChg chg="mod topLvl">
          <ac:chgData name="Loc Huynh" userId="80c0383e323bd6ea" providerId="LiveId" clId="{45D23C15-8B6E-3442-9B58-7B186F27CDA3}" dt="2023-09-25T06:12:24.732" v="8201" actId="165"/>
          <ac:spMkLst>
            <pc:docMk/>
            <pc:sldMk cId="908152491" sldId="545"/>
            <ac:spMk id="45" creationId="{EF79C2AC-11A7-95FF-5AAD-CE2BAA883035}"/>
          </ac:spMkLst>
        </pc:spChg>
        <pc:spChg chg="mod topLvl">
          <ac:chgData name="Loc Huynh" userId="80c0383e323bd6ea" providerId="LiveId" clId="{45D23C15-8B6E-3442-9B58-7B186F27CDA3}" dt="2023-09-25T06:12:24.732" v="8201" actId="165"/>
          <ac:spMkLst>
            <pc:docMk/>
            <pc:sldMk cId="908152491" sldId="545"/>
            <ac:spMk id="46" creationId="{E8811DCB-5ECD-FC2C-5F69-3C7B3ADD30F6}"/>
          </ac:spMkLst>
        </pc:spChg>
        <pc:spChg chg="mod topLvl">
          <ac:chgData name="Loc Huynh" userId="80c0383e323bd6ea" providerId="LiveId" clId="{45D23C15-8B6E-3442-9B58-7B186F27CDA3}" dt="2023-09-25T06:12:24.732" v="8201" actId="165"/>
          <ac:spMkLst>
            <pc:docMk/>
            <pc:sldMk cId="908152491" sldId="545"/>
            <ac:spMk id="47" creationId="{60B30535-BE0A-4BA3-7905-45D0B2C66E7D}"/>
          </ac:spMkLst>
        </pc:spChg>
        <pc:spChg chg="mod topLvl">
          <ac:chgData name="Loc Huynh" userId="80c0383e323bd6ea" providerId="LiveId" clId="{45D23C15-8B6E-3442-9B58-7B186F27CDA3}" dt="2023-09-25T06:12:24.732" v="8201" actId="165"/>
          <ac:spMkLst>
            <pc:docMk/>
            <pc:sldMk cId="908152491" sldId="545"/>
            <ac:spMk id="48" creationId="{C3660EE9-FC63-FD5F-587E-B0E24F9E468A}"/>
          </ac:spMkLst>
        </pc:spChg>
        <pc:spChg chg="mod topLvl">
          <ac:chgData name="Loc Huynh" userId="80c0383e323bd6ea" providerId="LiveId" clId="{45D23C15-8B6E-3442-9B58-7B186F27CDA3}" dt="2023-09-25T06:11:08.727" v="8176" actId="165"/>
          <ac:spMkLst>
            <pc:docMk/>
            <pc:sldMk cId="908152491" sldId="545"/>
            <ac:spMk id="54" creationId="{0BAA66ED-038A-D538-2DA6-0FB02B006D53}"/>
          </ac:spMkLst>
        </pc:spChg>
        <pc:spChg chg="mod ord topLvl modVis">
          <ac:chgData name="Loc Huynh" userId="80c0383e323bd6ea" providerId="LiveId" clId="{45D23C15-8B6E-3442-9B58-7B186F27CDA3}" dt="2023-09-25T06:11:01.925" v="8175" actId="13244"/>
          <ac:spMkLst>
            <pc:docMk/>
            <pc:sldMk cId="908152491" sldId="545"/>
            <ac:spMk id="57" creationId="{9A466748-8DCB-D114-8814-8D4D0EDE72A1}"/>
          </ac:spMkLst>
        </pc:spChg>
        <pc:spChg chg="mod topLvl">
          <ac:chgData name="Loc Huynh" userId="80c0383e323bd6ea" providerId="LiveId" clId="{45D23C15-8B6E-3442-9B58-7B186F27CDA3}" dt="2023-09-25T06:11:08.727" v="8176" actId="165"/>
          <ac:spMkLst>
            <pc:docMk/>
            <pc:sldMk cId="908152491" sldId="545"/>
            <ac:spMk id="58" creationId="{B7DAB895-6829-F95D-6A88-1D00950C5063}"/>
          </ac:spMkLst>
        </pc:spChg>
        <pc:spChg chg="mod topLvl">
          <ac:chgData name="Loc Huynh" userId="80c0383e323bd6ea" providerId="LiveId" clId="{45D23C15-8B6E-3442-9B58-7B186F27CDA3}" dt="2023-09-25T06:11:08.727" v="8176" actId="165"/>
          <ac:spMkLst>
            <pc:docMk/>
            <pc:sldMk cId="908152491" sldId="545"/>
            <ac:spMk id="59" creationId="{A1834364-94B3-A7BA-6D67-1739FB598CCD}"/>
          </ac:spMkLst>
        </pc:spChg>
        <pc:spChg chg="mod topLvl">
          <ac:chgData name="Loc Huynh" userId="80c0383e323bd6ea" providerId="LiveId" clId="{45D23C15-8B6E-3442-9B58-7B186F27CDA3}" dt="2023-09-25T06:11:08.727" v="8176" actId="165"/>
          <ac:spMkLst>
            <pc:docMk/>
            <pc:sldMk cId="908152491" sldId="545"/>
            <ac:spMk id="60" creationId="{A18AAB9F-AD03-807B-E65B-45550168437A}"/>
          </ac:spMkLst>
        </pc:spChg>
        <pc:spChg chg="mod topLvl">
          <ac:chgData name="Loc Huynh" userId="80c0383e323bd6ea" providerId="LiveId" clId="{45D23C15-8B6E-3442-9B58-7B186F27CDA3}" dt="2023-09-25T06:11:08.727" v="8176" actId="165"/>
          <ac:spMkLst>
            <pc:docMk/>
            <pc:sldMk cId="908152491" sldId="545"/>
            <ac:spMk id="61" creationId="{2280D635-4A9D-A6AB-21AD-2AAF173FF313}"/>
          </ac:spMkLst>
        </pc:spChg>
        <pc:spChg chg="mod topLvl">
          <ac:chgData name="Loc Huynh" userId="80c0383e323bd6ea" providerId="LiveId" clId="{45D23C15-8B6E-3442-9B58-7B186F27CDA3}" dt="2023-09-25T06:11:08.727" v="8176" actId="165"/>
          <ac:spMkLst>
            <pc:docMk/>
            <pc:sldMk cId="908152491" sldId="545"/>
            <ac:spMk id="62" creationId="{A985E010-BFE3-3ADA-2D39-2ADEFC74A24C}"/>
          </ac:spMkLst>
        </pc:spChg>
        <pc:spChg chg="add mod ord modVis">
          <ac:chgData name="Loc Huynh" userId="80c0383e323bd6ea" providerId="LiveId" clId="{45D23C15-8B6E-3442-9B58-7B186F27CDA3}" dt="2023-09-25T06:12:49.389" v="8206" actId="13244"/>
          <ac:spMkLst>
            <pc:docMk/>
            <pc:sldMk cId="908152491" sldId="545"/>
            <ac:spMk id="78" creationId="{48418ACA-6A25-D4B3-0DEB-488EB906E448}"/>
          </ac:spMkLst>
        </pc:spChg>
        <pc:spChg chg="add mod ord modVis">
          <ac:chgData name="Loc Huynh" userId="80c0383e323bd6ea" providerId="LiveId" clId="{45D23C15-8B6E-3442-9B58-7B186F27CDA3}" dt="2023-09-25T06:12:17.783" v="8200" actId="13244"/>
          <ac:spMkLst>
            <pc:docMk/>
            <pc:sldMk cId="908152491" sldId="545"/>
            <ac:spMk id="80" creationId="{93FFA85F-502A-5C8D-7A56-0BEF8A8FB420}"/>
          </ac:spMkLst>
        </pc:spChg>
        <pc:spChg chg="add del mod">
          <ac:chgData name="Loc Huynh" userId="80c0383e323bd6ea" providerId="LiveId" clId="{45D23C15-8B6E-3442-9B58-7B186F27CDA3}" dt="2023-09-25T03:53:39.907" v="6528" actId="478"/>
          <ac:spMkLst>
            <pc:docMk/>
            <pc:sldMk cId="908152491" sldId="545"/>
            <ac:spMk id="81" creationId="{7BCD9179-F5A3-B868-9688-E0E543D05728}"/>
          </ac:spMkLst>
        </pc:spChg>
        <pc:spChg chg="add mod ord modVis">
          <ac:chgData name="Loc Huynh" userId="80c0383e323bd6ea" providerId="LiveId" clId="{45D23C15-8B6E-3442-9B58-7B186F27CDA3}" dt="2023-09-25T06:12:15.847" v="8199" actId="13244"/>
          <ac:spMkLst>
            <pc:docMk/>
            <pc:sldMk cId="908152491" sldId="545"/>
            <ac:spMk id="82" creationId="{5A9F1B17-17F3-6299-669E-7FFFD07FFFBA}"/>
          </ac:spMkLst>
        </pc:spChg>
        <pc:spChg chg="add mod topLvl">
          <ac:chgData name="Loc Huynh" userId="80c0383e323bd6ea" providerId="LiveId" clId="{45D23C15-8B6E-3442-9B58-7B186F27CDA3}" dt="2023-09-25T06:11:08.727" v="8176" actId="165"/>
          <ac:spMkLst>
            <pc:docMk/>
            <pc:sldMk cId="908152491" sldId="545"/>
            <ac:spMk id="83" creationId="{7FB856E2-F826-D134-7080-F3045164C46B}"/>
          </ac:spMkLst>
        </pc:spChg>
        <pc:spChg chg="add mod modVis">
          <ac:chgData name="Loc Huynh" userId="80c0383e323bd6ea" providerId="LiveId" clId="{45D23C15-8B6E-3442-9B58-7B186F27CDA3}" dt="2023-09-25T06:10:49.371" v="8170" actId="14429"/>
          <ac:spMkLst>
            <pc:docMk/>
            <pc:sldMk cId="908152491" sldId="545"/>
            <ac:spMk id="86" creationId="{C4A11162-3B26-0F31-C729-2F8D1F1F6157}"/>
          </ac:spMkLst>
        </pc:spChg>
        <pc:grpChg chg="add mod">
          <ac:chgData name="Loc Huynh" userId="80c0383e323bd6ea" providerId="LiveId" clId="{45D23C15-8B6E-3442-9B58-7B186F27CDA3}" dt="2023-09-25T03:37:35.584" v="6258" actId="1076"/>
          <ac:grpSpMkLst>
            <pc:docMk/>
            <pc:sldMk cId="908152491" sldId="545"/>
            <ac:grpSpMk id="6" creationId="{A91C4415-076F-9840-8664-626223918952}"/>
          </ac:grpSpMkLst>
        </pc:grpChg>
        <pc:grpChg chg="add del mod">
          <ac:chgData name="Loc Huynh" userId="80c0383e323bd6ea" providerId="LiveId" clId="{45D23C15-8B6E-3442-9B58-7B186F27CDA3}" dt="2023-09-25T03:37:36.872" v="6259" actId="21"/>
          <ac:grpSpMkLst>
            <pc:docMk/>
            <pc:sldMk cId="908152491" sldId="545"/>
            <ac:grpSpMk id="34" creationId="{B012CC97-E682-B9B2-043E-02E0C7AB3CAF}"/>
          </ac:grpSpMkLst>
        </pc:grpChg>
        <pc:grpChg chg="add del mod modVis">
          <ac:chgData name="Loc Huynh" userId="80c0383e323bd6ea" providerId="LiveId" clId="{45D23C15-8B6E-3442-9B58-7B186F27CDA3}" dt="2023-09-25T03:48:08.152" v="6443" actId="165"/>
          <ac:grpSpMkLst>
            <pc:docMk/>
            <pc:sldMk cId="908152491" sldId="545"/>
            <ac:grpSpMk id="35" creationId="{C8DAEA11-7EB2-59A9-0BF9-C2572C498B65}"/>
          </ac:grpSpMkLst>
        </pc:grpChg>
        <pc:grpChg chg="del mod topLvl modVis">
          <ac:chgData name="Loc Huynh" userId="80c0383e323bd6ea" providerId="LiveId" clId="{45D23C15-8B6E-3442-9B58-7B186F27CDA3}" dt="2023-09-25T03:48:55.089" v="6452" actId="165"/>
          <ac:grpSpMkLst>
            <pc:docMk/>
            <pc:sldMk cId="908152491" sldId="545"/>
            <ac:grpSpMk id="36" creationId="{0A931376-14EF-209E-CB1B-918CDAE402F2}"/>
          </ac:grpSpMkLst>
        </pc:grpChg>
        <pc:grpChg chg="add del mod">
          <ac:chgData name="Loc Huynh" userId="80c0383e323bd6ea" providerId="LiveId" clId="{45D23C15-8B6E-3442-9B58-7B186F27CDA3}" dt="2023-09-25T03:47:33.794" v="6430" actId="165"/>
          <ac:grpSpMkLst>
            <pc:docMk/>
            <pc:sldMk cId="908152491" sldId="545"/>
            <ac:grpSpMk id="49" creationId="{CE7EF4DC-8F2D-9EBF-718E-11A936EF9081}"/>
          </ac:grpSpMkLst>
        </pc:grpChg>
        <pc:grpChg chg="del mod topLvl modVis">
          <ac:chgData name="Loc Huynh" userId="80c0383e323bd6ea" providerId="LiveId" clId="{45D23C15-8B6E-3442-9B58-7B186F27CDA3}" dt="2023-09-25T03:47:45.145" v="6433" actId="165"/>
          <ac:grpSpMkLst>
            <pc:docMk/>
            <pc:sldMk cId="908152491" sldId="545"/>
            <ac:grpSpMk id="50" creationId="{8AEBCB92-6B4E-215F-B551-249BB739CF59}"/>
          </ac:grpSpMkLst>
        </pc:grpChg>
        <pc:grpChg chg="add del mod modVis">
          <ac:chgData name="Loc Huynh" userId="80c0383e323bd6ea" providerId="LiveId" clId="{45D23C15-8B6E-3442-9B58-7B186F27CDA3}" dt="2023-09-25T03:50:12.088" v="6474" actId="165"/>
          <ac:grpSpMkLst>
            <pc:docMk/>
            <pc:sldMk cId="908152491" sldId="545"/>
            <ac:grpSpMk id="74" creationId="{E7D84DBC-E495-1AF4-56A5-106F22C0F415}"/>
          </ac:grpSpMkLst>
        </pc:grpChg>
        <pc:grpChg chg="add del mod modVis">
          <ac:chgData name="Loc Huynh" userId="80c0383e323bd6ea" providerId="LiveId" clId="{45D23C15-8B6E-3442-9B58-7B186F27CDA3}" dt="2023-09-25T03:48:31.792" v="6449" actId="165"/>
          <ac:grpSpMkLst>
            <pc:docMk/>
            <pc:sldMk cId="908152491" sldId="545"/>
            <ac:grpSpMk id="75" creationId="{97C77CCE-9748-FA06-0515-BBF2216EBA16}"/>
          </ac:grpSpMkLst>
        </pc:grpChg>
        <pc:grpChg chg="add del">
          <ac:chgData name="Loc Huynh" userId="80c0383e323bd6ea" providerId="LiveId" clId="{45D23C15-8B6E-3442-9B58-7B186F27CDA3}" dt="2023-09-25T03:48:46.708" v="6451" actId="165"/>
          <ac:grpSpMkLst>
            <pc:docMk/>
            <pc:sldMk cId="908152491" sldId="545"/>
            <ac:grpSpMk id="76" creationId="{C3B6F46B-957A-C200-923E-801D13941E80}"/>
          </ac:grpSpMkLst>
        </pc:grpChg>
        <pc:grpChg chg="add del mod">
          <ac:chgData name="Loc Huynh" userId="80c0383e323bd6ea" providerId="LiveId" clId="{45D23C15-8B6E-3442-9B58-7B186F27CDA3}" dt="2023-09-25T03:55:19.025" v="6547" actId="165"/>
          <ac:grpSpMkLst>
            <pc:docMk/>
            <pc:sldMk cId="908152491" sldId="545"/>
            <ac:grpSpMk id="77" creationId="{43294094-D2E6-68BB-3F22-BA0875C1E6EF}"/>
          </ac:grpSpMkLst>
        </pc:grpChg>
        <pc:grpChg chg="add del mod">
          <ac:chgData name="Loc Huynh" userId="80c0383e323bd6ea" providerId="LiveId" clId="{45D23C15-8B6E-3442-9B58-7B186F27CDA3}" dt="2023-09-25T03:55:31.050" v="6549" actId="165"/>
          <ac:grpSpMkLst>
            <pc:docMk/>
            <pc:sldMk cId="908152491" sldId="545"/>
            <ac:grpSpMk id="79" creationId="{23B46893-10A2-2B00-2AAD-ABBDAB78826B}"/>
          </ac:grpSpMkLst>
        </pc:grpChg>
        <pc:grpChg chg="add del mod modVis">
          <ac:chgData name="Loc Huynh" userId="80c0383e323bd6ea" providerId="LiveId" clId="{45D23C15-8B6E-3442-9B58-7B186F27CDA3}" dt="2023-09-25T06:12:24.732" v="8201" actId="165"/>
          <ac:grpSpMkLst>
            <pc:docMk/>
            <pc:sldMk cId="908152491" sldId="545"/>
            <ac:grpSpMk id="84" creationId="{EDCBC8B2-A06F-937E-0EA4-DCCE2CA810F1}"/>
          </ac:grpSpMkLst>
        </pc:grpChg>
        <pc:grpChg chg="add del mod modVis">
          <ac:chgData name="Loc Huynh" userId="80c0383e323bd6ea" providerId="LiveId" clId="{45D23C15-8B6E-3442-9B58-7B186F27CDA3}" dt="2023-09-25T06:11:08.727" v="8176" actId="165"/>
          <ac:grpSpMkLst>
            <pc:docMk/>
            <pc:sldMk cId="908152491" sldId="545"/>
            <ac:grpSpMk id="85" creationId="{CB3239C4-540E-545E-AA94-17ECE276DE5B}"/>
          </ac:grpSpMkLst>
        </pc:grpChg>
        <pc:grpChg chg="add">
          <ac:chgData name="Loc Huynh" userId="80c0383e323bd6ea" providerId="LiveId" clId="{45D23C15-8B6E-3442-9B58-7B186F27CDA3}" dt="2023-09-25T06:11:16.239" v="8177" actId="164"/>
          <ac:grpSpMkLst>
            <pc:docMk/>
            <pc:sldMk cId="908152491" sldId="545"/>
            <ac:grpSpMk id="92" creationId="{89A00C75-94AF-E32F-0E27-696666D3D535}"/>
          </ac:grpSpMkLst>
        </pc:grpChg>
        <pc:grpChg chg="add">
          <ac:chgData name="Loc Huynh" userId="80c0383e323bd6ea" providerId="LiveId" clId="{45D23C15-8B6E-3442-9B58-7B186F27CDA3}" dt="2023-09-25T06:12:32.561" v="8202" actId="164"/>
          <ac:grpSpMkLst>
            <pc:docMk/>
            <pc:sldMk cId="908152491" sldId="545"/>
            <ac:grpSpMk id="93" creationId="{10180EB9-DEDA-0C26-79E4-9FCD53F9F3A7}"/>
          </ac:grpSpMkLst>
        </pc:grpChg>
        <pc:picChg chg="mod">
          <ac:chgData name="Loc Huynh" userId="80c0383e323bd6ea" providerId="LiveId" clId="{45D23C15-8B6E-3442-9B58-7B186F27CDA3}" dt="2023-09-25T03:37:35.584" v="6258" actId="1076"/>
          <ac:picMkLst>
            <pc:docMk/>
            <pc:sldMk cId="908152491" sldId="545"/>
            <ac:picMk id="10" creationId="{17EC96B6-1147-97D9-5FE6-455C1820607B}"/>
          </ac:picMkLst>
        </pc:picChg>
        <pc:picChg chg="add del mod topLvl">
          <ac:chgData name="Loc Huynh" userId="80c0383e323bd6ea" providerId="LiveId" clId="{45D23C15-8B6E-3442-9B58-7B186F27CDA3}" dt="2023-09-25T03:54:21.329" v="6535" actId="478"/>
          <ac:picMkLst>
            <pc:docMk/>
            <pc:sldMk cId="908152491" sldId="545"/>
            <ac:picMk id="41" creationId="{8968BCB6-BF3E-848F-9249-A9F5D84E3609}"/>
          </ac:picMkLst>
        </pc:picChg>
        <pc:picChg chg="del mod topLvl">
          <ac:chgData name="Loc Huynh" userId="80c0383e323bd6ea" providerId="LiveId" clId="{45D23C15-8B6E-3442-9B58-7B186F27CDA3}" dt="2023-09-25T03:54:48.921" v="6540" actId="478"/>
          <ac:picMkLst>
            <pc:docMk/>
            <pc:sldMk cId="908152491" sldId="545"/>
            <ac:picMk id="55" creationId="{FCC211DF-F9B3-EE2B-2E2E-AE170D14C3AB}"/>
          </ac:picMkLst>
        </pc:picChg>
        <pc:cxnChg chg="del mod">
          <ac:chgData name="Loc Huynh" userId="80c0383e323bd6ea" providerId="LiveId" clId="{45D23C15-8B6E-3442-9B58-7B186F27CDA3}" dt="2023-09-25T03:32:21.850" v="6177" actId="478"/>
          <ac:cxnSpMkLst>
            <pc:docMk/>
            <pc:sldMk cId="908152491" sldId="545"/>
            <ac:cxnSpMk id="8" creationId="{B997D253-D345-AB24-AE86-6356C0063837}"/>
          </ac:cxnSpMkLst>
        </pc:cxnChg>
        <pc:cxnChg chg="del mod">
          <ac:chgData name="Loc Huynh" userId="80c0383e323bd6ea" providerId="LiveId" clId="{45D23C15-8B6E-3442-9B58-7B186F27CDA3}" dt="2023-09-25T03:32:25.620" v="6178" actId="478"/>
          <ac:cxnSpMkLst>
            <pc:docMk/>
            <pc:sldMk cId="908152491" sldId="545"/>
            <ac:cxnSpMk id="9" creationId="{5036B10E-74C9-CEA5-5508-F361A9DE72AA}"/>
          </ac:cxnSpMkLst>
        </pc:cxnChg>
        <pc:cxnChg chg="mod">
          <ac:chgData name="Loc Huynh" userId="80c0383e323bd6ea" providerId="LiveId" clId="{45D23C15-8B6E-3442-9B58-7B186F27CDA3}" dt="2023-09-25T03:37:35.584" v="6258" actId="1076"/>
          <ac:cxnSpMkLst>
            <pc:docMk/>
            <pc:sldMk cId="908152491" sldId="545"/>
            <ac:cxnSpMk id="11" creationId="{AC7F7E03-0309-1BE1-8CCB-C6E1D59741C0}"/>
          </ac:cxnSpMkLst>
        </pc:cxnChg>
        <pc:cxnChg chg="add mod">
          <ac:chgData name="Loc Huynh" userId="80c0383e323bd6ea" providerId="LiveId" clId="{45D23C15-8B6E-3442-9B58-7B186F27CDA3}" dt="2023-09-25T03:37:35.584" v="6258" actId="1076"/>
          <ac:cxnSpMkLst>
            <pc:docMk/>
            <pc:sldMk cId="908152491" sldId="545"/>
            <ac:cxnSpMk id="20" creationId="{76E02ED1-7FD3-6FA0-2493-E2BFF3E99309}"/>
          </ac:cxnSpMkLst>
        </pc:cxnChg>
        <pc:cxnChg chg="add del mod">
          <ac:chgData name="Loc Huynh" userId="80c0383e323bd6ea" providerId="LiveId" clId="{45D23C15-8B6E-3442-9B58-7B186F27CDA3}" dt="2023-09-25T03:33:37.567" v="6194" actId="478"/>
          <ac:cxnSpMkLst>
            <pc:docMk/>
            <pc:sldMk cId="908152491" sldId="545"/>
            <ac:cxnSpMk id="22" creationId="{21EA821F-AC35-F607-E2D7-CC59E3609045}"/>
          </ac:cxnSpMkLst>
        </pc:cxnChg>
        <pc:cxnChg chg="add mod">
          <ac:chgData name="Loc Huynh" userId="80c0383e323bd6ea" providerId="LiveId" clId="{45D23C15-8B6E-3442-9B58-7B186F27CDA3}" dt="2023-09-25T03:37:35.584" v="6258" actId="1076"/>
          <ac:cxnSpMkLst>
            <pc:docMk/>
            <pc:sldMk cId="908152491" sldId="545"/>
            <ac:cxnSpMk id="24" creationId="{E6539737-9EF8-89B5-6865-42EF5FE305ED}"/>
          </ac:cxnSpMkLst>
        </pc:cxnChg>
        <pc:cxnChg chg="add mod">
          <ac:chgData name="Loc Huynh" userId="80c0383e323bd6ea" providerId="LiveId" clId="{45D23C15-8B6E-3442-9B58-7B186F27CDA3}" dt="2023-09-25T03:37:35.584" v="6258" actId="1076"/>
          <ac:cxnSpMkLst>
            <pc:docMk/>
            <pc:sldMk cId="908152491" sldId="545"/>
            <ac:cxnSpMk id="30" creationId="{A35AF8A7-1CAE-E095-8643-E4DFCB3D9EEA}"/>
          </ac:cxnSpMkLst>
        </pc:cxnChg>
        <pc:cxnChg chg="mod topLvl">
          <ac:chgData name="Loc Huynh" userId="80c0383e323bd6ea" providerId="LiveId" clId="{45D23C15-8B6E-3442-9B58-7B186F27CDA3}" dt="2023-09-25T06:12:24.732" v="8201" actId="165"/>
          <ac:cxnSpMkLst>
            <pc:docMk/>
            <pc:sldMk cId="908152491" sldId="545"/>
            <ac:cxnSpMk id="37" creationId="{F8629120-440C-2255-4164-31A778C3879E}"/>
          </ac:cxnSpMkLst>
        </pc:cxnChg>
        <pc:cxnChg chg="mod topLvl">
          <ac:chgData name="Loc Huynh" userId="80c0383e323bd6ea" providerId="LiveId" clId="{45D23C15-8B6E-3442-9B58-7B186F27CDA3}" dt="2023-09-25T06:12:24.732" v="8201" actId="165"/>
          <ac:cxnSpMkLst>
            <pc:docMk/>
            <pc:sldMk cId="908152491" sldId="545"/>
            <ac:cxnSpMk id="38" creationId="{7603861D-7C1E-ED06-91B7-2A46DC07E111}"/>
          </ac:cxnSpMkLst>
        </pc:cxnChg>
        <pc:cxnChg chg="mod topLvl">
          <ac:chgData name="Loc Huynh" userId="80c0383e323bd6ea" providerId="LiveId" clId="{45D23C15-8B6E-3442-9B58-7B186F27CDA3}" dt="2023-09-25T06:12:24.732" v="8201" actId="165"/>
          <ac:cxnSpMkLst>
            <pc:docMk/>
            <pc:sldMk cId="908152491" sldId="545"/>
            <ac:cxnSpMk id="39" creationId="{033F3CC5-5608-A41D-6B27-B5D1AC1BC754}"/>
          </ac:cxnSpMkLst>
        </pc:cxnChg>
        <pc:cxnChg chg="mod topLvl">
          <ac:chgData name="Loc Huynh" userId="80c0383e323bd6ea" providerId="LiveId" clId="{45D23C15-8B6E-3442-9B58-7B186F27CDA3}" dt="2023-09-25T06:12:24.732" v="8201" actId="165"/>
          <ac:cxnSpMkLst>
            <pc:docMk/>
            <pc:sldMk cId="908152491" sldId="545"/>
            <ac:cxnSpMk id="42" creationId="{499B2E55-6D77-45FC-8473-204400917271}"/>
          </ac:cxnSpMkLst>
        </pc:cxnChg>
        <pc:cxnChg chg="mod topLvl">
          <ac:chgData name="Loc Huynh" userId="80c0383e323bd6ea" providerId="LiveId" clId="{45D23C15-8B6E-3442-9B58-7B186F27CDA3}" dt="2023-09-25T06:11:08.727" v="8176" actId="165"/>
          <ac:cxnSpMkLst>
            <pc:docMk/>
            <pc:sldMk cId="908152491" sldId="545"/>
            <ac:cxnSpMk id="51" creationId="{974324DB-BAAB-D519-DC1A-EEC3D55DF782}"/>
          </ac:cxnSpMkLst>
        </pc:cxnChg>
        <pc:cxnChg chg="mod topLvl">
          <ac:chgData name="Loc Huynh" userId="80c0383e323bd6ea" providerId="LiveId" clId="{45D23C15-8B6E-3442-9B58-7B186F27CDA3}" dt="2023-09-25T06:11:08.727" v="8176" actId="165"/>
          <ac:cxnSpMkLst>
            <pc:docMk/>
            <pc:sldMk cId="908152491" sldId="545"/>
            <ac:cxnSpMk id="52" creationId="{0CA55B10-7557-3180-631E-5AAD6949BB6C}"/>
          </ac:cxnSpMkLst>
        </pc:cxnChg>
        <pc:cxnChg chg="mod topLvl">
          <ac:chgData name="Loc Huynh" userId="80c0383e323bd6ea" providerId="LiveId" clId="{45D23C15-8B6E-3442-9B58-7B186F27CDA3}" dt="2023-09-25T06:11:08.727" v="8176" actId="165"/>
          <ac:cxnSpMkLst>
            <pc:docMk/>
            <pc:sldMk cId="908152491" sldId="545"/>
            <ac:cxnSpMk id="53" creationId="{2D20A5F9-F59D-64FD-519F-9035336688DF}"/>
          </ac:cxnSpMkLst>
        </pc:cxnChg>
        <pc:cxnChg chg="mod topLvl modVis">
          <ac:chgData name="Loc Huynh" userId="80c0383e323bd6ea" providerId="LiveId" clId="{45D23C15-8B6E-3442-9B58-7B186F27CDA3}" dt="2023-09-25T06:11:08.727" v="8176" actId="165"/>
          <ac:cxnSpMkLst>
            <pc:docMk/>
            <pc:sldMk cId="908152491" sldId="545"/>
            <ac:cxnSpMk id="56" creationId="{CE2E0464-1307-F0B6-6DB1-D433B0E3D6DC}"/>
          </ac:cxnSpMkLst>
        </pc:cxnChg>
      </pc:sldChg>
      <pc:sldChg chg="modSp add mod">
        <pc:chgData name="Loc Huynh" userId="80c0383e323bd6ea" providerId="LiveId" clId="{45D23C15-8B6E-3442-9B58-7B186F27CDA3}" dt="2023-09-25T04:07:53.694" v="6880" actId="20577"/>
        <pc:sldMkLst>
          <pc:docMk/>
          <pc:sldMk cId="2221110913" sldId="546"/>
        </pc:sldMkLst>
        <pc:spChg chg="mod">
          <ac:chgData name="Loc Huynh" userId="80c0383e323bd6ea" providerId="LiveId" clId="{45D23C15-8B6E-3442-9B58-7B186F27CDA3}" dt="2023-09-25T04:07:53.694" v="6880" actId="20577"/>
          <ac:spMkLst>
            <pc:docMk/>
            <pc:sldMk cId="2221110913" sldId="546"/>
            <ac:spMk id="3" creationId="{C0C21A69-FB3A-5848-81E0-17A1514E605F}"/>
          </ac:spMkLst>
        </pc:spChg>
      </pc:sldChg>
      <pc:sldChg chg="modSp add mod ord">
        <pc:chgData name="Loc Huynh" userId="80c0383e323bd6ea" providerId="LiveId" clId="{45D23C15-8B6E-3442-9B58-7B186F27CDA3}" dt="2023-09-25T07:39:47.408" v="9801" actId="20577"/>
        <pc:sldMkLst>
          <pc:docMk/>
          <pc:sldMk cId="4243974354" sldId="547"/>
        </pc:sldMkLst>
        <pc:spChg chg="mod">
          <ac:chgData name="Loc Huynh" userId="80c0383e323bd6ea" providerId="LiveId" clId="{45D23C15-8B6E-3442-9B58-7B186F27CDA3}" dt="2023-09-25T07:39:47.408" v="9801" actId="20577"/>
          <ac:spMkLst>
            <pc:docMk/>
            <pc:sldMk cId="4243974354" sldId="547"/>
            <ac:spMk id="3" creationId="{C0C21A69-FB3A-5848-81E0-17A1514E605F}"/>
          </ac:spMkLst>
        </pc:spChg>
      </pc:sldChg>
      <pc:sldChg chg="modSp add mod ord">
        <pc:chgData name="Loc Huynh" userId="80c0383e323bd6ea" providerId="LiveId" clId="{45D23C15-8B6E-3442-9B58-7B186F27CDA3}" dt="2023-09-25T04:34:55.243" v="7643" actId="123"/>
        <pc:sldMkLst>
          <pc:docMk/>
          <pc:sldMk cId="1443015628" sldId="548"/>
        </pc:sldMkLst>
        <pc:spChg chg="mod">
          <ac:chgData name="Loc Huynh" userId="80c0383e323bd6ea" providerId="LiveId" clId="{45D23C15-8B6E-3442-9B58-7B186F27CDA3}" dt="2023-09-25T04:34:55.243" v="7643" actId="123"/>
          <ac:spMkLst>
            <pc:docMk/>
            <pc:sldMk cId="1443015628" sldId="548"/>
            <ac:spMk id="3" creationId="{C0C21A69-FB3A-5848-81E0-17A1514E605F}"/>
          </ac:spMkLst>
        </pc:spChg>
      </pc:sldChg>
      <pc:sldChg chg="modSp add mod">
        <pc:chgData name="Loc Huynh" userId="80c0383e323bd6ea" providerId="LiveId" clId="{45D23C15-8B6E-3442-9B58-7B186F27CDA3}" dt="2023-09-25T04:35:55.489" v="7704" actId="20577"/>
        <pc:sldMkLst>
          <pc:docMk/>
          <pc:sldMk cId="850602967" sldId="549"/>
        </pc:sldMkLst>
        <pc:spChg chg="mod">
          <ac:chgData name="Loc Huynh" userId="80c0383e323bd6ea" providerId="LiveId" clId="{45D23C15-8B6E-3442-9B58-7B186F27CDA3}" dt="2023-09-25T04:35:55.489" v="7704" actId="20577"/>
          <ac:spMkLst>
            <pc:docMk/>
            <pc:sldMk cId="850602967" sldId="549"/>
            <ac:spMk id="3" creationId="{C0C21A69-FB3A-5848-81E0-17A1514E605F}"/>
          </ac:spMkLst>
        </pc:spChg>
      </pc:sldChg>
      <pc:sldChg chg="addSp delSp modSp add mod ord addAnim delAnim modAnim">
        <pc:chgData name="Loc Huynh" userId="80c0383e323bd6ea" providerId="LiveId" clId="{45D23C15-8B6E-3442-9B58-7B186F27CDA3}" dt="2023-09-25T10:00:19.755" v="11635"/>
        <pc:sldMkLst>
          <pc:docMk/>
          <pc:sldMk cId="367513602" sldId="550"/>
        </pc:sldMkLst>
        <pc:spChg chg="add del mod">
          <ac:chgData name="Loc Huynh" userId="80c0383e323bd6ea" providerId="LiveId" clId="{45D23C15-8B6E-3442-9B58-7B186F27CDA3}" dt="2023-09-25T10:00:05.641" v="11632" actId="478"/>
          <ac:spMkLst>
            <pc:docMk/>
            <pc:sldMk cId="367513602" sldId="550"/>
            <ac:spMk id="2" creationId="{8449C904-8229-3F4A-B5DC-9CCA09B255CD}"/>
          </ac:spMkLst>
        </pc:spChg>
        <pc:spChg chg="add del mod">
          <ac:chgData name="Loc Huynh" userId="80c0383e323bd6ea" providerId="LiveId" clId="{45D23C15-8B6E-3442-9B58-7B186F27CDA3}" dt="2023-09-25T10:00:05.641" v="11632" actId="478"/>
          <ac:spMkLst>
            <pc:docMk/>
            <pc:sldMk cId="367513602" sldId="550"/>
            <ac:spMk id="3" creationId="{E71E1CD6-B17B-BC44-9447-5B8A3062A2A5}"/>
          </ac:spMkLst>
        </pc:spChg>
        <pc:spChg chg="add del">
          <ac:chgData name="Loc Huynh" userId="80c0383e323bd6ea" providerId="LiveId" clId="{45D23C15-8B6E-3442-9B58-7B186F27CDA3}" dt="2023-09-25T10:00:05.641" v="11632" actId="478"/>
          <ac:spMkLst>
            <pc:docMk/>
            <pc:sldMk cId="367513602" sldId="550"/>
            <ac:spMk id="4" creationId="{6B5CBD79-AEDD-A247-99AA-1CA98E0A1BDD}"/>
          </ac:spMkLst>
        </pc:spChg>
        <pc:spChg chg="add del">
          <ac:chgData name="Loc Huynh" userId="80c0383e323bd6ea" providerId="LiveId" clId="{45D23C15-8B6E-3442-9B58-7B186F27CDA3}" dt="2023-09-25T10:00:05.641" v="11632" actId="478"/>
          <ac:spMkLst>
            <pc:docMk/>
            <pc:sldMk cId="367513602" sldId="550"/>
            <ac:spMk id="5" creationId="{CDE0F8E3-D708-FDE5-518E-9E63CA29D368}"/>
          </ac:spMkLst>
        </pc:spChg>
        <pc:spChg chg="add del mod">
          <ac:chgData name="Loc Huynh" userId="80c0383e323bd6ea" providerId="LiveId" clId="{45D23C15-8B6E-3442-9B58-7B186F27CDA3}" dt="2023-09-25T10:00:05.641" v="11632" actId="478"/>
          <ac:spMkLst>
            <pc:docMk/>
            <pc:sldMk cId="367513602" sldId="550"/>
            <ac:spMk id="7" creationId="{1D74AD71-046C-7D4E-89A6-3E979F5DF46A}"/>
          </ac:spMkLst>
        </pc:spChg>
        <pc:spChg chg="add del mod">
          <ac:chgData name="Loc Huynh" userId="80c0383e323bd6ea" providerId="LiveId" clId="{45D23C15-8B6E-3442-9B58-7B186F27CDA3}" dt="2023-09-25T10:00:05.641" v="11632" actId="478"/>
          <ac:spMkLst>
            <pc:docMk/>
            <pc:sldMk cId="367513602" sldId="550"/>
            <ac:spMk id="8" creationId="{B30182D2-6C45-2046-DB8B-D4FAA2990AC1}"/>
          </ac:spMkLst>
        </pc:spChg>
        <pc:spChg chg="add del mod">
          <ac:chgData name="Loc Huynh" userId="80c0383e323bd6ea" providerId="LiveId" clId="{45D23C15-8B6E-3442-9B58-7B186F27CDA3}" dt="2023-09-25T10:00:05.641" v="11632" actId="478"/>
          <ac:spMkLst>
            <pc:docMk/>
            <pc:sldMk cId="367513602" sldId="550"/>
            <ac:spMk id="9" creationId="{ABE5426C-07EF-1843-9C26-E0D6A0159646}"/>
          </ac:spMkLst>
        </pc:spChg>
        <pc:spChg chg="add del mod">
          <ac:chgData name="Loc Huynh" userId="80c0383e323bd6ea" providerId="LiveId" clId="{45D23C15-8B6E-3442-9B58-7B186F27CDA3}" dt="2023-09-25T10:00:05.641" v="11632" actId="478"/>
          <ac:spMkLst>
            <pc:docMk/>
            <pc:sldMk cId="367513602" sldId="550"/>
            <ac:spMk id="11" creationId="{26B710F4-C956-414C-3FB6-D257AC17840E}"/>
          </ac:spMkLst>
        </pc:spChg>
        <pc:spChg chg="add del mod">
          <ac:chgData name="Loc Huynh" userId="80c0383e323bd6ea" providerId="LiveId" clId="{45D23C15-8B6E-3442-9B58-7B186F27CDA3}" dt="2023-09-25T10:00:13.446" v="11634" actId="478"/>
          <ac:spMkLst>
            <pc:docMk/>
            <pc:sldMk cId="367513602" sldId="550"/>
            <ac:spMk id="12" creationId="{842EDBD0-63B3-42E4-F339-59C6F75E9079}"/>
          </ac:spMkLst>
        </pc:spChg>
        <pc:spChg chg="add del mod">
          <ac:chgData name="Loc Huynh" userId="80c0383e323bd6ea" providerId="LiveId" clId="{45D23C15-8B6E-3442-9B58-7B186F27CDA3}" dt="2023-09-25T10:00:05.641" v="11632" actId="478"/>
          <ac:spMkLst>
            <pc:docMk/>
            <pc:sldMk cId="367513602" sldId="550"/>
            <ac:spMk id="13" creationId="{C048148D-688D-DAFF-EA3E-0A4EAEFB1C59}"/>
          </ac:spMkLst>
        </pc:spChg>
      </pc:sldChg>
      <pc:sldChg chg="modSp add mod">
        <pc:chgData name="Loc Huynh" userId="80c0383e323bd6ea" providerId="LiveId" clId="{45D23C15-8B6E-3442-9B58-7B186F27CDA3}" dt="2023-09-25T07:40:29.706" v="9803"/>
        <pc:sldMkLst>
          <pc:docMk/>
          <pc:sldMk cId="8540420" sldId="551"/>
        </pc:sldMkLst>
        <pc:spChg chg="mod">
          <ac:chgData name="Loc Huynh" userId="80c0383e323bd6ea" providerId="LiveId" clId="{45D23C15-8B6E-3442-9B58-7B186F27CDA3}" dt="2023-09-25T07:40:29.706" v="9803"/>
          <ac:spMkLst>
            <pc:docMk/>
            <pc:sldMk cId="8540420" sldId="551"/>
            <ac:spMk id="2" creationId="{636479E2-C0D6-904F-B5C5-2271728A96C3}"/>
          </ac:spMkLst>
        </pc:spChg>
        <pc:spChg chg="mod">
          <ac:chgData name="Loc Huynh" userId="80c0383e323bd6ea" providerId="LiveId" clId="{45D23C15-8B6E-3442-9B58-7B186F27CDA3}" dt="2023-09-25T07:38:55.573" v="9799" actId="20577"/>
          <ac:spMkLst>
            <pc:docMk/>
            <pc:sldMk cId="8540420" sldId="551"/>
            <ac:spMk id="3" creationId="{C0C21A69-FB3A-5848-81E0-17A1514E605F}"/>
          </ac:spMkLst>
        </pc:spChg>
      </pc:sldChg>
      <pc:sldMasterChg chg="delSldLayout">
        <pc:chgData name="Loc Huynh" userId="80c0383e323bd6ea" providerId="LiveId" clId="{45D23C15-8B6E-3442-9B58-7B186F27CDA3}" dt="2023-09-25T01:57:12.389" v="5151" actId="2696"/>
        <pc:sldMasterMkLst>
          <pc:docMk/>
          <pc:sldMasterMk cId="3606943067" sldId="2147483660"/>
        </pc:sldMasterMkLst>
        <pc:sldLayoutChg chg="del">
          <pc:chgData name="Loc Huynh" userId="80c0383e323bd6ea" providerId="LiveId" clId="{45D23C15-8B6E-3442-9B58-7B186F27CDA3}" dt="2023-09-25T01:57:12.389" v="5151" actId="2696"/>
          <pc:sldLayoutMkLst>
            <pc:docMk/>
            <pc:sldMasterMk cId="3606943067" sldId="2147483660"/>
            <pc:sldLayoutMk cId="126711876" sldId="2147483668"/>
          </pc:sldLayoutMkLst>
        </pc:sldLayoutChg>
        <pc:sldLayoutChg chg="del">
          <pc:chgData name="Loc Huynh" userId="80c0383e323bd6ea" providerId="LiveId" clId="{45D23C15-8B6E-3442-9B58-7B186F27CDA3}" dt="2023-09-18T00:59:22.670" v="144" actId="2696"/>
          <pc:sldLayoutMkLst>
            <pc:docMk/>
            <pc:sldMasterMk cId="3606943067" sldId="2147483660"/>
            <pc:sldLayoutMk cId="1832653104" sldId="2147483668"/>
          </pc:sldLayoutMkLst>
        </pc:sldLayoutChg>
      </pc:sldMasterChg>
    </pc:docChg>
  </pc:docChgLst>
  <pc:docChgLst>
    <pc:chgData name="Loc Huynh" userId="80c0383e323bd6ea" providerId="LiveId" clId="{7174A1A7-6A26-42BF-9590-B9BA90E8F80B}"/>
    <pc:docChg chg="undo custSel addSld delSld modSld sldOrd">
      <pc:chgData name="Loc Huynh" userId="80c0383e323bd6ea" providerId="LiveId" clId="{7174A1A7-6A26-42BF-9590-B9BA90E8F80B}" dt="2023-09-13T10:58:09.984" v="1861" actId="14100"/>
      <pc:docMkLst>
        <pc:docMk/>
      </pc:docMkLst>
      <pc:sldChg chg="modSp mod">
        <pc:chgData name="Loc Huynh" userId="80c0383e323bd6ea" providerId="LiveId" clId="{7174A1A7-6A26-42BF-9590-B9BA90E8F80B}" dt="2023-09-13T10:56:01.630" v="1851"/>
        <pc:sldMkLst>
          <pc:docMk/>
          <pc:sldMk cId="4095758079" sldId="393"/>
        </pc:sldMkLst>
        <pc:spChg chg="mod">
          <ac:chgData name="Loc Huynh" userId="80c0383e323bd6ea" providerId="LiveId" clId="{7174A1A7-6A26-42BF-9590-B9BA90E8F80B}" dt="2023-09-13T10:56:01.630" v="1851"/>
          <ac:spMkLst>
            <pc:docMk/>
            <pc:sldMk cId="4095758079" sldId="393"/>
            <ac:spMk id="2" creationId="{00000000-0000-0000-0000-000000000000}"/>
          </ac:spMkLst>
        </pc:spChg>
      </pc:sldChg>
      <pc:sldChg chg="modSp mod">
        <pc:chgData name="Loc Huynh" userId="80c0383e323bd6ea" providerId="LiveId" clId="{7174A1A7-6A26-42BF-9590-B9BA90E8F80B}" dt="2023-09-13T09:23:29.764" v="191" actId="20577"/>
        <pc:sldMkLst>
          <pc:docMk/>
          <pc:sldMk cId="2252125456" sldId="417"/>
        </pc:sldMkLst>
        <pc:spChg chg="mod">
          <ac:chgData name="Loc Huynh" userId="80c0383e323bd6ea" providerId="LiveId" clId="{7174A1A7-6A26-42BF-9590-B9BA90E8F80B}" dt="2023-09-13T09:23:29.764" v="191" actId="20577"/>
          <ac:spMkLst>
            <pc:docMk/>
            <pc:sldMk cId="2252125456" sldId="417"/>
            <ac:spMk id="2" creationId="{DF2229FD-A740-5748-AFB0-392AC29E07F4}"/>
          </ac:spMkLst>
        </pc:spChg>
      </pc:sldChg>
      <pc:sldChg chg="modSp mod">
        <pc:chgData name="Loc Huynh" userId="80c0383e323bd6ea" providerId="LiveId" clId="{7174A1A7-6A26-42BF-9590-B9BA90E8F80B}" dt="2023-09-13T09:26:06.295" v="211" actId="14100"/>
        <pc:sldMkLst>
          <pc:docMk/>
          <pc:sldMk cId="4156242330" sldId="418"/>
        </pc:sldMkLst>
        <pc:spChg chg="mod">
          <ac:chgData name="Loc Huynh" userId="80c0383e323bd6ea" providerId="LiveId" clId="{7174A1A7-6A26-42BF-9590-B9BA90E8F80B}" dt="2023-09-13T09:23:36.311" v="192"/>
          <ac:spMkLst>
            <pc:docMk/>
            <pc:sldMk cId="4156242330" sldId="418"/>
            <ac:spMk id="2" creationId="{DF2229FD-A740-5748-AFB0-392AC29E07F4}"/>
          </ac:spMkLst>
        </pc:spChg>
        <pc:spChg chg="mod ord">
          <ac:chgData name="Loc Huynh" userId="80c0383e323bd6ea" providerId="LiveId" clId="{7174A1A7-6A26-42BF-9590-B9BA90E8F80B}" dt="2023-09-13T09:25:55.295" v="209" actId="167"/>
          <ac:spMkLst>
            <pc:docMk/>
            <pc:sldMk cId="4156242330" sldId="418"/>
            <ac:spMk id="6" creationId="{24E3A728-EF22-934F-917A-56D048C67AB6}"/>
          </ac:spMkLst>
        </pc:spChg>
        <pc:spChg chg="mod">
          <ac:chgData name="Loc Huynh" userId="80c0383e323bd6ea" providerId="LiveId" clId="{7174A1A7-6A26-42BF-9590-B9BA90E8F80B}" dt="2023-09-13T09:26:06.295" v="211" actId="14100"/>
          <ac:spMkLst>
            <pc:docMk/>
            <pc:sldMk cId="4156242330" sldId="418"/>
            <ac:spMk id="8" creationId="{9A2495CC-D633-184F-9E35-DBA6F8132AA1}"/>
          </ac:spMkLst>
        </pc:spChg>
      </pc:sldChg>
      <pc:sldChg chg="modSp del mod">
        <pc:chgData name="Loc Huynh" userId="80c0383e323bd6ea" providerId="LiveId" clId="{7174A1A7-6A26-42BF-9590-B9BA90E8F80B}" dt="2023-09-13T09:26:53.451" v="218" actId="47"/>
        <pc:sldMkLst>
          <pc:docMk/>
          <pc:sldMk cId="3461866014" sldId="419"/>
        </pc:sldMkLst>
        <pc:spChg chg="mod">
          <ac:chgData name="Loc Huynh" userId="80c0383e323bd6ea" providerId="LiveId" clId="{7174A1A7-6A26-42BF-9590-B9BA90E8F80B}" dt="2023-09-13T09:23:39.608" v="193"/>
          <ac:spMkLst>
            <pc:docMk/>
            <pc:sldMk cId="3461866014" sldId="419"/>
            <ac:spMk id="2" creationId="{DF2229FD-A740-5748-AFB0-392AC29E07F4}"/>
          </ac:spMkLst>
        </pc:spChg>
      </pc:sldChg>
      <pc:sldChg chg="modSp del mod">
        <pc:chgData name="Loc Huynh" userId="80c0383e323bd6ea" providerId="LiveId" clId="{7174A1A7-6A26-42BF-9590-B9BA90E8F80B}" dt="2023-09-13T09:28:27.467" v="231" actId="47"/>
        <pc:sldMkLst>
          <pc:docMk/>
          <pc:sldMk cId="752068417" sldId="420"/>
        </pc:sldMkLst>
        <pc:spChg chg="mod">
          <ac:chgData name="Loc Huynh" userId="80c0383e323bd6ea" providerId="LiveId" clId="{7174A1A7-6A26-42BF-9590-B9BA90E8F80B}" dt="2023-09-13T09:23:52.795" v="194"/>
          <ac:spMkLst>
            <pc:docMk/>
            <pc:sldMk cId="752068417" sldId="420"/>
            <ac:spMk id="2" creationId="{DF2229FD-A740-5748-AFB0-392AC29E07F4}"/>
          </ac:spMkLst>
        </pc:spChg>
      </pc:sldChg>
      <pc:sldChg chg="modSp del mod">
        <pc:chgData name="Loc Huynh" userId="80c0383e323bd6ea" providerId="LiveId" clId="{7174A1A7-6A26-42BF-9590-B9BA90E8F80B}" dt="2023-09-13T09:29:55.983" v="245" actId="47"/>
        <pc:sldMkLst>
          <pc:docMk/>
          <pc:sldMk cId="4002749354" sldId="421"/>
        </pc:sldMkLst>
        <pc:spChg chg="mod">
          <ac:chgData name="Loc Huynh" userId="80c0383e323bd6ea" providerId="LiveId" clId="{7174A1A7-6A26-42BF-9590-B9BA90E8F80B}" dt="2023-09-13T09:23:57.389" v="196"/>
          <ac:spMkLst>
            <pc:docMk/>
            <pc:sldMk cId="4002749354" sldId="421"/>
            <ac:spMk id="2" creationId="{DF2229FD-A740-5748-AFB0-392AC29E07F4}"/>
          </ac:spMkLst>
        </pc:spChg>
      </pc:sldChg>
      <pc:sldChg chg="modSp del mod">
        <pc:chgData name="Loc Huynh" userId="80c0383e323bd6ea" providerId="LiveId" clId="{7174A1A7-6A26-42BF-9590-B9BA90E8F80B}" dt="2023-09-13T09:30:54.186" v="260" actId="47"/>
        <pc:sldMkLst>
          <pc:docMk/>
          <pc:sldMk cId="1018241307" sldId="422"/>
        </pc:sldMkLst>
        <pc:spChg chg="mod">
          <ac:chgData name="Loc Huynh" userId="80c0383e323bd6ea" providerId="LiveId" clId="{7174A1A7-6A26-42BF-9590-B9BA90E8F80B}" dt="2023-09-13T09:24:02.592" v="197"/>
          <ac:spMkLst>
            <pc:docMk/>
            <pc:sldMk cId="1018241307" sldId="422"/>
            <ac:spMk id="2" creationId="{DF2229FD-A740-5748-AFB0-392AC29E07F4}"/>
          </ac:spMkLst>
        </pc:spChg>
      </pc:sldChg>
      <pc:sldChg chg="modSp mod chgLayout">
        <pc:chgData name="Loc Huynh" userId="80c0383e323bd6ea" providerId="LiveId" clId="{7174A1A7-6A26-42BF-9590-B9BA90E8F80B}" dt="2023-09-13T09:35:25.404" v="404" actId="20577"/>
        <pc:sldMkLst>
          <pc:docMk/>
          <pc:sldMk cId="1060857223" sldId="423"/>
        </pc:sldMkLst>
        <pc:spChg chg="mod ord">
          <ac:chgData name="Loc Huynh" userId="80c0383e323bd6ea" providerId="LiveId" clId="{7174A1A7-6A26-42BF-9590-B9BA90E8F80B}" dt="2023-09-13T09:32:02.233" v="311" actId="20577"/>
          <ac:spMkLst>
            <pc:docMk/>
            <pc:sldMk cId="1060857223" sldId="423"/>
            <ac:spMk id="2" creationId="{80F262CC-7108-BA47-9DF4-6470E3B2A4D3}"/>
          </ac:spMkLst>
        </pc:spChg>
        <pc:spChg chg="mod ord">
          <ac:chgData name="Loc Huynh" userId="80c0383e323bd6ea" providerId="LiveId" clId="{7174A1A7-6A26-42BF-9590-B9BA90E8F80B}" dt="2023-09-13T09:35:25.404" v="404" actId="20577"/>
          <ac:spMkLst>
            <pc:docMk/>
            <pc:sldMk cId="1060857223" sldId="423"/>
            <ac:spMk id="3" creationId="{9AF62101-CCA0-D741-965E-52864A21749A}"/>
          </ac:spMkLst>
        </pc:spChg>
        <pc:spChg chg="mod ord">
          <ac:chgData name="Loc Huynh" userId="80c0383e323bd6ea" providerId="LiveId" clId="{7174A1A7-6A26-42BF-9590-B9BA90E8F80B}" dt="2023-09-13T09:31:43.279" v="282" actId="700"/>
          <ac:spMkLst>
            <pc:docMk/>
            <pc:sldMk cId="1060857223" sldId="423"/>
            <ac:spMk id="4" creationId="{ADC454FB-5702-5C44-BA19-162C0A4A1369}"/>
          </ac:spMkLst>
        </pc:spChg>
        <pc:spChg chg="mod ord">
          <ac:chgData name="Loc Huynh" userId="80c0383e323bd6ea" providerId="LiveId" clId="{7174A1A7-6A26-42BF-9590-B9BA90E8F80B}" dt="2023-09-13T09:31:43.279" v="282" actId="700"/>
          <ac:spMkLst>
            <pc:docMk/>
            <pc:sldMk cId="1060857223" sldId="423"/>
            <ac:spMk id="5" creationId="{F3B52447-5453-054F-8272-608FF5D8E502}"/>
          </ac:spMkLst>
        </pc:spChg>
        <pc:spChg chg="mod">
          <ac:chgData name="Loc Huynh" userId="80c0383e323bd6ea" providerId="LiveId" clId="{7174A1A7-6A26-42BF-9590-B9BA90E8F80B}" dt="2023-09-13T09:34:56.686" v="377" actId="1076"/>
          <ac:spMkLst>
            <pc:docMk/>
            <pc:sldMk cId="1060857223" sldId="423"/>
            <ac:spMk id="7" creationId="{7E655FB6-0A4B-3A47-8D9A-B6C75B0F0D9C}"/>
          </ac:spMkLst>
        </pc:spChg>
        <pc:picChg chg="mod">
          <ac:chgData name="Loc Huynh" userId="80c0383e323bd6ea" providerId="LiveId" clId="{7174A1A7-6A26-42BF-9590-B9BA90E8F80B}" dt="2023-09-13T09:34:59.842" v="378" actId="1076"/>
          <ac:picMkLst>
            <pc:docMk/>
            <pc:sldMk cId="1060857223" sldId="423"/>
            <ac:picMk id="6" creationId="{F9BBBCFC-A58C-4B40-9CCC-2F4D2395E51B}"/>
          </ac:picMkLst>
        </pc:picChg>
      </pc:sldChg>
      <pc:sldChg chg="modSp mod chgLayout">
        <pc:chgData name="Loc Huynh" userId="80c0383e323bd6ea" providerId="LiveId" clId="{7174A1A7-6A26-42BF-9590-B9BA90E8F80B}" dt="2023-09-13T09:40:23.358" v="604" actId="14100"/>
        <pc:sldMkLst>
          <pc:docMk/>
          <pc:sldMk cId="1639710476" sldId="424"/>
        </pc:sldMkLst>
        <pc:spChg chg="mod ord">
          <ac:chgData name="Loc Huynh" userId="80c0383e323bd6ea" providerId="LiveId" clId="{7174A1A7-6A26-42BF-9590-B9BA90E8F80B}" dt="2023-09-13T09:39:45.154" v="579" actId="700"/>
          <ac:spMkLst>
            <pc:docMk/>
            <pc:sldMk cId="1639710476" sldId="424"/>
            <ac:spMk id="2" creationId="{80F262CC-7108-BA47-9DF4-6470E3B2A4D3}"/>
          </ac:spMkLst>
        </pc:spChg>
        <pc:spChg chg="mod ord">
          <ac:chgData name="Loc Huynh" userId="80c0383e323bd6ea" providerId="LiveId" clId="{7174A1A7-6A26-42BF-9590-B9BA90E8F80B}" dt="2023-09-13T09:39:49.358" v="580" actId="207"/>
          <ac:spMkLst>
            <pc:docMk/>
            <pc:sldMk cId="1639710476" sldId="424"/>
            <ac:spMk id="3" creationId="{9AF62101-CCA0-D741-965E-52864A21749A}"/>
          </ac:spMkLst>
        </pc:spChg>
        <pc:spChg chg="mod ord">
          <ac:chgData name="Loc Huynh" userId="80c0383e323bd6ea" providerId="LiveId" clId="{7174A1A7-6A26-42BF-9590-B9BA90E8F80B}" dt="2023-09-13T09:39:45.154" v="579" actId="700"/>
          <ac:spMkLst>
            <pc:docMk/>
            <pc:sldMk cId="1639710476" sldId="424"/>
            <ac:spMk id="4" creationId="{ADC454FB-5702-5C44-BA19-162C0A4A1369}"/>
          </ac:spMkLst>
        </pc:spChg>
        <pc:spChg chg="mod ord">
          <ac:chgData name="Loc Huynh" userId="80c0383e323bd6ea" providerId="LiveId" clId="{7174A1A7-6A26-42BF-9590-B9BA90E8F80B}" dt="2023-09-13T09:39:45.154" v="579" actId="700"/>
          <ac:spMkLst>
            <pc:docMk/>
            <pc:sldMk cId="1639710476" sldId="424"/>
            <ac:spMk id="5" creationId="{F3B52447-5453-054F-8272-608FF5D8E502}"/>
          </ac:spMkLst>
        </pc:spChg>
        <pc:spChg chg="mod">
          <ac:chgData name="Loc Huynh" userId="80c0383e323bd6ea" providerId="LiveId" clId="{7174A1A7-6A26-42BF-9590-B9BA90E8F80B}" dt="2023-09-13T09:40:07.201" v="602" actId="1076"/>
          <ac:spMkLst>
            <pc:docMk/>
            <pc:sldMk cId="1639710476" sldId="424"/>
            <ac:spMk id="20" creationId="{FA11DDA8-F3BD-3545-86C9-A399A991B047}"/>
          </ac:spMkLst>
        </pc:spChg>
        <pc:spChg chg="mod">
          <ac:chgData name="Loc Huynh" userId="80c0383e323bd6ea" providerId="LiveId" clId="{7174A1A7-6A26-42BF-9590-B9BA90E8F80B}" dt="2023-09-13T09:40:00.186" v="601" actId="1035"/>
          <ac:spMkLst>
            <pc:docMk/>
            <pc:sldMk cId="1639710476" sldId="424"/>
            <ac:spMk id="21" creationId="{81710F7F-B602-3D41-A826-158C02388363}"/>
          </ac:spMkLst>
        </pc:spChg>
        <pc:spChg chg="mod">
          <ac:chgData name="Loc Huynh" userId="80c0383e323bd6ea" providerId="LiveId" clId="{7174A1A7-6A26-42BF-9590-B9BA90E8F80B}" dt="2023-09-13T09:40:00.186" v="601" actId="1035"/>
          <ac:spMkLst>
            <pc:docMk/>
            <pc:sldMk cId="1639710476" sldId="424"/>
            <ac:spMk id="22" creationId="{779BDBAC-8884-FF49-899C-79BB55A2730D}"/>
          </ac:spMkLst>
        </pc:spChg>
        <pc:spChg chg="mod">
          <ac:chgData name="Loc Huynh" userId="80c0383e323bd6ea" providerId="LiveId" clId="{7174A1A7-6A26-42BF-9590-B9BA90E8F80B}" dt="2023-09-13T09:40:00.186" v="601" actId="1035"/>
          <ac:spMkLst>
            <pc:docMk/>
            <pc:sldMk cId="1639710476" sldId="424"/>
            <ac:spMk id="23" creationId="{C7376B87-400D-CC44-B9D0-B8883FDF0D16}"/>
          </ac:spMkLst>
        </pc:spChg>
        <pc:spChg chg="mod">
          <ac:chgData name="Loc Huynh" userId="80c0383e323bd6ea" providerId="LiveId" clId="{7174A1A7-6A26-42BF-9590-B9BA90E8F80B}" dt="2023-09-13T09:40:00.186" v="601" actId="1035"/>
          <ac:spMkLst>
            <pc:docMk/>
            <pc:sldMk cId="1639710476" sldId="424"/>
            <ac:spMk id="24" creationId="{742B023B-6E58-5F46-A6EE-6AEE903F293C}"/>
          </ac:spMkLst>
        </pc:spChg>
        <pc:spChg chg="mod">
          <ac:chgData name="Loc Huynh" userId="80c0383e323bd6ea" providerId="LiveId" clId="{7174A1A7-6A26-42BF-9590-B9BA90E8F80B}" dt="2023-09-13T09:40:00.186" v="601" actId="1035"/>
          <ac:spMkLst>
            <pc:docMk/>
            <pc:sldMk cId="1639710476" sldId="424"/>
            <ac:spMk id="25" creationId="{0D73DE56-1AB7-C448-9F22-C191BF690516}"/>
          </ac:spMkLst>
        </pc:spChg>
        <pc:spChg chg="mod">
          <ac:chgData name="Loc Huynh" userId="80c0383e323bd6ea" providerId="LiveId" clId="{7174A1A7-6A26-42BF-9590-B9BA90E8F80B}" dt="2023-09-13T09:40:00.186" v="601" actId="1035"/>
          <ac:spMkLst>
            <pc:docMk/>
            <pc:sldMk cId="1639710476" sldId="424"/>
            <ac:spMk id="26" creationId="{6F22B1D1-6C99-9A49-BA05-373C260BD677}"/>
          </ac:spMkLst>
        </pc:spChg>
        <pc:spChg chg="mod">
          <ac:chgData name="Loc Huynh" userId="80c0383e323bd6ea" providerId="LiveId" clId="{7174A1A7-6A26-42BF-9590-B9BA90E8F80B}" dt="2023-09-13T09:40:23.358" v="604" actId="14100"/>
          <ac:spMkLst>
            <pc:docMk/>
            <pc:sldMk cId="1639710476" sldId="424"/>
            <ac:spMk id="27" creationId="{0C8225AC-0C5B-CC40-B209-B19CD249E823}"/>
          </ac:spMkLst>
        </pc:spChg>
        <pc:grpChg chg="mod">
          <ac:chgData name="Loc Huynh" userId="80c0383e323bd6ea" providerId="LiveId" clId="{7174A1A7-6A26-42BF-9590-B9BA90E8F80B}" dt="2023-09-13T09:40:00.186" v="601" actId="1035"/>
          <ac:grpSpMkLst>
            <pc:docMk/>
            <pc:sldMk cId="1639710476" sldId="424"/>
            <ac:grpSpMk id="30" creationId="{B7209310-2F24-ED4E-8489-4C17D246E160}"/>
          </ac:grpSpMkLst>
        </pc:grpChg>
      </pc:sldChg>
      <pc:sldChg chg="modSp mod ord chgLayout">
        <pc:chgData name="Loc Huynh" userId="80c0383e323bd6ea" providerId="LiveId" clId="{7174A1A7-6A26-42BF-9590-B9BA90E8F80B}" dt="2023-09-13T09:39:09.936" v="526" actId="114"/>
        <pc:sldMkLst>
          <pc:docMk/>
          <pc:sldMk cId="3333566873" sldId="425"/>
        </pc:sldMkLst>
        <pc:spChg chg="mod ord">
          <ac:chgData name="Loc Huynh" userId="80c0383e323bd6ea" providerId="LiveId" clId="{7174A1A7-6A26-42BF-9590-B9BA90E8F80B}" dt="2023-09-13T09:36:58.311" v="418" actId="700"/>
          <ac:spMkLst>
            <pc:docMk/>
            <pc:sldMk cId="3333566873" sldId="425"/>
            <ac:spMk id="2" creationId="{80F262CC-7108-BA47-9DF4-6470E3B2A4D3}"/>
          </ac:spMkLst>
        </pc:spChg>
        <pc:spChg chg="mod ord">
          <ac:chgData name="Loc Huynh" userId="80c0383e323bd6ea" providerId="LiveId" clId="{7174A1A7-6A26-42BF-9590-B9BA90E8F80B}" dt="2023-09-13T09:39:09.936" v="526" actId="114"/>
          <ac:spMkLst>
            <pc:docMk/>
            <pc:sldMk cId="3333566873" sldId="425"/>
            <ac:spMk id="3" creationId="{9AF62101-CCA0-D741-965E-52864A21749A}"/>
          </ac:spMkLst>
        </pc:spChg>
        <pc:spChg chg="mod ord">
          <ac:chgData name="Loc Huynh" userId="80c0383e323bd6ea" providerId="LiveId" clId="{7174A1A7-6A26-42BF-9590-B9BA90E8F80B}" dt="2023-09-13T09:36:58.311" v="418" actId="700"/>
          <ac:spMkLst>
            <pc:docMk/>
            <pc:sldMk cId="3333566873" sldId="425"/>
            <ac:spMk id="4" creationId="{ADC454FB-5702-5C44-BA19-162C0A4A1369}"/>
          </ac:spMkLst>
        </pc:spChg>
        <pc:spChg chg="mod ord">
          <ac:chgData name="Loc Huynh" userId="80c0383e323bd6ea" providerId="LiveId" clId="{7174A1A7-6A26-42BF-9590-B9BA90E8F80B}" dt="2023-09-13T09:36:58.311" v="418" actId="700"/>
          <ac:spMkLst>
            <pc:docMk/>
            <pc:sldMk cId="3333566873" sldId="425"/>
            <ac:spMk id="5" creationId="{F3B52447-5453-054F-8272-608FF5D8E502}"/>
          </ac:spMkLst>
        </pc:spChg>
      </pc:sldChg>
      <pc:sldChg chg="modSp mod ord chgLayout">
        <pc:chgData name="Loc Huynh" userId="80c0383e323bd6ea" providerId="LiveId" clId="{7174A1A7-6A26-42BF-9590-B9BA90E8F80B}" dt="2023-09-13T09:39:17.998" v="527" actId="2710"/>
        <pc:sldMkLst>
          <pc:docMk/>
          <pc:sldMk cId="42986778" sldId="426"/>
        </pc:sldMkLst>
        <pc:spChg chg="mod ord">
          <ac:chgData name="Loc Huynh" userId="80c0383e323bd6ea" providerId="LiveId" clId="{7174A1A7-6A26-42BF-9590-B9BA90E8F80B}" dt="2023-09-13T09:35:55.920" v="409" actId="700"/>
          <ac:spMkLst>
            <pc:docMk/>
            <pc:sldMk cId="42986778" sldId="426"/>
            <ac:spMk id="2" creationId="{80F262CC-7108-BA47-9DF4-6470E3B2A4D3}"/>
          </ac:spMkLst>
        </pc:spChg>
        <pc:spChg chg="mod ord">
          <ac:chgData name="Loc Huynh" userId="80c0383e323bd6ea" providerId="LiveId" clId="{7174A1A7-6A26-42BF-9590-B9BA90E8F80B}" dt="2023-09-13T09:39:17.998" v="527" actId="2710"/>
          <ac:spMkLst>
            <pc:docMk/>
            <pc:sldMk cId="42986778" sldId="426"/>
            <ac:spMk id="3" creationId="{9AF62101-CCA0-D741-965E-52864A21749A}"/>
          </ac:spMkLst>
        </pc:spChg>
        <pc:spChg chg="mod ord">
          <ac:chgData name="Loc Huynh" userId="80c0383e323bd6ea" providerId="LiveId" clId="{7174A1A7-6A26-42BF-9590-B9BA90E8F80B}" dt="2023-09-13T09:35:55.920" v="409" actId="700"/>
          <ac:spMkLst>
            <pc:docMk/>
            <pc:sldMk cId="42986778" sldId="426"/>
            <ac:spMk id="4" creationId="{ADC454FB-5702-5C44-BA19-162C0A4A1369}"/>
          </ac:spMkLst>
        </pc:spChg>
        <pc:spChg chg="mod ord">
          <ac:chgData name="Loc Huynh" userId="80c0383e323bd6ea" providerId="LiveId" clId="{7174A1A7-6A26-42BF-9590-B9BA90E8F80B}" dt="2023-09-13T09:35:55.920" v="409" actId="700"/>
          <ac:spMkLst>
            <pc:docMk/>
            <pc:sldMk cId="42986778" sldId="426"/>
            <ac:spMk id="5" creationId="{F3B52447-5453-054F-8272-608FF5D8E502}"/>
          </ac:spMkLst>
        </pc:spChg>
      </pc:sldChg>
      <pc:sldChg chg="delSp modSp mod chgLayout">
        <pc:chgData name="Loc Huynh" userId="80c0383e323bd6ea" providerId="LiveId" clId="{7174A1A7-6A26-42BF-9590-B9BA90E8F80B}" dt="2023-09-13T09:48:56.575" v="761" actId="1076"/>
        <pc:sldMkLst>
          <pc:docMk/>
          <pc:sldMk cId="3400533864" sldId="427"/>
        </pc:sldMkLst>
        <pc:spChg chg="mod ord">
          <ac:chgData name="Loc Huynh" userId="80c0383e323bd6ea" providerId="LiveId" clId="{7174A1A7-6A26-42BF-9590-B9BA90E8F80B}" dt="2023-09-13T09:45:40.691" v="629" actId="700"/>
          <ac:spMkLst>
            <pc:docMk/>
            <pc:sldMk cId="3400533864" sldId="427"/>
            <ac:spMk id="2" creationId="{899DFE1E-6383-B44C-B387-B63B6B1BC446}"/>
          </ac:spMkLst>
        </pc:spChg>
        <pc:spChg chg="mod ord">
          <ac:chgData name="Loc Huynh" userId="80c0383e323bd6ea" providerId="LiveId" clId="{7174A1A7-6A26-42BF-9590-B9BA90E8F80B}" dt="2023-09-13T09:48:27.737" v="753" actId="2710"/>
          <ac:spMkLst>
            <pc:docMk/>
            <pc:sldMk cId="3400533864" sldId="427"/>
            <ac:spMk id="3" creationId="{B17CB756-9C6B-6C43-8FE6-760ECDD4A1E9}"/>
          </ac:spMkLst>
        </pc:spChg>
        <pc:spChg chg="mod ord">
          <ac:chgData name="Loc Huynh" userId="80c0383e323bd6ea" providerId="LiveId" clId="{7174A1A7-6A26-42BF-9590-B9BA90E8F80B}" dt="2023-09-13T09:45:40.691" v="629" actId="700"/>
          <ac:spMkLst>
            <pc:docMk/>
            <pc:sldMk cId="3400533864" sldId="427"/>
            <ac:spMk id="4" creationId="{31B88018-62EF-2B46-9E31-68F077D2C24B}"/>
          </ac:spMkLst>
        </pc:spChg>
        <pc:spChg chg="mod ord">
          <ac:chgData name="Loc Huynh" userId="80c0383e323bd6ea" providerId="LiveId" clId="{7174A1A7-6A26-42BF-9590-B9BA90E8F80B}" dt="2023-09-13T09:45:40.691" v="629" actId="700"/>
          <ac:spMkLst>
            <pc:docMk/>
            <pc:sldMk cId="3400533864" sldId="427"/>
            <ac:spMk id="5" creationId="{6065B84E-9972-884A-A2BD-94DDEC0B4060}"/>
          </ac:spMkLst>
        </pc:spChg>
        <pc:spChg chg="mod">
          <ac:chgData name="Loc Huynh" userId="80c0383e323bd6ea" providerId="LiveId" clId="{7174A1A7-6A26-42BF-9590-B9BA90E8F80B}" dt="2023-09-13T09:48:43.854" v="760" actId="1076"/>
          <ac:spMkLst>
            <pc:docMk/>
            <pc:sldMk cId="3400533864" sldId="427"/>
            <ac:spMk id="6" creationId="{D8C9A436-0DA9-774E-BBD9-1871AAFD4634}"/>
          </ac:spMkLst>
        </pc:spChg>
        <pc:spChg chg="del mod">
          <ac:chgData name="Loc Huynh" userId="80c0383e323bd6ea" providerId="LiveId" clId="{7174A1A7-6A26-42BF-9590-B9BA90E8F80B}" dt="2023-09-13T09:47:12.223" v="652" actId="478"/>
          <ac:spMkLst>
            <pc:docMk/>
            <pc:sldMk cId="3400533864" sldId="427"/>
            <ac:spMk id="8" creationId="{1DB030E6-0AB7-0E47-B083-DF2C2C7C38B1}"/>
          </ac:spMkLst>
        </pc:spChg>
        <pc:picChg chg="mod">
          <ac:chgData name="Loc Huynh" userId="80c0383e323bd6ea" providerId="LiveId" clId="{7174A1A7-6A26-42BF-9590-B9BA90E8F80B}" dt="2023-09-13T09:48:56.575" v="761" actId="1076"/>
          <ac:picMkLst>
            <pc:docMk/>
            <pc:sldMk cId="3400533864" sldId="427"/>
            <ac:picMk id="7" creationId="{67D98636-A361-D846-90EC-2C4E670F295F}"/>
          </ac:picMkLst>
        </pc:picChg>
      </pc:sldChg>
      <pc:sldChg chg="modSp mod chgLayout">
        <pc:chgData name="Loc Huynh" userId="80c0383e323bd6ea" providerId="LiveId" clId="{7174A1A7-6A26-42BF-9590-B9BA90E8F80B}" dt="2023-09-13T09:51:21.352" v="826" actId="14100"/>
        <pc:sldMkLst>
          <pc:docMk/>
          <pc:sldMk cId="1376264870" sldId="428"/>
        </pc:sldMkLst>
        <pc:spChg chg="mod ord">
          <ac:chgData name="Loc Huynh" userId="80c0383e323bd6ea" providerId="LiveId" clId="{7174A1A7-6A26-42BF-9590-B9BA90E8F80B}" dt="2023-09-13T09:49:07.888" v="762" actId="700"/>
          <ac:spMkLst>
            <pc:docMk/>
            <pc:sldMk cId="1376264870" sldId="428"/>
            <ac:spMk id="2" creationId="{899DFE1E-6383-B44C-B387-B63B6B1BC446}"/>
          </ac:spMkLst>
        </pc:spChg>
        <pc:spChg chg="mod ord">
          <ac:chgData name="Loc Huynh" userId="80c0383e323bd6ea" providerId="LiveId" clId="{7174A1A7-6A26-42BF-9590-B9BA90E8F80B}" dt="2023-09-13T09:50:00.336" v="816" actId="207"/>
          <ac:spMkLst>
            <pc:docMk/>
            <pc:sldMk cId="1376264870" sldId="428"/>
            <ac:spMk id="3" creationId="{B17CB756-9C6B-6C43-8FE6-760ECDD4A1E9}"/>
          </ac:spMkLst>
        </pc:spChg>
        <pc:spChg chg="mod ord">
          <ac:chgData name="Loc Huynh" userId="80c0383e323bd6ea" providerId="LiveId" clId="{7174A1A7-6A26-42BF-9590-B9BA90E8F80B}" dt="2023-09-13T09:49:07.888" v="762" actId="700"/>
          <ac:spMkLst>
            <pc:docMk/>
            <pc:sldMk cId="1376264870" sldId="428"/>
            <ac:spMk id="4" creationId="{31B88018-62EF-2B46-9E31-68F077D2C24B}"/>
          </ac:spMkLst>
        </pc:spChg>
        <pc:spChg chg="mod ord">
          <ac:chgData name="Loc Huynh" userId="80c0383e323bd6ea" providerId="LiveId" clId="{7174A1A7-6A26-42BF-9590-B9BA90E8F80B}" dt="2023-09-13T09:49:07.888" v="762" actId="700"/>
          <ac:spMkLst>
            <pc:docMk/>
            <pc:sldMk cId="1376264870" sldId="428"/>
            <ac:spMk id="5" creationId="{6065B84E-9972-884A-A2BD-94DDEC0B4060}"/>
          </ac:spMkLst>
        </pc:spChg>
        <pc:spChg chg="mod">
          <ac:chgData name="Loc Huynh" userId="80c0383e323bd6ea" providerId="LiveId" clId="{7174A1A7-6A26-42BF-9590-B9BA90E8F80B}" dt="2023-09-13T09:50:48.717" v="817" actId="1076"/>
          <ac:spMkLst>
            <pc:docMk/>
            <pc:sldMk cId="1376264870" sldId="428"/>
            <ac:spMk id="6" creationId="{D8C9A436-0DA9-774E-BBD9-1871AAFD4634}"/>
          </ac:spMkLst>
        </pc:spChg>
        <pc:spChg chg="mod">
          <ac:chgData name="Loc Huynh" userId="80c0383e323bd6ea" providerId="LiveId" clId="{7174A1A7-6A26-42BF-9590-B9BA90E8F80B}" dt="2023-09-13T09:51:14.679" v="824" actId="14100"/>
          <ac:spMkLst>
            <pc:docMk/>
            <pc:sldMk cId="1376264870" sldId="428"/>
            <ac:spMk id="12" creationId="{21587237-5640-A648-8E8D-4506EE033316}"/>
          </ac:spMkLst>
        </pc:spChg>
        <pc:spChg chg="mod">
          <ac:chgData name="Loc Huynh" userId="80c0383e323bd6ea" providerId="LiveId" clId="{7174A1A7-6A26-42BF-9590-B9BA90E8F80B}" dt="2023-09-13T09:51:17.761" v="825" actId="14100"/>
          <ac:spMkLst>
            <pc:docMk/>
            <pc:sldMk cId="1376264870" sldId="428"/>
            <ac:spMk id="13" creationId="{18720369-DFF3-0C4A-ACC8-ADF8E5B54C04}"/>
          </ac:spMkLst>
        </pc:spChg>
        <pc:spChg chg="mod">
          <ac:chgData name="Loc Huynh" userId="80c0383e323bd6ea" providerId="LiveId" clId="{7174A1A7-6A26-42BF-9590-B9BA90E8F80B}" dt="2023-09-13T09:51:21.352" v="826" actId="14100"/>
          <ac:spMkLst>
            <pc:docMk/>
            <pc:sldMk cId="1376264870" sldId="428"/>
            <ac:spMk id="14" creationId="{98E5A6B1-8B7E-BC41-8F51-6C5A48F572A1}"/>
          </ac:spMkLst>
        </pc:spChg>
        <pc:picChg chg="mod">
          <ac:chgData name="Loc Huynh" userId="80c0383e323bd6ea" providerId="LiveId" clId="{7174A1A7-6A26-42BF-9590-B9BA90E8F80B}" dt="2023-09-13T09:51:05.432" v="821" actId="1076"/>
          <ac:picMkLst>
            <pc:docMk/>
            <pc:sldMk cId="1376264870" sldId="428"/>
            <ac:picMk id="9" creationId="{95AF9984-A83D-3745-9D62-1F5A2C0EE88C}"/>
          </ac:picMkLst>
        </pc:picChg>
        <pc:picChg chg="mod">
          <ac:chgData name="Loc Huynh" userId="80c0383e323bd6ea" providerId="LiveId" clId="{7174A1A7-6A26-42BF-9590-B9BA90E8F80B}" dt="2023-09-13T09:51:07.838" v="822" actId="1076"/>
          <ac:picMkLst>
            <pc:docMk/>
            <pc:sldMk cId="1376264870" sldId="428"/>
            <ac:picMk id="10" creationId="{82D61940-C481-464B-8D42-9B50FBBE7171}"/>
          </ac:picMkLst>
        </pc:picChg>
        <pc:picChg chg="mod">
          <ac:chgData name="Loc Huynh" userId="80c0383e323bd6ea" providerId="LiveId" clId="{7174A1A7-6A26-42BF-9590-B9BA90E8F80B}" dt="2023-09-13T09:51:10.606" v="823" actId="1076"/>
          <ac:picMkLst>
            <pc:docMk/>
            <pc:sldMk cId="1376264870" sldId="428"/>
            <ac:picMk id="11" creationId="{5A496974-E844-6E4C-9621-E81755041771}"/>
          </ac:picMkLst>
        </pc:picChg>
      </pc:sldChg>
      <pc:sldChg chg="modSp mod modAnim">
        <pc:chgData name="Loc Huynh" userId="80c0383e323bd6ea" providerId="LiveId" clId="{7174A1A7-6A26-42BF-9590-B9BA90E8F80B}" dt="2023-09-13T10:12:49.104" v="1048" actId="207"/>
        <pc:sldMkLst>
          <pc:docMk/>
          <pc:sldMk cId="2750843972" sldId="429"/>
        </pc:sldMkLst>
        <pc:spChg chg="mod">
          <ac:chgData name="Loc Huynh" userId="80c0383e323bd6ea" providerId="LiveId" clId="{7174A1A7-6A26-42BF-9590-B9BA90E8F80B}" dt="2023-09-13T10:07:01.876" v="961" actId="20577"/>
          <ac:spMkLst>
            <pc:docMk/>
            <pc:sldMk cId="2750843972" sldId="429"/>
            <ac:spMk id="3" creationId="{E31B8DF0-5097-6849-A204-526B69A794B3}"/>
          </ac:spMkLst>
        </pc:spChg>
        <pc:spChg chg="mod">
          <ac:chgData name="Loc Huynh" userId="80c0383e323bd6ea" providerId="LiveId" clId="{7174A1A7-6A26-42BF-9590-B9BA90E8F80B}" dt="2023-09-13T10:12:49.104" v="1048" actId="207"/>
          <ac:spMkLst>
            <pc:docMk/>
            <pc:sldMk cId="2750843972" sldId="429"/>
            <ac:spMk id="7" creationId="{9CF46A69-C370-BC4E-A1B6-0D08CD7E7D51}"/>
          </ac:spMkLst>
        </pc:spChg>
        <pc:spChg chg="mod">
          <ac:chgData name="Loc Huynh" userId="80c0383e323bd6ea" providerId="LiveId" clId="{7174A1A7-6A26-42BF-9590-B9BA90E8F80B}" dt="2023-09-13T10:04:43.454" v="946" actId="14100"/>
          <ac:spMkLst>
            <pc:docMk/>
            <pc:sldMk cId="2750843972" sldId="429"/>
            <ac:spMk id="9" creationId="{63D82EEC-551D-774A-977B-2E51FC46DDFB}"/>
          </ac:spMkLst>
        </pc:spChg>
        <pc:spChg chg="mod">
          <ac:chgData name="Loc Huynh" userId="80c0383e323bd6ea" providerId="LiveId" clId="{7174A1A7-6A26-42BF-9590-B9BA90E8F80B}" dt="2023-09-13T10:05:54.599" v="959" actId="14100"/>
          <ac:spMkLst>
            <pc:docMk/>
            <pc:sldMk cId="2750843972" sldId="429"/>
            <ac:spMk id="10" creationId="{1A7F9704-633B-7344-905E-2FA7E1112854}"/>
          </ac:spMkLst>
        </pc:spChg>
        <pc:picChg chg="mod">
          <ac:chgData name="Loc Huynh" userId="80c0383e323bd6ea" providerId="LiveId" clId="{7174A1A7-6A26-42BF-9590-B9BA90E8F80B}" dt="2023-09-13T10:05:35.997" v="956" actId="1036"/>
          <ac:picMkLst>
            <pc:docMk/>
            <pc:sldMk cId="2750843972" sldId="429"/>
            <ac:picMk id="11" creationId="{658F11D1-A2B4-D843-A1D0-0C844D4E9B1A}"/>
          </ac:picMkLst>
        </pc:picChg>
      </pc:sldChg>
      <pc:sldChg chg="modSp mod chgLayout">
        <pc:chgData name="Loc Huynh" userId="80c0383e323bd6ea" providerId="LiveId" clId="{7174A1A7-6A26-42BF-9590-B9BA90E8F80B}" dt="2023-09-13T09:57:03.793" v="909" actId="207"/>
        <pc:sldMkLst>
          <pc:docMk/>
          <pc:sldMk cId="892916379" sldId="430"/>
        </pc:sldMkLst>
        <pc:spChg chg="mod ord">
          <ac:chgData name="Loc Huynh" userId="80c0383e323bd6ea" providerId="LiveId" clId="{7174A1A7-6A26-42BF-9590-B9BA90E8F80B}" dt="2023-09-13T09:52:04.166" v="857" actId="700"/>
          <ac:spMkLst>
            <pc:docMk/>
            <pc:sldMk cId="892916379" sldId="430"/>
            <ac:spMk id="3" creationId="{00000000-0000-0000-0000-000000000000}"/>
          </ac:spMkLst>
        </pc:spChg>
        <pc:spChg chg="mod ord">
          <ac:chgData name="Loc Huynh" userId="80c0383e323bd6ea" providerId="LiveId" clId="{7174A1A7-6A26-42BF-9590-B9BA90E8F80B}" dt="2023-09-13T09:52:08.507" v="858" actId="207"/>
          <ac:spMkLst>
            <pc:docMk/>
            <pc:sldMk cId="892916379" sldId="430"/>
            <ac:spMk id="5" creationId="{00000000-0000-0000-0000-000000000000}"/>
          </ac:spMkLst>
        </pc:spChg>
        <pc:spChg chg="mod">
          <ac:chgData name="Loc Huynh" userId="80c0383e323bd6ea" providerId="LiveId" clId="{7174A1A7-6A26-42BF-9590-B9BA90E8F80B}" dt="2023-09-13T09:52:23.675" v="861" actId="1076"/>
          <ac:spMkLst>
            <pc:docMk/>
            <pc:sldMk cId="892916379" sldId="430"/>
            <ac:spMk id="7" creationId="{00000000-0000-0000-0000-000000000000}"/>
          </ac:spMkLst>
        </pc:spChg>
        <pc:spChg chg="mod ord">
          <ac:chgData name="Loc Huynh" userId="80c0383e323bd6ea" providerId="LiveId" clId="{7174A1A7-6A26-42BF-9590-B9BA90E8F80B}" dt="2023-09-13T09:52:04.166" v="857" actId="700"/>
          <ac:spMkLst>
            <pc:docMk/>
            <pc:sldMk cId="892916379" sldId="430"/>
            <ac:spMk id="8" creationId="{239476E9-6325-814F-9E0C-7661FB780031}"/>
          </ac:spMkLst>
        </pc:spChg>
        <pc:spChg chg="mod ord">
          <ac:chgData name="Loc Huynh" userId="80c0383e323bd6ea" providerId="LiveId" clId="{7174A1A7-6A26-42BF-9590-B9BA90E8F80B}" dt="2023-09-13T09:52:04.166" v="857" actId="700"/>
          <ac:spMkLst>
            <pc:docMk/>
            <pc:sldMk cId="892916379" sldId="430"/>
            <ac:spMk id="9" creationId="{AC730A53-D852-2F42-9F8B-B2EE93EE8038}"/>
          </ac:spMkLst>
        </pc:spChg>
        <pc:graphicFrameChg chg="mod modGraphic">
          <ac:chgData name="Loc Huynh" userId="80c0383e323bd6ea" providerId="LiveId" clId="{7174A1A7-6A26-42BF-9590-B9BA90E8F80B}" dt="2023-09-13T09:57:03.793" v="909" actId="207"/>
          <ac:graphicFrameMkLst>
            <pc:docMk/>
            <pc:sldMk cId="892916379" sldId="430"/>
            <ac:graphicFrameMk id="6" creationId="{00000000-0000-0000-0000-000000000000}"/>
          </ac:graphicFrameMkLst>
        </pc:graphicFrameChg>
      </pc:sldChg>
      <pc:sldChg chg="addSp delSp modSp mod">
        <pc:chgData name="Loc Huynh" userId="80c0383e323bd6ea" providerId="LiveId" clId="{7174A1A7-6A26-42BF-9590-B9BA90E8F80B}" dt="2023-09-13T09:55:03.806" v="895" actId="1076"/>
        <pc:sldMkLst>
          <pc:docMk/>
          <pc:sldMk cId="1943365552" sldId="433"/>
        </pc:sldMkLst>
        <pc:spChg chg="add mod">
          <ac:chgData name="Loc Huynh" userId="80c0383e323bd6ea" providerId="LiveId" clId="{7174A1A7-6A26-42BF-9590-B9BA90E8F80B}" dt="2023-09-13T09:53:29.812" v="873"/>
          <ac:spMkLst>
            <pc:docMk/>
            <pc:sldMk cId="1943365552" sldId="433"/>
            <ac:spMk id="2" creationId="{0D817B2C-FF84-11E2-171A-B030D537DC79}"/>
          </ac:spMkLst>
        </pc:spChg>
        <pc:spChg chg="mod">
          <ac:chgData name="Loc Huynh" userId="80c0383e323bd6ea" providerId="LiveId" clId="{7174A1A7-6A26-42BF-9590-B9BA90E8F80B}" dt="2023-09-13T09:52:42.148" v="864"/>
          <ac:spMkLst>
            <pc:docMk/>
            <pc:sldMk cId="1943365552" sldId="433"/>
            <ac:spMk id="3" creationId="{00000000-0000-0000-0000-000000000000}"/>
          </ac:spMkLst>
        </pc:spChg>
        <pc:spChg chg="mod">
          <ac:chgData name="Loc Huynh" userId="80c0383e323bd6ea" providerId="LiveId" clId="{7174A1A7-6A26-42BF-9590-B9BA90E8F80B}" dt="2023-09-13T09:54:28.722" v="892" actId="20577"/>
          <ac:spMkLst>
            <pc:docMk/>
            <pc:sldMk cId="1943365552" sldId="433"/>
            <ac:spMk id="5" creationId="{00000000-0000-0000-0000-000000000000}"/>
          </ac:spMkLst>
        </pc:spChg>
        <pc:spChg chg="del">
          <ac:chgData name="Loc Huynh" userId="80c0383e323bd6ea" providerId="LiveId" clId="{7174A1A7-6A26-42BF-9590-B9BA90E8F80B}" dt="2023-09-13T09:53:28.480" v="872" actId="478"/>
          <ac:spMkLst>
            <pc:docMk/>
            <pc:sldMk cId="1943365552" sldId="433"/>
            <ac:spMk id="7" creationId="{9BA56974-3671-5A4B-A509-EF9EAB2EF312}"/>
          </ac:spMkLst>
        </pc:spChg>
        <pc:spChg chg="mod">
          <ac:chgData name="Loc Huynh" userId="80c0383e323bd6ea" providerId="LiveId" clId="{7174A1A7-6A26-42BF-9590-B9BA90E8F80B}" dt="2023-09-13T09:55:03.806" v="895" actId="1076"/>
          <ac:spMkLst>
            <pc:docMk/>
            <pc:sldMk cId="1943365552" sldId="433"/>
            <ac:spMk id="8" creationId="{00000000-0000-0000-0000-000000000000}"/>
          </ac:spMkLst>
        </pc:spChg>
      </pc:sldChg>
      <pc:sldChg chg="addSp delSp modSp mod">
        <pc:chgData name="Loc Huynh" userId="80c0383e323bd6ea" providerId="LiveId" clId="{7174A1A7-6A26-42BF-9590-B9BA90E8F80B}" dt="2023-09-13T09:56:08.605" v="906"/>
        <pc:sldMkLst>
          <pc:docMk/>
          <pc:sldMk cId="1953601379" sldId="434"/>
        </pc:sldMkLst>
        <pc:spChg chg="add mod">
          <ac:chgData name="Loc Huynh" userId="80c0383e323bd6ea" providerId="LiveId" clId="{7174A1A7-6A26-42BF-9590-B9BA90E8F80B}" dt="2023-09-13T09:53:33.683" v="875"/>
          <ac:spMkLst>
            <pc:docMk/>
            <pc:sldMk cId="1953601379" sldId="434"/>
            <ac:spMk id="2" creationId="{9A5B820F-BAD6-5EF6-004A-CD3F1EDDBC72}"/>
          </ac:spMkLst>
        </pc:spChg>
        <pc:spChg chg="mod">
          <ac:chgData name="Loc Huynh" userId="80c0383e323bd6ea" providerId="LiveId" clId="{7174A1A7-6A26-42BF-9590-B9BA90E8F80B}" dt="2023-09-13T09:56:08.605" v="906"/>
          <ac:spMkLst>
            <pc:docMk/>
            <pc:sldMk cId="1953601379" sldId="434"/>
            <ac:spMk id="3" creationId="{00000000-0000-0000-0000-000000000000}"/>
          </ac:spMkLst>
        </pc:spChg>
        <pc:spChg chg="mod">
          <ac:chgData name="Loc Huynh" userId="80c0383e323bd6ea" providerId="LiveId" clId="{7174A1A7-6A26-42BF-9590-B9BA90E8F80B}" dt="2023-09-13T09:55:16.158" v="897" actId="207"/>
          <ac:spMkLst>
            <pc:docMk/>
            <pc:sldMk cId="1953601379" sldId="434"/>
            <ac:spMk id="5" creationId="{00000000-0000-0000-0000-000000000000}"/>
          </ac:spMkLst>
        </pc:spChg>
        <pc:spChg chg="del">
          <ac:chgData name="Loc Huynh" userId="80c0383e323bd6ea" providerId="LiveId" clId="{7174A1A7-6A26-42BF-9590-B9BA90E8F80B}" dt="2023-09-13T09:53:33.046" v="874" actId="478"/>
          <ac:spMkLst>
            <pc:docMk/>
            <pc:sldMk cId="1953601379" sldId="434"/>
            <ac:spMk id="6" creationId="{5B185289-81D4-5444-8555-914A8CF7894A}"/>
          </ac:spMkLst>
        </pc:spChg>
        <pc:graphicFrameChg chg="mod modGraphic">
          <ac:chgData name="Loc Huynh" userId="80c0383e323bd6ea" providerId="LiveId" clId="{7174A1A7-6A26-42BF-9590-B9BA90E8F80B}" dt="2023-09-13T09:55:24.192" v="899" actId="1076"/>
          <ac:graphicFrameMkLst>
            <pc:docMk/>
            <pc:sldMk cId="1953601379" sldId="434"/>
            <ac:graphicFrameMk id="7" creationId="{00000000-0000-0000-0000-000000000000}"/>
          </ac:graphicFrameMkLst>
        </pc:graphicFrameChg>
      </pc:sldChg>
      <pc:sldChg chg="addSp delSp modSp mod">
        <pc:chgData name="Loc Huynh" userId="80c0383e323bd6ea" providerId="LiveId" clId="{7174A1A7-6A26-42BF-9590-B9BA90E8F80B}" dt="2023-09-13T09:56:11.360" v="907"/>
        <pc:sldMkLst>
          <pc:docMk/>
          <pc:sldMk cId="41131106" sldId="436"/>
        </pc:sldMkLst>
        <pc:spChg chg="add mod">
          <ac:chgData name="Loc Huynh" userId="80c0383e323bd6ea" providerId="LiveId" clId="{7174A1A7-6A26-42BF-9590-B9BA90E8F80B}" dt="2023-09-13T09:53:38.330" v="877"/>
          <ac:spMkLst>
            <pc:docMk/>
            <pc:sldMk cId="41131106" sldId="436"/>
            <ac:spMk id="2" creationId="{ADB30195-76DE-61F9-835B-B324BA335D3F}"/>
          </ac:spMkLst>
        </pc:spChg>
        <pc:spChg chg="mod">
          <ac:chgData name="Loc Huynh" userId="80c0383e323bd6ea" providerId="LiveId" clId="{7174A1A7-6A26-42BF-9590-B9BA90E8F80B}" dt="2023-09-13T09:56:11.360" v="907"/>
          <ac:spMkLst>
            <pc:docMk/>
            <pc:sldMk cId="41131106" sldId="436"/>
            <ac:spMk id="3" creationId="{00000000-0000-0000-0000-000000000000}"/>
          </ac:spMkLst>
        </pc:spChg>
        <pc:spChg chg="mod">
          <ac:chgData name="Loc Huynh" userId="80c0383e323bd6ea" providerId="LiveId" clId="{7174A1A7-6A26-42BF-9590-B9BA90E8F80B}" dt="2023-09-13T09:55:39.336" v="901" actId="207"/>
          <ac:spMkLst>
            <pc:docMk/>
            <pc:sldMk cId="41131106" sldId="436"/>
            <ac:spMk id="5" creationId="{00000000-0000-0000-0000-000000000000}"/>
          </ac:spMkLst>
        </pc:spChg>
        <pc:spChg chg="del">
          <ac:chgData name="Loc Huynh" userId="80c0383e323bd6ea" providerId="LiveId" clId="{7174A1A7-6A26-42BF-9590-B9BA90E8F80B}" dt="2023-09-13T09:53:37.880" v="876" actId="478"/>
          <ac:spMkLst>
            <pc:docMk/>
            <pc:sldMk cId="41131106" sldId="436"/>
            <ac:spMk id="6" creationId="{4566F98B-62C6-7546-93BB-95273726A825}"/>
          </ac:spMkLst>
        </pc:spChg>
        <pc:graphicFrameChg chg="mod modGraphic">
          <ac:chgData name="Loc Huynh" userId="80c0383e323bd6ea" providerId="LiveId" clId="{7174A1A7-6A26-42BF-9590-B9BA90E8F80B}" dt="2023-09-13T09:55:52.889" v="904" actId="1076"/>
          <ac:graphicFrameMkLst>
            <pc:docMk/>
            <pc:sldMk cId="41131106" sldId="436"/>
            <ac:graphicFrameMk id="7" creationId="{00000000-0000-0000-0000-000000000000}"/>
          </ac:graphicFrameMkLst>
        </pc:graphicFrameChg>
      </pc:sldChg>
      <pc:sldChg chg="addSp delSp modSp mod">
        <pc:chgData name="Loc Huynh" userId="80c0383e323bd6ea" providerId="LiveId" clId="{7174A1A7-6A26-42BF-9590-B9BA90E8F80B}" dt="2023-09-13T09:53:56.059" v="880" actId="1076"/>
        <pc:sldMkLst>
          <pc:docMk/>
          <pc:sldMk cId="3186563993" sldId="439"/>
        </pc:sldMkLst>
        <pc:spChg chg="add del mod">
          <ac:chgData name="Loc Huynh" userId="80c0383e323bd6ea" providerId="LiveId" clId="{7174A1A7-6A26-42BF-9590-B9BA90E8F80B}" dt="2023-09-13T09:53:16.801" v="869"/>
          <ac:spMkLst>
            <pc:docMk/>
            <pc:sldMk cId="3186563993" sldId="439"/>
            <ac:spMk id="2" creationId="{23F68DE8-EEF7-1E1C-2D26-149597D4909B}"/>
          </ac:spMkLst>
        </pc:spChg>
        <pc:spChg chg="mod">
          <ac:chgData name="Loc Huynh" userId="80c0383e323bd6ea" providerId="LiveId" clId="{7174A1A7-6A26-42BF-9590-B9BA90E8F80B}" dt="2023-09-13T09:52:39.003" v="863"/>
          <ac:spMkLst>
            <pc:docMk/>
            <pc:sldMk cId="3186563993" sldId="439"/>
            <ac:spMk id="3" creationId="{00000000-0000-0000-0000-000000000000}"/>
          </ac:spMkLst>
        </pc:spChg>
        <pc:spChg chg="add mod">
          <ac:chgData name="Loc Huynh" userId="80c0383e323bd6ea" providerId="LiveId" clId="{7174A1A7-6A26-42BF-9590-B9BA90E8F80B}" dt="2023-09-13T09:53:24.954" v="871"/>
          <ac:spMkLst>
            <pc:docMk/>
            <pc:sldMk cId="3186563993" sldId="439"/>
            <ac:spMk id="4" creationId="{A6666545-2CD4-1395-FFFF-17322415D961}"/>
          </ac:spMkLst>
        </pc:spChg>
        <pc:spChg chg="mod">
          <ac:chgData name="Loc Huynh" userId="80c0383e323bd6ea" providerId="LiveId" clId="{7174A1A7-6A26-42BF-9590-B9BA90E8F80B}" dt="2023-09-13T09:52:46.276" v="865" actId="207"/>
          <ac:spMkLst>
            <pc:docMk/>
            <pc:sldMk cId="3186563993" sldId="439"/>
            <ac:spMk id="5" creationId="{00000000-0000-0000-0000-000000000000}"/>
          </ac:spMkLst>
        </pc:spChg>
        <pc:spChg chg="del">
          <ac:chgData name="Loc Huynh" userId="80c0383e323bd6ea" providerId="LiveId" clId="{7174A1A7-6A26-42BF-9590-B9BA90E8F80B}" dt="2023-09-13T09:53:18.543" v="870" actId="478"/>
          <ac:spMkLst>
            <pc:docMk/>
            <pc:sldMk cId="3186563993" sldId="439"/>
            <ac:spMk id="6" creationId="{B177E208-866D-5541-9317-6B3AD721CB71}"/>
          </ac:spMkLst>
        </pc:spChg>
        <pc:graphicFrameChg chg="mod modGraphic">
          <ac:chgData name="Loc Huynh" userId="80c0383e323bd6ea" providerId="LiveId" clId="{7174A1A7-6A26-42BF-9590-B9BA90E8F80B}" dt="2023-09-13T09:53:56.059" v="880" actId="1076"/>
          <ac:graphicFrameMkLst>
            <pc:docMk/>
            <pc:sldMk cId="3186563993" sldId="439"/>
            <ac:graphicFrameMk id="7" creationId="{00000000-0000-0000-0000-000000000000}"/>
          </ac:graphicFrameMkLst>
        </pc:graphicFrameChg>
      </pc:sldChg>
      <pc:sldChg chg="addSp delSp modSp mod chgLayout">
        <pc:chgData name="Loc Huynh" userId="80c0383e323bd6ea" providerId="LiveId" clId="{7174A1A7-6A26-42BF-9590-B9BA90E8F80B}" dt="2023-09-13T09:57:47.096" v="926" actId="700"/>
        <pc:sldMkLst>
          <pc:docMk/>
          <pc:sldMk cId="4080267677" sldId="440"/>
        </pc:sldMkLst>
        <pc:spChg chg="mod ord">
          <ac:chgData name="Loc Huynh" userId="80c0383e323bd6ea" providerId="LiveId" clId="{7174A1A7-6A26-42BF-9590-B9BA90E8F80B}" dt="2023-09-13T09:57:47.096" v="926" actId="700"/>
          <ac:spMkLst>
            <pc:docMk/>
            <pc:sldMk cId="4080267677" sldId="440"/>
            <ac:spMk id="2" creationId="{00000000-0000-0000-0000-000000000000}"/>
          </ac:spMkLst>
        </pc:spChg>
        <pc:spChg chg="mod ord">
          <ac:chgData name="Loc Huynh" userId="80c0383e323bd6ea" providerId="LiveId" clId="{7174A1A7-6A26-42BF-9590-B9BA90E8F80B}" dt="2023-09-13T09:57:47.096" v="926" actId="700"/>
          <ac:spMkLst>
            <pc:docMk/>
            <pc:sldMk cId="4080267677" sldId="440"/>
            <ac:spMk id="3" creationId="{00000000-0000-0000-0000-000000000000}"/>
          </ac:spMkLst>
        </pc:spChg>
        <pc:spChg chg="add mod ord">
          <ac:chgData name="Loc Huynh" userId="80c0383e323bd6ea" providerId="LiveId" clId="{7174A1A7-6A26-42BF-9590-B9BA90E8F80B}" dt="2023-09-13T09:57:47.096" v="926" actId="700"/>
          <ac:spMkLst>
            <pc:docMk/>
            <pc:sldMk cId="4080267677" sldId="440"/>
            <ac:spMk id="4" creationId="{A95A16FC-0701-9C21-3D69-382706F5FC91}"/>
          </ac:spMkLst>
        </pc:spChg>
        <pc:spChg chg="del">
          <ac:chgData name="Loc Huynh" userId="80c0383e323bd6ea" providerId="LiveId" clId="{7174A1A7-6A26-42BF-9590-B9BA90E8F80B}" dt="2023-09-13T09:53:42.043" v="878" actId="478"/>
          <ac:spMkLst>
            <pc:docMk/>
            <pc:sldMk cId="4080267677" sldId="440"/>
            <ac:spMk id="6" creationId="{4FC6EE9C-A8B1-5749-8EAA-1093B53D5572}"/>
          </ac:spMkLst>
        </pc:spChg>
        <pc:spChg chg="mod ord">
          <ac:chgData name="Loc Huynh" userId="80c0383e323bd6ea" providerId="LiveId" clId="{7174A1A7-6A26-42BF-9590-B9BA90E8F80B}" dt="2023-09-13T09:57:47.096" v="926" actId="700"/>
          <ac:spMkLst>
            <pc:docMk/>
            <pc:sldMk cId="4080267677" sldId="440"/>
            <ac:spMk id="7" creationId="{9FDF7175-A023-C841-9242-1C79CE9F91EF}"/>
          </ac:spMkLst>
        </pc:spChg>
        <pc:graphicFrameChg chg="mod modGraphic">
          <ac:chgData name="Loc Huynh" userId="80c0383e323bd6ea" providerId="LiveId" clId="{7174A1A7-6A26-42BF-9590-B9BA90E8F80B}" dt="2023-09-13T09:57:27.028" v="923" actId="108"/>
          <ac:graphicFrameMkLst>
            <pc:docMk/>
            <pc:sldMk cId="4080267677" sldId="440"/>
            <ac:graphicFrameMk id="5" creationId="{00000000-0000-0000-0000-000000000000}"/>
          </ac:graphicFrameMkLst>
        </pc:graphicFrameChg>
      </pc:sldChg>
      <pc:sldChg chg="modSp mod">
        <pc:chgData name="Loc Huynh" userId="80c0383e323bd6ea" providerId="LiveId" clId="{7174A1A7-6A26-42BF-9590-B9BA90E8F80B}" dt="2023-09-13T10:19:46.357" v="1164"/>
        <pc:sldMkLst>
          <pc:docMk/>
          <pc:sldMk cId="2359405987" sldId="442"/>
        </pc:sldMkLst>
        <pc:spChg chg="mod">
          <ac:chgData name="Loc Huynh" userId="80c0383e323bd6ea" providerId="LiveId" clId="{7174A1A7-6A26-42BF-9590-B9BA90E8F80B}" dt="2023-09-13T10:19:46.357" v="1164"/>
          <ac:spMkLst>
            <pc:docMk/>
            <pc:sldMk cId="2359405987" sldId="442"/>
            <ac:spMk id="3" creationId="{00000000-0000-0000-0000-000000000000}"/>
          </ac:spMkLst>
        </pc:spChg>
        <pc:spChg chg="mod">
          <ac:chgData name="Loc Huynh" userId="80c0383e323bd6ea" providerId="LiveId" clId="{7174A1A7-6A26-42BF-9590-B9BA90E8F80B}" dt="2023-09-13T10:19:29.891" v="1161" actId="13822"/>
          <ac:spMkLst>
            <pc:docMk/>
            <pc:sldMk cId="2359405987" sldId="442"/>
            <ac:spMk id="5" creationId="{00000000-0000-0000-0000-000000000000}"/>
          </ac:spMkLst>
        </pc:spChg>
        <pc:spChg chg="mod">
          <ac:chgData name="Loc Huynh" userId="80c0383e323bd6ea" providerId="LiveId" clId="{7174A1A7-6A26-42BF-9590-B9BA90E8F80B}" dt="2023-09-13T10:19:31.813" v="1162" actId="13822"/>
          <ac:spMkLst>
            <pc:docMk/>
            <pc:sldMk cId="2359405987" sldId="442"/>
            <ac:spMk id="6" creationId="{00000000-0000-0000-0000-000000000000}"/>
          </ac:spMkLst>
        </pc:spChg>
        <pc:spChg chg="mod">
          <ac:chgData name="Loc Huynh" userId="80c0383e323bd6ea" providerId="LiveId" clId="{7174A1A7-6A26-42BF-9590-B9BA90E8F80B}" dt="2023-09-13T10:19:33.599" v="1163" actId="13822"/>
          <ac:spMkLst>
            <pc:docMk/>
            <pc:sldMk cId="2359405987" sldId="442"/>
            <ac:spMk id="7" creationId="{00000000-0000-0000-0000-000000000000}"/>
          </ac:spMkLst>
        </pc:spChg>
      </pc:sldChg>
      <pc:sldChg chg="modSp mod chgLayout">
        <pc:chgData name="Loc Huynh" userId="80c0383e323bd6ea" providerId="LiveId" clId="{7174A1A7-6A26-42BF-9590-B9BA90E8F80B}" dt="2023-09-13T10:44:43.145" v="1634" actId="700"/>
        <pc:sldMkLst>
          <pc:docMk/>
          <pc:sldMk cId="2035529738" sldId="443"/>
        </pc:sldMkLst>
        <pc:spChg chg="mod ord">
          <ac:chgData name="Loc Huynh" userId="80c0383e323bd6ea" providerId="LiveId" clId="{7174A1A7-6A26-42BF-9590-B9BA90E8F80B}" dt="2023-09-13T10:44:43.145" v="1634" actId="700"/>
          <ac:spMkLst>
            <pc:docMk/>
            <pc:sldMk cId="2035529738" sldId="443"/>
            <ac:spMk id="2" creationId="{00000000-0000-0000-0000-000000000000}"/>
          </ac:spMkLst>
        </pc:spChg>
        <pc:spChg chg="mod ord">
          <ac:chgData name="Loc Huynh" userId="80c0383e323bd6ea" providerId="LiveId" clId="{7174A1A7-6A26-42BF-9590-B9BA90E8F80B}" dt="2023-09-13T10:44:43.145" v="1634" actId="700"/>
          <ac:spMkLst>
            <pc:docMk/>
            <pc:sldMk cId="2035529738" sldId="443"/>
            <ac:spMk id="3" creationId="{00000000-0000-0000-0000-000000000000}"/>
          </ac:spMkLst>
        </pc:spChg>
        <pc:spChg chg="mod ord">
          <ac:chgData name="Loc Huynh" userId="80c0383e323bd6ea" providerId="LiveId" clId="{7174A1A7-6A26-42BF-9590-B9BA90E8F80B}" dt="2023-09-13T10:44:43.145" v="1634" actId="700"/>
          <ac:spMkLst>
            <pc:docMk/>
            <pc:sldMk cId="2035529738" sldId="443"/>
            <ac:spMk id="5" creationId="{40E0623B-1D2C-4B43-8DBC-8DC67F4AE8A7}"/>
          </ac:spMkLst>
        </pc:spChg>
        <pc:spChg chg="mod ord">
          <ac:chgData name="Loc Huynh" userId="80c0383e323bd6ea" providerId="LiveId" clId="{7174A1A7-6A26-42BF-9590-B9BA90E8F80B}" dt="2023-09-13T10:44:43.145" v="1634" actId="700"/>
          <ac:spMkLst>
            <pc:docMk/>
            <pc:sldMk cId="2035529738" sldId="443"/>
            <ac:spMk id="6" creationId="{E8739F5F-1D7E-4B4F-8D9D-6BE458F55F3B}"/>
          </ac:spMkLst>
        </pc:spChg>
      </pc:sldChg>
      <pc:sldChg chg="modSp mod">
        <pc:chgData name="Loc Huynh" userId="80c0383e323bd6ea" providerId="LiveId" clId="{7174A1A7-6A26-42BF-9590-B9BA90E8F80B}" dt="2023-09-13T10:57:06.800" v="1859" actId="1036"/>
        <pc:sldMkLst>
          <pc:docMk/>
          <pc:sldMk cId="3450026280" sldId="450"/>
        </pc:sldMkLst>
        <pc:spChg chg="mod">
          <ac:chgData name="Loc Huynh" userId="80c0383e323bd6ea" providerId="LiveId" clId="{7174A1A7-6A26-42BF-9590-B9BA90E8F80B}" dt="2023-09-13T10:56:56.199" v="1852" actId="20577"/>
          <ac:spMkLst>
            <pc:docMk/>
            <pc:sldMk cId="3450026280" sldId="450"/>
            <ac:spMk id="3" creationId="{9184872B-EE9F-C945-82F0-32164343430C}"/>
          </ac:spMkLst>
        </pc:spChg>
        <pc:spChg chg="mod">
          <ac:chgData name="Loc Huynh" userId="80c0383e323bd6ea" providerId="LiveId" clId="{7174A1A7-6A26-42BF-9590-B9BA90E8F80B}" dt="2023-09-13T10:57:06.800" v="1859" actId="1036"/>
          <ac:spMkLst>
            <pc:docMk/>
            <pc:sldMk cId="3450026280" sldId="450"/>
            <ac:spMk id="6" creationId="{64858A9E-7C91-254E-8A60-7E9C2A534D34}"/>
          </ac:spMkLst>
        </pc:spChg>
        <pc:spChg chg="mod">
          <ac:chgData name="Loc Huynh" userId="80c0383e323bd6ea" providerId="LiveId" clId="{7174A1A7-6A26-42BF-9590-B9BA90E8F80B}" dt="2023-09-13T10:57:06.800" v="1859" actId="1036"/>
          <ac:spMkLst>
            <pc:docMk/>
            <pc:sldMk cId="3450026280" sldId="450"/>
            <ac:spMk id="7" creationId="{CA4F2671-E679-5544-8147-E8C696D068FA}"/>
          </ac:spMkLst>
        </pc:spChg>
        <pc:spChg chg="mod">
          <ac:chgData name="Loc Huynh" userId="80c0383e323bd6ea" providerId="LiveId" clId="{7174A1A7-6A26-42BF-9590-B9BA90E8F80B}" dt="2023-09-13T10:57:06.800" v="1859" actId="1036"/>
          <ac:spMkLst>
            <pc:docMk/>
            <pc:sldMk cId="3450026280" sldId="450"/>
            <ac:spMk id="9" creationId="{7840AF84-772F-7341-98D4-A495815AEF37}"/>
          </ac:spMkLst>
        </pc:spChg>
        <pc:spChg chg="mod">
          <ac:chgData name="Loc Huynh" userId="80c0383e323bd6ea" providerId="LiveId" clId="{7174A1A7-6A26-42BF-9590-B9BA90E8F80B}" dt="2023-09-13T10:57:06.800" v="1859" actId="1036"/>
          <ac:spMkLst>
            <pc:docMk/>
            <pc:sldMk cId="3450026280" sldId="450"/>
            <ac:spMk id="11" creationId="{52F97703-9FB9-FE4E-977E-D0EE05B9C226}"/>
          </ac:spMkLst>
        </pc:spChg>
        <pc:spChg chg="mod">
          <ac:chgData name="Loc Huynh" userId="80c0383e323bd6ea" providerId="LiveId" clId="{7174A1A7-6A26-42BF-9590-B9BA90E8F80B}" dt="2023-09-13T10:57:06.800" v="1859" actId="1036"/>
          <ac:spMkLst>
            <pc:docMk/>
            <pc:sldMk cId="3450026280" sldId="450"/>
            <ac:spMk id="12" creationId="{ECF93B5F-850E-244A-9103-AD55E4FDA738}"/>
          </ac:spMkLst>
        </pc:spChg>
        <pc:spChg chg="mod">
          <ac:chgData name="Loc Huynh" userId="80c0383e323bd6ea" providerId="LiveId" clId="{7174A1A7-6A26-42BF-9590-B9BA90E8F80B}" dt="2023-09-13T10:57:06.800" v="1859" actId="1036"/>
          <ac:spMkLst>
            <pc:docMk/>
            <pc:sldMk cId="3450026280" sldId="450"/>
            <ac:spMk id="13" creationId="{959DAAE0-CCDC-834A-A5B4-682E4253164A}"/>
          </ac:spMkLst>
        </pc:spChg>
        <pc:spChg chg="mod">
          <ac:chgData name="Loc Huynh" userId="80c0383e323bd6ea" providerId="LiveId" clId="{7174A1A7-6A26-42BF-9590-B9BA90E8F80B}" dt="2023-09-13T10:57:06.800" v="1859" actId="1036"/>
          <ac:spMkLst>
            <pc:docMk/>
            <pc:sldMk cId="3450026280" sldId="450"/>
            <ac:spMk id="14" creationId="{9BD81CF9-9975-F141-9530-78EE6FF1CD02}"/>
          </ac:spMkLst>
        </pc:spChg>
        <pc:spChg chg="mod">
          <ac:chgData name="Loc Huynh" userId="80c0383e323bd6ea" providerId="LiveId" clId="{7174A1A7-6A26-42BF-9590-B9BA90E8F80B}" dt="2023-09-13T10:57:06.800" v="1859" actId="1036"/>
          <ac:spMkLst>
            <pc:docMk/>
            <pc:sldMk cId="3450026280" sldId="450"/>
            <ac:spMk id="15" creationId="{8A5BEC36-D415-B647-A01E-8F4B5B35B5BD}"/>
          </ac:spMkLst>
        </pc:spChg>
        <pc:spChg chg="mod">
          <ac:chgData name="Loc Huynh" userId="80c0383e323bd6ea" providerId="LiveId" clId="{7174A1A7-6A26-42BF-9590-B9BA90E8F80B}" dt="2023-09-13T10:57:06.800" v="1859" actId="1036"/>
          <ac:spMkLst>
            <pc:docMk/>
            <pc:sldMk cId="3450026280" sldId="450"/>
            <ac:spMk id="16" creationId="{D6C09F53-9DDC-B842-8146-9F607B4B1C74}"/>
          </ac:spMkLst>
        </pc:spChg>
        <pc:spChg chg="mod">
          <ac:chgData name="Loc Huynh" userId="80c0383e323bd6ea" providerId="LiveId" clId="{7174A1A7-6A26-42BF-9590-B9BA90E8F80B}" dt="2023-09-13T10:57:06.800" v="1859" actId="1036"/>
          <ac:spMkLst>
            <pc:docMk/>
            <pc:sldMk cId="3450026280" sldId="450"/>
            <ac:spMk id="18" creationId="{291291A8-12AD-544F-A5DF-D9E621FF3635}"/>
          </ac:spMkLst>
        </pc:spChg>
        <pc:spChg chg="mod">
          <ac:chgData name="Loc Huynh" userId="80c0383e323bd6ea" providerId="LiveId" clId="{7174A1A7-6A26-42BF-9590-B9BA90E8F80B}" dt="2023-09-13T10:57:06.800" v="1859" actId="1036"/>
          <ac:spMkLst>
            <pc:docMk/>
            <pc:sldMk cId="3450026280" sldId="450"/>
            <ac:spMk id="21" creationId="{31DAAB0E-CCEC-9F4E-A1AD-E7F8ED8798AE}"/>
          </ac:spMkLst>
        </pc:spChg>
        <pc:spChg chg="mod">
          <ac:chgData name="Loc Huynh" userId="80c0383e323bd6ea" providerId="LiveId" clId="{7174A1A7-6A26-42BF-9590-B9BA90E8F80B}" dt="2023-09-13T10:57:06.800" v="1859" actId="1036"/>
          <ac:spMkLst>
            <pc:docMk/>
            <pc:sldMk cId="3450026280" sldId="450"/>
            <ac:spMk id="22" creationId="{47368E84-4069-894F-9041-39C103095DA1}"/>
          </ac:spMkLst>
        </pc:spChg>
        <pc:spChg chg="mod">
          <ac:chgData name="Loc Huynh" userId="80c0383e323bd6ea" providerId="LiveId" clId="{7174A1A7-6A26-42BF-9590-B9BA90E8F80B}" dt="2023-09-13T10:57:06.800" v="1859" actId="1036"/>
          <ac:spMkLst>
            <pc:docMk/>
            <pc:sldMk cId="3450026280" sldId="450"/>
            <ac:spMk id="24" creationId="{E25ABFBF-9B73-3B49-9ED1-38FE4006020C}"/>
          </ac:spMkLst>
        </pc:spChg>
        <pc:spChg chg="mod">
          <ac:chgData name="Loc Huynh" userId="80c0383e323bd6ea" providerId="LiveId" clId="{7174A1A7-6A26-42BF-9590-B9BA90E8F80B}" dt="2023-09-13T10:57:06.800" v="1859" actId="1036"/>
          <ac:spMkLst>
            <pc:docMk/>
            <pc:sldMk cId="3450026280" sldId="450"/>
            <ac:spMk id="26" creationId="{CF381B6D-9CE3-E642-BBFA-775F39E044C7}"/>
          </ac:spMkLst>
        </pc:spChg>
        <pc:spChg chg="mod">
          <ac:chgData name="Loc Huynh" userId="80c0383e323bd6ea" providerId="LiveId" clId="{7174A1A7-6A26-42BF-9590-B9BA90E8F80B}" dt="2023-09-13T10:57:06.800" v="1859" actId="1036"/>
          <ac:spMkLst>
            <pc:docMk/>
            <pc:sldMk cId="3450026280" sldId="450"/>
            <ac:spMk id="27" creationId="{4E7ABAD5-D6C1-B44A-A6E3-187C792623B5}"/>
          </ac:spMkLst>
        </pc:spChg>
        <pc:spChg chg="mod">
          <ac:chgData name="Loc Huynh" userId="80c0383e323bd6ea" providerId="LiveId" clId="{7174A1A7-6A26-42BF-9590-B9BA90E8F80B}" dt="2023-09-13T10:57:06.800" v="1859" actId="1036"/>
          <ac:spMkLst>
            <pc:docMk/>
            <pc:sldMk cId="3450026280" sldId="450"/>
            <ac:spMk id="28" creationId="{0186A599-5444-0947-A622-BCD1324525FD}"/>
          </ac:spMkLst>
        </pc:spChg>
        <pc:spChg chg="mod">
          <ac:chgData name="Loc Huynh" userId="80c0383e323bd6ea" providerId="LiveId" clId="{7174A1A7-6A26-42BF-9590-B9BA90E8F80B}" dt="2023-09-13T10:57:06.800" v="1859" actId="1036"/>
          <ac:spMkLst>
            <pc:docMk/>
            <pc:sldMk cId="3450026280" sldId="450"/>
            <ac:spMk id="36" creationId="{92F61094-724C-6A4D-A14F-5A91AA7354D7}"/>
          </ac:spMkLst>
        </pc:spChg>
        <pc:spChg chg="mod">
          <ac:chgData name="Loc Huynh" userId="80c0383e323bd6ea" providerId="LiveId" clId="{7174A1A7-6A26-42BF-9590-B9BA90E8F80B}" dt="2023-09-13T10:57:06.800" v="1859" actId="1036"/>
          <ac:spMkLst>
            <pc:docMk/>
            <pc:sldMk cId="3450026280" sldId="450"/>
            <ac:spMk id="37" creationId="{150E60D1-D23C-7B4A-9F14-36F71ADB684C}"/>
          </ac:spMkLst>
        </pc:spChg>
        <pc:grpChg chg="mod">
          <ac:chgData name="Loc Huynh" userId="80c0383e323bd6ea" providerId="LiveId" clId="{7174A1A7-6A26-42BF-9590-B9BA90E8F80B}" dt="2023-09-13T10:57:06.800" v="1859" actId="1036"/>
          <ac:grpSpMkLst>
            <pc:docMk/>
            <pc:sldMk cId="3450026280" sldId="450"/>
            <ac:grpSpMk id="8" creationId="{1F67DCF7-0429-9549-A7DE-D53649EA508F}"/>
          </ac:grpSpMkLst>
        </pc:grpChg>
        <pc:grpChg chg="mod">
          <ac:chgData name="Loc Huynh" userId="80c0383e323bd6ea" providerId="LiveId" clId="{7174A1A7-6A26-42BF-9590-B9BA90E8F80B}" dt="2023-09-13T10:57:06.800" v="1859" actId="1036"/>
          <ac:grpSpMkLst>
            <pc:docMk/>
            <pc:sldMk cId="3450026280" sldId="450"/>
            <ac:grpSpMk id="17" creationId="{699D85AB-8783-FD45-BAC9-7E0ADB3B1F80}"/>
          </ac:grpSpMkLst>
        </pc:grpChg>
        <pc:grpChg chg="mod">
          <ac:chgData name="Loc Huynh" userId="80c0383e323bd6ea" providerId="LiveId" clId="{7174A1A7-6A26-42BF-9590-B9BA90E8F80B}" dt="2023-09-13T10:57:06.800" v="1859" actId="1036"/>
          <ac:grpSpMkLst>
            <pc:docMk/>
            <pc:sldMk cId="3450026280" sldId="450"/>
            <ac:grpSpMk id="19" creationId="{60C24176-E0D2-4442-960E-098CECB1AEC6}"/>
          </ac:grpSpMkLst>
        </pc:grpChg>
        <pc:grpChg chg="mod">
          <ac:chgData name="Loc Huynh" userId="80c0383e323bd6ea" providerId="LiveId" clId="{7174A1A7-6A26-42BF-9590-B9BA90E8F80B}" dt="2023-09-13T10:57:06.800" v="1859" actId="1036"/>
          <ac:grpSpMkLst>
            <pc:docMk/>
            <pc:sldMk cId="3450026280" sldId="450"/>
            <ac:grpSpMk id="38" creationId="{CD53F69D-6B1B-3F4B-B55E-212038E76539}"/>
          </ac:grpSpMkLst>
        </pc:grpChg>
        <pc:picChg chg="mod">
          <ac:chgData name="Loc Huynh" userId="80c0383e323bd6ea" providerId="LiveId" clId="{7174A1A7-6A26-42BF-9590-B9BA90E8F80B}" dt="2023-09-13T10:57:06.800" v="1859" actId="1036"/>
          <ac:picMkLst>
            <pc:docMk/>
            <pc:sldMk cId="3450026280" sldId="450"/>
            <ac:picMk id="10" creationId="{AE0E0C5C-5344-4947-A3EA-FC809DCBF40D}"/>
          </ac:picMkLst>
        </pc:picChg>
        <pc:picChg chg="mod">
          <ac:chgData name="Loc Huynh" userId="80c0383e323bd6ea" providerId="LiveId" clId="{7174A1A7-6A26-42BF-9590-B9BA90E8F80B}" dt="2023-09-13T10:57:06.800" v="1859" actId="1036"/>
          <ac:picMkLst>
            <pc:docMk/>
            <pc:sldMk cId="3450026280" sldId="450"/>
            <ac:picMk id="23" creationId="{A453E6AE-6119-B140-BD92-4AAB642F5DF2}"/>
          </ac:picMkLst>
        </pc:picChg>
        <pc:cxnChg chg="mod">
          <ac:chgData name="Loc Huynh" userId="80c0383e323bd6ea" providerId="LiveId" clId="{7174A1A7-6A26-42BF-9590-B9BA90E8F80B}" dt="2023-09-13T10:57:06.800" v="1859" actId="1036"/>
          <ac:cxnSpMkLst>
            <pc:docMk/>
            <pc:sldMk cId="3450026280" sldId="450"/>
            <ac:cxnSpMk id="30" creationId="{1F70C7ED-1A87-2143-850F-F8AA9497CC4A}"/>
          </ac:cxnSpMkLst>
        </pc:cxnChg>
        <pc:cxnChg chg="mod">
          <ac:chgData name="Loc Huynh" userId="80c0383e323bd6ea" providerId="LiveId" clId="{7174A1A7-6A26-42BF-9590-B9BA90E8F80B}" dt="2023-09-13T10:57:06.800" v="1859" actId="1036"/>
          <ac:cxnSpMkLst>
            <pc:docMk/>
            <pc:sldMk cId="3450026280" sldId="450"/>
            <ac:cxnSpMk id="32" creationId="{7E5065E0-CBB7-004D-B452-760D6DD40A37}"/>
          </ac:cxnSpMkLst>
        </pc:cxnChg>
        <pc:cxnChg chg="mod">
          <ac:chgData name="Loc Huynh" userId="80c0383e323bd6ea" providerId="LiveId" clId="{7174A1A7-6A26-42BF-9590-B9BA90E8F80B}" dt="2023-09-13T10:57:06.800" v="1859" actId="1036"/>
          <ac:cxnSpMkLst>
            <pc:docMk/>
            <pc:sldMk cId="3450026280" sldId="450"/>
            <ac:cxnSpMk id="33" creationId="{9BC9F708-76CA-A549-AF69-5F80D1D0C20F}"/>
          </ac:cxnSpMkLst>
        </pc:cxnChg>
        <pc:cxnChg chg="mod">
          <ac:chgData name="Loc Huynh" userId="80c0383e323bd6ea" providerId="LiveId" clId="{7174A1A7-6A26-42BF-9590-B9BA90E8F80B}" dt="2023-09-13T10:57:06.800" v="1859" actId="1036"/>
          <ac:cxnSpMkLst>
            <pc:docMk/>
            <pc:sldMk cId="3450026280" sldId="450"/>
            <ac:cxnSpMk id="35" creationId="{2D6DAEDE-D8B0-D44D-9679-EC5C8929AFA7}"/>
          </ac:cxnSpMkLst>
        </pc:cxnChg>
      </pc:sldChg>
      <pc:sldChg chg="modSp mod">
        <pc:chgData name="Loc Huynh" userId="80c0383e323bd6ea" providerId="LiveId" clId="{7174A1A7-6A26-42BF-9590-B9BA90E8F80B}" dt="2023-09-13T10:57:33.171" v="1860" actId="207"/>
        <pc:sldMkLst>
          <pc:docMk/>
          <pc:sldMk cId="2538116365" sldId="455"/>
        </pc:sldMkLst>
        <pc:spChg chg="mod">
          <ac:chgData name="Loc Huynh" userId="80c0383e323bd6ea" providerId="LiveId" clId="{7174A1A7-6A26-42BF-9590-B9BA90E8F80B}" dt="2023-09-13T10:57:33.171" v="1860" actId="207"/>
          <ac:spMkLst>
            <pc:docMk/>
            <pc:sldMk cId="2538116365" sldId="455"/>
            <ac:spMk id="3" creationId="{7D8C00FF-D755-A542-8F65-6C0E60E41754}"/>
          </ac:spMkLst>
        </pc:spChg>
      </pc:sldChg>
      <pc:sldChg chg="modSp mod chgLayout">
        <pc:chgData name="Loc Huynh" userId="80c0383e323bd6ea" providerId="LiveId" clId="{7174A1A7-6A26-42BF-9590-B9BA90E8F80B}" dt="2023-09-13T10:58:09.984" v="1861" actId="14100"/>
        <pc:sldMkLst>
          <pc:docMk/>
          <pc:sldMk cId="844610759" sldId="457"/>
        </pc:sldMkLst>
        <pc:spChg chg="mod ord">
          <ac:chgData name="Loc Huynh" userId="80c0383e323bd6ea" providerId="LiveId" clId="{7174A1A7-6A26-42BF-9590-B9BA90E8F80B}" dt="2023-09-13T10:44:35.443" v="1633" actId="700"/>
          <ac:spMkLst>
            <pc:docMk/>
            <pc:sldMk cId="844610759" sldId="457"/>
            <ac:spMk id="2" creationId="{703D850F-9603-3946-BD26-6A6AA1D03F2B}"/>
          </ac:spMkLst>
        </pc:spChg>
        <pc:spChg chg="mod ord">
          <ac:chgData name="Loc Huynh" userId="80c0383e323bd6ea" providerId="LiveId" clId="{7174A1A7-6A26-42BF-9590-B9BA90E8F80B}" dt="2023-09-13T10:58:09.984" v="1861" actId="14100"/>
          <ac:spMkLst>
            <pc:docMk/>
            <pc:sldMk cId="844610759" sldId="457"/>
            <ac:spMk id="3" creationId="{7B0A1E63-139D-6A40-9ED6-A4927BB7C207}"/>
          </ac:spMkLst>
        </pc:spChg>
        <pc:spChg chg="mod ord">
          <ac:chgData name="Loc Huynh" userId="80c0383e323bd6ea" providerId="LiveId" clId="{7174A1A7-6A26-42BF-9590-B9BA90E8F80B}" dt="2023-09-13T10:44:35.443" v="1633" actId="700"/>
          <ac:spMkLst>
            <pc:docMk/>
            <pc:sldMk cId="844610759" sldId="457"/>
            <ac:spMk id="4" creationId="{FD0519C7-6106-2D49-883D-664CB650716F}"/>
          </ac:spMkLst>
        </pc:spChg>
        <pc:spChg chg="mod ord">
          <ac:chgData name="Loc Huynh" userId="80c0383e323bd6ea" providerId="LiveId" clId="{7174A1A7-6A26-42BF-9590-B9BA90E8F80B}" dt="2023-09-13T10:44:35.443" v="1633" actId="700"/>
          <ac:spMkLst>
            <pc:docMk/>
            <pc:sldMk cId="844610759" sldId="457"/>
            <ac:spMk id="5" creationId="{E314E9F9-C21A-E548-B9C0-3DA0F38862F7}"/>
          </ac:spMkLst>
        </pc:spChg>
      </pc:sldChg>
      <pc:sldChg chg="modSp mod">
        <pc:chgData name="Loc Huynh" userId="80c0383e323bd6ea" providerId="LiveId" clId="{7174A1A7-6A26-42BF-9590-B9BA90E8F80B}" dt="2023-09-13T09:14:55.381" v="44" actId="207"/>
        <pc:sldMkLst>
          <pc:docMk/>
          <pc:sldMk cId="1184405224" sldId="463"/>
        </pc:sldMkLst>
        <pc:spChg chg="mod">
          <ac:chgData name="Loc Huynh" userId="80c0383e323bd6ea" providerId="LiveId" clId="{7174A1A7-6A26-42BF-9590-B9BA90E8F80B}" dt="2023-09-13T09:14:55.381" v="44" actId="207"/>
          <ac:spMkLst>
            <pc:docMk/>
            <pc:sldMk cId="1184405224" sldId="463"/>
            <ac:spMk id="8" creationId="{2AE32CA5-9373-1147-96C0-5EF392F34FE2}"/>
          </ac:spMkLst>
        </pc:spChg>
        <pc:spChg chg="mod">
          <ac:chgData name="Loc Huynh" userId="80c0383e323bd6ea" providerId="LiveId" clId="{7174A1A7-6A26-42BF-9590-B9BA90E8F80B}" dt="2023-09-13T09:14:23.740" v="37" actId="13822"/>
          <ac:spMkLst>
            <pc:docMk/>
            <pc:sldMk cId="1184405224" sldId="463"/>
            <ac:spMk id="14" creationId="{05E64506-CE7C-4F40-8ADA-50DEEC949A27}"/>
          </ac:spMkLst>
        </pc:spChg>
        <pc:spChg chg="mod">
          <ac:chgData name="Loc Huynh" userId="80c0383e323bd6ea" providerId="LiveId" clId="{7174A1A7-6A26-42BF-9590-B9BA90E8F80B}" dt="2023-09-13T09:14:27.193" v="38" actId="13822"/>
          <ac:spMkLst>
            <pc:docMk/>
            <pc:sldMk cId="1184405224" sldId="463"/>
            <ac:spMk id="15" creationId="{316A5D72-96EB-6847-99EC-1349CA0CF6BD}"/>
          </ac:spMkLst>
        </pc:spChg>
        <pc:spChg chg="mod">
          <ac:chgData name="Loc Huynh" userId="80c0383e323bd6ea" providerId="LiveId" clId="{7174A1A7-6A26-42BF-9590-B9BA90E8F80B}" dt="2023-09-13T09:14:31.209" v="39" actId="13822"/>
          <ac:spMkLst>
            <pc:docMk/>
            <pc:sldMk cId="1184405224" sldId="463"/>
            <ac:spMk id="16" creationId="{7DE4E753-3421-0443-80CC-B50FE334735A}"/>
          </ac:spMkLst>
        </pc:spChg>
        <pc:spChg chg="mod">
          <ac:chgData name="Loc Huynh" userId="80c0383e323bd6ea" providerId="LiveId" clId="{7174A1A7-6A26-42BF-9590-B9BA90E8F80B}" dt="2023-09-13T09:14:52.209" v="43" actId="207"/>
          <ac:spMkLst>
            <pc:docMk/>
            <pc:sldMk cId="1184405224" sldId="463"/>
            <ac:spMk id="18" creationId="{CDBA0CB4-F81E-854A-A7DA-1B0F3B7FF6F6}"/>
          </ac:spMkLst>
        </pc:spChg>
        <pc:spChg chg="mod">
          <ac:chgData name="Loc Huynh" userId="80c0383e323bd6ea" providerId="LiveId" clId="{7174A1A7-6A26-42BF-9590-B9BA90E8F80B}" dt="2023-09-13T09:14:44.443" v="42" actId="207"/>
          <ac:spMkLst>
            <pc:docMk/>
            <pc:sldMk cId="1184405224" sldId="463"/>
            <ac:spMk id="20" creationId="{E2D7722B-2D30-5D44-BFD1-2F06EB9175EF}"/>
          </ac:spMkLst>
        </pc:spChg>
      </pc:sldChg>
      <pc:sldChg chg="modSp mod">
        <pc:chgData name="Loc Huynh" userId="80c0383e323bd6ea" providerId="LiveId" clId="{7174A1A7-6A26-42BF-9590-B9BA90E8F80B}" dt="2023-09-13T09:15:36.037" v="55" actId="207"/>
        <pc:sldMkLst>
          <pc:docMk/>
          <pc:sldMk cId="3184868754" sldId="464"/>
        </pc:sldMkLst>
        <pc:spChg chg="mod">
          <ac:chgData name="Loc Huynh" userId="80c0383e323bd6ea" providerId="LiveId" clId="{7174A1A7-6A26-42BF-9590-B9BA90E8F80B}" dt="2023-09-13T09:15:08.818" v="48" actId="207"/>
          <ac:spMkLst>
            <pc:docMk/>
            <pc:sldMk cId="3184868754" sldId="464"/>
            <ac:spMk id="14" creationId="{05E64506-CE7C-4F40-8ADA-50DEEC949A27}"/>
          </ac:spMkLst>
        </pc:spChg>
        <pc:spChg chg="mod">
          <ac:chgData name="Loc Huynh" userId="80c0383e323bd6ea" providerId="LiveId" clId="{7174A1A7-6A26-42BF-9590-B9BA90E8F80B}" dt="2023-09-13T09:15:28.381" v="53" actId="207"/>
          <ac:spMkLst>
            <pc:docMk/>
            <pc:sldMk cId="3184868754" sldId="464"/>
            <ac:spMk id="23" creationId="{2BDA47C2-9B49-3B4B-B8C0-CA3591EC9B27}"/>
          </ac:spMkLst>
        </pc:spChg>
        <pc:spChg chg="mod">
          <ac:chgData name="Loc Huynh" userId="80c0383e323bd6ea" providerId="LiveId" clId="{7174A1A7-6A26-42BF-9590-B9BA90E8F80B}" dt="2023-09-13T09:15:36.037" v="55" actId="207"/>
          <ac:spMkLst>
            <pc:docMk/>
            <pc:sldMk cId="3184868754" sldId="464"/>
            <ac:spMk id="25" creationId="{B9A8BC55-8BC1-BD49-9FAD-A5E22B4DA652}"/>
          </ac:spMkLst>
        </pc:spChg>
        <pc:spChg chg="mod">
          <ac:chgData name="Loc Huynh" userId="80c0383e323bd6ea" providerId="LiveId" clId="{7174A1A7-6A26-42BF-9590-B9BA90E8F80B}" dt="2023-09-13T09:13:47.131" v="32" actId="207"/>
          <ac:spMkLst>
            <pc:docMk/>
            <pc:sldMk cId="3184868754" sldId="464"/>
            <ac:spMk id="28" creationId="{E38FCA70-45EA-2C46-8C30-9518595A7372}"/>
          </ac:spMkLst>
        </pc:spChg>
        <pc:spChg chg="mod">
          <ac:chgData name="Loc Huynh" userId="80c0383e323bd6ea" providerId="LiveId" clId="{7174A1A7-6A26-42BF-9590-B9BA90E8F80B}" dt="2023-09-13T09:14:00.850" v="34" actId="207"/>
          <ac:spMkLst>
            <pc:docMk/>
            <pc:sldMk cId="3184868754" sldId="464"/>
            <ac:spMk id="29" creationId="{A0BB8A7B-9F62-E143-9A69-9A99811342FD}"/>
          </ac:spMkLst>
        </pc:spChg>
      </pc:sldChg>
      <pc:sldChg chg="modSp mod">
        <pc:chgData name="Loc Huynh" userId="80c0383e323bd6ea" providerId="LiveId" clId="{7174A1A7-6A26-42BF-9590-B9BA90E8F80B}" dt="2023-09-13T09:13:13.381" v="27" actId="13822"/>
        <pc:sldMkLst>
          <pc:docMk/>
          <pc:sldMk cId="1313697068" sldId="465"/>
        </pc:sldMkLst>
        <pc:spChg chg="mod">
          <ac:chgData name="Loc Huynh" userId="80c0383e323bd6ea" providerId="LiveId" clId="{7174A1A7-6A26-42BF-9590-B9BA90E8F80B}" dt="2023-09-13T09:06:11.982" v="7" actId="14100"/>
          <ac:spMkLst>
            <pc:docMk/>
            <pc:sldMk cId="1313697068" sldId="465"/>
            <ac:spMk id="7" creationId="{0497AB36-E993-FA4C-B142-94E013FF89AC}"/>
          </ac:spMkLst>
        </pc:spChg>
        <pc:spChg chg="mod">
          <ac:chgData name="Loc Huynh" userId="80c0383e323bd6ea" providerId="LiveId" clId="{7174A1A7-6A26-42BF-9590-B9BA90E8F80B}" dt="2023-09-13T09:13:13.381" v="27" actId="13822"/>
          <ac:spMkLst>
            <pc:docMk/>
            <pc:sldMk cId="1313697068" sldId="465"/>
            <ac:spMk id="12" creationId="{9E614284-6606-B141-80A1-E04A0BE2189F}"/>
          </ac:spMkLst>
        </pc:spChg>
        <pc:picChg chg="mod">
          <ac:chgData name="Loc Huynh" userId="80c0383e323bd6ea" providerId="LiveId" clId="{7174A1A7-6A26-42BF-9590-B9BA90E8F80B}" dt="2023-09-13T09:06:17.654" v="8" actId="1076"/>
          <ac:picMkLst>
            <pc:docMk/>
            <pc:sldMk cId="1313697068" sldId="465"/>
            <ac:picMk id="13" creationId="{8E3683F5-9B61-B949-B543-D752AB379267}"/>
          </ac:picMkLst>
        </pc:picChg>
      </pc:sldChg>
      <pc:sldChg chg="addSp delSp modSp mod">
        <pc:chgData name="Loc Huynh" userId="80c0383e323bd6ea" providerId="LiveId" clId="{7174A1A7-6A26-42BF-9590-B9BA90E8F80B}" dt="2023-09-13T09:13:01.672" v="26" actId="1076"/>
        <pc:sldMkLst>
          <pc:docMk/>
          <pc:sldMk cId="1200658594" sldId="466"/>
        </pc:sldMkLst>
        <pc:spChg chg="mod">
          <ac:chgData name="Loc Huynh" userId="80c0383e323bd6ea" providerId="LiveId" clId="{7174A1A7-6A26-42BF-9590-B9BA90E8F80B}" dt="2023-09-13T09:11:39.387" v="18" actId="123"/>
          <ac:spMkLst>
            <pc:docMk/>
            <pc:sldMk cId="1200658594" sldId="466"/>
            <ac:spMk id="3" creationId="{0950CF22-330B-0B43-84E9-34FC1BB699DD}"/>
          </ac:spMkLst>
        </pc:spChg>
        <pc:spChg chg="add mod">
          <ac:chgData name="Loc Huynh" userId="80c0383e323bd6ea" providerId="LiveId" clId="{7174A1A7-6A26-42BF-9590-B9BA90E8F80B}" dt="2023-09-13T09:12:40.236" v="24" actId="13926"/>
          <ac:spMkLst>
            <pc:docMk/>
            <pc:sldMk cId="1200658594" sldId="466"/>
            <ac:spMk id="6" creationId="{F84D0A2B-97D0-059D-04FB-319FB71CDC33}"/>
          </ac:spMkLst>
        </pc:spChg>
        <pc:spChg chg="del mod">
          <ac:chgData name="Loc Huynh" userId="80c0383e323bd6ea" providerId="LiveId" clId="{7174A1A7-6A26-42BF-9590-B9BA90E8F80B}" dt="2023-09-13T09:12:21.608" v="21" actId="478"/>
          <ac:spMkLst>
            <pc:docMk/>
            <pc:sldMk cId="1200658594" sldId="466"/>
            <ac:spMk id="7" creationId="{0497AB36-E993-FA4C-B142-94E013FF89AC}"/>
          </ac:spMkLst>
        </pc:spChg>
        <pc:spChg chg="mod ord">
          <ac:chgData name="Loc Huynh" userId="80c0383e323bd6ea" providerId="LiveId" clId="{7174A1A7-6A26-42BF-9590-B9BA90E8F80B}" dt="2023-09-13T09:13:01.672" v="26" actId="1076"/>
          <ac:spMkLst>
            <pc:docMk/>
            <pc:sldMk cId="1200658594" sldId="466"/>
            <ac:spMk id="9" creationId="{3083815C-C709-6948-976D-81F10C6E89BD}"/>
          </ac:spMkLst>
        </pc:spChg>
      </pc:sldChg>
      <pc:sldChg chg="addSp delSp modSp mod">
        <pc:chgData name="Loc Huynh" userId="80c0383e323bd6ea" providerId="LiveId" clId="{7174A1A7-6A26-42BF-9590-B9BA90E8F80B}" dt="2023-09-13T09:18:13.748" v="88" actId="13926"/>
        <pc:sldMkLst>
          <pc:docMk/>
          <pc:sldMk cId="344793592" sldId="467"/>
        </pc:sldMkLst>
        <pc:spChg chg="mod">
          <ac:chgData name="Loc Huynh" userId="80c0383e323bd6ea" providerId="LiveId" clId="{7174A1A7-6A26-42BF-9590-B9BA90E8F80B}" dt="2023-09-13T09:17:13.897" v="76" actId="14100"/>
          <ac:spMkLst>
            <pc:docMk/>
            <pc:sldMk cId="344793592" sldId="467"/>
            <ac:spMk id="3" creationId="{0950CF22-330B-0B43-84E9-34FC1BB699DD}"/>
          </ac:spMkLst>
        </pc:spChg>
        <pc:spChg chg="add mod ord">
          <ac:chgData name="Loc Huynh" userId="80c0383e323bd6ea" providerId="LiveId" clId="{7174A1A7-6A26-42BF-9590-B9BA90E8F80B}" dt="2023-09-13T09:18:13.748" v="88" actId="13926"/>
          <ac:spMkLst>
            <pc:docMk/>
            <pc:sldMk cId="344793592" sldId="467"/>
            <ac:spMk id="6" creationId="{98D0EB43-CB27-01EE-C6FE-556BEAE8DEDE}"/>
          </ac:spMkLst>
        </pc:spChg>
        <pc:spChg chg="del">
          <ac:chgData name="Loc Huynh" userId="80c0383e323bd6ea" providerId="LiveId" clId="{7174A1A7-6A26-42BF-9590-B9BA90E8F80B}" dt="2023-09-13T09:16:14.772" v="61" actId="478"/>
          <ac:spMkLst>
            <pc:docMk/>
            <pc:sldMk cId="344793592" sldId="467"/>
            <ac:spMk id="7" creationId="{0497AB36-E993-FA4C-B142-94E013FF89AC}"/>
          </ac:spMkLst>
        </pc:spChg>
        <pc:spChg chg="mod">
          <ac:chgData name="Loc Huynh" userId="80c0383e323bd6ea" providerId="LiveId" clId="{7174A1A7-6A26-42BF-9590-B9BA90E8F80B}" dt="2023-09-13T09:17:48.005" v="83" actId="1076"/>
          <ac:spMkLst>
            <pc:docMk/>
            <pc:sldMk cId="344793592" sldId="467"/>
            <ac:spMk id="8" creationId="{30A0DD48-C3C5-4645-8EA2-E549C9F5E8E5}"/>
          </ac:spMkLst>
        </pc:spChg>
        <pc:spChg chg="mod">
          <ac:chgData name="Loc Huynh" userId="80c0383e323bd6ea" providerId="LiveId" clId="{7174A1A7-6A26-42BF-9590-B9BA90E8F80B}" dt="2023-09-13T09:17:50.239" v="84" actId="14100"/>
          <ac:spMkLst>
            <pc:docMk/>
            <pc:sldMk cId="344793592" sldId="467"/>
            <ac:spMk id="10" creationId="{8476AE5B-406A-5648-869A-6C06211093B6}"/>
          </ac:spMkLst>
        </pc:spChg>
        <pc:spChg chg="mod">
          <ac:chgData name="Loc Huynh" userId="80c0383e323bd6ea" providerId="LiveId" clId="{7174A1A7-6A26-42BF-9590-B9BA90E8F80B}" dt="2023-09-13T09:18:06.670" v="87" actId="14100"/>
          <ac:spMkLst>
            <pc:docMk/>
            <pc:sldMk cId="344793592" sldId="467"/>
            <ac:spMk id="12" creationId="{B0BD56CB-2A7F-CB4A-86B0-4842D8723840}"/>
          </ac:spMkLst>
        </pc:spChg>
      </pc:sldChg>
      <pc:sldChg chg="addSp delSp modSp mod chgLayout">
        <pc:chgData name="Loc Huynh" userId="80c0383e323bd6ea" providerId="LiveId" clId="{7174A1A7-6A26-42BF-9590-B9BA90E8F80B}" dt="2023-09-13T09:19:37.936" v="111" actId="1036"/>
        <pc:sldMkLst>
          <pc:docMk/>
          <pc:sldMk cId="3122522420" sldId="468"/>
        </pc:sldMkLst>
        <pc:spChg chg="mod ord">
          <ac:chgData name="Loc Huynh" userId="80c0383e323bd6ea" providerId="LiveId" clId="{7174A1A7-6A26-42BF-9590-B9BA90E8F80B}" dt="2023-09-13T09:18:21.373" v="89" actId="700"/>
          <ac:spMkLst>
            <pc:docMk/>
            <pc:sldMk cId="3122522420" sldId="468"/>
            <ac:spMk id="2" creationId="{A084E511-2F0A-2E4E-93F8-16231F34AE9E}"/>
          </ac:spMkLst>
        </pc:spChg>
        <pc:spChg chg="mod ord">
          <ac:chgData name="Loc Huynh" userId="80c0383e323bd6ea" providerId="LiveId" clId="{7174A1A7-6A26-42BF-9590-B9BA90E8F80B}" dt="2023-09-13T09:18:46.748" v="96" actId="123"/>
          <ac:spMkLst>
            <pc:docMk/>
            <pc:sldMk cId="3122522420" sldId="468"/>
            <ac:spMk id="3" creationId="{0950CF22-330B-0B43-84E9-34FC1BB699DD}"/>
          </ac:spMkLst>
        </pc:spChg>
        <pc:spChg chg="mod ord">
          <ac:chgData name="Loc Huynh" userId="80c0383e323bd6ea" providerId="LiveId" clId="{7174A1A7-6A26-42BF-9590-B9BA90E8F80B}" dt="2023-09-13T09:18:21.373" v="89" actId="700"/>
          <ac:spMkLst>
            <pc:docMk/>
            <pc:sldMk cId="3122522420" sldId="468"/>
            <ac:spMk id="4" creationId="{FA36776C-7372-C543-B1F1-59A33C1CCC3E}"/>
          </ac:spMkLst>
        </pc:spChg>
        <pc:spChg chg="mod ord">
          <ac:chgData name="Loc Huynh" userId="80c0383e323bd6ea" providerId="LiveId" clId="{7174A1A7-6A26-42BF-9590-B9BA90E8F80B}" dt="2023-09-13T09:18:21.373" v="89" actId="700"/>
          <ac:spMkLst>
            <pc:docMk/>
            <pc:sldMk cId="3122522420" sldId="468"/>
            <ac:spMk id="5" creationId="{8FB8B591-4F21-5D45-BC47-8A591A8CC92D}"/>
          </ac:spMkLst>
        </pc:spChg>
        <pc:spChg chg="add mod">
          <ac:chgData name="Loc Huynh" userId="80c0383e323bd6ea" providerId="LiveId" clId="{7174A1A7-6A26-42BF-9590-B9BA90E8F80B}" dt="2023-09-13T09:19:37.936" v="111" actId="1036"/>
          <ac:spMkLst>
            <pc:docMk/>
            <pc:sldMk cId="3122522420" sldId="468"/>
            <ac:spMk id="6" creationId="{BC014AB8-6F1B-8D96-0FCB-B5BCE1B7A5D6}"/>
          </ac:spMkLst>
        </pc:spChg>
        <pc:spChg chg="del">
          <ac:chgData name="Loc Huynh" userId="80c0383e323bd6ea" providerId="LiveId" clId="{7174A1A7-6A26-42BF-9590-B9BA90E8F80B}" dt="2023-09-13T09:18:58.326" v="97" actId="478"/>
          <ac:spMkLst>
            <pc:docMk/>
            <pc:sldMk cId="3122522420" sldId="468"/>
            <ac:spMk id="7" creationId="{0497AB36-E993-FA4C-B142-94E013FF89AC}"/>
          </ac:spMkLst>
        </pc:spChg>
      </pc:sldChg>
      <pc:sldChg chg="addSp delSp modSp mod chgLayout">
        <pc:chgData name="Loc Huynh" userId="80c0383e323bd6ea" providerId="LiveId" clId="{7174A1A7-6A26-42BF-9590-B9BA90E8F80B}" dt="2023-09-13T09:23:13.358" v="176" actId="14100"/>
        <pc:sldMkLst>
          <pc:docMk/>
          <pc:sldMk cId="1770153382" sldId="469"/>
        </pc:sldMkLst>
        <pc:spChg chg="mod ord">
          <ac:chgData name="Loc Huynh" userId="80c0383e323bd6ea" providerId="LiveId" clId="{7174A1A7-6A26-42BF-9590-B9BA90E8F80B}" dt="2023-09-13T09:20:15.311" v="122" actId="700"/>
          <ac:spMkLst>
            <pc:docMk/>
            <pc:sldMk cId="1770153382" sldId="469"/>
            <ac:spMk id="2" creationId="{A084E511-2F0A-2E4E-93F8-16231F34AE9E}"/>
          </ac:spMkLst>
        </pc:spChg>
        <pc:spChg chg="mod ord">
          <ac:chgData name="Loc Huynh" userId="80c0383e323bd6ea" providerId="LiveId" clId="{7174A1A7-6A26-42BF-9590-B9BA90E8F80B}" dt="2023-09-13T09:21:59.233" v="161" actId="20577"/>
          <ac:spMkLst>
            <pc:docMk/>
            <pc:sldMk cId="1770153382" sldId="469"/>
            <ac:spMk id="3" creationId="{0950CF22-330B-0B43-84E9-34FC1BB699DD}"/>
          </ac:spMkLst>
        </pc:spChg>
        <pc:spChg chg="mod ord">
          <ac:chgData name="Loc Huynh" userId="80c0383e323bd6ea" providerId="LiveId" clId="{7174A1A7-6A26-42BF-9590-B9BA90E8F80B}" dt="2023-09-13T09:20:15.311" v="122" actId="700"/>
          <ac:spMkLst>
            <pc:docMk/>
            <pc:sldMk cId="1770153382" sldId="469"/>
            <ac:spMk id="4" creationId="{FA36776C-7372-C543-B1F1-59A33C1CCC3E}"/>
          </ac:spMkLst>
        </pc:spChg>
        <pc:spChg chg="mod ord">
          <ac:chgData name="Loc Huynh" userId="80c0383e323bd6ea" providerId="LiveId" clId="{7174A1A7-6A26-42BF-9590-B9BA90E8F80B}" dt="2023-09-13T09:20:15.311" v="122" actId="700"/>
          <ac:spMkLst>
            <pc:docMk/>
            <pc:sldMk cId="1770153382" sldId="469"/>
            <ac:spMk id="5" creationId="{8FB8B591-4F21-5D45-BC47-8A591A8CC92D}"/>
          </ac:spMkLst>
        </pc:spChg>
        <pc:spChg chg="mod">
          <ac:chgData name="Loc Huynh" userId="80c0383e323bd6ea" providerId="LiveId" clId="{7174A1A7-6A26-42BF-9590-B9BA90E8F80B}" dt="2023-09-13T09:23:13.358" v="176" actId="14100"/>
          <ac:spMkLst>
            <pc:docMk/>
            <pc:sldMk cId="1770153382" sldId="469"/>
            <ac:spMk id="6" creationId="{65EBD7E5-1D57-9448-A846-3814DE95C179}"/>
          </ac:spMkLst>
        </pc:spChg>
        <pc:spChg chg="del">
          <ac:chgData name="Loc Huynh" userId="80c0383e323bd6ea" providerId="LiveId" clId="{7174A1A7-6A26-42BF-9590-B9BA90E8F80B}" dt="2023-09-13T09:20:04.983" v="119" actId="478"/>
          <ac:spMkLst>
            <pc:docMk/>
            <pc:sldMk cId="1770153382" sldId="469"/>
            <ac:spMk id="7" creationId="{0497AB36-E993-FA4C-B142-94E013FF89AC}"/>
          </ac:spMkLst>
        </pc:spChg>
        <pc:spChg chg="mod">
          <ac:chgData name="Loc Huynh" userId="80c0383e323bd6ea" providerId="LiveId" clId="{7174A1A7-6A26-42BF-9590-B9BA90E8F80B}" dt="2023-09-13T09:22:54.640" v="174" actId="1076"/>
          <ac:spMkLst>
            <pc:docMk/>
            <pc:sldMk cId="1770153382" sldId="469"/>
            <ac:spMk id="8" creationId="{206F696C-76DA-AE48-9BFD-C93EE7A992DA}"/>
          </ac:spMkLst>
        </pc:spChg>
        <pc:spChg chg="mod">
          <ac:chgData name="Loc Huynh" userId="80c0383e323bd6ea" providerId="LiveId" clId="{7174A1A7-6A26-42BF-9590-B9BA90E8F80B}" dt="2023-09-13T09:23:07.358" v="175" actId="14100"/>
          <ac:spMkLst>
            <pc:docMk/>
            <pc:sldMk cId="1770153382" sldId="469"/>
            <ac:spMk id="9" creationId="{D6D40A09-16CE-F44F-9F5C-AF6ABF4098B4}"/>
          </ac:spMkLst>
        </pc:spChg>
        <pc:spChg chg="add mod ord">
          <ac:chgData name="Loc Huynh" userId="80c0383e323bd6ea" providerId="LiveId" clId="{7174A1A7-6A26-42BF-9590-B9BA90E8F80B}" dt="2023-09-13T09:22:20.654" v="165" actId="13926"/>
          <ac:spMkLst>
            <pc:docMk/>
            <pc:sldMk cId="1770153382" sldId="469"/>
            <ac:spMk id="10" creationId="{E90D2676-5007-5D23-A929-1DD8F594A3C7}"/>
          </ac:spMkLst>
        </pc:spChg>
      </pc:sldChg>
      <pc:sldChg chg="modSp mod chgLayout">
        <pc:chgData name="Loc Huynh" userId="80c0383e323bd6ea" providerId="LiveId" clId="{7174A1A7-6A26-42BF-9590-B9BA90E8F80B}" dt="2023-09-13T10:13:23.748" v="1057" actId="13926"/>
        <pc:sldMkLst>
          <pc:docMk/>
          <pc:sldMk cId="3684564904" sldId="470"/>
        </pc:sldMkLst>
        <pc:spChg chg="mod ord">
          <ac:chgData name="Loc Huynh" userId="80c0383e323bd6ea" providerId="LiveId" clId="{7174A1A7-6A26-42BF-9590-B9BA90E8F80B}" dt="2023-09-13T10:07:08.371" v="962" actId="700"/>
          <ac:spMkLst>
            <pc:docMk/>
            <pc:sldMk cId="3684564904" sldId="470"/>
            <ac:spMk id="2" creationId="{67D965CF-1D55-5443-919B-AC77503498CA}"/>
          </ac:spMkLst>
        </pc:spChg>
        <pc:spChg chg="mod ord">
          <ac:chgData name="Loc Huynh" userId="80c0383e323bd6ea" providerId="LiveId" clId="{7174A1A7-6A26-42BF-9590-B9BA90E8F80B}" dt="2023-09-13T10:07:35.631" v="967" actId="207"/>
          <ac:spMkLst>
            <pc:docMk/>
            <pc:sldMk cId="3684564904" sldId="470"/>
            <ac:spMk id="3" creationId="{E31B8DF0-5097-6849-A204-526B69A794B3}"/>
          </ac:spMkLst>
        </pc:spChg>
        <pc:spChg chg="mod ord">
          <ac:chgData name="Loc Huynh" userId="80c0383e323bd6ea" providerId="LiveId" clId="{7174A1A7-6A26-42BF-9590-B9BA90E8F80B}" dt="2023-09-13T10:07:08.371" v="962" actId="700"/>
          <ac:spMkLst>
            <pc:docMk/>
            <pc:sldMk cId="3684564904" sldId="470"/>
            <ac:spMk id="4" creationId="{D0B4835D-B712-474E-B6B8-6C1BBDD99FFD}"/>
          </ac:spMkLst>
        </pc:spChg>
        <pc:spChg chg="mod ord">
          <ac:chgData name="Loc Huynh" userId="80c0383e323bd6ea" providerId="LiveId" clId="{7174A1A7-6A26-42BF-9590-B9BA90E8F80B}" dt="2023-09-13T10:07:08.371" v="962" actId="700"/>
          <ac:spMkLst>
            <pc:docMk/>
            <pc:sldMk cId="3684564904" sldId="470"/>
            <ac:spMk id="5" creationId="{AE526D72-773E-714F-A1AE-5B77BAF3A9FB}"/>
          </ac:spMkLst>
        </pc:spChg>
        <pc:spChg chg="mod">
          <ac:chgData name="Loc Huynh" userId="80c0383e323bd6ea" providerId="LiveId" clId="{7174A1A7-6A26-42BF-9590-B9BA90E8F80B}" dt="2023-09-13T10:13:23.748" v="1057" actId="13926"/>
          <ac:spMkLst>
            <pc:docMk/>
            <pc:sldMk cId="3684564904" sldId="470"/>
            <ac:spMk id="7" creationId="{9CF46A69-C370-BC4E-A1B6-0D08CD7E7D51}"/>
          </ac:spMkLst>
        </pc:spChg>
        <pc:spChg chg="mod">
          <ac:chgData name="Loc Huynh" userId="80c0383e323bd6ea" providerId="LiveId" clId="{7174A1A7-6A26-42BF-9590-B9BA90E8F80B}" dt="2023-09-13T10:10:57.511" v="1023" actId="14100"/>
          <ac:spMkLst>
            <pc:docMk/>
            <pc:sldMk cId="3684564904" sldId="470"/>
            <ac:spMk id="12" creationId="{4A99978A-B37F-CD45-9046-3023D55DA46A}"/>
          </ac:spMkLst>
        </pc:spChg>
        <pc:spChg chg="mod">
          <ac:chgData name="Loc Huynh" userId="80c0383e323bd6ea" providerId="LiveId" clId="{7174A1A7-6A26-42BF-9590-B9BA90E8F80B}" dt="2023-09-13T10:11:12.731" v="1028" actId="14100"/>
          <ac:spMkLst>
            <pc:docMk/>
            <pc:sldMk cId="3684564904" sldId="470"/>
            <ac:spMk id="13" creationId="{CF8E5AFE-5ADF-8549-AA19-5349EFFD0015}"/>
          </ac:spMkLst>
        </pc:spChg>
        <pc:spChg chg="mod">
          <ac:chgData name="Loc Huynh" userId="80c0383e323bd6ea" providerId="LiveId" clId="{7174A1A7-6A26-42BF-9590-B9BA90E8F80B}" dt="2023-09-13T10:11:53.693" v="1035" actId="14100"/>
          <ac:spMkLst>
            <pc:docMk/>
            <pc:sldMk cId="3684564904" sldId="470"/>
            <ac:spMk id="14" creationId="{D742A93A-92B6-3B44-8730-BB18DFD6ED20}"/>
          </ac:spMkLst>
        </pc:spChg>
      </pc:sldChg>
      <pc:sldChg chg="modSp mod chgLayout">
        <pc:chgData name="Loc Huynh" userId="80c0383e323bd6ea" providerId="LiveId" clId="{7174A1A7-6A26-42BF-9590-B9BA90E8F80B}" dt="2023-09-13T10:13:15.344" v="1054" actId="13926"/>
        <pc:sldMkLst>
          <pc:docMk/>
          <pc:sldMk cId="1997632837" sldId="471"/>
        </pc:sldMkLst>
        <pc:spChg chg="mod ord">
          <ac:chgData name="Loc Huynh" userId="80c0383e323bd6ea" providerId="LiveId" clId="{7174A1A7-6A26-42BF-9590-B9BA90E8F80B}" dt="2023-09-13T10:07:15.678" v="963" actId="700"/>
          <ac:spMkLst>
            <pc:docMk/>
            <pc:sldMk cId="1997632837" sldId="471"/>
            <ac:spMk id="2" creationId="{67D965CF-1D55-5443-919B-AC77503498CA}"/>
          </ac:spMkLst>
        </pc:spChg>
        <pc:spChg chg="mod ord">
          <ac:chgData name="Loc Huynh" userId="80c0383e323bd6ea" providerId="LiveId" clId="{7174A1A7-6A26-42BF-9590-B9BA90E8F80B}" dt="2023-09-13T10:08:29.971" v="987" actId="13926"/>
          <ac:spMkLst>
            <pc:docMk/>
            <pc:sldMk cId="1997632837" sldId="471"/>
            <ac:spMk id="3" creationId="{E31B8DF0-5097-6849-A204-526B69A794B3}"/>
          </ac:spMkLst>
        </pc:spChg>
        <pc:spChg chg="mod ord">
          <ac:chgData name="Loc Huynh" userId="80c0383e323bd6ea" providerId="LiveId" clId="{7174A1A7-6A26-42BF-9590-B9BA90E8F80B}" dt="2023-09-13T10:07:15.678" v="963" actId="700"/>
          <ac:spMkLst>
            <pc:docMk/>
            <pc:sldMk cId="1997632837" sldId="471"/>
            <ac:spMk id="4" creationId="{D0B4835D-B712-474E-B6B8-6C1BBDD99FFD}"/>
          </ac:spMkLst>
        </pc:spChg>
        <pc:spChg chg="mod ord">
          <ac:chgData name="Loc Huynh" userId="80c0383e323bd6ea" providerId="LiveId" clId="{7174A1A7-6A26-42BF-9590-B9BA90E8F80B}" dt="2023-09-13T10:07:15.678" v="963" actId="700"/>
          <ac:spMkLst>
            <pc:docMk/>
            <pc:sldMk cId="1997632837" sldId="471"/>
            <ac:spMk id="5" creationId="{AE526D72-773E-714F-A1AE-5B77BAF3A9FB}"/>
          </ac:spMkLst>
        </pc:spChg>
        <pc:spChg chg="mod">
          <ac:chgData name="Loc Huynh" userId="80c0383e323bd6ea" providerId="LiveId" clId="{7174A1A7-6A26-42BF-9590-B9BA90E8F80B}" dt="2023-09-13T10:13:15.344" v="1054" actId="13926"/>
          <ac:spMkLst>
            <pc:docMk/>
            <pc:sldMk cId="1997632837" sldId="471"/>
            <ac:spMk id="7" creationId="{9CF46A69-C370-BC4E-A1B6-0D08CD7E7D51}"/>
          </ac:spMkLst>
        </pc:spChg>
        <pc:spChg chg="mod">
          <ac:chgData name="Loc Huynh" userId="80c0383e323bd6ea" providerId="LiveId" clId="{7174A1A7-6A26-42BF-9590-B9BA90E8F80B}" dt="2023-09-13T10:09:48.167" v="1007" actId="14100"/>
          <ac:spMkLst>
            <pc:docMk/>
            <pc:sldMk cId="1997632837" sldId="471"/>
            <ac:spMk id="12" creationId="{4A99978A-B37F-CD45-9046-3023D55DA46A}"/>
          </ac:spMkLst>
        </pc:spChg>
        <pc:spChg chg="mod">
          <ac:chgData name="Loc Huynh" userId="80c0383e323bd6ea" providerId="LiveId" clId="{7174A1A7-6A26-42BF-9590-B9BA90E8F80B}" dt="2023-09-13T10:09:43.431" v="1006" actId="14100"/>
          <ac:spMkLst>
            <pc:docMk/>
            <pc:sldMk cId="1997632837" sldId="471"/>
            <ac:spMk id="13" creationId="{CF8E5AFE-5ADF-8549-AA19-5349EFFD0015}"/>
          </ac:spMkLst>
        </pc:spChg>
        <pc:spChg chg="mod">
          <ac:chgData name="Loc Huynh" userId="80c0383e323bd6ea" providerId="LiveId" clId="{7174A1A7-6A26-42BF-9590-B9BA90E8F80B}" dt="2023-09-13T10:09:51.746" v="1008" actId="14100"/>
          <ac:spMkLst>
            <pc:docMk/>
            <pc:sldMk cId="1997632837" sldId="471"/>
            <ac:spMk id="14" creationId="{D742A93A-92B6-3B44-8730-BB18DFD6ED20}"/>
          </ac:spMkLst>
        </pc:spChg>
        <pc:spChg chg="mod">
          <ac:chgData name="Loc Huynh" userId="80c0383e323bd6ea" providerId="LiveId" clId="{7174A1A7-6A26-42BF-9590-B9BA90E8F80B}" dt="2023-09-13T10:10:14.885" v="1013" actId="1076"/>
          <ac:spMkLst>
            <pc:docMk/>
            <pc:sldMk cId="1997632837" sldId="471"/>
            <ac:spMk id="15" creationId="{339CAA90-ACF0-3440-8D4E-98EDD25DBE0C}"/>
          </ac:spMkLst>
        </pc:spChg>
      </pc:sldChg>
      <pc:sldChg chg="modSp mod">
        <pc:chgData name="Loc Huynh" userId="80c0383e323bd6ea" providerId="LiveId" clId="{7174A1A7-6A26-42BF-9590-B9BA90E8F80B}" dt="2023-09-13T10:16:00.491" v="1094" actId="14100"/>
        <pc:sldMkLst>
          <pc:docMk/>
          <pc:sldMk cId="3934483243" sldId="472"/>
        </pc:sldMkLst>
        <pc:spChg chg="mod">
          <ac:chgData name="Loc Huynh" userId="80c0383e323bd6ea" providerId="LiveId" clId="{7174A1A7-6A26-42BF-9590-B9BA90E8F80B}" dt="2023-09-13T10:13:55.556" v="1064" actId="207"/>
          <ac:spMkLst>
            <pc:docMk/>
            <pc:sldMk cId="3934483243" sldId="472"/>
            <ac:spMk id="3" creationId="{E31B8DF0-5097-6849-A204-526B69A794B3}"/>
          </ac:spMkLst>
        </pc:spChg>
        <pc:spChg chg="mod">
          <ac:chgData name="Loc Huynh" userId="80c0383e323bd6ea" providerId="LiveId" clId="{7174A1A7-6A26-42BF-9590-B9BA90E8F80B}" dt="2023-09-13T10:15:45.563" v="1089" actId="108"/>
          <ac:spMkLst>
            <pc:docMk/>
            <pc:sldMk cId="3934483243" sldId="472"/>
            <ac:spMk id="7" creationId="{9CF46A69-C370-BC4E-A1B6-0D08CD7E7D51}"/>
          </ac:spMkLst>
        </pc:spChg>
        <pc:spChg chg="mod">
          <ac:chgData name="Loc Huynh" userId="80c0383e323bd6ea" providerId="LiveId" clId="{7174A1A7-6A26-42BF-9590-B9BA90E8F80B}" dt="2023-09-13T10:16:00.491" v="1094" actId="14100"/>
          <ac:spMkLst>
            <pc:docMk/>
            <pc:sldMk cId="3934483243" sldId="472"/>
            <ac:spMk id="9" creationId="{63D82EEC-551D-774A-977B-2E51FC46DDFB}"/>
          </ac:spMkLst>
        </pc:spChg>
        <pc:spChg chg="mod">
          <ac:chgData name="Loc Huynh" userId="80c0383e323bd6ea" providerId="LiveId" clId="{7174A1A7-6A26-42BF-9590-B9BA90E8F80B}" dt="2023-09-13T10:15:49.656" v="1090" actId="1076"/>
          <ac:spMkLst>
            <pc:docMk/>
            <pc:sldMk cId="3934483243" sldId="472"/>
            <ac:spMk id="12" creationId="{155E4025-4728-6547-882F-86215B9201A1}"/>
          </ac:spMkLst>
        </pc:spChg>
      </pc:sldChg>
      <pc:sldChg chg="addSp delSp modSp mod chgLayout">
        <pc:chgData name="Loc Huynh" userId="80c0383e323bd6ea" providerId="LiveId" clId="{7174A1A7-6A26-42BF-9590-B9BA90E8F80B}" dt="2023-09-13T10:44:56.918" v="1636" actId="700"/>
        <pc:sldMkLst>
          <pc:docMk/>
          <pc:sldMk cId="3915191108" sldId="473"/>
        </pc:sldMkLst>
        <pc:spChg chg="mod ord">
          <ac:chgData name="Loc Huynh" userId="80c0383e323bd6ea" providerId="LiveId" clId="{7174A1A7-6A26-42BF-9590-B9BA90E8F80B}" dt="2023-09-13T10:44:56.918" v="1636" actId="700"/>
          <ac:spMkLst>
            <pc:docMk/>
            <pc:sldMk cId="3915191108" sldId="473"/>
            <ac:spMk id="2" creationId="{00000000-0000-0000-0000-000000000000}"/>
          </ac:spMkLst>
        </pc:spChg>
        <pc:spChg chg="mod ord">
          <ac:chgData name="Loc Huynh" userId="80c0383e323bd6ea" providerId="LiveId" clId="{7174A1A7-6A26-42BF-9590-B9BA90E8F80B}" dt="2023-09-13T10:44:56.918" v="1636" actId="700"/>
          <ac:spMkLst>
            <pc:docMk/>
            <pc:sldMk cId="3915191108" sldId="473"/>
            <ac:spMk id="3" creationId="{00000000-0000-0000-0000-000000000000}"/>
          </ac:spMkLst>
        </pc:spChg>
        <pc:spChg chg="add mod ord">
          <ac:chgData name="Loc Huynh" userId="80c0383e323bd6ea" providerId="LiveId" clId="{7174A1A7-6A26-42BF-9590-B9BA90E8F80B}" dt="2023-09-13T10:44:56.918" v="1636" actId="700"/>
          <ac:spMkLst>
            <pc:docMk/>
            <pc:sldMk cId="3915191108" sldId="473"/>
            <ac:spMk id="4" creationId="{C73FAA6A-FF83-485B-4CFC-6CFD2E073412}"/>
          </ac:spMkLst>
        </pc:spChg>
        <pc:spChg chg="mod">
          <ac:chgData name="Loc Huynh" userId="80c0383e323bd6ea" providerId="LiveId" clId="{7174A1A7-6A26-42BF-9590-B9BA90E8F80B}" dt="2023-09-13T10:27:45.338" v="1311" actId="14100"/>
          <ac:spMkLst>
            <pc:docMk/>
            <pc:sldMk cId="3915191108" sldId="473"/>
            <ac:spMk id="6" creationId="{60420651-BFD4-8548-AFBC-451DF84F188F}"/>
          </ac:spMkLst>
        </pc:spChg>
        <pc:spChg chg="mod">
          <ac:chgData name="Loc Huynh" userId="80c0383e323bd6ea" providerId="LiveId" clId="{7174A1A7-6A26-42BF-9590-B9BA90E8F80B}" dt="2023-09-13T10:27:34.065" v="1309" actId="14100"/>
          <ac:spMkLst>
            <pc:docMk/>
            <pc:sldMk cId="3915191108" sldId="473"/>
            <ac:spMk id="7" creationId="{929A0727-2B96-974C-BC69-556B712170AC}"/>
          </ac:spMkLst>
        </pc:spChg>
        <pc:spChg chg="mod">
          <ac:chgData name="Loc Huynh" userId="80c0383e323bd6ea" providerId="LiveId" clId="{7174A1A7-6A26-42BF-9590-B9BA90E8F80B}" dt="2023-09-13T10:27:25.268" v="1306" actId="14100"/>
          <ac:spMkLst>
            <pc:docMk/>
            <pc:sldMk cId="3915191108" sldId="473"/>
            <ac:spMk id="8" creationId="{E2746794-A5E6-5D4B-8F68-5C63EC43737F}"/>
          </ac:spMkLst>
        </pc:spChg>
        <pc:spChg chg="del mod">
          <ac:chgData name="Loc Huynh" userId="80c0383e323bd6ea" providerId="LiveId" clId="{7174A1A7-6A26-42BF-9590-B9BA90E8F80B}" dt="2023-09-13T10:25:26.867" v="1283" actId="478"/>
          <ac:spMkLst>
            <pc:docMk/>
            <pc:sldMk cId="3915191108" sldId="473"/>
            <ac:spMk id="9" creationId="{EDAFBA57-2096-7248-B372-A140ADEEDE8B}"/>
          </ac:spMkLst>
        </pc:spChg>
        <pc:spChg chg="mod ord">
          <ac:chgData name="Loc Huynh" userId="80c0383e323bd6ea" providerId="LiveId" clId="{7174A1A7-6A26-42BF-9590-B9BA90E8F80B}" dt="2023-09-13T10:44:56.918" v="1636" actId="700"/>
          <ac:spMkLst>
            <pc:docMk/>
            <pc:sldMk cId="3915191108" sldId="473"/>
            <ac:spMk id="10" creationId="{9D03BF8F-944D-2944-A60B-FD87A037ED08}"/>
          </ac:spMkLst>
        </pc:spChg>
      </pc:sldChg>
      <pc:sldChg chg="addSp delSp modSp mod chgLayout">
        <pc:chgData name="Loc Huynh" userId="80c0383e323bd6ea" providerId="LiveId" clId="{7174A1A7-6A26-42BF-9590-B9BA90E8F80B}" dt="2023-09-13T10:44:59.048" v="1637" actId="700"/>
        <pc:sldMkLst>
          <pc:docMk/>
          <pc:sldMk cId="1242105478" sldId="474"/>
        </pc:sldMkLst>
        <pc:spChg chg="mod ord">
          <ac:chgData name="Loc Huynh" userId="80c0383e323bd6ea" providerId="LiveId" clId="{7174A1A7-6A26-42BF-9590-B9BA90E8F80B}" dt="2023-09-13T10:44:59.048" v="1637" actId="700"/>
          <ac:spMkLst>
            <pc:docMk/>
            <pc:sldMk cId="1242105478" sldId="474"/>
            <ac:spMk id="2" creationId="{00000000-0000-0000-0000-000000000000}"/>
          </ac:spMkLst>
        </pc:spChg>
        <pc:spChg chg="mod ord">
          <ac:chgData name="Loc Huynh" userId="80c0383e323bd6ea" providerId="LiveId" clId="{7174A1A7-6A26-42BF-9590-B9BA90E8F80B}" dt="2023-09-13T10:44:59.048" v="1637" actId="700"/>
          <ac:spMkLst>
            <pc:docMk/>
            <pc:sldMk cId="1242105478" sldId="474"/>
            <ac:spMk id="3" creationId="{00000000-0000-0000-0000-000000000000}"/>
          </ac:spMkLst>
        </pc:spChg>
        <pc:spChg chg="mod ord">
          <ac:chgData name="Loc Huynh" userId="80c0383e323bd6ea" providerId="LiveId" clId="{7174A1A7-6A26-42BF-9590-B9BA90E8F80B}" dt="2023-09-13T10:44:59.048" v="1637" actId="700"/>
          <ac:spMkLst>
            <pc:docMk/>
            <pc:sldMk cId="1242105478" sldId="474"/>
            <ac:spMk id="4" creationId="{00000000-0000-0000-0000-000000000000}"/>
          </ac:spMkLst>
        </pc:spChg>
        <pc:spChg chg="add mod ord">
          <ac:chgData name="Loc Huynh" userId="80c0383e323bd6ea" providerId="LiveId" clId="{7174A1A7-6A26-42BF-9590-B9BA90E8F80B}" dt="2023-09-13T10:44:59.048" v="1637" actId="700"/>
          <ac:spMkLst>
            <pc:docMk/>
            <pc:sldMk cId="1242105478" sldId="474"/>
            <ac:spMk id="5" creationId="{94ED5CE3-6B33-4E00-3AA0-3D76128D5716}"/>
          </ac:spMkLst>
        </pc:spChg>
        <pc:spChg chg="mod">
          <ac:chgData name="Loc Huynh" userId="80c0383e323bd6ea" providerId="LiveId" clId="{7174A1A7-6A26-42BF-9590-B9BA90E8F80B}" dt="2023-09-13T10:34:35.294" v="1459" actId="14100"/>
          <ac:spMkLst>
            <pc:docMk/>
            <pc:sldMk cId="1242105478" sldId="474"/>
            <ac:spMk id="7" creationId="{03A9A49A-8760-FC48-8E1C-8A867E0DC982}"/>
          </ac:spMkLst>
        </pc:spChg>
        <pc:spChg chg="mod">
          <ac:chgData name="Loc Huynh" userId="80c0383e323bd6ea" providerId="LiveId" clId="{7174A1A7-6A26-42BF-9590-B9BA90E8F80B}" dt="2023-09-13T10:33:01.887" v="1407" actId="1076"/>
          <ac:spMkLst>
            <pc:docMk/>
            <pc:sldMk cId="1242105478" sldId="474"/>
            <ac:spMk id="8" creationId="{7ECF8F5C-E57B-FE46-8DCB-ECF3061275E0}"/>
          </ac:spMkLst>
        </pc:spChg>
        <pc:spChg chg="mod">
          <ac:chgData name="Loc Huynh" userId="80c0383e323bd6ea" providerId="LiveId" clId="{7174A1A7-6A26-42BF-9590-B9BA90E8F80B}" dt="2023-09-13T10:32:20.947" v="1400" actId="14100"/>
          <ac:spMkLst>
            <pc:docMk/>
            <pc:sldMk cId="1242105478" sldId="474"/>
            <ac:spMk id="9" creationId="{E0B2BC97-FE1C-E44D-8451-2DC42EA9E39D}"/>
          </ac:spMkLst>
        </pc:spChg>
        <pc:spChg chg="mod">
          <ac:chgData name="Loc Huynh" userId="80c0383e323bd6ea" providerId="LiveId" clId="{7174A1A7-6A26-42BF-9590-B9BA90E8F80B}" dt="2023-09-13T10:34:46.498" v="1460" actId="14100"/>
          <ac:spMkLst>
            <pc:docMk/>
            <pc:sldMk cId="1242105478" sldId="474"/>
            <ac:spMk id="10" creationId="{535C6297-4E11-3147-8597-F20F75516A2D}"/>
          </ac:spMkLst>
        </pc:spChg>
        <pc:spChg chg="mod">
          <ac:chgData name="Loc Huynh" userId="80c0383e323bd6ea" providerId="LiveId" clId="{7174A1A7-6A26-42BF-9590-B9BA90E8F80B}" dt="2023-09-13T10:34:03.208" v="1446" actId="1076"/>
          <ac:spMkLst>
            <pc:docMk/>
            <pc:sldMk cId="1242105478" sldId="474"/>
            <ac:spMk id="11" creationId="{02D69FDF-1EC3-B84B-8956-E9CBCEEA9D1B}"/>
          </ac:spMkLst>
        </pc:spChg>
        <pc:spChg chg="mod">
          <ac:chgData name="Loc Huynh" userId="80c0383e323bd6ea" providerId="LiveId" clId="{7174A1A7-6A26-42BF-9590-B9BA90E8F80B}" dt="2023-09-13T10:32:43.056" v="1405" actId="1076"/>
          <ac:spMkLst>
            <pc:docMk/>
            <pc:sldMk cId="1242105478" sldId="474"/>
            <ac:spMk id="25" creationId="{38D813B1-F736-8348-8C90-D25DA3EB6E1C}"/>
          </ac:spMkLst>
        </pc:spChg>
        <pc:spChg chg="mod">
          <ac:chgData name="Loc Huynh" userId="80c0383e323bd6ea" providerId="LiveId" clId="{7174A1A7-6A26-42BF-9590-B9BA90E8F80B}" dt="2023-09-13T10:32:43.056" v="1405" actId="1076"/>
          <ac:spMkLst>
            <pc:docMk/>
            <pc:sldMk cId="1242105478" sldId="474"/>
            <ac:spMk id="32" creationId="{60C190B3-A31D-E347-BA0A-C1CDFA90B8A8}"/>
          </ac:spMkLst>
        </pc:spChg>
        <pc:spChg chg="mod">
          <ac:chgData name="Loc Huynh" userId="80c0383e323bd6ea" providerId="LiveId" clId="{7174A1A7-6A26-42BF-9590-B9BA90E8F80B}" dt="2023-09-13T10:32:43.056" v="1405" actId="1076"/>
          <ac:spMkLst>
            <pc:docMk/>
            <pc:sldMk cId="1242105478" sldId="474"/>
            <ac:spMk id="33" creationId="{F0246D17-B7C2-C843-975A-1C55D8A114DB}"/>
          </ac:spMkLst>
        </pc:spChg>
        <pc:spChg chg="mod">
          <ac:chgData name="Loc Huynh" userId="80c0383e323bd6ea" providerId="LiveId" clId="{7174A1A7-6A26-42BF-9590-B9BA90E8F80B}" dt="2023-09-13T10:33:18.771" v="1409" actId="14100"/>
          <ac:spMkLst>
            <pc:docMk/>
            <pc:sldMk cId="1242105478" sldId="474"/>
            <ac:spMk id="35" creationId="{AE3F959C-6613-DB42-8551-4C0812B9423A}"/>
          </ac:spMkLst>
        </pc:spChg>
        <pc:spChg chg="mod">
          <ac:chgData name="Loc Huynh" userId="80c0383e323bd6ea" providerId="LiveId" clId="{7174A1A7-6A26-42BF-9590-B9BA90E8F80B}" dt="2023-09-13T10:32:43.056" v="1405" actId="1076"/>
          <ac:spMkLst>
            <pc:docMk/>
            <pc:sldMk cId="1242105478" sldId="474"/>
            <ac:spMk id="36" creationId="{04D49AAE-16B9-BE40-9B2A-370697F0878E}"/>
          </ac:spMkLst>
        </pc:spChg>
        <pc:spChg chg="mod">
          <ac:chgData name="Loc Huynh" userId="80c0383e323bd6ea" providerId="LiveId" clId="{7174A1A7-6A26-42BF-9590-B9BA90E8F80B}" dt="2023-09-13T10:33:07.814" v="1408" actId="1076"/>
          <ac:spMkLst>
            <pc:docMk/>
            <pc:sldMk cId="1242105478" sldId="474"/>
            <ac:spMk id="37" creationId="{065A310A-0436-C54D-86DD-B03BC35D76E8}"/>
          </ac:spMkLst>
        </pc:spChg>
        <pc:spChg chg="del">
          <ac:chgData name="Loc Huynh" userId="80c0383e323bd6ea" providerId="LiveId" clId="{7174A1A7-6A26-42BF-9590-B9BA90E8F80B}" dt="2023-09-13T10:25:30.529" v="1285" actId="478"/>
          <ac:spMkLst>
            <pc:docMk/>
            <pc:sldMk cId="1242105478" sldId="474"/>
            <ac:spMk id="63" creationId="{8FD8F22E-E8CE-F04A-8711-045626214F9D}"/>
          </ac:spMkLst>
        </pc:spChg>
        <pc:cxnChg chg="mod">
          <ac:chgData name="Loc Huynh" userId="80c0383e323bd6ea" providerId="LiveId" clId="{7174A1A7-6A26-42BF-9590-B9BA90E8F80B}" dt="2023-09-13T10:34:05.426" v="1447" actId="14100"/>
          <ac:cxnSpMkLst>
            <pc:docMk/>
            <pc:sldMk cId="1242105478" sldId="474"/>
            <ac:cxnSpMk id="13" creationId="{B332532D-A722-4F44-8DFA-A16288457A7F}"/>
          </ac:cxnSpMkLst>
        </pc:cxnChg>
        <pc:cxnChg chg="mod">
          <ac:chgData name="Loc Huynh" userId="80c0383e323bd6ea" providerId="LiveId" clId="{7174A1A7-6A26-42BF-9590-B9BA90E8F80B}" dt="2023-09-13T10:34:08.473" v="1448" actId="14100"/>
          <ac:cxnSpMkLst>
            <pc:docMk/>
            <pc:sldMk cId="1242105478" sldId="474"/>
            <ac:cxnSpMk id="17" creationId="{242BACA7-6C63-F44C-8A20-22DDFBCADD9B}"/>
          </ac:cxnSpMkLst>
        </pc:cxnChg>
        <pc:cxnChg chg="mod">
          <ac:chgData name="Loc Huynh" userId="80c0383e323bd6ea" providerId="LiveId" clId="{7174A1A7-6A26-42BF-9590-B9BA90E8F80B}" dt="2023-09-13T10:32:43.056" v="1405" actId="1076"/>
          <ac:cxnSpMkLst>
            <pc:docMk/>
            <pc:sldMk cId="1242105478" sldId="474"/>
            <ac:cxnSpMk id="41" creationId="{7A09A6CE-BF84-1C4C-9839-4506C244CB87}"/>
          </ac:cxnSpMkLst>
        </pc:cxnChg>
        <pc:cxnChg chg="mod">
          <ac:chgData name="Loc Huynh" userId="80c0383e323bd6ea" providerId="LiveId" clId="{7174A1A7-6A26-42BF-9590-B9BA90E8F80B}" dt="2023-09-13T10:32:43.056" v="1405" actId="1076"/>
          <ac:cxnSpMkLst>
            <pc:docMk/>
            <pc:sldMk cId="1242105478" sldId="474"/>
            <ac:cxnSpMk id="44" creationId="{70869ADA-38FF-6C46-997B-01601BC3B53D}"/>
          </ac:cxnSpMkLst>
        </pc:cxnChg>
        <pc:cxnChg chg="mod">
          <ac:chgData name="Loc Huynh" userId="80c0383e323bd6ea" providerId="LiveId" clId="{7174A1A7-6A26-42BF-9590-B9BA90E8F80B}" dt="2023-09-13T10:32:43.056" v="1405" actId="1076"/>
          <ac:cxnSpMkLst>
            <pc:docMk/>
            <pc:sldMk cId="1242105478" sldId="474"/>
            <ac:cxnSpMk id="46" creationId="{5DEE573E-59E5-D746-B3FB-5DBB3B27E7A5}"/>
          </ac:cxnSpMkLst>
        </pc:cxnChg>
        <pc:cxnChg chg="mod">
          <ac:chgData name="Loc Huynh" userId="80c0383e323bd6ea" providerId="LiveId" clId="{7174A1A7-6A26-42BF-9590-B9BA90E8F80B}" dt="2023-09-13T10:32:43.056" v="1405" actId="1076"/>
          <ac:cxnSpMkLst>
            <pc:docMk/>
            <pc:sldMk cId="1242105478" sldId="474"/>
            <ac:cxnSpMk id="54" creationId="{2D62C39C-BDC4-4D4F-8DE4-081D41FC101B}"/>
          </ac:cxnSpMkLst>
        </pc:cxnChg>
        <pc:cxnChg chg="mod">
          <ac:chgData name="Loc Huynh" userId="80c0383e323bd6ea" providerId="LiveId" clId="{7174A1A7-6A26-42BF-9590-B9BA90E8F80B}" dt="2023-09-13T10:32:43.056" v="1405" actId="1076"/>
          <ac:cxnSpMkLst>
            <pc:docMk/>
            <pc:sldMk cId="1242105478" sldId="474"/>
            <ac:cxnSpMk id="56" creationId="{E77FD24A-F670-1E45-9B84-3F16607832CE}"/>
          </ac:cxnSpMkLst>
        </pc:cxnChg>
      </pc:sldChg>
      <pc:sldChg chg="addSp delSp modSp mod chgLayout">
        <pc:chgData name="Loc Huynh" userId="80c0383e323bd6ea" providerId="LiveId" clId="{7174A1A7-6A26-42BF-9590-B9BA90E8F80B}" dt="2023-09-13T10:45:01.554" v="1638" actId="700"/>
        <pc:sldMkLst>
          <pc:docMk/>
          <pc:sldMk cId="4292046202" sldId="475"/>
        </pc:sldMkLst>
        <pc:spChg chg="mod ord">
          <ac:chgData name="Loc Huynh" userId="80c0383e323bd6ea" providerId="LiveId" clId="{7174A1A7-6A26-42BF-9590-B9BA90E8F80B}" dt="2023-09-13T10:45:01.554" v="1638" actId="700"/>
          <ac:spMkLst>
            <pc:docMk/>
            <pc:sldMk cId="4292046202" sldId="475"/>
            <ac:spMk id="2" creationId="{00000000-0000-0000-0000-000000000000}"/>
          </ac:spMkLst>
        </pc:spChg>
        <pc:spChg chg="mod ord">
          <ac:chgData name="Loc Huynh" userId="80c0383e323bd6ea" providerId="LiveId" clId="{7174A1A7-6A26-42BF-9590-B9BA90E8F80B}" dt="2023-09-13T10:45:01.554" v="1638" actId="700"/>
          <ac:spMkLst>
            <pc:docMk/>
            <pc:sldMk cId="4292046202" sldId="475"/>
            <ac:spMk id="3" creationId="{00000000-0000-0000-0000-000000000000}"/>
          </ac:spMkLst>
        </pc:spChg>
        <pc:spChg chg="add mod ord">
          <ac:chgData name="Loc Huynh" userId="80c0383e323bd6ea" providerId="LiveId" clId="{7174A1A7-6A26-42BF-9590-B9BA90E8F80B}" dt="2023-09-13T10:45:01.554" v="1638" actId="700"/>
          <ac:spMkLst>
            <pc:docMk/>
            <pc:sldMk cId="4292046202" sldId="475"/>
            <ac:spMk id="4" creationId="{6E7B272C-1886-F62B-9F17-1833D31EA865}"/>
          </ac:spMkLst>
        </pc:spChg>
        <pc:spChg chg="mod">
          <ac:chgData name="Loc Huynh" userId="80c0383e323bd6ea" providerId="LiveId" clId="{7174A1A7-6A26-42BF-9590-B9BA90E8F80B}" dt="2023-09-13T10:35:35.953" v="1461" actId="1076"/>
          <ac:spMkLst>
            <pc:docMk/>
            <pc:sldMk cId="4292046202" sldId="475"/>
            <ac:spMk id="5" creationId="{10D50FDF-06A6-654D-9D64-8AC2F89AD6AC}"/>
          </ac:spMkLst>
        </pc:spChg>
        <pc:spChg chg="mod">
          <ac:chgData name="Loc Huynh" userId="80c0383e323bd6ea" providerId="LiveId" clId="{7174A1A7-6A26-42BF-9590-B9BA90E8F80B}" dt="2023-09-13T10:39:24.698" v="1572" actId="20577"/>
          <ac:spMkLst>
            <pc:docMk/>
            <pc:sldMk cId="4292046202" sldId="475"/>
            <ac:spMk id="24" creationId="{1DC4C6ED-DBBE-F844-9C53-9AFA24C1A7D5}"/>
          </ac:spMkLst>
        </pc:spChg>
        <pc:spChg chg="mod">
          <ac:chgData name="Loc Huynh" userId="80c0383e323bd6ea" providerId="LiveId" clId="{7174A1A7-6A26-42BF-9590-B9BA90E8F80B}" dt="2023-09-13T10:39:35.922" v="1575" actId="14100"/>
          <ac:spMkLst>
            <pc:docMk/>
            <pc:sldMk cId="4292046202" sldId="475"/>
            <ac:spMk id="28" creationId="{EF351290-CAF1-E74A-9379-674E3DCCF7D5}"/>
          </ac:spMkLst>
        </pc:spChg>
        <pc:spChg chg="mod">
          <ac:chgData name="Loc Huynh" userId="80c0383e323bd6ea" providerId="LiveId" clId="{7174A1A7-6A26-42BF-9590-B9BA90E8F80B}" dt="2023-09-13T10:39:39.668" v="1576" actId="14100"/>
          <ac:spMkLst>
            <pc:docMk/>
            <pc:sldMk cId="4292046202" sldId="475"/>
            <ac:spMk id="29" creationId="{DD594DF2-FD31-B74F-B472-EAA7368B207F}"/>
          </ac:spMkLst>
        </pc:spChg>
        <pc:spChg chg="mod">
          <ac:chgData name="Loc Huynh" userId="80c0383e323bd6ea" providerId="LiveId" clId="{7174A1A7-6A26-42BF-9590-B9BA90E8F80B}" dt="2023-09-13T10:39:44.460" v="1578" actId="14100"/>
          <ac:spMkLst>
            <pc:docMk/>
            <pc:sldMk cId="4292046202" sldId="475"/>
            <ac:spMk id="30" creationId="{AD1DAF9A-BD96-F647-8725-FD19487DC555}"/>
          </ac:spMkLst>
        </pc:spChg>
        <pc:spChg chg="mod">
          <ac:chgData name="Loc Huynh" userId="80c0383e323bd6ea" providerId="LiveId" clId="{7174A1A7-6A26-42BF-9590-B9BA90E8F80B}" dt="2023-09-13T10:39:33.719" v="1574" actId="14100"/>
          <ac:spMkLst>
            <pc:docMk/>
            <pc:sldMk cId="4292046202" sldId="475"/>
            <ac:spMk id="34" creationId="{FB1A7FA0-DFE5-5C4C-8EBA-424C0CF84F49}"/>
          </ac:spMkLst>
        </pc:spChg>
        <pc:spChg chg="del">
          <ac:chgData name="Loc Huynh" userId="80c0383e323bd6ea" providerId="LiveId" clId="{7174A1A7-6A26-42BF-9590-B9BA90E8F80B}" dt="2023-09-13T10:25:34.138" v="1287" actId="478"/>
          <ac:spMkLst>
            <pc:docMk/>
            <pc:sldMk cId="4292046202" sldId="475"/>
            <ac:spMk id="38" creationId="{167F3EC7-B09E-F64C-8CD0-B7C127855EFB}"/>
          </ac:spMkLst>
        </pc:spChg>
        <pc:spChg chg="mod ord">
          <ac:chgData name="Loc Huynh" userId="80c0383e323bd6ea" providerId="LiveId" clId="{7174A1A7-6A26-42BF-9590-B9BA90E8F80B}" dt="2023-09-13T10:45:01.554" v="1638" actId="700"/>
          <ac:spMkLst>
            <pc:docMk/>
            <pc:sldMk cId="4292046202" sldId="475"/>
            <ac:spMk id="39" creationId="{1E2381BA-9347-4F4C-90F5-F4545376703D}"/>
          </ac:spMkLst>
        </pc:spChg>
        <pc:spChg chg="mod">
          <ac:chgData name="Loc Huynh" userId="80c0383e323bd6ea" providerId="LiveId" clId="{7174A1A7-6A26-42BF-9590-B9BA90E8F80B}" dt="2023-09-13T10:40:52.343" v="1590" actId="14100"/>
          <ac:spMkLst>
            <pc:docMk/>
            <pc:sldMk cId="4292046202" sldId="475"/>
            <ac:spMk id="40" creationId="{4911A666-E045-B542-9925-585481B87B25}"/>
          </ac:spMkLst>
        </pc:spChg>
        <pc:grpChg chg="mod ord">
          <ac:chgData name="Loc Huynh" userId="80c0383e323bd6ea" providerId="LiveId" clId="{7174A1A7-6A26-42BF-9590-B9BA90E8F80B}" dt="2023-09-13T10:39:22.341" v="1570" actId="1076"/>
          <ac:grpSpMkLst>
            <pc:docMk/>
            <pc:sldMk cId="4292046202" sldId="475"/>
            <ac:grpSpMk id="14" creationId="{8251591F-C8E3-6844-A07F-A81F38C94C12}"/>
          </ac:grpSpMkLst>
        </pc:grpChg>
      </pc:sldChg>
      <pc:sldChg chg="addSp delSp modSp mod chgLayout">
        <pc:chgData name="Loc Huynh" userId="80c0383e323bd6ea" providerId="LiveId" clId="{7174A1A7-6A26-42BF-9590-B9BA90E8F80B}" dt="2023-09-13T10:46:34.255" v="1693" actId="1038"/>
        <pc:sldMkLst>
          <pc:docMk/>
          <pc:sldMk cId="950542315" sldId="476"/>
        </pc:sldMkLst>
        <pc:spChg chg="mod ord">
          <ac:chgData name="Loc Huynh" userId="80c0383e323bd6ea" providerId="LiveId" clId="{7174A1A7-6A26-42BF-9590-B9BA90E8F80B}" dt="2023-09-13T10:45:04.208" v="1639" actId="700"/>
          <ac:spMkLst>
            <pc:docMk/>
            <pc:sldMk cId="950542315" sldId="476"/>
            <ac:spMk id="2" creationId="{00000000-0000-0000-0000-000000000000}"/>
          </ac:spMkLst>
        </pc:spChg>
        <pc:spChg chg="mod ord">
          <ac:chgData name="Loc Huynh" userId="80c0383e323bd6ea" providerId="LiveId" clId="{7174A1A7-6A26-42BF-9590-B9BA90E8F80B}" dt="2023-09-13T10:45:04.208" v="1639" actId="700"/>
          <ac:spMkLst>
            <pc:docMk/>
            <pc:sldMk cId="950542315" sldId="476"/>
            <ac:spMk id="3" creationId="{00000000-0000-0000-0000-000000000000}"/>
          </ac:spMkLst>
        </pc:spChg>
        <pc:spChg chg="add mod">
          <ac:chgData name="Loc Huynh" userId="80c0383e323bd6ea" providerId="LiveId" clId="{7174A1A7-6A26-42BF-9590-B9BA90E8F80B}" dt="2023-09-13T10:41:28.136" v="1592"/>
          <ac:spMkLst>
            <pc:docMk/>
            <pc:sldMk cId="950542315" sldId="476"/>
            <ac:spMk id="4" creationId="{BAE83415-8896-3DFD-EB02-92061541C4ED}"/>
          </ac:spMkLst>
        </pc:spChg>
        <pc:spChg chg="del mod">
          <ac:chgData name="Loc Huynh" userId="80c0383e323bd6ea" providerId="LiveId" clId="{7174A1A7-6A26-42BF-9590-B9BA90E8F80B}" dt="2023-09-13T10:41:31.647" v="1593" actId="478"/>
          <ac:spMkLst>
            <pc:docMk/>
            <pc:sldMk cId="950542315" sldId="476"/>
            <ac:spMk id="5" creationId="{10D50FDF-06A6-654D-9D64-8AC2F89AD6AC}"/>
          </ac:spMkLst>
        </pc:spChg>
        <pc:spChg chg="mod ord">
          <ac:chgData name="Loc Huynh" userId="80c0383e323bd6ea" providerId="LiveId" clId="{7174A1A7-6A26-42BF-9590-B9BA90E8F80B}" dt="2023-09-13T10:45:04.208" v="1639" actId="700"/>
          <ac:spMkLst>
            <pc:docMk/>
            <pc:sldMk cId="950542315" sldId="476"/>
            <ac:spMk id="6" creationId="{FAED5974-DF4F-9540-ADC7-25B73245FFDD}"/>
          </ac:spMkLst>
        </pc:spChg>
        <pc:spChg chg="mod ord">
          <ac:chgData name="Loc Huynh" userId="80c0383e323bd6ea" providerId="LiveId" clId="{7174A1A7-6A26-42BF-9590-B9BA90E8F80B}" dt="2023-09-13T10:45:04.208" v="1639" actId="700"/>
          <ac:spMkLst>
            <pc:docMk/>
            <pc:sldMk cId="950542315" sldId="476"/>
            <ac:spMk id="7" creationId="{7EC6F026-90B3-C543-BF8A-B99315831004}"/>
          </ac:spMkLst>
        </pc:spChg>
        <pc:spChg chg="mod">
          <ac:chgData name="Loc Huynh" userId="80c0383e323bd6ea" providerId="LiveId" clId="{7174A1A7-6A26-42BF-9590-B9BA90E8F80B}" dt="2023-09-13T10:43:55.568" v="1628" actId="14100"/>
          <ac:spMkLst>
            <pc:docMk/>
            <pc:sldMk cId="950542315" sldId="476"/>
            <ac:spMk id="9" creationId="{03216693-70AE-E746-AD67-B187A6BD52A5}"/>
          </ac:spMkLst>
        </pc:spChg>
        <pc:spChg chg="mod">
          <ac:chgData name="Loc Huynh" userId="80c0383e323bd6ea" providerId="LiveId" clId="{7174A1A7-6A26-42BF-9590-B9BA90E8F80B}" dt="2023-09-13T10:46:17.259" v="1655" actId="14100"/>
          <ac:spMkLst>
            <pc:docMk/>
            <pc:sldMk cId="950542315" sldId="476"/>
            <ac:spMk id="14" creationId="{E2C5D40E-1902-2F4E-B6B0-5309B9394D83}"/>
          </ac:spMkLst>
        </pc:spChg>
        <pc:spChg chg="mod">
          <ac:chgData name="Loc Huynh" userId="80c0383e323bd6ea" providerId="LiveId" clId="{7174A1A7-6A26-42BF-9590-B9BA90E8F80B}" dt="2023-09-13T10:46:25.951" v="1674" actId="1035"/>
          <ac:spMkLst>
            <pc:docMk/>
            <pc:sldMk cId="950542315" sldId="476"/>
            <ac:spMk id="15" creationId="{16C691F6-A9A2-984C-BDB5-2901112914E7}"/>
          </ac:spMkLst>
        </pc:spChg>
        <pc:spChg chg="mod">
          <ac:chgData name="Loc Huynh" userId="80c0383e323bd6ea" providerId="LiveId" clId="{7174A1A7-6A26-42BF-9590-B9BA90E8F80B}" dt="2023-09-13T10:46:29.162" v="1678" actId="1035"/>
          <ac:spMkLst>
            <pc:docMk/>
            <pc:sldMk cId="950542315" sldId="476"/>
            <ac:spMk id="16" creationId="{B40C985C-E7E7-6049-9507-EBFBFF149A13}"/>
          </ac:spMkLst>
        </pc:spChg>
        <pc:spChg chg="mod">
          <ac:chgData name="Loc Huynh" userId="80c0383e323bd6ea" providerId="LiveId" clId="{7174A1A7-6A26-42BF-9590-B9BA90E8F80B}" dt="2023-09-13T10:46:21.280" v="1663" actId="1035"/>
          <ac:spMkLst>
            <pc:docMk/>
            <pc:sldMk cId="950542315" sldId="476"/>
            <ac:spMk id="17" creationId="{7D4B3CD3-F88D-7845-8235-D9A64B82FCE4}"/>
          </ac:spMkLst>
        </pc:spChg>
        <pc:spChg chg="mod">
          <ac:chgData name="Loc Huynh" userId="80c0383e323bd6ea" providerId="LiveId" clId="{7174A1A7-6A26-42BF-9590-B9BA90E8F80B}" dt="2023-09-13T10:46:34.255" v="1693" actId="1038"/>
          <ac:spMkLst>
            <pc:docMk/>
            <pc:sldMk cId="950542315" sldId="476"/>
            <ac:spMk id="18" creationId="{38F18724-A37C-3C4F-B042-015355392EC5}"/>
          </ac:spMkLst>
        </pc:spChg>
      </pc:sldChg>
      <pc:sldChg chg="addSp delSp modSp mod chgLayout">
        <pc:chgData name="Loc Huynh" userId="80c0383e323bd6ea" providerId="LiveId" clId="{7174A1A7-6A26-42BF-9590-B9BA90E8F80B}" dt="2023-09-13T10:48:02.303" v="1709" actId="700"/>
        <pc:sldMkLst>
          <pc:docMk/>
          <pc:sldMk cId="1686432855" sldId="477"/>
        </pc:sldMkLst>
        <pc:spChg chg="mod ord">
          <ac:chgData name="Loc Huynh" userId="80c0383e323bd6ea" providerId="LiveId" clId="{7174A1A7-6A26-42BF-9590-B9BA90E8F80B}" dt="2023-09-13T10:48:02.303" v="1709" actId="700"/>
          <ac:spMkLst>
            <pc:docMk/>
            <pc:sldMk cId="1686432855" sldId="477"/>
            <ac:spMk id="2" creationId="{00000000-0000-0000-0000-000000000000}"/>
          </ac:spMkLst>
        </pc:spChg>
        <pc:spChg chg="mod ord">
          <ac:chgData name="Loc Huynh" userId="80c0383e323bd6ea" providerId="LiveId" clId="{7174A1A7-6A26-42BF-9590-B9BA90E8F80B}" dt="2023-09-13T10:48:02.303" v="1709" actId="700"/>
          <ac:spMkLst>
            <pc:docMk/>
            <pc:sldMk cId="1686432855" sldId="477"/>
            <ac:spMk id="3" creationId="{00000000-0000-0000-0000-000000000000}"/>
          </ac:spMkLst>
        </pc:spChg>
        <pc:spChg chg="mod">
          <ac:chgData name="Loc Huynh" userId="80c0383e323bd6ea" providerId="LiveId" clId="{7174A1A7-6A26-42BF-9590-B9BA90E8F80B}" dt="2023-09-13T10:47:43.569" v="1706" actId="1076"/>
          <ac:spMkLst>
            <pc:docMk/>
            <pc:sldMk cId="1686432855" sldId="477"/>
            <ac:spMk id="4" creationId="{70505157-B093-8A49-B271-620FB541E748}"/>
          </ac:spMkLst>
        </pc:spChg>
        <pc:spChg chg="del">
          <ac:chgData name="Loc Huynh" userId="80c0383e323bd6ea" providerId="LiveId" clId="{7174A1A7-6A26-42BF-9590-B9BA90E8F80B}" dt="2023-09-13T10:47:01.802" v="1696" actId="478"/>
          <ac:spMkLst>
            <pc:docMk/>
            <pc:sldMk cId="1686432855" sldId="477"/>
            <ac:spMk id="5" creationId="{10D50FDF-06A6-654D-9D64-8AC2F89AD6AC}"/>
          </ac:spMkLst>
        </pc:spChg>
        <pc:spChg chg="del">
          <ac:chgData name="Loc Huynh" userId="80c0383e323bd6ea" providerId="LiveId" clId="{7174A1A7-6A26-42BF-9590-B9BA90E8F80B}" dt="2023-09-13T10:25:38.560" v="1289" actId="478"/>
          <ac:spMkLst>
            <pc:docMk/>
            <pc:sldMk cId="1686432855" sldId="477"/>
            <ac:spMk id="6" creationId="{FAED5974-DF4F-9540-ADC7-25B73245FFDD}"/>
          </ac:spMkLst>
        </pc:spChg>
        <pc:spChg chg="mod ord">
          <ac:chgData name="Loc Huynh" userId="80c0383e323bd6ea" providerId="LiveId" clId="{7174A1A7-6A26-42BF-9590-B9BA90E8F80B}" dt="2023-09-13T10:48:02.303" v="1709" actId="700"/>
          <ac:spMkLst>
            <pc:docMk/>
            <pc:sldMk cId="1686432855" sldId="477"/>
            <ac:spMk id="7" creationId="{7EC6F026-90B3-C543-BF8A-B99315831004}"/>
          </ac:spMkLst>
        </pc:spChg>
        <pc:spChg chg="mod">
          <ac:chgData name="Loc Huynh" userId="80c0383e323bd6ea" providerId="LiveId" clId="{7174A1A7-6A26-42BF-9590-B9BA90E8F80B}" dt="2023-09-13T10:47:41.026" v="1705" actId="1076"/>
          <ac:spMkLst>
            <pc:docMk/>
            <pc:sldMk cId="1686432855" sldId="477"/>
            <ac:spMk id="8" creationId="{FFBB666D-8182-2648-A089-88A6E3EE2A24}"/>
          </ac:spMkLst>
        </pc:spChg>
        <pc:spChg chg="add mod ord">
          <ac:chgData name="Loc Huynh" userId="80c0383e323bd6ea" providerId="LiveId" clId="{7174A1A7-6A26-42BF-9590-B9BA90E8F80B}" dt="2023-09-13T10:48:02.303" v="1709" actId="700"/>
          <ac:spMkLst>
            <pc:docMk/>
            <pc:sldMk cId="1686432855" sldId="477"/>
            <ac:spMk id="9" creationId="{2A9B9A23-5A50-083A-6A68-491078F603A6}"/>
          </ac:spMkLst>
        </pc:spChg>
        <pc:spChg chg="add mod">
          <ac:chgData name="Loc Huynh" userId="80c0383e323bd6ea" providerId="LiveId" clId="{7174A1A7-6A26-42BF-9590-B9BA90E8F80B}" dt="2023-09-13T10:47:10.123" v="1698"/>
          <ac:spMkLst>
            <pc:docMk/>
            <pc:sldMk cId="1686432855" sldId="477"/>
            <ac:spMk id="10" creationId="{E93623D4-7149-4811-DB96-5EEA47DBB4FD}"/>
          </ac:spMkLst>
        </pc:spChg>
      </pc:sldChg>
      <pc:sldChg chg="addSp delSp modSp mod chgLayout modNotesTx">
        <pc:chgData name="Loc Huynh" userId="80c0383e323bd6ea" providerId="LiveId" clId="{7174A1A7-6A26-42BF-9590-B9BA90E8F80B}" dt="2023-09-13T10:48:29.273" v="1727" actId="20577"/>
        <pc:sldMkLst>
          <pc:docMk/>
          <pc:sldMk cId="422089934" sldId="478"/>
        </pc:sldMkLst>
        <pc:spChg chg="mod ord">
          <ac:chgData name="Loc Huynh" userId="80c0383e323bd6ea" providerId="LiveId" clId="{7174A1A7-6A26-42BF-9590-B9BA90E8F80B}" dt="2023-09-13T10:47:59.359" v="1708" actId="700"/>
          <ac:spMkLst>
            <pc:docMk/>
            <pc:sldMk cId="422089934" sldId="478"/>
            <ac:spMk id="2" creationId="{00000000-0000-0000-0000-000000000000}"/>
          </ac:spMkLst>
        </pc:spChg>
        <pc:spChg chg="mod ord">
          <ac:chgData name="Loc Huynh" userId="80c0383e323bd6ea" providerId="LiveId" clId="{7174A1A7-6A26-42BF-9590-B9BA90E8F80B}" dt="2023-09-13T10:47:59.359" v="1708" actId="700"/>
          <ac:spMkLst>
            <pc:docMk/>
            <pc:sldMk cId="422089934" sldId="478"/>
            <ac:spMk id="3" creationId="{00000000-0000-0000-0000-000000000000}"/>
          </ac:spMkLst>
        </pc:spChg>
        <pc:spChg chg="add mod ord">
          <ac:chgData name="Loc Huynh" userId="80c0383e323bd6ea" providerId="LiveId" clId="{7174A1A7-6A26-42BF-9590-B9BA90E8F80B}" dt="2023-09-13T10:47:59.359" v="1708" actId="700"/>
          <ac:spMkLst>
            <pc:docMk/>
            <pc:sldMk cId="422089934" sldId="478"/>
            <ac:spMk id="4" creationId="{AAF23020-BB98-3B2A-ED15-E26B1893B740}"/>
          </ac:spMkLst>
        </pc:spChg>
        <pc:spChg chg="del">
          <ac:chgData name="Loc Huynh" userId="80c0383e323bd6ea" providerId="LiveId" clId="{7174A1A7-6A26-42BF-9590-B9BA90E8F80B}" dt="2023-09-13T10:25:42.455" v="1291" actId="478"/>
          <ac:spMkLst>
            <pc:docMk/>
            <pc:sldMk cId="422089934" sldId="478"/>
            <ac:spMk id="8" creationId="{51524054-FA43-A246-81E5-39D43C6D41AF}"/>
          </ac:spMkLst>
        </pc:spChg>
        <pc:spChg chg="mod ord">
          <ac:chgData name="Loc Huynh" userId="80c0383e323bd6ea" providerId="LiveId" clId="{7174A1A7-6A26-42BF-9590-B9BA90E8F80B}" dt="2023-09-13T10:47:59.359" v="1708" actId="700"/>
          <ac:spMkLst>
            <pc:docMk/>
            <pc:sldMk cId="422089934" sldId="478"/>
            <ac:spMk id="9" creationId="{79718BB4-1DD4-CD4D-9CBA-AC899433A066}"/>
          </ac:spMkLst>
        </pc:spChg>
        <pc:spChg chg="mod">
          <ac:chgData name="Loc Huynh" userId="80c0383e323bd6ea" providerId="LiveId" clId="{7174A1A7-6A26-42BF-9590-B9BA90E8F80B}" dt="2023-09-13T10:48:17.330" v="1712" actId="14100"/>
          <ac:spMkLst>
            <pc:docMk/>
            <pc:sldMk cId="422089934" sldId="478"/>
            <ac:spMk id="10" creationId="{BF145811-69D6-2347-B40D-11AC67434C32}"/>
          </ac:spMkLst>
        </pc:spChg>
      </pc:sldChg>
      <pc:sldChg chg="addSp delSp modSp mod">
        <pc:chgData name="Loc Huynh" userId="80c0383e323bd6ea" providerId="LiveId" clId="{7174A1A7-6A26-42BF-9590-B9BA90E8F80B}" dt="2023-09-13T10:49:30.138" v="1743" actId="1076"/>
        <pc:sldMkLst>
          <pc:docMk/>
          <pc:sldMk cId="1634204803" sldId="479"/>
        </pc:sldMkLst>
        <pc:spChg chg="mod">
          <ac:chgData name="Loc Huynh" userId="80c0383e323bd6ea" providerId="LiveId" clId="{7174A1A7-6A26-42BF-9590-B9BA90E8F80B}" dt="2023-09-13T10:49:27.143" v="1742" actId="2710"/>
          <ac:spMkLst>
            <pc:docMk/>
            <pc:sldMk cId="1634204803" sldId="479"/>
            <ac:spMk id="2" creationId="{00000000-0000-0000-0000-000000000000}"/>
          </ac:spMkLst>
        </pc:spChg>
        <pc:spChg chg="mod">
          <ac:chgData name="Loc Huynh" userId="80c0383e323bd6ea" providerId="LiveId" clId="{7174A1A7-6A26-42BF-9590-B9BA90E8F80B}" dt="2023-09-13T10:16:33.364" v="1101"/>
          <ac:spMkLst>
            <pc:docMk/>
            <pc:sldMk cId="1634204803" sldId="479"/>
            <ac:spMk id="3" creationId="{00000000-0000-0000-0000-000000000000}"/>
          </ac:spMkLst>
        </pc:spChg>
        <pc:spChg chg="del">
          <ac:chgData name="Loc Huynh" userId="80c0383e323bd6ea" providerId="LiveId" clId="{7174A1A7-6A26-42BF-9590-B9BA90E8F80B}" dt="2023-09-13T10:25:46.434" v="1293" actId="478"/>
          <ac:spMkLst>
            <pc:docMk/>
            <pc:sldMk cId="1634204803" sldId="479"/>
            <ac:spMk id="4" creationId="{93FA9B38-7A55-6EB5-EB48-E903764EEBBD}"/>
          </ac:spMkLst>
        </pc:spChg>
        <pc:spChg chg="add mod">
          <ac:chgData name="Loc Huynh" userId="80c0383e323bd6ea" providerId="LiveId" clId="{7174A1A7-6A26-42BF-9590-B9BA90E8F80B}" dt="2023-09-13T10:25:46.759" v="1294"/>
          <ac:spMkLst>
            <pc:docMk/>
            <pc:sldMk cId="1634204803" sldId="479"/>
            <ac:spMk id="6" creationId="{1D4BDC79-5D93-7556-67B0-E39D27F25778}"/>
          </ac:spMkLst>
        </pc:spChg>
        <pc:spChg chg="mod">
          <ac:chgData name="Loc Huynh" userId="80c0383e323bd6ea" providerId="LiveId" clId="{7174A1A7-6A26-42BF-9590-B9BA90E8F80B}" dt="2023-09-13T10:49:30.138" v="1743" actId="1076"/>
          <ac:spMkLst>
            <pc:docMk/>
            <pc:sldMk cId="1634204803" sldId="479"/>
            <ac:spMk id="24" creationId="{03D1B279-DA61-5E4C-B4EE-0B2EA31B38A3}"/>
          </ac:spMkLst>
        </pc:spChg>
      </pc:sldChg>
      <pc:sldChg chg="addSp delSp modSp mod chgLayout">
        <pc:chgData name="Loc Huynh" userId="80c0383e323bd6ea" providerId="LiveId" clId="{7174A1A7-6A26-42BF-9590-B9BA90E8F80B}" dt="2023-09-13T10:51:19.160" v="1772" actId="207"/>
        <pc:sldMkLst>
          <pc:docMk/>
          <pc:sldMk cId="1875871481" sldId="480"/>
        </pc:sldMkLst>
        <pc:spChg chg="mod ord">
          <ac:chgData name="Loc Huynh" userId="80c0383e323bd6ea" providerId="LiveId" clId="{7174A1A7-6A26-42BF-9590-B9BA90E8F80B}" dt="2023-09-13T10:51:19.160" v="1772" actId="207"/>
          <ac:spMkLst>
            <pc:docMk/>
            <pc:sldMk cId="1875871481" sldId="480"/>
            <ac:spMk id="2" creationId="{00000000-0000-0000-0000-000000000000}"/>
          </ac:spMkLst>
        </pc:spChg>
        <pc:spChg chg="mod ord">
          <ac:chgData name="Loc Huynh" userId="80c0383e323bd6ea" providerId="LiveId" clId="{7174A1A7-6A26-42BF-9590-B9BA90E8F80B}" dt="2023-09-13T10:44:48.998" v="1635" actId="700"/>
          <ac:spMkLst>
            <pc:docMk/>
            <pc:sldMk cId="1875871481" sldId="480"/>
            <ac:spMk id="3" creationId="{00000000-0000-0000-0000-000000000000}"/>
          </ac:spMkLst>
        </pc:spChg>
        <pc:spChg chg="add mod ord">
          <ac:chgData name="Loc Huynh" userId="80c0383e323bd6ea" providerId="LiveId" clId="{7174A1A7-6A26-42BF-9590-B9BA90E8F80B}" dt="2023-09-13T10:44:48.998" v="1635" actId="700"/>
          <ac:spMkLst>
            <pc:docMk/>
            <pc:sldMk cId="1875871481" sldId="480"/>
            <ac:spMk id="4" creationId="{E18A615E-7E2E-A04D-45C7-BC6C71C19893}"/>
          </ac:spMkLst>
        </pc:spChg>
        <pc:spChg chg="mod">
          <ac:chgData name="Loc Huynh" userId="80c0383e323bd6ea" providerId="LiveId" clId="{7174A1A7-6A26-42BF-9590-B9BA90E8F80B}" dt="2023-09-13T10:50:37.175" v="1761" actId="14100"/>
          <ac:spMkLst>
            <pc:docMk/>
            <pc:sldMk cId="1875871481" sldId="480"/>
            <ac:spMk id="5" creationId="{07DBD759-67E4-A54D-A536-C0B7A26EC88B}"/>
          </ac:spMkLst>
        </pc:spChg>
        <pc:spChg chg="mod">
          <ac:chgData name="Loc Huynh" userId="80c0383e323bd6ea" providerId="LiveId" clId="{7174A1A7-6A26-42BF-9590-B9BA90E8F80B}" dt="2023-09-13T10:50:25.633" v="1756" actId="14100"/>
          <ac:spMkLst>
            <pc:docMk/>
            <pc:sldMk cId="1875871481" sldId="480"/>
            <ac:spMk id="7" creationId="{162C9B1B-AD7F-8D4C-90CB-A0C646A54532}"/>
          </ac:spMkLst>
        </pc:spChg>
        <pc:spChg chg="del">
          <ac:chgData name="Loc Huynh" userId="80c0383e323bd6ea" providerId="LiveId" clId="{7174A1A7-6A26-42BF-9590-B9BA90E8F80B}" dt="2023-09-13T10:25:49.739" v="1295" actId="478"/>
          <ac:spMkLst>
            <pc:docMk/>
            <pc:sldMk cId="1875871481" sldId="480"/>
            <ac:spMk id="8" creationId="{47D8F42A-8B0F-594F-9260-EF98ED92AAD6}"/>
          </ac:spMkLst>
        </pc:spChg>
        <pc:spChg chg="mod ord">
          <ac:chgData name="Loc Huynh" userId="80c0383e323bd6ea" providerId="LiveId" clId="{7174A1A7-6A26-42BF-9590-B9BA90E8F80B}" dt="2023-09-13T10:44:48.998" v="1635" actId="700"/>
          <ac:spMkLst>
            <pc:docMk/>
            <pc:sldMk cId="1875871481" sldId="480"/>
            <ac:spMk id="9" creationId="{5F40083C-CF62-8148-8F65-6D548C27A6D8}"/>
          </ac:spMkLst>
        </pc:spChg>
        <pc:spChg chg="mod">
          <ac:chgData name="Loc Huynh" userId="80c0383e323bd6ea" providerId="LiveId" clId="{7174A1A7-6A26-42BF-9590-B9BA90E8F80B}" dt="2023-09-13T10:51:11.330" v="1771" actId="14100"/>
          <ac:spMkLst>
            <pc:docMk/>
            <pc:sldMk cId="1875871481" sldId="480"/>
            <ac:spMk id="11" creationId="{7A5714F0-3F48-FB48-950A-8006C6974611}"/>
          </ac:spMkLst>
        </pc:spChg>
        <pc:spChg chg="mod">
          <ac:chgData name="Loc Huynh" userId="80c0383e323bd6ea" providerId="LiveId" clId="{7174A1A7-6A26-42BF-9590-B9BA90E8F80B}" dt="2023-09-13T10:51:03.461" v="1769" actId="1076"/>
          <ac:spMkLst>
            <pc:docMk/>
            <pc:sldMk cId="1875871481" sldId="480"/>
            <ac:spMk id="24" creationId="{03D1B279-DA61-5E4C-B4EE-0B2EA31B38A3}"/>
          </ac:spMkLst>
        </pc:spChg>
        <pc:picChg chg="mod">
          <ac:chgData name="Loc Huynh" userId="80c0383e323bd6ea" providerId="LiveId" clId="{7174A1A7-6A26-42BF-9590-B9BA90E8F80B}" dt="2023-09-13T10:50:34.054" v="1760" actId="1076"/>
          <ac:picMkLst>
            <pc:docMk/>
            <pc:sldMk cId="1875871481" sldId="480"/>
            <ac:picMk id="6" creationId="{7DC29D26-140F-1D45-AE47-DC67E64A365D}"/>
          </ac:picMkLst>
        </pc:picChg>
      </pc:sldChg>
      <pc:sldChg chg="addSp delSp modSp mod chgLayout">
        <pc:chgData name="Loc Huynh" userId="80c0383e323bd6ea" providerId="LiveId" clId="{7174A1A7-6A26-42BF-9590-B9BA90E8F80B}" dt="2023-09-13T10:54:39.441" v="1826" actId="1076"/>
        <pc:sldMkLst>
          <pc:docMk/>
          <pc:sldMk cId="920391041" sldId="481"/>
        </pc:sldMkLst>
        <pc:spChg chg="mod ord">
          <ac:chgData name="Loc Huynh" userId="80c0383e323bd6ea" providerId="LiveId" clId="{7174A1A7-6A26-42BF-9590-B9BA90E8F80B}" dt="2023-09-13T10:54:03.385" v="1820" actId="207"/>
          <ac:spMkLst>
            <pc:docMk/>
            <pc:sldMk cId="920391041" sldId="481"/>
            <ac:spMk id="2" creationId="{00000000-0000-0000-0000-000000000000}"/>
          </ac:spMkLst>
        </pc:spChg>
        <pc:spChg chg="mod ord">
          <ac:chgData name="Loc Huynh" userId="80c0383e323bd6ea" providerId="LiveId" clId="{7174A1A7-6A26-42BF-9590-B9BA90E8F80B}" dt="2023-09-13T10:51:25.990" v="1773" actId="700"/>
          <ac:spMkLst>
            <pc:docMk/>
            <pc:sldMk cId="920391041" sldId="481"/>
            <ac:spMk id="3" creationId="{00000000-0000-0000-0000-000000000000}"/>
          </ac:spMkLst>
        </pc:spChg>
        <pc:spChg chg="mod">
          <ac:chgData name="Loc Huynh" userId="80c0383e323bd6ea" providerId="LiveId" clId="{7174A1A7-6A26-42BF-9590-B9BA90E8F80B}" dt="2023-09-13T10:54:39.441" v="1826" actId="1076"/>
          <ac:spMkLst>
            <pc:docMk/>
            <pc:sldMk cId="920391041" sldId="481"/>
            <ac:spMk id="4" creationId="{377DF544-0FFE-2A4E-87B3-9BC6D2F48215}"/>
          </ac:spMkLst>
        </pc:spChg>
        <pc:spChg chg="add mod ord">
          <ac:chgData name="Loc Huynh" userId="80c0383e323bd6ea" providerId="LiveId" clId="{7174A1A7-6A26-42BF-9590-B9BA90E8F80B}" dt="2023-09-13T10:51:25.990" v="1773" actId="700"/>
          <ac:spMkLst>
            <pc:docMk/>
            <pc:sldMk cId="920391041" sldId="481"/>
            <ac:spMk id="5" creationId="{5F107A0A-7696-C9D8-DB54-7B6E53550372}"/>
          </ac:spMkLst>
        </pc:spChg>
        <pc:spChg chg="del">
          <ac:chgData name="Loc Huynh" userId="80c0383e323bd6ea" providerId="LiveId" clId="{7174A1A7-6A26-42BF-9590-B9BA90E8F80B}" dt="2023-09-13T10:26:01.727" v="1297" actId="478"/>
          <ac:spMkLst>
            <pc:docMk/>
            <pc:sldMk cId="920391041" sldId="481"/>
            <ac:spMk id="8" creationId="{47D8F42A-8B0F-594F-9260-EF98ED92AAD6}"/>
          </ac:spMkLst>
        </pc:spChg>
        <pc:spChg chg="mod ord">
          <ac:chgData name="Loc Huynh" userId="80c0383e323bd6ea" providerId="LiveId" clId="{7174A1A7-6A26-42BF-9590-B9BA90E8F80B}" dt="2023-09-13T10:51:25.990" v="1773" actId="700"/>
          <ac:spMkLst>
            <pc:docMk/>
            <pc:sldMk cId="920391041" sldId="481"/>
            <ac:spMk id="9" creationId="{5F40083C-CF62-8148-8F65-6D548C27A6D8}"/>
          </ac:spMkLst>
        </pc:spChg>
        <pc:spChg chg="mod">
          <ac:chgData name="Loc Huynh" userId="80c0383e323bd6ea" providerId="LiveId" clId="{7174A1A7-6A26-42BF-9590-B9BA90E8F80B}" dt="2023-09-13T10:54:27.834" v="1825" actId="12"/>
          <ac:spMkLst>
            <pc:docMk/>
            <pc:sldMk cId="920391041" sldId="481"/>
            <ac:spMk id="24" creationId="{03D1B279-DA61-5E4C-B4EE-0B2EA31B38A3}"/>
          </ac:spMkLst>
        </pc:spChg>
      </pc:sldChg>
      <pc:sldChg chg="addSp delSp modSp mod chgLayout">
        <pc:chgData name="Loc Huynh" userId="80c0383e323bd6ea" providerId="LiveId" clId="{7174A1A7-6A26-42BF-9590-B9BA90E8F80B}" dt="2023-09-13T10:55:41.701" v="1842" actId="700"/>
        <pc:sldMkLst>
          <pc:docMk/>
          <pc:sldMk cId="3148386529" sldId="482"/>
        </pc:sldMkLst>
        <pc:spChg chg="mod ord">
          <ac:chgData name="Loc Huynh" userId="80c0383e323bd6ea" providerId="LiveId" clId="{7174A1A7-6A26-42BF-9590-B9BA90E8F80B}" dt="2023-09-13T10:55:41.701" v="1842" actId="700"/>
          <ac:spMkLst>
            <pc:docMk/>
            <pc:sldMk cId="3148386529" sldId="482"/>
            <ac:spMk id="2" creationId="{00000000-0000-0000-0000-000000000000}"/>
          </ac:spMkLst>
        </pc:spChg>
        <pc:spChg chg="mod ord">
          <ac:chgData name="Loc Huynh" userId="80c0383e323bd6ea" providerId="LiveId" clId="{7174A1A7-6A26-42BF-9590-B9BA90E8F80B}" dt="2023-09-13T10:55:41.701" v="1842" actId="700"/>
          <ac:spMkLst>
            <pc:docMk/>
            <pc:sldMk cId="3148386529" sldId="482"/>
            <ac:spMk id="3" creationId="{00000000-0000-0000-0000-000000000000}"/>
          </ac:spMkLst>
        </pc:spChg>
        <pc:spChg chg="add mod ord">
          <ac:chgData name="Loc Huynh" userId="80c0383e323bd6ea" providerId="LiveId" clId="{7174A1A7-6A26-42BF-9590-B9BA90E8F80B}" dt="2023-09-13T10:55:41.701" v="1842" actId="700"/>
          <ac:spMkLst>
            <pc:docMk/>
            <pc:sldMk cId="3148386529" sldId="482"/>
            <ac:spMk id="4" creationId="{3A0BD0D6-9D0B-F2ED-C67B-1AC34C7E88C2}"/>
          </ac:spMkLst>
        </pc:spChg>
        <pc:spChg chg="mod">
          <ac:chgData name="Loc Huynh" userId="80c0383e323bd6ea" providerId="LiveId" clId="{7174A1A7-6A26-42BF-9590-B9BA90E8F80B}" dt="2023-09-13T10:55:37.433" v="1841" actId="1076"/>
          <ac:spMkLst>
            <pc:docMk/>
            <pc:sldMk cId="3148386529" sldId="482"/>
            <ac:spMk id="7" creationId="{6F8F8D6C-4F47-764F-9134-0CC7EBFDEBAD}"/>
          </ac:spMkLst>
        </pc:spChg>
        <pc:spChg chg="del">
          <ac:chgData name="Loc Huynh" userId="80c0383e323bd6ea" providerId="LiveId" clId="{7174A1A7-6A26-42BF-9590-B9BA90E8F80B}" dt="2023-09-13T10:26:05.490" v="1299" actId="478"/>
          <ac:spMkLst>
            <pc:docMk/>
            <pc:sldMk cId="3148386529" sldId="482"/>
            <ac:spMk id="8" creationId="{47D8F42A-8B0F-594F-9260-EF98ED92AAD6}"/>
          </ac:spMkLst>
        </pc:spChg>
        <pc:spChg chg="mod ord">
          <ac:chgData name="Loc Huynh" userId="80c0383e323bd6ea" providerId="LiveId" clId="{7174A1A7-6A26-42BF-9590-B9BA90E8F80B}" dt="2023-09-13T10:55:41.701" v="1842" actId="700"/>
          <ac:spMkLst>
            <pc:docMk/>
            <pc:sldMk cId="3148386529" sldId="482"/>
            <ac:spMk id="9" creationId="{5F40083C-CF62-8148-8F65-6D548C27A6D8}"/>
          </ac:spMkLst>
        </pc:spChg>
      </pc:sldChg>
      <pc:sldChg chg="modSp mod chgLayout">
        <pc:chgData name="Loc Huynh" userId="80c0383e323bd6ea" providerId="LiveId" clId="{7174A1A7-6A26-42BF-9590-B9BA90E8F80B}" dt="2023-09-13T10:51:29.840" v="1774" actId="700"/>
        <pc:sldMkLst>
          <pc:docMk/>
          <pc:sldMk cId="325634289" sldId="483"/>
        </pc:sldMkLst>
        <pc:spChg chg="mod ord">
          <ac:chgData name="Loc Huynh" userId="80c0383e323bd6ea" providerId="LiveId" clId="{7174A1A7-6A26-42BF-9590-B9BA90E8F80B}" dt="2023-09-13T10:51:29.840" v="1774" actId="700"/>
          <ac:spMkLst>
            <pc:docMk/>
            <pc:sldMk cId="325634289" sldId="483"/>
            <ac:spMk id="2" creationId="{00000000-0000-0000-0000-000000000000}"/>
          </ac:spMkLst>
        </pc:spChg>
        <pc:spChg chg="mod ord">
          <ac:chgData name="Loc Huynh" userId="80c0383e323bd6ea" providerId="LiveId" clId="{7174A1A7-6A26-42BF-9590-B9BA90E8F80B}" dt="2023-09-13T10:51:29.840" v="1774" actId="700"/>
          <ac:spMkLst>
            <pc:docMk/>
            <pc:sldMk cId="325634289" sldId="483"/>
            <ac:spMk id="3" creationId="{00000000-0000-0000-0000-000000000000}"/>
          </ac:spMkLst>
        </pc:spChg>
        <pc:spChg chg="mod">
          <ac:chgData name="Loc Huynh" userId="80c0383e323bd6ea" providerId="LiveId" clId="{7174A1A7-6A26-42BF-9590-B9BA90E8F80B}" dt="2023-09-13T10:18:40.902" v="1147" actId="1076"/>
          <ac:spMkLst>
            <pc:docMk/>
            <pc:sldMk cId="325634289" sldId="483"/>
            <ac:spMk id="5" creationId="{B109203B-FED1-BB40-92DE-33CD3B5F8DC0}"/>
          </ac:spMkLst>
        </pc:spChg>
        <pc:spChg chg="mod ord">
          <ac:chgData name="Loc Huynh" userId="80c0383e323bd6ea" providerId="LiveId" clId="{7174A1A7-6A26-42BF-9590-B9BA90E8F80B}" dt="2023-09-13T10:51:29.840" v="1774" actId="700"/>
          <ac:spMkLst>
            <pc:docMk/>
            <pc:sldMk cId="325634289" sldId="483"/>
            <ac:spMk id="6" creationId="{860AA7E9-41F5-DB4B-9460-991A5BAFA183}"/>
          </ac:spMkLst>
        </pc:spChg>
        <pc:spChg chg="mod ord">
          <ac:chgData name="Loc Huynh" userId="80c0383e323bd6ea" providerId="LiveId" clId="{7174A1A7-6A26-42BF-9590-B9BA90E8F80B}" dt="2023-09-13T10:51:29.840" v="1774" actId="700"/>
          <ac:spMkLst>
            <pc:docMk/>
            <pc:sldMk cId="325634289" sldId="483"/>
            <ac:spMk id="7" creationId="{D30FA652-8D21-5846-B2D6-387AD1EA3354}"/>
          </ac:spMkLst>
        </pc:spChg>
      </pc:sldChg>
      <pc:sldChg chg="modSp mod chgLayout">
        <pc:chgData name="Loc Huynh" userId="80c0383e323bd6ea" providerId="LiveId" clId="{7174A1A7-6A26-42BF-9590-B9BA90E8F80B}" dt="2023-09-13T10:19:16.295" v="1160" actId="13822"/>
        <pc:sldMkLst>
          <pc:docMk/>
          <pc:sldMk cId="468758230" sldId="484"/>
        </pc:sldMkLst>
        <pc:spChg chg="mod ord">
          <ac:chgData name="Loc Huynh" userId="80c0383e323bd6ea" providerId="LiveId" clId="{7174A1A7-6A26-42BF-9590-B9BA90E8F80B}" dt="2023-09-13T10:19:04.622" v="1154" actId="20577"/>
          <ac:spMkLst>
            <pc:docMk/>
            <pc:sldMk cId="468758230" sldId="484"/>
            <ac:spMk id="2" creationId="{00000000-0000-0000-0000-000000000000}"/>
          </ac:spMkLst>
        </pc:spChg>
        <pc:spChg chg="mod ord">
          <ac:chgData name="Loc Huynh" userId="80c0383e323bd6ea" providerId="LiveId" clId="{7174A1A7-6A26-42BF-9590-B9BA90E8F80B}" dt="2023-09-13T10:18:46.010" v="1148" actId="700"/>
          <ac:spMkLst>
            <pc:docMk/>
            <pc:sldMk cId="468758230" sldId="484"/>
            <ac:spMk id="3" creationId="{00000000-0000-0000-0000-000000000000}"/>
          </ac:spMkLst>
        </pc:spChg>
        <pc:spChg chg="mod">
          <ac:chgData name="Loc Huynh" userId="80c0383e323bd6ea" providerId="LiveId" clId="{7174A1A7-6A26-42BF-9590-B9BA90E8F80B}" dt="2023-09-13T10:19:13.028" v="1158" actId="13822"/>
          <ac:spMkLst>
            <pc:docMk/>
            <pc:sldMk cId="468758230" sldId="484"/>
            <ac:spMk id="5" creationId="{00000000-0000-0000-0000-000000000000}"/>
          </ac:spMkLst>
        </pc:spChg>
        <pc:spChg chg="mod">
          <ac:chgData name="Loc Huynh" userId="80c0383e323bd6ea" providerId="LiveId" clId="{7174A1A7-6A26-42BF-9590-B9BA90E8F80B}" dt="2023-09-13T10:19:14.527" v="1159" actId="13822"/>
          <ac:spMkLst>
            <pc:docMk/>
            <pc:sldMk cId="468758230" sldId="484"/>
            <ac:spMk id="6" creationId="{00000000-0000-0000-0000-000000000000}"/>
          </ac:spMkLst>
        </pc:spChg>
        <pc:spChg chg="mod">
          <ac:chgData name="Loc Huynh" userId="80c0383e323bd6ea" providerId="LiveId" clId="{7174A1A7-6A26-42BF-9590-B9BA90E8F80B}" dt="2023-09-13T10:19:16.295" v="1160" actId="13822"/>
          <ac:spMkLst>
            <pc:docMk/>
            <pc:sldMk cId="468758230" sldId="484"/>
            <ac:spMk id="7" creationId="{00000000-0000-0000-0000-000000000000}"/>
          </ac:spMkLst>
        </pc:spChg>
        <pc:spChg chg="mod ord">
          <ac:chgData name="Loc Huynh" userId="80c0383e323bd6ea" providerId="LiveId" clId="{7174A1A7-6A26-42BF-9590-B9BA90E8F80B}" dt="2023-09-13T10:18:46.010" v="1148" actId="700"/>
          <ac:spMkLst>
            <pc:docMk/>
            <pc:sldMk cId="468758230" sldId="484"/>
            <ac:spMk id="8" creationId="{36B9E3EE-E3F3-6E44-9F09-A4DF485FBD08}"/>
          </ac:spMkLst>
        </pc:spChg>
        <pc:spChg chg="mod ord">
          <ac:chgData name="Loc Huynh" userId="80c0383e323bd6ea" providerId="LiveId" clId="{7174A1A7-6A26-42BF-9590-B9BA90E8F80B}" dt="2023-09-13T10:18:46.010" v="1148" actId="700"/>
          <ac:spMkLst>
            <pc:docMk/>
            <pc:sldMk cId="468758230" sldId="484"/>
            <ac:spMk id="9" creationId="{71976EA6-4CF7-DA40-91F3-1DD8BD77B9EA}"/>
          </ac:spMkLst>
        </pc:spChg>
      </pc:sldChg>
      <pc:sldChg chg="modSp mod">
        <pc:chgData name="Loc Huynh" userId="80c0383e323bd6ea" providerId="LiveId" clId="{7174A1A7-6A26-42BF-9590-B9BA90E8F80B}" dt="2023-09-13T10:24:06.605" v="1271" actId="113"/>
        <pc:sldMkLst>
          <pc:docMk/>
          <pc:sldMk cId="1211839815" sldId="485"/>
        </pc:sldMkLst>
        <pc:spChg chg="mod">
          <ac:chgData name="Loc Huynh" userId="80c0383e323bd6ea" providerId="LiveId" clId="{7174A1A7-6A26-42BF-9590-B9BA90E8F80B}" dt="2023-09-13T10:24:06.605" v="1271" actId="113"/>
          <ac:spMkLst>
            <pc:docMk/>
            <pc:sldMk cId="1211839815" sldId="485"/>
            <ac:spMk id="3" creationId="{2A8192BB-4C32-CE45-A13C-56689409F2AF}"/>
          </ac:spMkLst>
        </pc:spChg>
        <pc:graphicFrameChg chg="mod">
          <ac:chgData name="Loc Huynh" userId="80c0383e323bd6ea" providerId="LiveId" clId="{7174A1A7-6A26-42BF-9590-B9BA90E8F80B}" dt="2023-09-13T10:21:45.523" v="1245" actId="1076"/>
          <ac:graphicFrameMkLst>
            <pc:docMk/>
            <pc:sldMk cId="1211839815" sldId="485"/>
            <ac:graphicFrameMk id="8" creationId="{462D9E9B-59C9-8F4B-AE84-DC65D0F30724}"/>
          </ac:graphicFrameMkLst>
        </pc:graphicFrameChg>
      </pc:sldChg>
      <pc:sldChg chg="modSp mod chgLayout">
        <pc:chgData name="Loc Huynh" userId="80c0383e323bd6ea" providerId="LiveId" clId="{7174A1A7-6A26-42BF-9590-B9BA90E8F80B}" dt="2023-09-13T10:24:23.639" v="1272" actId="1076"/>
        <pc:sldMkLst>
          <pc:docMk/>
          <pc:sldMk cId="4108101354" sldId="486"/>
        </pc:sldMkLst>
        <pc:spChg chg="mod ord">
          <ac:chgData name="Loc Huynh" userId="80c0383e323bd6ea" providerId="LiveId" clId="{7174A1A7-6A26-42BF-9590-B9BA90E8F80B}" dt="2023-09-13T10:21:58.623" v="1246" actId="700"/>
          <ac:spMkLst>
            <pc:docMk/>
            <pc:sldMk cId="4108101354" sldId="486"/>
            <ac:spMk id="2" creationId="{7474A01E-A813-5647-A400-1D6EAD852A52}"/>
          </ac:spMkLst>
        </pc:spChg>
        <pc:spChg chg="mod ord">
          <ac:chgData name="Loc Huynh" userId="80c0383e323bd6ea" providerId="LiveId" clId="{7174A1A7-6A26-42BF-9590-B9BA90E8F80B}" dt="2023-09-13T10:23:59.290" v="1270" actId="20577"/>
          <ac:spMkLst>
            <pc:docMk/>
            <pc:sldMk cId="4108101354" sldId="486"/>
            <ac:spMk id="3" creationId="{2A8192BB-4C32-CE45-A13C-56689409F2AF}"/>
          </ac:spMkLst>
        </pc:spChg>
        <pc:spChg chg="mod ord">
          <ac:chgData name="Loc Huynh" userId="80c0383e323bd6ea" providerId="LiveId" clId="{7174A1A7-6A26-42BF-9590-B9BA90E8F80B}" dt="2023-09-13T10:21:58.623" v="1246" actId="700"/>
          <ac:spMkLst>
            <pc:docMk/>
            <pc:sldMk cId="4108101354" sldId="486"/>
            <ac:spMk id="4" creationId="{FFBFE301-8F5F-684A-B4CB-DD6AB90AB12A}"/>
          </ac:spMkLst>
        </pc:spChg>
        <pc:spChg chg="mod ord">
          <ac:chgData name="Loc Huynh" userId="80c0383e323bd6ea" providerId="LiveId" clId="{7174A1A7-6A26-42BF-9590-B9BA90E8F80B}" dt="2023-09-13T10:21:58.623" v="1246" actId="700"/>
          <ac:spMkLst>
            <pc:docMk/>
            <pc:sldMk cId="4108101354" sldId="486"/>
            <ac:spMk id="5" creationId="{EB5C2D11-34DE-4244-9A1B-B29A0BA6751D}"/>
          </ac:spMkLst>
        </pc:spChg>
        <pc:graphicFrameChg chg="mod">
          <ac:chgData name="Loc Huynh" userId="80c0383e323bd6ea" providerId="LiveId" clId="{7174A1A7-6A26-42BF-9590-B9BA90E8F80B}" dt="2023-09-13T10:24:23.639" v="1272" actId="1076"/>
          <ac:graphicFrameMkLst>
            <pc:docMk/>
            <pc:sldMk cId="4108101354" sldId="486"/>
            <ac:graphicFrameMk id="7" creationId="{1F618F6A-5ECE-A744-8994-08B151824511}"/>
          </ac:graphicFrameMkLst>
        </pc:graphicFrameChg>
      </pc:sldChg>
      <pc:sldChg chg="modSp mod chgLayout">
        <pc:chgData name="Loc Huynh" userId="80c0383e323bd6ea" providerId="LiveId" clId="{7174A1A7-6A26-42BF-9590-B9BA90E8F80B}" dt="2023-09-13T10:24:35.283" v="1273" actId="1076"/>
        <pc:sldMkLst>
          <pc:docMk/>
          <pc:sldMk cId="4007891925" sldId="487"/>
        </pc:sldMkLst>
        <pc:spChg chg="mod ord">
          <ac:chgData name="Loc Huynh" userId="80c0383e323bd6ea" providerId="LiveId" clId="{7174A1A7-6A26-42BF-9590-B9BA90E8F80B}" dt="2023-09-13T10:22:01.917" v="1247" actId="700"/>
          <ac:spMkLst>
            <pc:docMk/>
            <pc:sldMk cId="4007891925" sldId="487"/>
            <ac:spMk id="2" creationId="{7474A01E-A813-5647-A400-1D6EAD852A52}"/>
          </ac:spMkLst>
        </pc:spChg>
        <pc:spChg chg="mod ord">
          <ac:chgData name="Loc Huynh" userId="80c0383e323bd6ea" providerId="LiveId" clId="{7174A1A7-6A26-42BF-9590-B9BA90E8F80B}" dt="2023-09-13T10:23:31.009" v="1267" actId="207"/>
          <ac:spMkLst>
            <pc:docMk/>
            <pc:sldMk cId="4007891925" sldId="487"/>
            <ac:spMk id="3" creationId="{2A8192BB-4C32-CE45-A13C-56689409F2AF}"/>
          </ac:spMkLst>
        </pc:spChg>
        <pc:spChg chg="mod ord">
          <ac:chgData name="Loc Huynh" userId="80c0383e323bd6ea" providerId="LiveId" clId="{7174A1A7-6A26-42BF-9590-B9BA90E8F80B}" dt="2023-09-13T10:22:01.917" v="1247" actId="700"/>
          <ac:spMkLst>
            <pc:docMk/>
            <pc:sldMk cId="4007891925" sldId="487"/>
            <ac:spMk id="4" creationId="{FFBFE301-8F5F-684A-B4CB-DD6AB90AB12A}"/>
          </ac:spMkLst>
        </pc:spChg>
        <pc:spChg chg="mod ord">
          <ac:chgData name="Loc Huynh" userId="80c0383e323bd6ea" providerId="LiveId" clId="{7174A1A7-6A26-42BF-9590-B9BA90E8F80B}" dt="2023-09-13T10:22:01.917" v="1247" actId="700"/>
          <ac:spMkLst>
            <pc:docMk/>
            <pc:sldMk cId="4007891925" sldId="487"/>
            <ac:spMk id="5" creationId="{EB5C2D11-34DE-4244-9A1B-B29A0BA6751D}"/>
          </ac:spMkLst>
        </pc:spChg>
        <pc:graphicFrameChg chg="mod">
          <ac:chgData name="Loc Huynh" userId="80c0383e323bd6ea" providerId="LiveId" clId="{7174A1A7-6A26-42BF-9590-B9BA90E8F80B}" dt="2023-09-13T10:24:35.283" v="1273" actId="1076"/>
          <ac:graphicFrameMkLst>
            <pc:docMk/>
            <pc:sldMk cId="4007891925" sldId="487"/>
            <ac:graphicFrameMk id="7" creationId="{BCDA3781-C4BB-FF40-9491-F3A84A0CAE13}"/>
          </ac:graphicFrameMkLst>
        </pc:graphicFrameChg>
      </pc:sldChg>
      <pc:sldChg chg="modSp mod chgLayout">
        <pc:chgData name="Loc Huynh" userId="80c0383e323bd6ea" providerId="LiveId" clId="{7174A1A7-6A26-42BF-9590-B9BA90E8F80B}" dt="2023-09-13T10:24:41.494" v="1274" actId="1076"/>
        <pc:sldMkLst>
          <pc:docMk/>
          <pc:sldMk cId="1413876724" sldId="488"/>
        </pc:sldMkLst>
        <pc:spChg chg="mod ord">
          <ac:chgData name="Loc Huynh" userId="80c0383e323bd6ea" providerId="LiveId" clId="{7174A1A7-6A26-42BF-9590-B9BA90E8F80B}" dt="2023-09-13T10:22:04.619" v="1248" actId="700"/>
          <ac:spMkLst>
            <pc:docMk/>
            <pc:sldMk cId="1413876724" sldId="488"/>
            <ac:spMk id="2" creationId="{7474A01E-A813-5647-A400-1D6EAD852A52}"/>
          </ac:spMkLst>
        </pc:spChg>
        <pc:spChg chg="mod ord">
          <ac:chgData name="Loc Huynh" userId="80c0383e323bd6ea" providerId="LiveId" clId="{7174A1A7-6A26-42BF-9590-B9BA90E8F80B}" dt="2023-09-13T10:23:25.382" v="1266" actId="20577"/>
          <ac:spMkLst>
            <pc:docMk/>
            <pc:sldMk cId="1413876724" sldId="488"/>
            <ac:spMk id="3" creationId="{2A8192BB-4C32-CE45-A13C-56689409F2AF}"/>
          </ac:spMkLst>
        </pc:spChg>
        <pc:spChg chg="mod ord">
          <ac:chgData name="Loc Huynh" userId="80c0383e323bd6ea" providerId="LiveId" clId="{7174A1A7-6A26-42BF-9590-B9BA90E8F80B}" dt="2023-09-13T10:22:04.619" v="1248" actId="700"/>
          <ac:spMkLst>
            <pc:docMk/>
            <pc:sldMk cId="1413876724" sldId="488"/>
            <ac:spMk id="4" creationId="{FFBFE301-8F5F-684A-B4CB-DD6AB90AB12A}"/>
          </ac:spMkLst>
        </pc:spChg>
        <pc:spChg chg="mod ord">
          <ac:chgData name="Loc Huynh" userId="80c0383e323bd6ea" providerId="LiveId" clId="{7174A1A7-6A26-42BF-9590-B9BA90E8F80B}" dt="2023-09-13T10:22:04.619" v="1248" actId="700"/>
          <ac:spMkLst>
            <pc:docMk/>
            <pc:sldMk cId="1413876724" sldId="488"/>
            <ac:spMk id="5" creationId="{EB5C2D11-34DE-4244-9A1B-B29A0BA6751D}"/>
          </ac:spMkLst>
        </pc:spChg>
        <pc:graphicFrameChg chg="mod">
          <ac:chgData name="Loc Huynh" userId="80c0383e323bd6ea" providerId="LiveId" clId="{7174A1A7-6A26-42BF-9590-B9BA90E8F80B}" dt="2023-09-13T10:24:41.494" v="1274" actId="1076"/>
          <ac:graphicFrameMkLst>
            <pc:docMk/>
            <pc:sldMk cId="1413876724" sldId="488"/>
            <ac:graphicFrameMk id="7" creationId="{BCDA3781-C4BB-FF40-9491-F3A84A0CAE13}"/>
          </ac:graphicFrameMkLst>
        </pc:graphicFrameChg>
      </pc:sldChg>
      <pc:sldChg chg="modSp mod chgLayout">
        <pc:chgData name="Loc Huynh" userId="80c0383e323bd6ea" providerId="LiveId" clId="{7174A1A7-6A26-42BF-9590-B9BA90E8F80B}" dt="2023-09-13T10:24:48.288" v="1275" actId="1076"/>
        <pc:sldMkLst>
          <pc:docMk/>
          <pc:sldMk cId="2855966079" sldId="489"/>
        </pc:sldMkLst>
        <pc:spChg chg="mod ord">
          <ac:chgData name="Loc Huynh" userId="80c0383e323bd6ea" providerId="LiveId" clId="{7174A1A7-6A26-42BF-9590-B9BA90E8F80B}" dt="2023-09-13T10:22:08.941" v="1249" actId="700"/>
          <ac:spMkLst>
            <pc:docMk/>
            <pc:sldMk cId="2855966079" sldId="489"/>
            <ac:spMk id="2" creationId="{7474A01E-A813-5647-A400-1D6EAD852A52}"/>
          </ac:spMkLst>
        </pc:spChg>
        <pc:spChg chg="mod ord">
          <ac:chgData name="Loc Huynh" userId="80c0383e323bd6ea" providerId="LiveId" clId="{7174A1A7-6A26-42BF-9590-B9BA90E8F80B}" dt="2023-09-13T10:23:16.930" v="1264" actId="20577"/>
          <ac:spMkLst>
            <pc:docMk/>
            <pc:sldMk cId="2855966079" sldId="489"/>
            <ac:spMk id="3" creationId="{2A8192BB-4C32-CE45-A13C-56689409F2AF}"/>
          </ac:spMkLst>
        </pc:spChg>
        <pc:spChg chg="mod ord">
          <ac:chgData name="Loc Huynh" userId="80c0383e323bd6ea" providerId="LiveId" clId="{7174A1A7-6A26-42BF-9590-B9BA90E8F80B}" dt="2023-09-13T10:22:08.941" v="1249" actId="700"/>
          <ac:spMkLst>
            <pc:docMk/>
            <pc:sldMk cId="2855966079" sldId="489"/>
            <ac:spMk id="4" creationId="{FFBFE301-8F5F-684A-B4CB-DD6AB90AB12A}"/>
          </ac:spMkLst>
        </pc:spChg>
        <pc:spChg chg="mod ord">
          <ac:chgData name="Loc Huynh" userId="80c0383e323bd6ea" providerId="LiveId" clId="{7174A1A7-6A26-42BF-9590-B9BA90E8F80B}" dt="2023-09-13T10:22:08.941" v="1249" actId="700"/>
          <ac:spMkLst>
            <pc:docMk/>
            <pc:sldMk cId="2855966079" sldId="489"/>
            <ac:spMk id="5" creationId="{EB5C2D11-34DE-4244-9A1B-B29A0BA6751D}"/>
          </ac:spMkLst>
        </pc:spChg>
        <pc:graphicFrameChg chg="mod">
          <ac:chgData name="Loc Huynh" userId="80c0383e323bd6ea" providerId="LiveId" clId="{7174A1A7-6A26-42BF-9590-B9BA90E8F80B}" dt="2023-09-13T10:24:48.288" v="1275" actId="1076"/>
          <ac:graphicFrameMkLst>
            <pc:docMk/>
            <pc:sldMk cId="2855966079" sldId="489"/>
            <ac:graphicFrameMk id="7" creationId="{BCDA3781-C4BB-FF40-9491-F3A84A0CAE13}"/>
          </ac:graphicFrameMkLst>
        </pc:graphicFrameChg>
      </pc:sldChg>
      <pc:sldChg chg="modSp mod chgLayout">
        <pc:chgData name="Loc Huynh" userId="80c0383e323bd6ea" providerId="LiveId" clId="{7174A1A7-6A26-42BF-9590-B9BA90E8F80B}" dt="2023-09-13T10:25:00.720" v="1278" actId="207"/>
        <pc:sldMkLst>
          <pc:docMk/>
          <pc:sldMk cId="123613759" sldId="490"/>
        </pc:sldMkLst>
        <pc:spChg chg="mod ord">
          <ac:chgData name="Loc Huynh" userId="80c0383e323bd6ea" providerId="LiveId" clId="{7174A1A7-6A26-42BF-9590-B9BA90E8F80B}" dt="2023-09-13T10:22:11.266" v="1250" actId="700"/>
          <ac:spMkLst>
            <pc:docMk/>
            <pc:sldMk cId="123613759" sldId="490"/>
            <ac:spMk id="2" creationId="{7474A01E-A813-5647-A400-1D6EAD852A52}"/>
          </ac:spMkLst>
        </pc:spChg>
        <pc:spChg chg="mod ord">
          <ac:chgData name="Loc Huynh" userId="80c0383e323bd6ea" providerId="LiveId" clId="{7174A1A7-6A26-42BF-9590-B9BA90E8F80B}" dt="2023-09-13T10:23:10.414" v="1261" actId="207"/>
          <ac:spMkLst>
            <pc:docMk/>
            <pc:sldMk cId="123613759" sldId="490"/>
            <ac:spMk id="3" creationId="{2A8192BB-4C32-CE45-A13C-56689409F2AF}"/>
          </ac:spMkLst>
        </pc:spChg>
        <pc:spChg chg="mod ord">
          <ac:chgData name="Loc Huynh" userId="80c0383e323bd6ea" providerId="LiveId" clId="{7174A1A7-6A26-42BF-9590-B9BA90E8F80B}" dt="2023-09-13T10:22:11.266" v="1250" actId="700"/>
          <ac:spMkLst>
            <pc:docMk/>
            <pc:sldMk cId="123613759" sldId="490"/>
            <ac:spMk id="4" creationId="{FFBFE301-8F5F-684A-B4CB-DD6AB90AB12A}"/>
          </ac:spMkLst>
        </pc:spChg>
        <pc:spChg chg="mod ord">
          <ac:chgData name="Loc Huynh" userId="80c0383e323bd6ea" providerId="LiveId" clId="{7174A1A7-6A26-42BF-9590-B9BA90E8F80B}" dt="2023-09-13T10:22:11.266" v="1250" actId="700"/>
          <ac:spMkLst>
            <pc:docMk/>
            <pc:sldMk cId="123613759" sldId="490"/>
            <ac:spMk id="5" creationId="{EB5C2D11-34DE-4244-9A1B-B29A0BA6751D}"/>
          </ac:spMkLst>
        </pc:spChg>
        <pc:graphicFrameChg chg="mod modGraphic">
          <ac:chgData name="Loc Huynh" userId="80c0383e323bd6ea" providerId="LiveId" clId="{7174A1A7-6A26-42BF-9590-B9BA90E8F80B}" dt="2023-09-13T10:25:00.720" v="1278" actId="207"/>
          <ac:graphicFrameMkLst>
            <pc:docMk/>
            <pc:sldMk cId="123613759" sldId="490"/>
            <ac:graphicFrameMk id="7" creationId="{BCDA3781-C4BB-FF40-9491-F3A84A0CAE13}"/>
          </ac:graphicFrameMkLst>
        </pc:graphicFrameChg>
      </pc:sldChg>
      <pc:sldChg chg="addSp delSp modSp add mod">
        <pc:chgData name="Loc Huynh" userId="80c0383e323bd6ea" providerId="LiveId" clId="{7174A1A7-6A26-42BF-9590-B9BA90E8F80B}" dt="2023-09-13T09:29:35.217" v="242" actId="14100"/>
        <pc:sldMkLst>
          <pc:docMk/>
          <pc:sldMk cId="3887065777" sldId="495"/>
        </pc:sldMkLst>
        <pc:spChg chg="add mod">
          <ac:chgData name="Loc Huynh" userId="80c0383e323bd6ea" providerId="LiveId" clId="{7174A1A7-6A26-42BF-9590-B9BA90E8F80B}" dt="2023-09-13T09:29:35.217" v="242" actId="14100"/>
          <ac:spMkLst>
            <pc:docMk/>
            <pc:sldMk cId="3887065777" sldId="495"/>
            <ac:spMk id="3" creationId="{FB20DB8C-1C89-CCD3-C728-ED46C18517F2}"/>
          </ac:spMkLst>
        </pc:spChg>
        <pc:spChg chg="mod">
          <ac:chgData name="Loc Huynh" userId="80c0383e323bd6ea" providerId="LiveId" clId="{7174A1A7-6A26-42BF-9590-B9BA90E8F80B}" dt="2023-09-13T09:26:46.311" v="217" actId="13926"/>
          <ac:spMkLst>
            <pc:docMk/>
            <pc:sldMk cId="3887065777" sldId="495"/>
            <ac:spMk id="6" creationId="{24E3A728-EF22-934F-917A-56D048C67AB6}"/>
          </ac:spMkLst>
        </pc:spChg>
        <pc:spChg chg="del">
          <ac:chgData name="Loc Huynh" userId="80c0383e323bd6ea" providerId="LiveId" clId="{7174A1A7-6A26-42BF-9590-B9BA90E8F80B}" dt="2023-09-13T09:26:26.920" v="213" actId="478"/>
          <ac:spMkLst>
            <pc:docMk/>
            <pc:sldMk cId="3887065777" sldId="495"/>
            <ac:spMk id="8" creationId="{9A2495CC-D633-184F-9E35-DBA6F8132AA1}"/>
          </ac:spMkLst>
        </pc:spChg>
      </pc:sldChg>
      <pc:sldChg chg="addSp delSp modSp add mod">
        <pc:chgData name="Loc Huynh" userId="80c0383e323bd6ea" providerId="LiveId" clId="{7174A1A7-6A26-42BF-9590-B9BA90E8F80B}" dt="2023-09-13T09:28:09.654" v="229" actId="13926"/>
        <pc:sldMkLst>
          <pc:docMk/>
          <pc:sldMk cId="1922161333" sldId="496"/>
        </pc:sldMkLst>
        <pc:spChg chg="del">
          <ac:chgData name="Loc Huynh" userId="80c0383e323bd6ea" providerId="LiveId" clId="{7174A1A7-6A26-42BF-9590-B9BA90E8F80B}" dt="2023-09-13T09:27:45.076" v="224" actId="478"/>
          <ac:spMkLst>
            <pc:docMk/>
            <pc:sldMk cId="1922161333" sldId="496"/>
            <ac:spMk id="3" creationId="{FB20DB8C-1C89-CCD3-C728-ED46C18517F2}"/>
          </ac:spMkLst>
        </pc:spChg>
        <pc:spChg chg="mod">
          <ac:chgData name="Loc Huynh" userId="80c0383e323bd6ea" providerId="LiveId" clId="{7174A1A7-6A26-42BF-9590-B9BA90E8F80B}" dt="2023-09-13T09:28:09.654" v="229" actId="13926"/>
          <ac:spMkLst>
            <pc:docMk/>
            <pc:sldMk cId="1922161333" sldId="496"/>
            <ac:spMk id="6" creationId="{24E3A728-EF22-934F-917A-56D048C67AB6}"/>
          </ac:spMkLst>
        </pc:spChg>
        <pc:spChg chg="add mod">
          <ac:chgData name="Loc Huynh" userId="80c0383e323bd6ea" providerId="LiveId" clId="{7174A1A7-6A26-42BF-9590-B9BA90E8F80B}" dt="2023-09-13T09:27:59.764" v="227" actId="14100"/>
          <ac:spMkLst>
            <pc:docMk/>
            <pc:sldMk cId="1922161333" sldId="496"/>
            <ac:spMk id="7" creationId="{F15FABF9-88B9-112D-C1A1-EFD343147104}"/>
          </ac:spMkLst>
        </pc:spChg>
      </pc:sldChg>
      <pc:sldChg chg="addSp delSp modSp add mod">
        <pc:chgData name="Loc Huynh" userId="80c0383e323bd6ea" providerId="LiveId" clId="{7174A1A7-6A26-42BF-9590-B9BA90E8F80B}" dt="2023-09-13T09:29:51.076" v="244" actId="207"/>
        <pc:sldMkLst>
          <pc:docMk/>
          <pc:sldMk cId="1152783581" sldId="497"/>
        </pc:sldMkLst>
        <pc:spChg chg="add mod">
          <ac:chgData name="Loc Huynh" userId="80c0383e323bd6ea" providerId="LiveId" clId="{7174A1A7-6A26-42BF-9590-B9BA90E8F80B}" dt="2023-09-13T09:29:51.076" v="244" actId="207"/>
          <ac:spMkLst>
            <pc:docMk/>
            <pc:sldMk cId="1152783581" sldId="497"/>
            <ac:spMk id="3" creationId="{1026FBB4-1B9B-BA3F-B3B1-AFC2991BD373}"/>
          </ac:spMkLst>
        </pc:spChg>
        <pc:spChg chg="mod">
          <ac:chgData name="Loc Huynh" userId="80c0383e323bd6ea" providerId="LiveId" clId="{7174A1A7-6A26-42BF-9590-B9BA90E8F80B}" dt="2023-09-13T09:29:12.858" v="238" actId="13926"/>
          <ac:spMkLst>
            <pc:docMk/>
            <pc:sldMk cId="1152783581" sldId="497"/>
            <ac:spMk id="6" creationId="{24E3A728-EF22-934F-917A-56D048C67AB6}"/>
          </ac:spMkLst>
        </pc:spChg>
        <pc:spChg chg="del mod">
          <ac:chgData name="Loc Huynh" userId="80c0383e323bd6ea" providerId="LiveId" clId="{7174A1A7-6A26-42BF-9590-B9BA90E8F80B}" dt="2023-09-13T09:28:49.936" v="234" actId="478"/>
          <ac:spMkLst>
            <pc:docMk/>
            <pc:sldMk cId="1152783581" sldId="497"/>
            <ac:spMk id="7" creationId="{F15FABF9-88B9-112D-C1A1-EFD343147104}"/>
          </ac:spMkLst>
        </pc:spChg>
      </pc:sldChg>
      <pc:sldChg chg="addSp delSp modSp add mod">
        <pc:chgData name="Loc Huynh" userId="80c0383e323bd6ea" providerId="LiveId" clId="{7174A1A7-6A26-42BF-9590-B9BA90E8F80B}" dt="2023-09-13T09:30:48.326" v="259" actId="207"/>
        <pc:sldMkLst>
          <pc:docMk/>
          <pc:sldMk cId="2317161822" sldId="498"/>
        </pc:sldMkLst>
        <pc:spChg chg="del">
          <ac:chgData name="Loc Huynh" userId="80c0383e323bd6ea" providerId="LiveId" clId="{7174A1A7-6A26-42BF-9590-B9BA90E8F80B}" dt="2023-09-13T09:30:11.389" v="248" actId="478"/>
          <ac:spMkLst>
            <pc:docMk/>
            <pc:sldMk cId="2317161822" sldId="498"/>
            <ac:spMk id="3" creationId="{1026FBB4-1B9B-BA3F-B3B1-AFC2991BD373}"/>
          </ac:spMkLst>
        </pc:spChg>
        <pc:spChg chg="mod">
          <ac:chgData name="Loc Huynh" userId="80c0383e323bd6ea" providerId="LiveId" clId="{7174A1A7-6A26-42BF-9590-B9BA90E8F80B}" dt="2023-09-13T09:30:27.154" v="251" actId="13926"/>
          <ac:spMkLst>
            <pc:docMk/>
            <pc:sldMk cId="2317161822" sldId="498"/>
            <ac:spMk id="6" creationId="{24E3A728-EF22-934F-917A-56D048C67AB6}"/>
          </ac:spMkLst>
        </pc:spChg>
        <pc:spChg chg="add mod">
          <ac:chgData name="Loc Huynh" userId="80c0383e323bd6ea" providerId="LiveId" clId="{7174A1A7-6A26-42BF-9590-B9BA90E8F80B}" dt="2023-09-13T09:30:48.326" v="259" actId="207"/>
          <ac:spMkLst>
            <pc:docMk/>
            <pc:sldMk cId="2317161822" sldId="498"/>
            <ac:spMk id="7" creationId="{A8D4045D-E969-D462-3D06-825F50FADA02}"/>
          </ac:spMkLst>
        </pc:spChg>
      </pc:sldChg>
      <pc:sldChg chg="addSp delSp modSp add mod">
        <pc:chgData name="Loc Huynh" userId="80c0383e323bd6ea" providerId="LiveId" clId="{7174A1A7-6A26-42BF-9590-B9BA90E8F80B}" dt="2023-09-13T09:45:11.961" v="628" actId="1036"/>
        <pc:sldMkLst>
          <pc:docMk/>
          <pc:sldMk cId="3028732016" sldId="499"/>
        </pc:sldMkLst>
        <pc:spChg chg="mod">
          <ac:chgData name="Loc Huynh" userId="80c0383e323bd6ea" providerId="LiveId" clId="{7174A1A7-6A26-42BF-9590-B9BA90E8F80B}" dt="2023-09-13T09:44:58.789" v="619" actId="1076"/>
          <ac:spMkLst>
            <pc:docMk/>
            <pc:sldMk cId="3028732016" sldId="499"/>
            <ac:spMk id="20" creationId="{FA11DDA8-F3BD-3545-86C9-A399A991B047}"/>
          </ac:spMkLst>
        </pc:spChg>
        <pc:spChg chg="del">
          <ac:chgData name="Loc Huynh" userId="80c0383e323bd6ea" providerId="LiveId" clId="{7174A1A7-6A26-42BF-9590-B9BA90E8F80B}" dt="2023-09-13T09:43:31.844" v="607" actId="478"/>
          <ac:spMkLst>
            <pc:docMk/>
            <pc:sldMk cId="3028732016" sldId="499"/>
            <ac:spMk id="21" creationId="{81710F7F-B602-3D41-A826-158C02388363}"/>
          </ac:spMkLst>
        </pc:spChg>
        <pc:spChg chg="del">
          <ac:chgData name="Loc Huynh" userId="80c0383e323bd6ea" providerId="LiveId" clId="{7174A1A7-6A26-42BF-9590-B9BA90E8F80B}" dt="2023-09-13T09:43:31.844" v="607" actId="478"/>
          <ac:spMkLst>
            <pc:docMk/>
            <pc:sldMk cId="3028732016" sldId="499"/>
            <ac:spMk id="22" creationId="{779BDBAC-8884-FF49-899C-79BB55A2730D}"/>
          </ac:spMkLst>
        </pc:spChg>
        <pc:spChg chg="del">
          <ac:chgData name="Loc Huynh" userId="80c0383e323bd6ea" providerId="LiveId" clId="{7174A1A7-6A26-42BF-9590-B9BA90E8F80B}" dt="2023-09-13T09:43:32.719" v="608" actId="478"/>
          <ac:spMkLst>
            <pc:docMk/>
            <pc:sldMk cId="3028732016" sldId="499"/>
            <ac:spMk id="23" creationId="{C7376B87-400D-CC44-B9D0-B8883FDF0D16}"/>
          </ac:spMkLst>
        </pc:spChg>
        <pc:spChg chg="del">
          <ac:chgData name="Loc Huynh" userId="80c0383e323bd6ea" providerId="LiveId" clId="{7174A1A7-6A26-42BF-9590-B9BA90E8F80B}" dt="2023-09-13T09:43:31.844" v="607" actId="478"/>
          <ac:spMkLst>
            <pc:docMk/>
            <pc:sldMk cId="3028732016" sldId="499"/>
            <ac:spMk id="24" creationId="{742B023B-6E58-5F46-A6EE-6AEE903F293C}"/>
          </ac:spMkLst>
        </pc:spChg>
        <pc:spChg chg="del">
          <ac:chgData name="Loc Huynh" userId="80c0383e323bd6ea" providerId="LiveId" clId="{7174A1A7-6A26-42BF-9590-B9BA90E8F80B}" dt="2023-09-13T09:43:31.844" v="607" actId="478"/>
          <ac:spMkLst>
            <pc:docMk/>
            <pc:sldMk cId="3028732016" sldId="499"/>
            <ac:spMk id="25" creationId="{0D73DE56-1AB7-C448-9F22-C191BF690516}"/>
          </ac:spMkLst>
        </pc:spChg>
        <pc:spChg chg="del">
          <ac:chgData name="Loc Huynh" userId="80c0383e323bd6ea" providerId="LiveId" clId="{7174A1A7-6A26-42BF-9590-B9BA90E8F80B}" dt="2023-09-13T09:43:31.844" v="607" actId="478"/>
          <ac:spMkLst>
            <pc:docMk/>
            <pc:sldMk cId="3028732016" sldId="499"/>
            <ac:spMk id="26" creationId="{6F22B1D1-6C99-9A49-BA05-373C260BD677}"/>
          </ac:spMkLst>
        </pc:spChg>
        <pc:grpChg chg="del">
          <ac:chgData name="Loc Huynh" userId="80c0383e323bd6ea" providerId="LiveId" clId="{7174A1A7-6A26-42BF-9590-B9BA90E8F80B}" dt="2023-09-13T09:43:29.075" v="606" actId="478"/>
          <ac:grpSpMkLst>
            <pc:docMk/>
            <pc:sldMk cId="3028732016" sldId="499"/>
            <ac:grpSpMk id="30" creationId="{B7209310-2F24-ED4E-8489-4C17D246E160}"/>
          </ac:grpSpMkLst>
        </pc:grpChg>
        <pc:picChg chg="add mod">
          <ac:chgData name="Loc Huynh" userId="80c0383e323bd6ea" providerId="LiveId" clId="{7174A1A7-6A26-42BF-9590-B9BA90E8F80B}" dt="2023-09-13T09:45:11.961" v="628" actId="1036"/>
          <ac:picMkLst>
            <pc:docMk/>
            <pc:sldMk cId="3028732016" sldId="499"/>
            <ac:picMk id="7" creationId="{A50D01C9-B6BF-BBF7-A8C9-C5C102BBD6F2}"/>
          </ac:picMkLst>
        </pc:picChg>
      </pc:sldChg>
    </pc:docChg>
  </pc:docChgLst>
  <pc:docChgLst>
    <pc:chgData name="Loc Huynh" userId="80c0383e323bd6ea" providerId="LiveId" clId="{6191E253-D739-6B4F-B188-AC17CCA94646}"/>
    <pc:docChg chg="undo custSel addSld delSld modSld sldOrd">
      <pc:chgData name="Loc Huynh" userId="80c0383e323bd6ea" providerId="LiveId" clId="{6191E253-D739-6B4F-B188-AC17CCA94646}" dt="2023-10-27T11:03:26.166" v="7569" actId="1076"/>
      <pc:docMkLst>
        <pc:docMk/>
      </pc:docMkLst>
      <pc:sldChg chg="modSp add del mod">
        <pc:chgData name="Loc Huynh" userId="80c0383e323bd6ea" providerId="LiveId" clId="{6191E253-D739-6B4F-B188-AC17CCA94646}" dt="2023-10-03T06:02:15.205" v="550" actId="2696"/>
        <pc:sldMkLst>
          <pc:docMk/>
          <pc:sldMk cId="1841662302" sldId="300"/>
        </pc:sldMkLst>
        <pc:spChg chg="mod">
          <ac:chgData name="Loc Huynh" userId="80c0383e323bd6ea" providerId="LiveId" clId="{6191E253-D739-6B4F-B188-AC17CCA94646}" dt="2023-10-03T05:54:09.061" v="29" actId="27636"/>
          <ac:spMkLst>
            <pc:docMk/>
            <pc:sldMk cId="1841662302" sldId="300"/>
            <ac:spMk id="2" creationId="{707B5CBE-3939-F54D-A22C-69B71CE11473}"/>
          </ac:spMkLst>
        </pc:spChg>
      </pc:sldChg>
      <pc:sldChg chg="modSp mod">
        <pc:chgData name="Loc Huynh" userId="80c0383e323bd6ea" providerId="LiveId" clId="{6191E253-D739-6B4F-B188-AC17CCA94646}" dt="2023-10-03T09:20:31.261" v="4450" actId="20577"/>
        <pc:sldMkLst>
          <pc:docMk/>
          <pc:sldMk cId="1614817535" sldId="304"/>
        </pc:sldMkLst>
        <pc:spChg chg="mod">
          <ac:chgData name="Loc Huynh" userId="80c0383e323bd6ea" providerId="LiveId" clId="{6191E253-D739-6B4F-B188-AC17CCA94646}" dt="2023-10-03T09:20:31.261" v="4450" actId="20577"/>
          <ac:spMkLst>
            <pc:docMk/>
            <pc:sldMk cId="1614817535" sldId="304"/>
            <ac:spMk id="3" creationId="{F68C27CE-6A1E-0840-BC2F-D1738F041307}"/>
          </ac:spMkLst>
        </pc:spChg>
      </pc:sldChg>
      <pc:sldChg chg="modSp add del mod">
        <pc:chgData name="Loc Huynh" userId="80c0383e323bd6ea" providerId="LiveId" clId="{6191E253-D739-6B4F-B188-AC17CCA94646}" dt="2023-10-03T05:58:59.930" v="448" actId="2696"/>
        <pc:sldMkLst>
          <pc:docMk/>
          <pc:sldMk cId="2538837064" sldId="385"/>
        </pc:sldMkLst>
        <pc:spChg chg="mod">
          <ac:chgData name="Loc Huynh" userId="80c0383e323bd6ea" providerId="LiveId" clId="{6191E253-D739-6B4F-B188-AC17CCA94646}" dt="2023-10-03T05:54:06.482" v="28" actId="27636"/>
          <ac:spMkLst>
            <pc:docMk/>
            <pc:sldMk cId="2538837064" sldId="385"/>
            <ac:spMk id="2" creationId="{B47FBB48-7296-B043-B166-77771F65499C}"/>
          </ac:spMkLst>
        </pc:spChg>
      </pc:sldChg>
      <pc:sldChg chg="add del">
        <pc:chgData name="Loc Huynh" userId="80c0383e323bd6ea" providerId="LiveId" clId="{6191E253-D739-6B4F-B188-AC17CCA94646}" dt="2023-10-03T05:59:02.004" v="449" actId="2696"/>
        <pc:sldMkLst>
          <pc:docMk/>
          <pc:sldMk cId="2590096522" sldId="386"/>
        </pc:sldMkLst>
      </pc:sldChg>
      <pc:sldChg chg="modSp mod">
        <pc:chgData name="Loc Huynh" userId="80c0383e323bd6ea" providerId="LiveId" clId="{6191E253-D739-6B4F-B188-AC17CCA94646}" dt="2023-10-03T05:59:16.562" v="457" actId="20577"/>
        <pc:sldMkLst>
          <pc:docMk/>
          <pc:sldMk cId="4095758079" sldId="393"/>
        </pc:sldMkLst>
        <pc:spChg chg="mod">
          <ac:chgData name="Loc Huynh" userId="80c0383e323bd6ea" providerId="LiveId" clId="{6191E253-D739-6B4F-B188-AC17CCA94646}" dt="2023-10-03T05:59:16.562" v="457" actId="20577"/>
          <ac:spMkLst>
            <pc:docMk/>
            <pc:sldMk cId="4095758079" sldId="393"/>
            <ac:spMk id="2" creationId="{00000000-0000-0000-0000-000000000000}"/>
          </ac:spMkLst>
        </pc:spChg>
      </pc:sldChg>
      <pc:sldChg chg="del">
        <pc:chgData name="Loc Huynh" userId="80c0383e323bd6ea" providerId="LiveId" clId="{6191E253-D739-6B4F-B188-AC17CCA94646}" dt="2023-10-03T05:54:32.005" v="78" actId="2696"/>
        <pc:sldMkLst>
          <pc:docMk/>
          <pc:sldMk cId="3684564904" sldId="450"/>
        </pc:sldMkLst>
      </pc:sldChg>
      <pc:sldChg chg="add del">
        <pc:chgData name="Loc Huynh" userId="80c0383e323bd6ea" providerId="LiveId" clId="{6191E253-D739-6B4F-B188-AC17CCA94646}" dt="2023-10-03T05:59:10.439" v="451" actId="2696"/>
        <pc:sldMkLst>
          <pc:docMk/>
          <pc:sldMk cId="0" sldId="471"/>
        </pc:sldMkLst>
      </pc:sldChg>
      <pc:sldChg chg="del">
        <pc:chgData name="Loc Huynh" userId="80c0383e323bd6ea" providerId="LiveId" clId="{6191E253-D739-6B4F-B188-AC17CCA94646}" dt="2023-10-03T05:54:30.495" v="50" actId="2696"/>
        <pc:sldMkLst>
          <pc:docMk/>
          <pc:sldMk cId="2897397870" sldId="472"/>
        </pc:sldMkLst>
      </pc:sldChg>
      <pc:sldChg chg="del">
        <pc:chgData name="Loc Huynh" userId="80c0383e323bd6ea" providerId="LiveId" clId="{6191E253-D739-6B4F-B188-AC17CCA94646}" dt="2023-10-03T05:54:30.703" v="56" actId="2696"/>
        <pc:sldMkLst>
          <pc:docMk/>
          <pc:sldMk cId="3466914255" sldId="473"/>
        </pc:sldMkLst>
      </pc:sldChg>
      <pc:sldChg chg="del">
        <pc:chgData name="Loc Huynh" userId="80c0383e323bd6ea" providerId="LiveId" clId="{6191E253-D739-6B4F-B188-AC17CCA94646}" dt="2023-10-03T05:54:31.355" v="68" actId="2696"/>
        <pc:sldMkLst>
          <pc:docMk/>
          <pc:sldMk cId="612608965" sldId="488"/>
        </pc:sldMkLst>
      </pc:sldChg>
      <pc:sldChg chg="del">
        <pc:chgData name="Loc Huynh" userId="80c0383e323bd6ea" providerId="LiveId" clId="{6191E253-D739-6B4F-B188-AC17CCA94646}" dt="2023-10-03T05:54:30.679" v="51" actId="2696"/>
        <pc:sldMkLst>
          <pc:docMk/>
          <pc:sldMk cId="2073377484" sldId="489"/>
        </pc:sldMkLst>
      </pc:sldChg>
      <pc:sldChg chg="del">
        <pc:chgData name="Loc Huynh" userId="80c0383e323bd6ea" providerId="LiveId" clId="{6191E253-D739-6B4F-B188-AC17CCA94646}" dt="2023-10-03T05:54:31.014" v="67" actId="2696"/>
        <pc:sldMkLst>
          <pc:docMk/>
          <pc:sldMk cId="603624601" sldId="490"/>
        </pc:sldMkLst>
      </pc:sldChg>
      <pc:sldChg chg="del">
        <pc:chgData name="Loc Huynh" userId="80c0383e323bd6ea" providerId="LiveId" clId="{6191E253-D739-6B4F-B188-AC17CCA94646}" dt="2023-10-03T05:54:30.709" v="57" actId="2696"/>
        <pc:sldMkLst>
          <pc:docMk/>
          <pc:sldMk cId="3018077777" sldId="491"/>
        </pc:sldMkLst>
      </pc:sldChg>
      <pc:sldChg chg="modSp mod">
        <pc:chgData name="Loc Huynh" userId="80c0383e323bd6ea" providerId="LiveId" clId="{6191E253-D739-6B4F-B188-AC17CCA94646}" dt="2023-10-03T09:20:47.523" v="4473" actId="207"/>
        <pc:sldMkLst>
          <pc:docMk/>
          <pc:sldMk cId="2539440922" sldId="492"/>
        </pc:sldMkLst>
        <pc:spChg chg="mod">
          <ac:chgData name="Loc Huynh" userId="80c0383e323bd6ea" providerId="LiveId" clId="{6191E253-D739-6B4F-B188-AC17CCA94646}" dt="2023-10-03T09:20:47.523" v="4473" actId="207"/>
          <ac:spMkLst>
            <pc:docMk/>
            <pc:sldMk cId="2539440922" sldId="492"/>
            <ac:spMk id="3" creationId="{5AF176FD-7669-EF49-B2D4-CDB406817E64}"/>
          </ac:spMkLst>
        </pc:spChg>
        <pc:spChg chg="mod">
          <ac:chgData name="Loc Huynh" userId="80c0383e323bd6ea" providerId="LiveId" clId="{6191E253-D739-6B4F-B188-AC17CCA94646}" dt="2023-10-03T05:54:38.237" v="83" actId="20577"/>
          <ac:spMkLst>
            <pc:docMk/>
            <pc:sldMk cId="2539440922" sldId="492"/>
            <ac:spMk id="7" creationId="{0C974B13-B1B8-E148-903B-85C71136A561}"/>
          </ac:spMkLst>
        </pc:spChg>
      </pc:sldChg>
      <pc:sldChg chg="del">
        <pc:chgData name="Loc Huynh" userId="80c0383e323bd6ea" providerId="LiveId" clId="{6191E253-D739-6B4F-B188-AC17CCA94646}" dt="2023-10-03T05:54:30.823" v="61" actId="2696"/>
        <pc:sldMkLst>
          <pc:docMk/>
          <pc:sldMk cId="2440061235" sldId="493"/>
        </pc:sldMkLst>
      </pc:sldChg>
      <pc:sldChg chg="del">
        <pc:chgData name="Loc Huynh" userId="80c0383e323bd6ea" providerId="LiveId" clId="{6191E253-D739-6B4F-B188-AC17CCA94646}" dt="2023-10-03T05:54:32.133" v="80" actId="2696"/>
        <pc:sldMkLst>
          <pc:docMk/>
          <pc:sldMk cId="899869156" sldId="494"/>
        </pc:sldMkLst>
      </pc:sldChg>
      <pc:sldChg chg="del">
        <pc:chgData name="Loc Huynh" userId="80c0383e323bd6ea" providerId="LiveId" clId="{6191E253-D739-6B4F-B188-AC17CCA94646}" dt="2023-10-03T05:54:31.894" v="77" actId="2696"/>
        <pc:sldMkLst>
          <pc:docMk/>
          <pc:sldMk cId="1782875541" sldId="495"/>
        </pc:sldMkLst>
      </pc:sldChg>
      <pc:sldChg chg="del">
        <pc:chgData name="Loc Huynh" userId="80c0383e323bd6ea" providerId="LiveId" clId="{6191E253-D739-6B4F-B188-AC17CCA94646}" dt="2023-10-03T05:54:30.692" v="54" actId="2696"/>
        <pc:sldMkLst>
          <pc:docMk/>
          <pc:sldMk cId="1176549881" sldId="496"/>
        </pc:sldMkLst>
      </pc:sldChg>
      <pc:sldChg chg="del">
        <pc:chgData name="Loc Huynh" userId="80c0383e323bd6ea" providerId="LiveId" clId="{6191E253-D739-6B4F-B188-AC17CCA94646}" dt="2023-10-03T05:54:32.010" v="79" actId="2696"/>
        <pc:sldMkLst>
          <pc:docMk/>
          <pc:sldMk cId="878530208" sldId="498"/>
        </pc:sldMkLst>
      </pc:sldChg>
      <pc:sldChg chg="del">
        <pc:chgData name="Loc Huynh" userId="80c0383e323bd6ea" providerId="LiveId" clId="{6191E253-D739-6B4F-B188-AC17CCA94646}" dt="2023-10-03T05:54:31.882" v="73" actId="2696"/>
        <pc:sldMkLst>
          <pc:docMk/>
          <pc:sldMk cId="655906729" sldId="499"/>
        </pc:sldMkLst>
      </pc:sldChg>
      <pc:sldChg chg="del">
        <pc:chgData name="Loc Huynh" userId="80c0383e323bd6ea" providerId="LiveId" clId="{6191E253-D739-6B4F-B188-AC17CCA94646}" dt="2023-10-03T05:54:31.886" v="74" actId="2696"/>
        <pc:sldMkLst>
          <pc:docMk/>
          <pc:sldMk cId="4156012545" sldId="500"/>
        </pc:sldMkLst>
      </pc:sldChg>
      <pc:sldChg chg="del">
        <pc:chgData name="Loc Huynh" userId="80c0383e323bd6ea" providerId="LiveId" clId="{6191E253-D739-6B4F-B188-AC17CCA94646}" dt="2023-10-03T05:54:30.833" v="63" actId="2696"/>
        <pc:sldMkLst>
          <pc:docMk/>
          <pc:sldMk cId="4165040611" sldId="506"/>
        </pc:sldMkLst>
      </pc:sldChg>
      <pc:sldChg chg="addSp delSp modSp add mod chgLayout">
        <pc:chgData name="Loc Huynh" userId="80c0383e323bd6ea" providerId="LiveId" clId="{6191E253-D739-6B4F-B188-AC17CCA94646}" dt="2023-10-03T07:02:08.780" v="1165" actId="1076"/>
        <pc:sldMkLst>
          <pc:docMk/>
          <pc:sldMk cId="2617154263" sldId="511"/>
        </pc:sldMkLst>
        <pc:spChg chg="mod ord">
          <ac:chgData name="Loc Huynh" userId="80c0383e323bd6ea" providerId="LiveId" clId="{6191E253-D739-6B4F-B188-AC17CCA94646}" dt="2023-10-03T07:01:37.584" v="1136" actId="700"/>
          <ac:spMkLst>
            <pc:docMk/>
            <pc:sldMk cId="2617154263" sldId="511"/>
            <ac:spMk id="2" creationId="{AB4197F3-7A13-3347-AE92-8D502625A344}"/>
          </ac:spMkLst>
        </pc:spChg>
        <pc:spChg chg="mod ord">
          <ac:chgData name="Loc Huynh" userId="80c0383e323bd6ea" providerId="LiveId" clId="{6191E253-D739-6B4F-B188-AC17CCA94646}" dt="2023-10-03T07:01:37.584" v="1136" actId="700"/>
          <ac:spMkLst>
            <pc:docMk/>
            <pc:sldMk cId="2617154263" sldId="511"/>
            <ac:spMk id="4" creationId="{8940B50C-4F26-A849-B35C-D5CA8A07E169}"/>
          </ac:spMkLst>
        </pc:spChg>
        <pc:spChg chg="add mod">
          <ac:chgData name="Loc Huynh" userId="80c0383e323bd6ea" providerId="LiveId" clId="{6191E253-D739-6B4F-B188-AC17CCA94646}" dt="2023-10-03T07:01:56.229" v="1162" actId="20577"/>
          <ac:spMkLst>
            <pc:docMk/>
            <pc:sldMk cId="2617154263" sldId="511"/>
            <ac:spMk id="5" creationId="{B0FD307D-5F0E-770C-2B94-EC5615B82FB9}"/>
          </ac:spMkLst>
        </pc:spChg>
        <pc:spChg chg="mod ord">
          <ac:chgData name="Loc Huynh" userId="80c0383e323bd6ea" providerId="LiveId" clId="{6191E253-D739-6B4F-B188-AC17CCA94646}" dt="2023-10-03T07:01:37.584" v="1136" actId="700"/>
          <ac:spMkLst>
            <pc:docMk/>
            <pc:sldMk cId="2617154263" sldId="511"/>
            <ac:spMk id="9" creationId="{FC4C16B3-B625-3949-B2F8-E60374D6D11D}"/>
          </ac:spMkLst>
        </pc:spChg>
        <pc:graphicFrameChg chg="add mod">
          <ac:chgData name="Loc Huynh" userId="80c0383e323bd6ea" providerId="LiveId" clId="{6191E253-D739-6B4F-B188-AC17CCA94646}" dt="2023-10-03T07:02:08.780" v="1165" actId="1076"/>
          <ac:graphicFrameMkLst>
            <pc:docMk/>
            <pc:sldMk cId="2617154263" sldId="511"/>
            <ac:graphicFrameMk id="6" creationId="{15817379-4040-27F7-AE3E-312AA94FF67C}"/>
          </ac:graphicFrameMkLst>
        </pc:graphicFrameChg>
        <pc:graphicFrameChg chg="del mod ord">
          <ac:chgData name="Loc Huynh" userId="80c0383e323bd6ea" providerId="LiveId" clId="{6191E253-D739-6B4F-B188-AC17CCA94646}" dt="2023-10-03T07:01:48.139" v="1137" actId="21"/>
          <ac:graphicFrameMkLst>
            <pc:docMk/>
            <pc:sldMk cId="2617154263" sldId="511"/>
            <ac:graphicFrameMk id="8" creationId="{EFC7750E-DB60-F04B-9FEE-E7D21D31AE0A}"/>
          </ac:graphicFrameMkLst>
        </pc:graphicFrameChg>
      </pc:sldChg>
      <pc:sldChg chg="modSp add del mod">
        <pc:chgData name="Loc Huynh" userId="80c0383e323bd6ea" providerId="LiveId" clId="{6191E253-D739-6B4F-B188-AC17CCA94646}" dt="2023-10-03T07:13:24.217" v="1483" actId="2696"/>
        <pc:sldMkLst>
          <pc:docMk/>
          <pc:sldMk cId="2836711636" sldId="512"/>
        </pc:sldMkLst>
        <pc:spChg chg="mod">
          <ac:chgData name="Loc Huynh" userId="80c0383e323bd6ea" providerId="LiveId" clId="{6191E253-D739-6B4F-B188-AC17CCA94646}" dt="2023-10-03T05:54:11.890" v="34" actId="27636"/>
          <ac:spMkLst>
            <pc:docMk/>
            <pc:sldMk cId="2836711636" sldId="512"/>
            <ac:spMk id="2" creationId="{9077CC4D-F5BD-D34C-8F83-3D9C63A6941F}"/>
          </ac:spMkLst>
        </pc:spChg>
      </pc:sldChg>
      <pc:sldChg chg="modSp add mod chgLayout">
        <pc:chgData name="Loc Huynh" userId="80c0383e323bd6ea" providerId="LiveId" clId="{6191E253-D739-6B4F-B188-AC17CCA94646}" dt="2023-10-03T13:19:24.960" v="7521" actId="114"/>
        <pc:sldMkLst>
          <pc:docMk/>
          <pc:sldMk cId="2377125062" sldId="513"/>
        </pc:sldMkLst>
        <pc:spChg chg="mod ord">
          <ac:chgData name="Loc Huynh" userId="80c0383e323bd6ea" providerId="LiveId" clId="{6191E253-D739-6B4F-B188-AC17CCA94646}" dt="2023-10-03T09:21:04.593" v="4505" actId="20577"/>
          <ac:spMkLst>
            <pc:docMk/>
            <pc:sldMk cId="2377125062" sldId="513"/>
            <ac:spMk id="2" creationId="{9077CC4D-F5BD-D34C-8F83-3D9C63A6941F}"/>
          </ac:spMkLst>
        </pc:spChg>
        <pc:spChg chg="mod ord">
          <ac:chgData name="Loc Huynh" userId="80c0383e323bd6ea" providerId="LiveId" clId="{6191E253-D739-6B4F-B188-AC17CCA94646}" dt="2023-10-03T13:19:24.960" v="7521" actId="114"/>
          <ac:spMkLst>
            <pc:docMk/>
            <pc:sldMk cId="2377125062" sldId="513"/>
            <ac:spMk id="3" creationId="{26BE6A67-FCA1-284D-985A-35883DFE6502}"/>
          </ac:spMkLst>
        </pc:spChg>
        <pc:spChg chg="mod ord">
          <ac:chgData name="Loc Huynh" userId="80c0383e323bd6ea" providerId="LiveId" clId="{6191E253-D739-6B4F-B188-AC17CCA94646}" dt="2023-10-03T07:04:46.456" v="1279" actId="700"/>
          <ac:spMkLst>
            <pc:docMk/>
            <pc:sldMk cId="2377125062" sldId="513"/>
            <ac:spMk id="4" creationId="{09113DD4-CC4D-514E-8A24-3895D5D85ED5}"/>
          </ac:spMkLst>
        </pc:spChg>
        <pc:spChg chg="mod ord">
          <ac:chgData name="Loc Huynh" userId="80c0383e323bd6ea" providerId="LiveId" clId="{6191E253-D739-6B4F-B188-AC17CCA94646}" dt="2023-10-03T07:04:46.456" v="1279" actId="700"/>
          <ac:spMkLst>
            <pc:docMk/>
            <pc:sldMk cId="2377125062" sldId="513"/>
            <ac:spMk id="5" creationId="{5524D0C4-EAE8-0D46-B045-500C48738E3A}"/>
          </ac:spMkLst>
        </pc:spChg>
        <pc:spChg chg="mod">
          <ac:chgData name="Loc Huynh" userId="80c0383e323bd6ea" providerId="LiveId" clId="{6191E253-D739-6B4F-B188-AC17CCA94646}" dt="2023-10-03T07:17:38.533" v="1535" actId="1076"/>
          <ac:spMkLst>
            <pc:docMk/>
            <pc:sldMk cId="2377125062" sldId="513"/>
            <ac:spMk id="7" creationId="{0CC7C25E-3C51-6744-A8C8-E0F115EFC715}"/>
          </ac:spMkLst>
        </pc:spChg>
        <pc:spChg chg="mod">
          <ac:chgData name="Loc Huynh" userId="80c0383e323bd6ea" providerId="LiveId" clId="{6191E253-D739-6B4F-B188-AC17CCA94646}" dt="2023-10-03T07:48:46.085" v="2539" actId="20577"/>
          <ac:spMkLst>
            <pc:docMk/>
            <pc:sldMk cId="2377125062" sldId="513"/>
            <ac:spMk id="14" creationId="{32B938ED-FEB0-B346-B946-C57073A836A8}"/>
          </ac:spMkLst>
        </pc:spChg>
      </pc:sldChg>
      <pc:sldChg chg="modSp add del mod">
        <pc:chgData name="Loc Huynh" userId="80c0383e323bd6ea" providerId="LiveId" clId="{6191E253-D739-6B4F-B188-AC17CCA94646}" dt="2023-10-03T07:31:44.901" v="1991" actId="2696"/>
        <pc:sldMkLst>
          <pc:docMk/>
          <pc:sldMk cId="3169266154" sldId="514"/>
        </pc:sldMkLst>
        <pc:spChg chg="mod">
          <ac:chgData name="Loc Huynh" userId="80c0383e323bd6ea" providerId="LiveId" clId="{6191E253-D739-6B4F-B188-AC17CCA94646}" dt="2023-10-03T07:04:01.554" v="1266"/>
          <ac:spMkLst>
            <pc:docMk/>
            <pc:sldMk cId="3169266154" sldId="514"/>
            <ac:spMk id="2" creationId="{9077CC4D-F5BD-D34C-8F83-3D9C63A6941F}"/>
          </ac:spMkLst>
        </pc:spChg>
        <pc:spChg chg="mod">
          <ac:chgData name="Loc Huynh" userId="80c0383e323bd6ea" providerId="LiveId" clId="{6191E253-D739-6B4F-B188-AC17CCA94646}" dt="2023-10-03T07:26:01.511" v="1780" actId="21"/>
          <ac:spMkLst>
            <pc:docMk/>
            <pc:sldMk cId="3169266154" sldId="514"/>
            <ac:spMk id="3" creationId="{26BE6A67-FCA1-284D-985A-35883DFE6502}"/>
          </ac:spMkLst>
        </pc:spChg>
      </pc:sldChg>
      <pc:sldChg chg="modSp add del mod">
        <pc:chgData name="Loc Huynh" userId="80c0383e323bd6ea" providerId="LiveId" clId="{6191E253-D739-6B4F-B188-AC17CCA94646}" dt="2023-10-03T07:38:38.488" v="2252" actId="2696"/>
        <pc:sldMkLst>
          <pc:docMk/>
          <pc:sldMk cId="122171203" sldId="515"/>
        </pc:sldMkLst>
        <pc:spChg chg="mod">
          <ac:chgData name="Loc Huynh" userId="80c0383e323bd6ea" providerId="LiveId" clId="{6191E253-D739-6B4F-B188-AC17CCA94646}" dt="2023-10-03T07:04:10.814" v="1270"/>
          <ac:spMkLst>
            <pc:docMk/>
            <pc:sldMk cId="122171203" sldId="515"/>
            <ac:spMk id="2" creationId="{9077CC4D-F5BD-D34C-8F83-3D9C63A6941F}"/>
          </ac:spMkLst>
        </pc:spChg>
      </pc:sldChg>
      <pc:sldChg chg="addSp delSp modSp add del mod ord">
        <pc:chgData name="Loc Huynh" userId="80c0383e323bd6ea" providerId="LiveId" clId="{6191E253-D739-6B4F-B188-AC17CCA94646}" dt="2023-10-03T07:37:57.645" v="2211" actId="2696"/>
        <pc:sldMkLst>
          <pc:docMk/>
          <pc:sldMk cId="1894947080" sldId="516"/>
        </pc:sldMkLst>
        <pc:spChg chg="mod">
          <ac:chgData name="Loc Huynh" userId="80c0383e323bd6ea" providerId="LiveId" clId="{6191E253-D739-6B4F-B188-AC17CCA94646}" dt="2023-10-03T07:04:07.903" v="1269"/>
          <ac:spMkLst>
            <pc:docMk/>
            <pc:sldMk cId="1894947080" sldId="516"/>
            <ac:spMk id="2" creationId="{9077CC4D-F5BD-D34C-8F83-3D9C63A6941F}"/>
          </ac:spMkLst>
        </pc:spChg>
        <pc:spChg chg="mod">
          <ac:chgData name="Loc Huynh" userId="80c0383e323bd6ea" providerId="LiveId" clId="{6191E253-D739-6B4F-B188-AC17CCA94646}" dt="2023-10-03T05:54:13.290" v="38" actId="27636"/>
          <ac:spMkLst>
            <pc:docMk/>
            <pc:sldMk cId="1894947080" sldId="516"/>
            <ac:spMk id="3" creationId="{26BE6A67-FCA1-284D-985A-35883DFE6502}"/>
          </ac:spMkLst>
        </pc:spChg>
        <pc:spChg chg="add del">
          <ac:chgData name="Loc Huynh" userId="80c0383e323bd6ea" providerId="LiveId" clId="{6191E253-D739-6B4F-B188-AC17CCA94646}" dt="2023-10-03T07:04:05.688" v="1268" actId="22"/>
          <ac:spMkLst>
            <pc:docMk/>
            <pc:sldMk cId="1894947080" sldId="516"/>
            <ac:spMk id="6" creationId="{9C27EA47-6902-F239-9DA5-9D5B1DD20651}"/>
          </ac:spMkLst>
        </pc:spChg>
      </pc:sldChg>
      <pc:sldChg chg="modSp add del mod">
        <pc:chgData name="Loc Huynh" userId="80c0383e323bd6ea" providerId="LiveId" clId="{6191E253-D739-6B4F-B188-AC17CCA94646}" dt="2023-10-03T07:45:37.856" v="2514" actId="2696"/>
        <pc:sldMkLst>
          <pc:docMk/>
          <pc:sldMk cId="3979747319" sldId="518"/>
        </pc:sldMkLst>
        <pc:spChg chg="mod">
          <ac:chgData name="Loc Huynh" userId="80c0383e323bd6ea" providerId="LiveId" clId="{6191E253-D739-6B4F-B188-AC17CCA94646}" dt="2023-10-03T07:04:13.940" v="1271"/>
          <ac:spMkLst>
            <pc:docMk/>
            <pc:sldMk cId="3979747319" sldId="518"/>
            <ac:spMk id="2" creationId="{9077CC4D-F5BD-D34C-8F83-3D9C63A6941F}"/>
          </ac:spMkLst>
        </pc:spChg>
      </pc:sldChg>
      <pc:sldChg chg="modSp add del mod">
        <pc:chgData name="Loc Huynh" userId="80c0383e323bd6ea" providerId="LiveId" clId="{6191E253-D739-6B4F-B188-AC17CCA94646}" dt="2023-10-03T07:50:03.107" v="2637" actId="2696"/>
        <pc:sldMkLst>
          <pc:docMk/>
          <pc:sldMk cId="3676824940" sldId="519"/>
        </pc:sldMkLst>
        <pc:spChg chg="mod">
          <ac:chgData name="Loc Huynh" userId="80c0383e323bd6ea" providerId="LiveId" clId="{6191E253-D739-6B4F-B188-AC17CCA94646}" dt="2023-10-03T07:04:16.897" v="1272"/>
          <ac:spMkLst>
            <pc:docMk/>
            <pc:sldMk cId="3676824940" sldId="519"/>
            <ac:spMk id="2" creationId="{9077CC4D-F5BD-D34C-8F83-3D9C63A6941F}"/>
          </ac:spMkLst>
        </pc:spChg>
      </pc:sldChg>
      <pc:sldChg chg="modSp add mod chgLayout">
        <pc:chgData name="Loc Huynh" userId="80c0383e323bd6ea" providerId="LiveId" clId="{6191E253-D739-6B4F-B188-AC17CCA94646}" dt="2023-10-03T09:21:22.305" v="4510"/>
        <pc:sldMkLst>
          <pc:docMk/>
          <pc:sldMk cId="3891302056" sldId="520"/>
        </pc:sldMkLst>
        <pc:spChg chg="mod ord">
          <ac:chgData name="Loc Huynh" userId="80c0383e323bd6ea" providerId="LiveId" clId="{6191E253-D739-6B4F-B188-AC17CCA94646}" dt="2023-10-03T09:21:22.305" v="4510"/>
          <ac:spMkLst>
            <pc:docMk/>
            <pc:sldMk cId="3891302056" sldId="520"/>
            <ac:spMk id="2" creationId="{9077CC4D-F5BD-D34C-8F83-3D9C63A6941F}"/>
          </ac:spMkLst>
        </pc:spChg>
        <pc:spChg chg="mod ord">
          <ac:chgData name="Loc Huynh" userId="80c0383e323bd6ea" providerId="LiveId" clId="{6191E253-D739-6B4F-B188-AC17CCA94646}" dt="2023-10-03T08:12:19.431" v="3396"/>
          <ac:spMkLst>
            <pc:docMk/>
            <pc:sldMk cId="3891302056" sldId="520"/>
            <ac:spMk id="3" creationId="{26BE6A67-FCA1-284D-985A-35883DFE6502}"/>
          </ac:spMkLst>
        </pc:spChg>
        <pc:spChg chg="mod ord">
          <ac:chgData name="Loc Huynh" userId="80c0383e323bd6ea" providerId="LiveId" clId="{6191E253-D739-6B4F-B188-AC17CCA94646}" dt="2023-10-03T07:52:31.943" v="2820" actId="700"/>
          <ac:spMkLst>
            <pc:docMk/>
            <pc:sldMk cId="3891302056" sldId="520"/>
            <ac:spMk id="4" creationId="{09113DD4-CC4D-514E-8A24-3895D5D85ED5}"/>
          </ac:spMkLst>
        </pc:spChg>
        <pc:spChg chg="mod ord">
          <ac:chgData name="Loc Huynh" userId="80c0383e323bd6ea" providerId="LiveId" clId="{6191E253-D739-6B4F-B188-AC17CCA94646}" dt="2023-10-03T07:52:31.943" v="2820" actId="700"/>
          <ac:spMkLst>
            <pc:docMk/>
            <pc:sldMk cId="3891302056" sldId="520"/>
            <ac:spMk id="5" creationId="{3556DF30-27B0-F142-AF96-C1406E6154E3}"/>
          </ac:spMkLst>
        </pc:spChg>
        <pc:spChg chg="mod">
          <ac:chgData name="Loc Huynh" userId="80c0383e323bd6ea" providerId="LiveId" clId="{6191E253-D739-6B4F-B188-AC17CCA94646}" dt="2023-10-03T07:53:35.764" v="2843" actId="108"/>
          <ac:spMkLst>
            <pc:docMk/>
            <pc:sldMk cId="3891302056" sldId="520"/>
            <ac:spMk id="8" creationId="{23622D8D-4530-2845-8E3A-75D289EF0D6F}"/>
          </ac:spMkLst>
        </pc:spChg>
      </pc:sldChg>
      <pc:sldChg chg="modSp add del mod">
        <pc:chgData name="Loc Huynh" userId="80c0383e323bd6ea" providerId="LiveId" clId="{6191E253-D739-6B4F-B188-AC17CCA94646}" dt="2023-10-03T08:19:35.669" v="3681" actId="2696"/>
        <pc:sldMkLst>
          <pc:docMk/>
          <pc:sldMk cId="2344519143" sldId="521"/>
        </pc:sldMkLst>
        <pc:spChg chg="mod">
          <ac:chgData name="Loc Huynh" userId="80c0383e323bd6ea" providerId="LiveId" clId="{6191E253-D739-6B4F-B188-AC17CCA94646}" dt="2023-10-03T07:04:27.092" v="1275"/>
          <ac:spMkLst>
            <pc:docMk/>
            <pc:sldMk cId="2344519143" sldId="521"/>
            <ac:spMk id="2" creationId="{9077CC4D-F5BD-D34C-8F83-3D9C63A6941F}"/>
          </ac:spMkLst>
        </pc:spChg>
        <pc:spChg chg="mod">
          <ac:chgData name="Loc Huynh" userId="80c0383e323bd6ea" providerId="LiveId" clId="{6191E253-D739-6B4F-B188-AC17CCA94646}" dt="2023-10-03T05:54:14.019" v="46" actId="27636"/>
          <ac:spMkLst>
            <pc:docMk/>
            <pc:sldMk cId="2344519143" sldId="521"/>
            <ac:spMk id="3" creationId="{26BE6A67-FCA1-284D-985A-35883DFE6502}"/>
          </ac:spMkLst>
        </pc:spChg>
      </pc:sldChg>
      <pc:sldChg chg="modSp add del mod">
        <pc:chgData name="Loc Huynh" userId="80c0383e323bd6ea" providerId="LiveId" clId="{6191E253-D739-6B4F-B188-AC17CCA94646}" dt="2023-10-03T08:09:37.743" v="3306" actId="2696"/>
        <pc:sldMkLst>
          <pc:docMk/>
          <pc:sldMk cId="776071746" sldId="522"/>
        </pc:sldMkLst>
        <pc:spChg chg="mod">
          <ac:chgData name="Loc Huynh" userId="80c0383e323bd6ea" providerId="LiveId" clId="{6191E253-D739-6B4F-B188-AC17CCA94646}" dt="2023-10-03T07:04:23.393" v="1274"/>
          <ac:spMkLst>
            <pc:docMk/>
            <pc:sldMk cId="776071746" sldId="522"/>
            <ac:spMk id="2" creationId="{9077CC4D-F5BD-D34C-8F83-3D9C63A6941F}"/>
          </ac:spMkLst>
        </pc:spChg>
      </pc:sldChg>
      <pc:sldChg chg="modSp add mod">
        <pc:chgData name="Loc Huynh" userId="80c0383e323bd6ea" providerId="LiveId" clId="{6191E253-D739-6B4F-B188-AC17CCA94646}" dt="2023-10-03T09:18:31.400" v="4338" actId="20577"/>
        <pc:sldMkLst>
          <pc:docMk/>
          <pc:sldMk cId="999604520" sldId="523"/>
        </pc:sldMkLst>
        <pc:spChg chg="mod">
          <ac:chgData name="Loc Huynh" userId="80c0383e323bd6ea" providerId="LiveId" clId="{6191E253-D739-6B4F-B188-AC17CCA94646}" dt="2023-10-03T05:54:14.195" v="49" actId="27636"/>
          <ac:spMkLst>
            <pc:docMk/>
            <pc:sldMk cId="999604520" sldId="523"/>
            <ac:spMk id="2" creationId="{F518F5B6-2B35-0049-BA49-44A29008CBD6}"/>
          </ac:spMkLst>
        </pc:spChg>
        <pc:spChg chg="mod">
          <ac:chgData name="Loc Huynh" userId="80c0383e323bd6ea" providerId="LiveId" clId="{6191E253-D739-6B4F-B188-AC17CCA94646}" dt="2023-10-03T09:18:31.400" v="4338" actId="20577"/>
          <ac:spMkLst>
            <pc:docMk/>
            <pc:sldMk cId="999604520" sldId="523"/>
            <ac:spMk id="3" creationId="{B269EA81-1FD2-FC41-A8A5-F8D065B00FC5}"/>
          </ac:spMkLst>
        </pc:spChg>
        <pc:spChg chg="mod">
          <ac:chgData name="Loc Huynh" userId="80c0383e323bd6ea" providerId="LiveId" clId="{6191E253-D739-6B4F-B188-AC17CCA94646}" dt="2023-10-03T08:58:49.429" v="4320" actId="20577"/>
          <ac:spMkLst>
            <pc:docMk/>
            <pc:sldMk cId="999604520" sldId="523"/>
            <ac:spMk id="5" creationId="{EAB632FD-002B-2B46-9556-52B5A4A1246C}"/>
          </ac:spMkLst>
        </pc:spChg>
        <pc:spChg chg="mod">
          <ac:chgData name="Loc Huynh" userId="80c0383e323bd6ea" providerId="LiveId" clId="{6191E253-D739-6B4F-B188-AC17CCA94646}" dt="2023-10-03T08:58:57.895" v="4322" actId="1076"/>
          <ac:spMkLst>
            <pc:docMk/>
            <pc:sldMk cId="999604520" sldId="523"/>
            <ac:spMk id="6" creationId="{29AED0DD-AE1E-8348-B75F-7809A5860573}"/>
          </ac:spMkLst>
        </pc:spChg>
        <pc:spChg chg="mod">
          <ac:chgData name="Loc Huynh" userId="80c0383e323bd6ea" providerId="LiveId" clId="{6191E253-D739-6B4F-B188-AC17CCA94646}" dt="2023-10-03T08:59:31.601" v="4332" actId="14100"/>
          <ac:spMkLst>
            <pc:docMk/>
            <pc:sldMk cId="999604520" sldId="523"/>
            <ac:spMk id="7" creationId="{C739CAF1-6F78-5E4A-96EC-3E25EEFF1E36}"/>
          </ac:spMkLst>
        </pc:spChg>
        <pc:spChg chg="mod">
          <ac:chgData name="Loc Huynh" userId="80c0383e323bd6ea" providerId="LiveId" clId="{6191E253-D739-6B4F-B188-AC17CCA94646}" dt="2023-10-03T08:59:12.133" v="4326" actId="1076"/>
          <ac:spMkLst>
            <pc:docMk/>
            <pc:sldMk cId="999604520" sldId="523"/>
            <ac:spMk id="8" creationId="{0BDAB569-9618-DB4D-B9D5-0BB3D517FB23}"/>
          </ac:spMkLst>
        </pc:spChg>
      </pc:sldChg>
      <pc:sldChg chg="delSp modSp add mod">
        <pc:chgData name="Loc Huynh" userId="80c0383e323bd6ea" providerId="LiveId" clId="{6191E253-D739-6B4F-B188-AC17CCA94646}" dt="2023-10-03T12:49:23.366" v="6916" actId="20577"/>
        <pc:sldMkLst>
          <pc:docMk/>
          <pc:sldMk cId="1372734431" sldId="524"/>
        </pc:sldMkLst>
        <pc:spChg chg="mod">
          <ac:chgData name="Loc Huynh" userId="80c0383e323bd6ea" providerId="LiveId" clId="{6191E253-D739-6B4F-B188-AC17CCA94646}" dt="2023-10-03T12:49:01.714" v="6900"/>
          <ac:spMkLst>
            <pc:docMk/>
            <pc:sldMk cId="1372734431" sldId="524"/>
            <ac:spMk id="2" creationId="{A3E32633-B1C5-E941-AAD5-1FFEA1DCF3A9}"/>
          </ac:spMkLst>
        </pc:spChg>
        <pc:spChg chg="mod">
          <ac:chgData name="Loc Huynh" userId="80c0383e323bd6ea" providerId="LiveId" clId="{6191E253-D739-6B4F-B188-AC17CCA94646}" dt="2023-10-03T12:49:23.366" v="6916" actId="20577"/>
          <ac:spMkLst>
            <pc:docMk/>
            <pc:sldMk cId="1372734431" sldId="524"/>
            <ac:spMk id="3" creationId="{47622408-7C9D-B344-8FC2-B1B3303EBD0D}"/>
          </ac:spMkLst>
        </pc:spChg>
        <pc:spChg chg="mod">
          <ac:chgData name="Loc Huynh" userId="80c0383e323bd6ea" providerId="LiveId" clId="{6191E253-D739-6B4F-B188-AC17CCA94646}" dt="2023-10-03T11:20:52.861" v="6171" actId="1076"/>
          <ac:spMkLst>
            <pc:docMk/>
            <pc:sldMk cId="1372734431" sldId="524"/>
            <ac:spMk id="8" creationId="{5B14CD43-A189-1C4C-A1D0-C29F5F1E5948}"/>
          </ac:spMkLst>
        </pc:spChg>
        <pc:spChg chg="del mod">
          <ac:chgData name="Loc Huynh" userId="80c0383e323bd6ea" providerId="LiveId" clId="{6191E253-D739-6B4F-B188-AC17CCA94646}" dt="2023-10-03T11:23:51.764" v="6270" actId="478"/>
          <ac:spMkLst>
            <pc:docMk/>
            <pc:sldMk cId="1372734431" sldId="524"/>
            <ac:spMk id="9" creationId="{12A9192E-38FE-7D41-A62C-257B6B5C046F}"/>
          </ac:spMkLst>
        </pc:spChg>
        <pc:spChg chg="mod">
          <ac:chgData name="Loc Huynh" userId="80c0383e323bd6ea" providerId="LiveId" clId="{6191E253-D739-6B4F-B188-AC17CCA94646}" dt="2023-10-03T11:20:52.861" v="6171" actId="1076"/>
          <ac:spMkLst>
            <pc:docMk/>
            <pc:sldMk cId="1372734431" sldId="524"/>
            <ac:spMk id="15" creationId="{EBB63344-489E-3D49-9FED-AA81E83970F7}"/>
          </ac:spMkLst>
        </pc:spChg>
        <pc:spChg chg="mod">
          <ac:chgData name="Loc Huynh" userId="80c0383e323bd6ea" providerId="LiveId" clId="{6191E253-D739-6B4F-B188-AC17CCA94646}" dt="2023-10-03T11:21:00.090" v="6172" actId="13822"/>
          <ac:spMkLst>
            <pc:docMk/>
            <pc:sldMk cId="1372734431" sldId="524"/>
            <ac:spMk id="16" creationId="{1B01AB01-A59C-6140-89CC-E70C2BB83828}"/>
          </ac:spMkLst>
        </pc:spChg>
        <pc:spChg chg="del mod">
          <ac:chgData name="Loc Huynh" userId="80c0383e323bd6ea" providerId="LiveId" clId="{6191E253-D739-6B4F-B188-AC17CCA94646}" dt="2023-10-03T11:23:52.592" v="6271" actId="478"/>
          <ac:spMkLst>
            <pc:docMk/>
            <pc:sldMk cId="1372734431" sldId="524"/>
            <ac:spMk id="17" creationId="{3671DA08-D1F2-DE48-8B85-A78F3178F02E}"/>
          </ac:spMkLst>
        </pc:spChg>
        <pc:grpChg chg="mod">
          <ac:chgData name="Loc Huynh" userId="80c0383e323bd6ea" providerId="LiveId" clId="{6191E253-D739-6B4F-B188-AC17CCA94646}" dt="2023-10-03T11:20:52.861" v="6171" actId="1076"/>
          <ac:grpSpMkLst>
            <pc:docMk/>
            <pc:sldMk cId="1372734431" sldId="524"/>
            <ac:grpSpMk id="10" creationId="{F47856DF-5A72-1A4D-8305-48BA68098BE9}"/>
          </ac:grpSpMkLst>
        </pc:grpChg>
        <pc:grpChg chg="mod">
          <ac:chgData name="Loc Huynh" userId="80c0383e323bd6ea" providerId="LiveId" clId="{6191E253-D739-6B4F-B188-AC17CCA94646}" dt="2023-10-03T11:20:52.861" v="6171" actId="1076"/>
          <ac:grpSpMkLst>
            <pc:docMk/>
            <pc:sldMk cId="1372734431" sldId="524"/>
            <ac:grpSpMk id="18" creationId="{FF7FE418-35C8-E24D-BD45-83FA76D4115F}"/>
          </ac:grpSpMkLst>
        </pc:grpChg>
        <pc:cxnChg chg="mod">
          <ac:chgData name="Loc Huynh" userId="80c0383e323bd6ea" providerId="LiveId" clId="{6191E253-D739-6B4F-B188-AC17CCA94646}" dt="2023-10-03T11:20:52.861" v="6171" actId="1076"/>
          <ac:cxnSpMkLst>
            <pc:docMk/>
            <pc:sldMk cId="1372734431" sldId="524"/>
            <ac:cxnSpMk id="24" creationId="{C9381EA5-97CB-9A43-B493-58578244F52D}"/>
          </ac:cxnSpMkLst>
        </pc:cxnChg>
      </pc:sldChg>
      <pc:sldChg chg="addSp delSp modSp add mod delAnim modAnim">
        <pc:chgData name="Loc Huynh" userId="80c0383e323bd6ea" providerId="LiveId" clId="{6191E253-D739-6B4F-B188-AC17CCA94646}" dt="2023-10-25T04:07:35.784" v="7540" actId="20577"/>
        <pc:sldMkLst>
          <pc:docMk/>
          <pc:sldMk cId="980320550" sldId="525"/>
        </pc:sldMkLst>
        <pc:spChg chg="mod">
          <ac:chgData name="Loc Huynh" userId="80c0383e323bd6ea" providerId="LiveId" clId="{6191E253-D739-6B4F-B188-AC17CCA94646}" dt="2023-10-03T05:54:04.887" v="2" actId="27636"/>
          <ac:spMkLst>
            <pc:docMk/>
            <pc:sldMk cId="980320550" sldId="525"/>
            <ac:spMk id="2" creationId="{F518F5B6-2B35-0049-BA49-44A29008CBD6}"/>
          </ac:spMkLst>
        </pc:spChg>
        <pc:spChg chg="mod">
          <ac:chgData name="Loc Huynh" userId="80c0383e323bd6ea" providerId="LiveId" clId="{6191E253-D739-6B4F-B188-AC17CCA94646}" dt="2023-10-25T04:07:35.784" v="7540" actId="20577"/>
          <ac:spMkLst>
            <pc:docMk/>
            <pc:sldMk cId="980320550" sldId="525"/>
            <ac:spMk id="5" creationId="{EAB632FD-002B-2B46-9556-52B5A4A1246C}"/>
          </ac:spMkLst>
        </pc:spChg>
        <pc:spChg chg="mod">
          <ac:chgData name="Loc Huynh" userId="80c0383e323bd6ea" providerId="LiveId" clId="{6191E253-D739-6B4F-B188-AC17CCA94646}" dt="2023-10-03T09:47:58.819" v="4789" actId="1076"/>
          <ac:spMkLst>
            <pc:docMk/>
            <pc:sldMk cId="980320550" sldId="525"/>
            <ac:spMk id="6" creationId="{29AED0DD-AE1E-8348-B75F-7809A5860573}"/>
          </ac:spMkLst>
        </pc:spChg>
        <pc:spChg chg="del mod">
          <ac:chgData name="Loc Huynh" userId="80c0383e323bd6ea" providerId="LiveId" clId="{6191E253-D739-6B4F-B188-AC17CCA94646}" dt="2023-10-03T09:47:45.782" v="4785" actId="478"/>
          <ac:spMkLst>
            <pc:docMk/>
            <pc:sldMk cId="980320550" sldId="525"/>
            <ac:spMk id="7" creationId="{C739CAF1-6F78-5E4A-96EC-3E25EEFF1E36}"/>
          </ac:spMkLst>
        </pc:spChg>
        <pc:spChg chg="del">
          <ac:chgData name="Loc Huynh" userId="80c0383e323bd6ea" providerId="LiveId" clId="{6191E253-D739-6B4F-B188-AC17CCA94646}" dt="2023-10-03T09:48:01.511" v="4790" actId="478"/>
          <ac:spMkLst>
            <pc:docMk/>
            <pc:sldMk cId="980320550" sldId="525"/>
            <ac:spMk id="8" creationId="{0BDAB569-9618-DB4D-B9D5-0BB3D517FB23}"/>
          </ac:spMkLst>
        </pc:spChg>
        <pc:spChg chg="add mod">
          <ac:chgData name="Loc Huynh" userId="80c0383e323bd6ea" providerId="LiveId" clId="{6191E253-D739-6B4F-B188-AC17CCA94646}" dt="2023-10-03T09:52:22.279" v="4933" actId="1036"/>
          <ac:spMkLst>
            <pc:docMk/>
            <pc:sldMk cId="980320550" sldId="525"/>
            <ac:spMk id="9" creationId="{FE1FAD6A-CF50-DCF7-890E-A4D03F706A86}"/>
          </ac:spMkLst>
        </pc:spChg>
        <pc:spChg chg="mod">
          <ac:chgData name="Loc Huynh" userId="80c0383e323bd6ea" providerId="LiveId" clId="{6191E253-D739-6B4F-B188-AC17CCA94646}" dt="2023-10-03T09:47:49.549" v="4787" actId="1076"/>
          <ac:spMkLst>
            <pc:docMk/>
            <pc:sldMk cId="980320550" sldId="525"/>
            <ac:spMk id="10" creationId="{22C83036-1ADF-2745-91A1-6B9691E6B419}"/>
          </ac:spMkLst>
        </pc:spChg>
        <pc:spChg chg="add mod">
          <ac:chgData name="Loc Huynh" userId="80c0383e323bd6ea" providerId="LiveId" clId="{6191E253-D739-6B4F-B188-AC17CCA94646}" dt="2023-10-03T09:48:32.304" v="4824" actId="207"/>
          <ac:spMkLst>
            <pc:docMk/>
            <pc:sldMk cId="980320550" sldId="525"/>
            <ac:spMk id="11" creationId="{DB844576-2117-81F6-E034-C25F84EABE1D}"/>
          </ac:spMkLst>
        </pc:spChg>
        <pc:spChg chg="add mod">
          <ac:chgData name="Loc Huynh" userId="80c0383e323bd6ea" providerId="LiveId" clId="{6191E253-D739-6B4F-B188-AC17CCA94646}" dt="2023-10-03T09:50:42.831" v="4918" actId="14100"/>
          <ac:spMkLst>
            <pc:docMk/>
            <pc:sldMk cId="980320550" sldId="525"/>
            <ac:spMk id="13" creationId="{14D826B8-631F-2D16-0157-01E384967633}"/>
          </ac:spMkLst>
        </pc:spChg>
        <pc:spChg chg="add mod">
          <ac:chgData name="Loc Huynh" userId="80c0383e323bd6ea" providerId="LiveId" clId="{6191E253-D739-6B4F-B188-AC17CCA94646}" dt="2023-10-03T09:49:48.260" v="4913" actId="14100"/>
          <ac:spMkLst>
            <pc:docMk/>
            <pc:sldMk cId="980320550" sldId="525"/>
            <ac:spMk id="14" creationId="{0313DE9E-21B2-0875-1441-C17EAAE655B0}"/>
          </ac:spMkLst>
        </pc:spChg>
        <pc:spChg chg="mod">
          <ac:chgData name="Loc Huynh" userId="80c0383e323bd6ea" providerId="LiveId" clId="{6191E253-D739-6B4F-B188-AC17CCA94646}" dt="2023-10-03T09:50:53.763" v="4921" actId="1076"/>
          <ac:spMkLst>
            <pc:docMk/>
            <pc:sldMk cId="980320550" sldId="525"/>
            <ac:spMk id="18" creationId="{A8845B49-8804-0546-A536-CDB2C4B68921}"/>
          </ac:spMkLst>
        </pc:spChg>
        <pc:cxnChg chg="del">
          <ac:chgData name="Loc Huynh" userId="80c0383e323bd6ea" providerId="LiveId" clId="{6191E253-D739-6B4F-B188-AC17CCA94646}" dt="2023-10-03T09:47:47.119" v="4786" actId="478"/>
          <ac:cxnSpMkLst>
            <pc:docMk/>
            <pc:sldMk cId="980320550" sldId="525"/>
            <ac:cxnSpMk id="12" creationId="{4013803F-8737-7648-ABF7-6783E583CDA1}"/>
          </ac:cxnSpMkLst>
        </pc:cxnChg>
      </pc:sldChg>
      <pc:sldChg chg="delSp modSp add mod delAnim">
        <pc:chgData name="Loc Huynh" userId="80c0383e323bd6ea" providerId="LiveId" clId="{6191E253-D739-6B4F-B188-AC17CCA94646}" dt="2023-10-03T09:43:01.297" v="4712" actId="20577"/>
        <pc:sldMkLst>
          <pc:docMk/>
          <pc:sldMk cId="2662131259" sldId="526"/>
        </pc:sldMkLst>
        <pc:spChg chg="mod">
          <ac:chgData name="Loc Huynh" userId="80c0383e323bd6ea" providerId="LiveId" clId="{6191E253-D739-6B4F-B188-AC17CCA94646}" dt="2023-10-03T05:54:04.688" v="1" actId="27636"/>
          <ac:spMkLst>
            <pc:docMk/>
            <pc:sldMk cId="2662131259" sldId="526"/>
            <ac:spMk id="2" creationId="{F518F5B6-2B35-0049-BA49-44A29008CBD6}"/>
          </ac:spMkLst>
        </pc:spChg>
        <pc:spChg chg="mod">
          <ac:chgData name="Loc Huynh" userId="80c0383e323bd6ea" providerId="LiveId" clId="{6191E253-D739-6B4F-B188-AC17CCA94646}" dt="2023-10-03T09:42:16.540" v="4676" actId="15"/>
          <ac:spMkLst>
            <pc:docMk/>
            <pc:sldMk cId="2662131259" sldId="526"/>
            <ac:spMk id="3" creationId="{B269EA81-1FD2-FC41-A8A5-F8D065B00FC5}"/>
          </ac:spMkLst>
        </pc:spChg>
        <pc:spChg chg="mod">
          <ac:chgData name="Loc Huynh" userId="80c0383e323bd6ea" providerId="LiveId" clId="{6191E253-D739-6B4F-B188-AC17CCA94646}" dt="2023-10-03T09:42:27.656" v="4677" actId="1076"/>
          <ac:spMkLst>
            <pc:docMk/>
            <pc:sldMk cId="2662131259" sldId="526"/>
            <ac:spMk id="5" creationId="{EAB632FD-002B-2B46-9556-52B5A4A1246C}"/>
          </ac:spMkLst>
        </pc:spChg>
        <pc:spChg chg="mod">
          <ac:chgData name="Loc Huynh" userId="80c0383e323bd6ea" providerId="LiveId" clId="{6191E253-D739-6B4F-B188-AC17CCA94646}" dt="2023-10-03T09:42:46.601" v="4682" actId="1076"/>
          <ac:spMkLst>
            <pc:docMk/>
            <pc:sldMk cId="2662131259" sldId="526"/>
            <ac:spMk id="6" creationId="{29AED0DD-AE1E-8348-B75F-7809A5860573}"/>
          </ac:spMkLst>
        </pc:spChg>
        <pc:spChg chg="mod">
          <ac:chgData name="Loc Huynh" userId="80c0383e323bd6ea" providerId="LiveId" clId="{6191E253-D739-6B4F-B188-AC17CCA94646}" dt="2023-10-03T09:42:48.831" v="4685" actId="20577"/>
          <ac:spMkLst>
            <pc:docMk/>
            <pc:sldMk cId="2662131259" sldId="526"/>
            <ac:spMk id="7" creationId="{C739CAF1-6F78-5E4A-96EC-3E25EEFF1E36}"/>
          </ac:spMkLst>
        </pc:spChg>
        <pc:spChg chg="mod">
          <ac:chgData name="Loc Huynh" userId="80c0383e323bd6ea" providerId="LiveId" clId="{6191E253-D739-6B4F-B188-AC17CCA94646}" dt="2023-10-03T09:43:01.297" v="4712" actId="20577"/>
          <ac:spMkLst>
            <pc:docMk/>
            <pc:sldMk cId="2662131259" sldId="526"/>
            <ac:spMk id="8" creationId="{0BDAB569-9618-DB4D-B9D5-0BB3D517FB23}"/>
          </ac:spMkLst>
        </pc:spChg>
        <pc:spChg chg="del mod">
          <ac:chgData name="Loc Huynh" userId="80c0383e323bd6ea" providerId="LiveId" clId="{6191E253-D739-6B4F-B188-AC17CCA94646}" dt="2023-10-03T09:42:12.422" v="4675" actId="478"/>
          <ac:spMkLst>
            <pc:docMk/>
            <pc:sldMk cId="2662131259" sldId="526"/>
            <ac:spMk id="9" creationId="{86D4DD2A-C0E0-EC48-9AFD-068D525F5D2B}"/>
          </ac:spMkLst>
        </pc:spChg>
      </pc:sldChg>
      <pc:sldChg chg="modSp add mod modAnim chgLayout">
        <pc:chgData name="Loc Huynh" userId="80c0383e323bd6ea" providerId="LiveId" clId="{6191E253-D739-6B4F-B188-AC17CCA94646}" dt="2023-10-03T10:12:44.765" v="5591" actId="207"/>
        <pc:sldMkLst>
          <pc:docMk/>
          <pc:sldMk cId="2161480600" sldId="527"/>
        </pc:sldMkLst>
        <pc:spChg chg="mod ord">
          <ac:chgData name="Loc Huynh" userId="80c0383e323bd6ea" providerId="LiveId" clId="{6191E253-D739-6B4F-B188-AC17CCA94646}" dt="2023-10-03T09:52:57.311" v="4934" actId="700"/>
          <ac:spMkLst>
            <pc:docMk/>
            <pc:sldMk cId="2161480600" sldId="527"/>
            <ac:spMk id="2" creationId="{F518F5B6-2B35-0049-BA49-44A29008CBD6}"/>
          </ac:spMkLst>
        </pc:spChg>
        <pc:spChg chg="mod ord">
          <ac:chgData name="Loc Huynh" userId="80c0383e323bd6ea" providerId="LiveId" clId="{6191E253-D739-6B4F-B188-AC17CCA94646}" dt="2023-10-03T10:03:24.547" v="5373" actId="20577"/>
          <ac:spMkLst>
            <pc:docMk/>
            <pc:sldMk cId="2161480600" sldId="527"/>
            <ac:spMk id="3" creationId="{B269EA81-1FD2-FC41-A8A5-F8D065B00FC5}"/>
          </ac:spMkLst>
        </pc:spChg>
        <pc:spChg chg="mod ord">
          <ac:chgData name="Loc Huynh" userId="80c0383e323bd6ea" providerId="LiveId" clId="{6191E253-D739-6B4F-B188-AC17CCA94646}" dt="2023-10-03T09:52:57.311" v="4934" actId="700"/>
          <ac:spMkLst>
            <pc:docMk/>
            <pc:sldMk cId="2161480600" sldId="527"/>
            <ac:spMk id="4" creationId="{1C539748-48B9-C040-9680-467BCD27B513}"/>
          </ac:spMkLst>
        </pc:spChg>
        <pc:spChg chg="mod">
          <ac:chgData name="Loc Huynh" userId="80c0383e323bd6ea" providerId="LiveId" clId="{6191E253-D739-6B4F-B188-AC17CCA94646}" dt="2023-10-03T10:06:07.774" v="5461" actId="20577"/>
          <ac:spMkLst>
            <pc:docMk/>
            <pc:sldMk cId="2161480600" sldId="527"/>
            <ac:spMk id="5" creationId="{EAB632FD-002B-2B46-9556-52B5A4A1246C}"/>
          </ac:spMkLst>
        </pc:spChg>
        <pc:spChg chg="mod">
          <ac:chgData name="Loc Huynh" userId="80c0383e323bd6ea" providerId="LiveId" clId="{6191E253-D739-6B4F-B188-AC17CCA94646}" dt="2023-10-03T10:12:42.302" v="5590" actId="207"/>
          <ac:spMkLst>
            <pc:docMk/>
            <pc:sldMk cId="2161480600" sldId="527"/>
            <ac:spMk id="7" creationId="{C739CAF1-6F78-5E4A-96EC-3E25EEFF1E36}"/>
          </ac:spMkLst>
        </pc:spChg>
        <pc:spChg chg="mod">
          <ac:chgData name="Loc Huynh" userId="80c0383e323bd6ea" providerId="LiveId" clId="{6191E253-D739-6B4F-B188-AC17CCA94646}" dt="2023-10-03T10:12:35.598" v="5589" actId="13822"/>
          <ac:spMkLst>
            <pc:docMk/>
            <pc:sldMk cId="2161480600" sldId="527"/>
            <ac:spMk id="8" creationId="{0BDAB569-9618-DB4D-B9D5-0BB3D517FB23}"/>
          </ac:spMkLst>
        </pc:spChg>
        <pc:spChg chg="mod">
          <ac:chgData name="Loc Huynh" userId="80c0383e323bd6ea" providerId="LiveId" clId="{6191E253-D739-6B4F-B188-AC17CCA94646}" dt="2023-10-03T10:12:44.765" v="5591" actId="207"/>
          <ac:spMkLst>
            <pc:docMk/>
            <pc:sldMk cId="2161480600" sldId="527"/>
            <ac:spMk id="10" creationId="{BC4602E8-6554-7F4C-80DB-35EB1006956C}"/>
          </ac:spMkLst>
        </pc:spChg>
        <pc:spChg chg="mod ord">
          <ac:chgData name="Loc Huynh" userId="80c0383e323bd6ea" providerId="LiveId" clId="{6191E253-D739-6B4F-B188-AC17CCA94646}" dt="2023-10-03T09:52:57.311" v="4934" actId="700"/>
          <ac:spMkLst>
            <pc:docMk/>
            <pc:sldMk cId="2161480600" sldId="527"/>
            <ac:spMk id="11" creationId="{A3AACE93-6862-B24A-B40D-CA68502B10C6}"/>
          </ac:spMkLst>
        </pc:spChg>
      </pc:sldChg>
      <pc:sldChg chg="modSp add del mod">
        <pc:chgData name="Loc Huynh" userId="80c0383e323bd6ea" providerId="LiveId" clId="{6191E253-D739-6B4F-B188-AC17CCA94646}" dt="2023-10-03T10:10:15.424" v="5517" actId="2696"/>
        <pc:sldMkLst>
          <pc:docMk/>
          <pc:sldMk cId="4279161231" sldId="528"/>
        </pc:sldMkLst>
        <pc:spChg chg="mod">
          <ac:chgData name="Loc Huynh" userId="80c0383e323bd6ea" providerId="LiveId" clId="{6191E253-D739-6B4F-B188-AC17CCA94646}" dt="2023-10-03T05:54:05.070" v="4" actId="27636"/>
          <ac:spMkLst>
            <pc:docMk/>
            <pc:sldMk cId="4279161231" sldId="528"/>
            <ac:spMk id="2" creationId="{F518F5B6-2B35-0049-BA49-44A29008CBD6}"/>
          </ac:spMkLst>
        </pc:spChg>
      </pc:sldChg>
      <pc:sldChg chg="modSp add del mod modAnim chgLayout modNotesTx">
        <pc:chgData name="Loc Huynh" userId="80c0383e323bd6ea" providerId="LiveId" clId="{6191E253-D739-6B4F-B188-AC17CCA94646}" dt="2023-10-03T08:27:33.248" v="4085" actId="2696"/>
        <pc:sldMkLst>
          <pc:docMk/>
          <pc:sldMk cId="3459118432" sldId="529"/>
        </pc:sldMkLst>
        <pc:spChg chg="mod ord">
          <ac:chgData name="Loc Huynh" userId="80c0383e323bd6ea" providerId="LiveId" clId="{6191E253-D739-6B4F-B188-AC17CCA94646}" dt="2023-10-03T08:20:26.497" v="3682" actId="700"/>
          <ac:spMkLst>
            <pc:docMk/>
            <pc:sldMk cId="3459118432" sldId="529"/>
            <ac:spMk id="2" creationId="{9077CC4D-F5BD-D34C-8F83-3D9C63A6941F}"/>
          </ac:spMkLst>
        </pc:spChg>
        <pc:spChg chg="mod ord">
          <ac:chgData name="Loc Huynh" userId="80c0383e323bd6ea" providerId="LiveId" clId="{6191E253-D739-6B4F-B188-AC17CCA94646}" dt="2023-10-03T08:22:27.174" v="3869" actId="207"/>
          <ac:spMkLst>
            <pc:docMk/>
            <pc:sldMk cId="3459118432" sldId="529"/>
            <ac:spMk id="3" creationId="{26BE6A67-FCA1-284D-985A-35883DFE6502}"/>
          </ac:spMkLst>
        </pc:spChg>
        <pc:spChg chg="mod ord">
          <ac:chgData name="Loc Huynh" userId="80c0383e323bd6ea" providerId="LiveId" clId="{6191E253-D739-6B4F-B188-AC17CCA94646}" dt="2023-10-03T08:20:26.497" v="3682" actId="700"/>
          <ac:spMkLst>
            <pc:docMk/>
            <pc:sldMk cId="3459118432" sldId="529"/>
            <ac:spMk id="4" creationId="{09113DD4-CC4D-514E-8A24-3895D5D85ED5}"/>
          </ac:spMkLst>
        </pc:spChg>
        <pc:spChg chg="mod ord">
          <ac:chgData name="Loc Huynh" userId="80c0383e323bd6ea" providerId="LiveId" clId="{6191E253-D739-6B4F-B188-AC17CCA94646}" dt="2023-10-03T08:20:26.497" v="3682" actId="700"/>
          <ac:spMkLst>
            <pc:docMk/>
            <pc:sldMk cId="3459118432" sldId="529"/>
            <ac:spMk id="5" creationId="{131A54B8-0CEC-1546-95CE-72871F8E7E06}"/>
          </ac:spMkLst>
        </pc:spChg>
        <pc:spChg chg="mod">
          <ac:chgData name="Loc Huynh" userId="80c0383e323bd6ea" providerId="LiveId" clId="{6191E253-D739-6B4F-B188-AC17CCA94646}" dt="2023-10-03T08:25:20.310" v="4057" actId="207"/>
          <ac:spMkLst>
            <pc:docMk/>
            <pc:sldMk cId="3459118432" sldId="529"/>
            <ac:spMk id="6" creationId="{3F101676-B436-5048-B3E5-5FFFB0DD9AFE}"/>
          </ac:spMkLst>
        </pc:spChg>
        <pc:spChg chg="mod">
          <ac:chgData name="Loc Huynh" userId="80c0383e323bd6ea" providerId="LiveId" clId="{6191E253-D739-6B4F-B188-AC17CCA94646}" dt="2023-10-03T08:26:04.964" v="4068" actId="207"/>
          <ac:spMkLst>
            <pc:docMk/>
            <pc:sldMk cId="3459118432" sldId="529"/>
            <ac:spMk id="7" creationId="{6DF504F8-A3E3-B749-A9DB-7C60C83E3E8C}"/>
          </ac:spMkLst>
        </pc:spChg>
        <pc:spChg chg="mod">
          <ac:chgData name="Loc Huynh" userId="80c0383e323bd6ea" providerId="LiveId" clId="{6191E253-D739-6B4F-B188-AC17CCA94646}" dt="2023-10-03T08:25:14.369" v="4056" actId="207"/>
          <ac:spMkLst>
            <pc:docMk/>
            <pc:sldMk cId="3459118432" sldId="529"/>
            <ac:spMk id="8" creationId="{23622D8D-4530-2845-8E3A-75D289EF0D6F}"/>
          </ac:spMkLst>
        </pc:spChg>
      </pc:sldChg>
      <pc:sldChg chg="modSp add del mod">
        <pc:chgData name="Loc Huynh" userId="80c0383e323bd6ea" providerId="LiveId" clId="{6191E253-D739-6B4F-B188-AC17CCA94646}" dt="2023-10-03T08:47:47.469" v="4221" actId="2696"/>
        <pc:sldMkLst>
          <pc:docMk/>
          <pc:sldMk cId="3057144525" sldId="530"/>
        </pc:sldMkLst>
        <pc:spChg chg="mod">
          <ac:chgData name="Loc Huynh" userId="80c0383e323bd6ea" providerId="LiveId" clId="{6191E253-D739-6B4F-B188-AC17CCA94646}" dt="2023-10-03T07:04:32.613" v="1277"/>
          <ac:spMkLst>
            <pc:docMk/>
            <pc:sldMk cId="3057144525" sldId="530"/>
            <ac:spMk id="2" creationId="{9077CC4D-F5BD-D34C-8F83-3D9C63A6941F}"/>
          </ac:spMkLst>
        </pc:spChg>
      </pc:sldChg>
      <pc:sldChg chg="modSp add mod ord">
        <pc:chgData name="Loc Huynh" userId="80c0383e323bd6ea" providerId="LiveId" clId="{6191E253-D739-6B4F-B188-AC17CCA94646}" dt="2023-10-03T10:58:11.049" v="5732" actId="207"/>
        <pc:sldMkLst>
          <pc:docMk/>
          <pc:sldMk cId="2977025325" sldId="531"/>
        </pc:sldMkLst>
        <pc:spChg chg="mod">
          <ac:chgData name="Loc Huynh" userId="80c0383e323bd6ea" providerId="LiveId" clId="{6191E253-D739-6B4F-B188-AC17CCA94646}" dt="2023-10-03T05:54:05.127" v="5" actId="27636"/>
          <ac:spMkLst>
            <pc:docMk/>
            <pc:sldMk cId="2977025325" sldId="531"/>
            <ac:spMk id="2" creationId="{B0CCA81C-97CC-C247-AB27-CCD4F422B26C}"/>
          </ac:spMkLst>
        </pc:spChg>
        <pc:spChg chg="mod">
          <ac:chgData name="Loc Huynh" userId="80c0383e323bd6ea" providerId="LiveId" clId="{6191E253-D739-6B4F-B188-AC17CCA94646}" dt="2023-10-03T10:58:11.049" v="5732" actId="207"/>
          <ac:spMkLst>
            <pc:docMk/>
            <pc:sldMk cId="2977025325" sldId="531"/>
            <ac:spMk id="3" creationId="{E8A0D24C-4533-0E47-B790-258B7284770A}"/>
          </ac:spMkLst>
        </pc:spChg>
      </pc:sldChg>
      <pc:sldChg chg="modSp add mod modAnim">
        <pc:chgData name="Loc Huynh" userId="80c0383e323bd6ea" providerId="LiveId" clId="{6191E253-D739-6B4F-B188-AC17CCA94646}" dt="2023-10-27T07:50:13.408" v="7544" actId="207"/>
        <pc:sldMkLst>
          <pc:docMk/>
          <pc:sldMk cId="735003156" sldId="532"/>
        </pc:sldMkLst>
        <pc:spChg chg="mod">
          <ac:chgData name="Loc Huynh" userId="80c0383e323bd6ea" providerId="LiveId" clId="{6191E253-D739-6B4F-B188-AC17CCA94646}" dt="2023-10-03T05:54:05.247" v="7" actId="27636"/>
          <ac:spMkLst>
            <pc:docMk/>
            <pc:sldMk cId="735003156" sldId="532"/>
            <ac:spMk id="2" creationId="{B0CCA81C-97CC-C247-AB27-CCD4F422B26C}"/>
          </ac:spMkLst>
        </pc:spChg>
        <pc:spChg chg="mod">
          <ac:chgData name="Loc Huynh" userId="80c0383e323bd6ea" providerId="LiveId" clId="{6191E253-D739-6B4F-B188-AC17CCA94646}" dt="2023-10-03T11:03:04.486" v="5844" actId="404"/>
          <ac:spMkLst>
            <pc:docMk/>
            <pc:sldMk cId="735003156" sldId="532"/>
            <ac:spMk id="3" creationId="{E8A0D24C-4533-0E47-B790-258B7284770A}"/>
          </ac:spMkLst>
        </pc:spChg>
        <pc:spChg chg="mod">
          <ac:chgData name="Loc Huynh" userId="80c0383e323bd6ea" providerId="LiveId" clId="{6191E253-D739-6B4F-B188-AC17CCA94646}" dt="2023-10-27T07:50:13.408" v="7544" actId="207"/>
          <ac:spMkLst>
            <pc:docMk/>
            <pc:sldMk cId="735003156" sldId="532"/>
            <ac:spMk id="5" creationId="{46DA1B82-2B37-0D45-A421-754B4B8830A2}"/>
          </ac:spMkLst>
        </pc:spChg>
        <pc:spChg chg="mod">
          <ac:chgData name="Loc Huynh" userId="80c0383e323bd6ea" providerId="LiveId" clId="{6191E253-D739-6B4F-B188-AC17CCA94646}" dt="2023-10-03T11:08:28.551" v="5915" actId="1076"/>
          <ac:spMkLst>
            <pc:docMk/>
            <pc:sldMk cId="735003156" sldId="532"/>
            <ac:spMk id="6" creationId="{C7BB7A6B-E35F-1B42-BA19-BFB164C38356}"/>
          </ac:spMkLst>
        </pc:spChg>
        <pc:spChg chg="mod">
          <ac:chgData name="Loc Huynh" userId="80c0383e323bd6ea" providerId="LiveId" clId="{6191E253-D739-6B4F-B188-AC17CCA94646}" dt="2023-10-03T11:08:23.598" v="5914" actId="1076"/>
          <ac:spMkLst>
            <pc:docMk/>
            <pc:sldMk cId="735003156" sldId="532"/>
            <ac:spMk id="7" creationId="{BF0D22BF-820F-8F48-9D85-49F999B4DD38}"/>
          </ac:spMkLst>
        </pc:spChg>
        <pc:picChg chg="mod">
          <ac:chgData name="Loc Huynh" userId="80c0383e323bd6ea" providerId="LiveId" clId="{6191E253-D739-6B4F-B188-AC17CCA94646}" dt="2023-10-03T11:08:21.427" v="5913" actId="1076"/>
          <ac:picMkLst>
            <pc:docMk/>
            <pc:sldMk cId="735003156" sldId="532"/>
            <ac:picMk id="8" creationId="{80E1E989-F641-A045-A12C-1E64BC57A63D}"/>
          </ac:picMkLst>
        </pc:picChg>
      </pc:sldChg>
      <pc:sldChg chg="modSp add mod ord">
        <pc:chgData name="Loc Huynh" userId="80c0383e323bd6ea" providerId="LiveId" clId="{6191E253-D739-6B4F-B188-AC17CCA94646}" dt="2023-10-03T11:00:37.726" v="5842" actId="20577"/>
        <pc:sldMkLst>
          <pc:docMk/>
          <pc:sldMk cId="385163853" sldId="533"/>
        </pc:sldMkLst>
        <pc:spChg chg="mod">
          <ac:chgData name="Loc Huynh" userId="80c0383e323bd6ea" providerId="LiveId" clId="{6191E253-D739-6B4F-B188-AC17CCA94646}" dt="2023-10-03T05:54:05.169" v="6" actId="27636"/>
          <ac:spMkLst>
            <pc:docMk/>
            <pc:sldMk cId="385163853" sldId="533"/>
            <ac:spMk id="2" creationId="{B0CCA81C-97CC-C247-AB27-CCD4F422B26C}"/>
          </ac:spMkLst>
        </pc:spChg>
        <pc:spChg chg="mod">
          <ac:chgData name="Loc Huynh" userId="80c0383e323bd6ea" providerId="LiveId" clId="{6191E253-D739-6B4F-B188-AC17CCA94646}" dt="2023-10-03T11:00:37.726" v="5842" actId="20577"/>
          <ac:spMkLst>
            <pc:docMk/>
            <pc:sldMk cId="385163853" sldId="533"/>
            <ac:spMk id="3" creationId="{E8A0D24C-4533-0E47-B790-258B7284770A}"/>
          </ac:spMkLst>
        </pc:spChg>
      </pc:sldChg>
      <pc:sldChg chg="del">
        <pc:chgData name="Loc Huynh" userId="80c0383e323bd6ea" providerId="LiveId" clId="{6191E253-D739-6B4F-B188-AC17CCA94646}" dt="2023-10-03T05:54:31.359" v="69" actId="2696"/>
        <pc:sldMkLst>
          <pc:docMk/>
          <pc:sldMk cId="2329243434" sldId="534"/>
        </pc:sldMkLst>
      </pc:sldChg>
      <pc:sldChg chg="del">
        <pc:chgData name="Loc Huynh" userId="80c0383e323bd6ea" providerId="LiveId" clId="{6191E253-D739-6B4F-B188-AC17CCA94646}" dt="2023-10-03T05:54:30.723" v="59" actId="2696"/>
        <pc:sldMkLst>
          <pc:docMk/>
          <pc:sldMk cId="3673897364" sldId="535"/>
        </pc:sldMkLst>
      </pc:sldChg>
      <pc:sldChg chg="del">
        <pc:chgData name="Loc Huynh" userId="80c0383e323bd6ea" providerId="LiveId" clId="{6191E253-D739-6B4F-B188-AC17CCA94646}" dt="2023-10-03T05:54:30.842" v="66" actId="2696"/>
        <pc:sldMkLst>
          <pc:docMk/>
          <pc:sldMk cId="3870402469" sldId="536"/>
        </pc:sldMkLst>
      </pc:sldChg>
      <pc:sldChg chg="del">
        <pc:chgData name="Loc Huynh" userId="80c0383e323bd6ea" providerId="LiveId" clId="{6191E253-D739-6B4F-B188-AC17CCA94646}" dt="2023-10-03T05:54:30.836" v="64" actId="2696"/>
        <pc:sldMkLst>
          <pc:docMk/>
          <pc:sldMk cId="85835826" sldId="537"/>
        </pc:sldMkLst>
      </pc:sldChg>
      <pc:sldChg chg="del">
        <pc:chgData name="Loc Huynh" userId="80c0383e323bd6ea" providerId="LiveId" clId="{6191E253-D739-6B4F-B188-AC17CCA94646}" dt="2023-10-03T05:54:31.891" v="76" actId="2696"/>
        <pc:sldMkLst>
          <pc:docMk/>
          <pc:sldMk cId="662193372" sldId="538"/>
        </pc:sldMkLst>
      </pc:sldChg>
      <pc:sldChg chg="del">
        <pc:chgData name="Loc Huynh" userId="80c0383e323bd6ea" providerId="LiveId" clId="{6191E253-D739-6B4F-B188-AC17CCA94646}" dt="2023-10-03T05:54:30.727" v="60" actId="2696"/>
        <pc:sldMkLst>
          <pc:docMk/>
          <pc:sldMk cId="484659110" sldId="539"/>
        </pc:sldMkLst>
      </pc:sldChg>
      <pc:sldChg chg="del">
        <pc:chgData name="Loc Huynh" userId="80c0383e323bd6ea" providerId="LiveId" clId="{6191E253-D739-6B4F-B188-AC17CCA94646}" dt="2023-10-03T05:54:31.889" v="75" actId="2696"/>
        <pc:sldMkLst>
          <pc:docMk/>
          <pc:sldMk cId="2476143270" sldId="540"/>
        </pc:sldMkLst>
      </pc:sldChg>
      <pc:sldChg chg="del">
        <pc:chgData name="Loc Huynh" userId="80c0383e323bd6ea" providerId="LiveId" clId="{6191E253-D739-6B4F-B188-AC17CCA94646}" dt="2023-10-03T05:54:31.878" v="72" actId="2696"/>
        <pc:sldMkLst>
          <pc:docMk/>
          <pc:sldMk cId="2106193444" sldId="541"/>
        </pc:sldMkLst>
      </pc:sldChg>
      <pc:sldChg chg="del">
        <pc:chgData name="Loc Huynh" userId="80c0383e323bd6ea" providerId="LiveId" clId="{6191E253-D739-6B4F-B188-AC17CCA94646}" dt="2023-10-03T05:54:30.839" v="65" actId="2696"/>
        <pc:sldMkLst>
          <pc:docMk/>
          <pc:sldMk cId="28359094" sldId="542"/>
        </pc:sldMkLst>
      </pc:sldChg>
      <pc:sldChg chg="del">
        <pc:chgData name="Loc Huynh" userId="80c0383e323bd6ea" providerId="LiveId" clId="{6191E253-D739-6B4F-B188-AC17CCA94646}" dt="2023-10-03T05:54:32.204" v="81" actId="2696"/>
        <pc:sldMkLst>
          <pc:docMk/>
          <pc:sldMk cId="3160544929" sldId="543"/>
        </pc:sldMkLst>
      </pc:sldChg>
      <pc:sldChg chg="addSp modSp add mod">
        <pc:chgData name="Loc Huynh" userId="80c0383e323bd6ea" providerId="LiveId" clId="{6191E253-D739-6B4F-B188-AC17CCA94646}" dt="2023-10-03T13:16:40.298" v="7501" actId="13822"/>
        <pc:sldMkLst>
          <pc:docMk/>
          <pc:sldMk cId="659122072" sldId="544"/>
        </pc:sldMkLst>
        <pc:spChg chg="mod">
          <ac:chgData name="Loc Huynh" userId="80c0383e323bd6ea" providerId="LiveId" clId="{6191E253-D739-6B4F-B188-AC17CCA94646}" dt="2023-10-03T05:54:05.983" v="18" actId="27636"/>
          <ac:spMkLst>
            <pc:docMk/>
            <pc:sldMk cId="659122072" sldId="544"/>
            <ac:spMk id="2" creationId="{2E09F558-D333-EE4F-BF8A-DD5A2AF8E8E5}"/>
          </ac:spMkLst>
        </pc:spChg>
        <pc:spChg chg="mod">
          <ac:chgData name="Loc Huynh" userId="80c0383e323bd6ea" providerId="LiveId" clId="{6191E253-D739-6B4F-B188-AC17CCA94646}" dt="2023-10-03T13:02:56.820" v="7096" actId="12789"/>
          <ac:spMkLst>
            <pc:docMk/>
            <pc:sldMk cId="659122072" sldId="544"/>
            <ac:spMk id="7" creationId="{017118D7-FF79-3B44-A42B-3224CA0A0058}"/>
          </ac:spMkLst>
        </pc:spChg>
        <pc:spChg chg="mod">
          <ac:chgData name="Loc Huynh" userId="80c0383e323bd6ea" providerId="LiveId" clId="{6191E253-D739-6B4F-B188-AC17CCA94646}" dt="2023-10-03T13:03:09.100" v="7099" actId="1076"/>
          <ac:spMkLst>
            <pc:docMk/>
            <pc:sldMk cId="659122072" sldId="544"/>
            <ac:spMk id="17" creationId="{F121E1D2-CA13-4242-9914-8F81BB55A8A5}"/>
          </ac:spMkLst>
        </pc:spChg>
        <pc:spChg chg="mod">
          <ac:chgData name="Loc Huynh" userId="80c0383e323bd6ea" providerId="LiveId" clId="{6191E253-D739-6B4F-B188-AC17CCA94646}" dt="2023-10-03T13:03:12.520" v="7100" actId="1076"/>
          <ac:spMkLst>
            <pc:docMk/>
            <pc:sldMk cId="659122072" sldId="544"/>
            <ac:spMk id="25" creationId="{DC70CD03-0CB7-C74B-ADCF-886EEF99FC2C}"/>
          </ac:spMkLst>
        </pc:spChg>
        <pc:spChg chg="mod">
          <ac:chgData name="Loc Huynh" userId="80c0383e323bd6ea" providerId="LiveId" clId="{6191E253-D739-6B4F-B188-AC17CCA94646}" dt="2023-10-03T13:16:40.298" v="7501" actId="13822"/>
          <ac:spMkLst>
            <pc:docMk/>
            <pc:sldMk cId="659122072" sldId="544"/>
            <ac:spMk id="26" creationId="{4308B351-EAA4-8E45-84E0-515CD6E4F1A9}"/>
          </ac:spMkLst>
        </pc:spChg>
        <pc:spChg chg="mod">
          <ac:chgData name="Loc Huynh" userId="80c0383e323bd6ea" providerId="LiveId" clId="{6191E253-D739-6B4F-B188-AC17CCA94646}" dt="2023-10-03T13:02:48.892" v="7094" actId="12789"/>
          <ac:spMkLst>
            <pc:docMk/>
            <pc:sldMk cId="659122072" sldId="544"/>
            <ac:spMk id="27" creationId="{AB9DFC89-818A-5444-BD5A-A62A26C593CB}"/>
          </ac:spMkLst>
        </pc:spChg>
        <pc:spChg chg="mod">
          <ac:chgData name="Loc Huynh" userId="80c0383e323bd6ea" providerId="LiveId" clId="{6191E253-D739-6B4F-B188-AC17CCA94646}" dt="2023-10-03T13:02:56.820" v="7096" actId="12789"/>
          <ac:spMkLst>
            <pc:docMk/>
            <pc:sldMk cId="659122072" sldId="544"/>
            <ac:spMk id="33" creationId="{FCC4685F-5414-8A49-9085-4C377CCE38F0}"/>
          </ac:spMkLst>
        </pc:spChg>
        <pc:spChg chg="mod">
          <ac:chgData name="Loc Huynh" userId="80c0383e323bd6ea" providerId="LiveId" clId="{6191E253-D739-6B4F-B188-AC17CCA94646}" dt="2023-10-03T13:02:56.820" v="7096" actId="12789"/>
          <ac:spMkLst>
            <pc:docMk/>
            <pc:sldMk cId="659122072" sldId="544"/>
            <ac:spMk id="34" creationId="{BA63657A-1C24-8644-9780-1CF6A82FC73B}"/>
          </ac:spMkLst>
        </pc:spChg>
        <pc:spChg chg="mod">
          <ac:chgData name="Loc Huynh" userId="80c0383e323bd6ea" providerId="LiveId" clId="{6191E253-D739-6B4F-B188-AC17CCA94646}" dt="2023-10-03T13:02:56.820" v="7096" actId="12789"/>
          <ac:spMkLst>
            <pc:docMk/>
            <pc:sldMk cId="659122072" sldId="544"/>
            <ac:spMk id="35" creationId="{63A6B586-826E-2C45-90C9-78772DDB88DD}"/>
          </ac:spMkLst>
        </pc:spChg>
        <pc:spChg chg="mod">
          <ac:chgData name="Loc Huynh" userId="80c0383e323bd6ea" providerId="LiveId" clId="{6191E253-D739-6B4F-B188-AC17CCA94646}" dt="2023-10-03T13:02:56.820" v="7096" actId="12789"/>
          <ac:spMkLst>
            <pc:docMk/>
            <pc:sldMk cId="659122072" sldId="544"/>
            <ac:spMk id="36" creationId="{6D5B53EA-919A-EB4C-A657-67C36D154456}"/>
          </ac:spMkLst>
        </pc:spChg>
        <pc:spChg chg="mod">
          <ac:chgData name="Loc Huynh" userId="80c0383e323bd6ea" providerId="LiveId" clId="{6191E253-D739-6B4F-B188-AC17CCA94646}" dt="2023-10-03T13:02:56.820" v="7096" actId="12789"/>
          <ac:spMkLst>
            <pc:docMk/>
            <pc:sldMk cId="659122072" sldId="544"/>
            <ac:spMk id="37" creationId="{5B982AA0-FD9F-A247-BC10-2CC2D4175FBC}"/>
          </ac:spMkLst>
        </pc:spChg>
        <pc:spChg chg="mod">
          <ac:chgData name="Loc Huynh" userId="80c0383e323bd6ea" providerId="LiveId" clId="{6191E253-D739-6B4F-B188-AC17CCA94646}" dt="2023-10-03T13:02:56.820" v="7096" actId="12789"/>
          <ac:spMkLst>
            <pc:docMk/>
            <pc:sldMk cId="659122072" sldId="544"/>
            <ac:spMk id="38" creationId="{D379B4FC-DF8A-3B48-83E3-ABA0E1D0243C}"/>
          </ac:spMkLst>
        </pc:spChg>
        <pc:spChg chg="mod">
          <ac:chgData name="Loc Huynh" userId="80c0383e323bd6ea" providerId="LiveId" clId="{6191E253-D739-6B4F-B188-AC17CCA94646}" dt="2023-10-03T13:02:56.820" v="7096" actId="12789"/>
          <ac:spMkLst>
            <pc:docMk/>
            <pc:sldMk cId="659122072" sldId="544"/>
            <ac:spMk id="39" creationId="{6B418011-A256-0C4F-A7BD-7F2FF91B4D0C}"/>
          </ac:spMkLst>
        </pc:spChg>
        <pc:spChg chg="mod">
          <ac:chgData name="Loc Huynh" userId="80c0383e323bd6ea" providerId="LiveId" clId="{6191E253-D739-6B4F-B188-AC17CCA94646}" dt="2023-10-03T13:02:56.820" v="7096" actId="12789"/>
          <ac:spMkLst>
            <pc:docMk/>
            <pc:sldMk cId="659122072" sldId="544"/>
            <ac:spMk id="40" creationId="{8B2BCC08-E356-ED46-A197-F62FF83BA997}"/>
          </ac:spMkLst>
        </pc:spChg>
        <pc:spChg chg="mod">
          <ac:chgData name="Loc Huynh" userId="80c0383e323bd6ea" providerId="LiveId" clId="{6191E253-D739-6B4F-B188-AC17CCA94646}" dt="2023-10-03T13:16:40.298" v="7501" actId="13822"/>
          <ac:spMkLst>
            <pc:docMk/>
            <pc:sldMk cId="659122072" sldId="544"/>
            <ac:spMk id="41" creationId="{5330C2F0-0A6C-414D-A958-EB97918114DE}"/>
          </ac:spMkLst>
        </pc:spChg>
        <pc:spChg chg="mod">
          <ac:chgData name="Loc Huynh" userId="80c0383e323bd6ea" providerId="LiveId" clId="{6191E253-D739-6B4F-B188-AC17CCA94646}" dt="2023-10-03T13:03:26.387" v="7105" actId="1036"/>
          <ac:spMkLst>
            <pc:docMk/>
            <pc:sldMk cId="659122072" sldId="544"/>
            <ac:spMk id="44" creationId="{9A6276F2-E0CA-7B4C-A577-BDCF5041CAF5}"/>
          </ac:spMkLst>
        </pc:spChg>
        <pc:grpChg chg="mod">
          <ac:chgData name="Loc Huynh" userId="80c0383e323bd6ea" providerId="LiveId" clId="{6191E253-D739-6B4F-B188-AC17CCA94646}" dt="2023-10-03T13:02:56.820" v="7096" actId="12789"/>
          <ac:grpSpMkLst>
            <pc:docMk/>
            <pc:sldMk cId="659122072" sldId="544"/>
            <ac:grpSpMk id="14" creationId="{8DC8490A-FEC6-A246-8550-4196DCEAB4FC}"/>
          </ac:grpSpMkLst>
        </pc:grpChg>
        <pc:grpChg chg="add mod">
          <ac:chgData name="Loc Huynh" userId="80c0383e323bd6ea" providerId="LiveId" clId="{6191E253-D739-6B4F-B188-AC17CCA94646}" dt="2023-10-03T13:03:03.317" v="7098" actId="12789"/>
          <ac:grpSpMkLst>
            <pc:docMk/>
            <pc:sldMk cId="659122072" sldId="544"/>
            <ac:grpSpMk id="15" creationId="{FAA3C904-A503-8E28-2E4E-3642DC6B707F}"/>
          </ac:grpSpMkLst>
        </pc:grpChg>
        <pc:grpChg chg="mod">
          <ac:chgData name="Loc Huynh" userId="80c0383e323bd6ea" providerId="LiveId" clId="{6191E253-D739-6B4F-B188-AC17CCA94646}" dt="2023-10-03T13:02:56.820" v="7096" actId="12789"/>
          <ac:grpSpMkLst>
            <pc:docMk/>
            <pc:sldMk cId="659122072" sldId="544"/>
            <ac:grpSpMk id="30" creationId="{C3203A95-E85B-BC49-B67B-02DDD2A85E72}"/>
          </ac:grpSpMkLst>
        </pc:grpChg>
      </pc:sldChg>
      <pc:sldChg chg="del">
        <pc:chgData name="Loc Huynh" userId="80c0383e323bd6ea" providerId="LiveId" clId="{6191E253-D739-6B4F-B188-AC17CCA94646}" dt="2023-10-03T05:54:30.829" v="62" actId="2696"/>
        <pc:sldMkLst>
          <pc:docMk/>
          <pc:sldMk cId="908152491" sldId="545"/>
        </pc:sldMkLst>
      </pc:sldChg>
      <pc:sldChg chg="del">
        <pc:chgData name="Loc Huynh" userId="80c0383e323bd6ea" providerId="LiveId" clId="{6191E253-D739-6B4F-B188-AC17CCA94646}" dt="2023-10-03T05:54:30.684" v="52" actId="2696"/>
        <pc:sldMkLst>
          <pc:docMk/>
          <pc:sldMk cId="2221110913" sldId="546"/>
        </pc:sldMkLst>
      </pc:sldChg>
      <pc:sldChg chg="del">
        <pc:chgData name="Loc Huynh" userId="80c0383e323bd6ea" providerId="LiveId" clId="{6191E253-D739-6B4F-B188-AC17CCA94646}" dt="2023-10-03T05:54:30.716" v="58" actId="2696"/>
        <pc:sldMkLst>
          <pc:docMk/>
          <pc:sldMk cId="4243974354" sldId="547"/>
        </pc:sldMkLst>
      </pc:sldChg>
      <pc:sldChg chg="del">
        <pc:chgData name="Loc Huynh" userId="80c0383e323bd6ea" providerId="LiveId" clId="{6191E253-D739-6B4F-B188-AC17CCA94646}" dt="2023-10-03T05:54:31.603" v="70" actId="2696"/>
        <pc:sldMkLst>
          <pc:docMk/>
          <pc:sldMk cId="1443015628" sldId="548"/>
        </pc:sldMkLst>
      </pc:sldChg>
      <pc:sldChg chg="del">
        <pc:chgData name="Loc Huynh" userId="80c0383e323bd6ea" providerId="LiveId" clId="{6191E253-D739-6B4F-B188-AC17CCA94646}" dt="2023-10-03T05:54:31.876" v="71" actId="2696"/>
        <pc:sldMkLst>
          <pc:docMk/>
          <pc:sldMk cId="850602967" sldId="549"/>
        </pc:sldMkLst>
      </pc:sldChg>
      <pc:sldChg chg="del">
        <pc:chgData name="Loc Huynh" userId="80c0383e323bd6ea" providerId="LiveId" clId="{6191E253-D739-6B4F-B188-AC17CCA94646}" dt="2023-10-03T05:54:30.698" v="55" actId="2696"/>
        <pc:sldMkLst>
          <pc:docMk/>
          <pc:sldMk cId="367513602" sldId="550"/>
        </pc:sldMkLst>
      </pc:sldChg>
      <pc:sldChg chg="del">
        <pc:chgData name="Loc Huynh" userId="80c0383e323bd6ea" providerId="LiveId" clId="{6191E253-D739-6B4F-B188-AC17CCA94646}" dt="2023-10-03T05:54:30.688" v="53" actId="2696"/>
        <pc:sldMkLst>
          <pc:docMk/>
          <pc:sldMk cId="8540420" sldId="551"/>
        </pc:sldMkLst>
      </pc:sldChg>
      <pc:sldChg chg="modSp add mod chgLayout">
        <pc:chgData name="Loc Huynh" userId="80c0383e323bd6ea" providerId="LiveId" clId="{6191E253-D739-6B4F-B188-AC17CCA94646}" dt="2023-10-03T06:44:49.611" v="793" actId="14100"/>
        <pc:sldMkLst>
          <pc:docMk/>
          <pc:sldMk cId="3361564997" sldId="552"/>
        </pc:sldMkLst>
        <pc:spChg chg="mod ord">
          <ac:chgData name="Loc Huynh" userId="80c0383e323bd6ea" providerId="LiveId" clId="{6191E253-D739-6B4F-B188-AC17CCA94646}" dt="2023-10-03T06:34:50.198" v="579" actId="700"/>
          <ac:spMkLst>
            <pc:docMk/>
            <pc:sldMk cId="3361564997" sldId="552"/>
            <ac:spMk id="2" creationId="{1C111DD4-D6F5-0741-8C18-D64693B57757}"/>
          </ac:spMkLst>
        </pc:spChg>
        <pc:spChg chg="mod ord">
          <ac:chgData name="Loc Huynh" userId="80c0383e323bd6ea" providerId="LiveId" clId="{6191E253-D739-6B4F-B188-AC17CCA94646}" dt="2023-10-03T06:40:32.254" v="686" actId="20577"/>
          <ac:spMkLst>
            <pc:docMk/>
            <pc:sldMk cId="3361564997" sldId="552"/>
            <ac:spMk id="3" creationId="{7F7DFE1E-8A2D-6145-BBE1-74889E55A8BD}"/>
          </ac:spMkLst>
        </pc:spChg>
        <pc:spChg chg="mod ord">
          <ac:chgData name="Loc Huynh" userId="80c0383e323bd6ea" providerId="LiveId" clId="{6191E253-D739-6B4F-B188-AC17CCA94646}" dt="2023-10-03T06:34:50.198" v="579" actId="700"/>
          <ac:spMkLst>
            <pc:docMk/>
            <pc:sldMk cId="3361564997" sldId="552"/>
            <ac:spMk id="4" creationId="{3DF2F3A0-B11D-C945-844B-13BB2613F0DD}"/>
          </ac:spMkLst>
        </pc:spChg>
        <pc:spChg chg="mod ord">
          <ac:chgData name="Loc Huynh" userId="80c0383e323bd6ea" providerId="LiveId" clId="{6191E253-D739-6B4F-B188-AC17CCA94646}" dt="2023-10-03T06:34:50.198" v="579" actId="700"/>
          <ac:spMkLst>
            <pc:docMk/>
            <pc:sldMk cId="3361564997" sldId="552"/>
            <ac:spMk id="5" creationId="{6641DB1D-7358-424D-B951-08DDA864648D}"/>
          </ac:spMkLst>
        </pc:spChg>
        <pc:spChg chg="mod">
          <ac:chgData name="Loc Huynh" userId="80c0383e323bd6ea" providerId="LiveId" clId="{6191E253-D739-6B4F-B188-AC17CCA94646}" dt="2023-10-03T06:41:49.345" v="702" actId="207"/>
          <ac:spMkLst>
            <pc:docMk/>
            <pc:sldMk cId="3361564997" sldId="552"/>
            <ac:spMk id="27" creationId="{1E2D6E77-77BF-3847-A05B-2C5AEF2B23B8}"/>
          </ac:spMkLst>
        </pc:spChg>
        <pc:spChg chg="mod">
          <ac:chgData name="Loc Huynh" userId="80c0383e323bd6ea" providerId="LiveId" clId="{6191E253-D739-6B4F-B188-AC17CCA94646}" dt="2023-10-03T06:41:54.158" v="703" actId="1076"/>
          <ac:spMkLst>
            <pc:docMk/>
            <pc:sldMk cId="3361564997" sldId="552"/>
            <ac:spMk id="28" creationId="{8C7789AB-3A9B-8A4A-872C-63277A73E746}"/>
          </ac:spMkLst>
        </pc:spChg>
        <pc:spChg chg="mod">
          <ac:chgData name="Loc Huynh" userId="80c0383e323bd6ea" providerId="LiveId" clId="{6191E253-D739-6B4F-B188-AC17CCA94646}" dt="2023-10-03T06:42:19.173" v="736" actId="20577"/>
          <ac:spMkLst>
            <pc:docMk/>
            <pc:sldMk cId="3361564997" sldId="552"/>
            <ac:spMk id="29" creationId="{56154BFF-28CF-1348-809E-1355D2634970}"/>
          </ac:spMkLst>
        </pc:spChg>
        <pc:spChg chg="mod">
          <ac:chgData name="Loc Huynh" userId="80c0383e323bd6ea" providerId="LiveId" clId="{6191E253-D739-6B4F-B188-AC17CCA94646}" dt="2023-10-03T06:44:49.611" v="793" actId="14100"/>
          <ac:spMkLst>
            <pc:docMk/>
            <pc:sldMk cId="3361564997" sldId="552"/>
            <ac:spMk id="30" creationId="{049A18B4-E692-8046-A715-0C3D5AA5F6DE}"/>
          </ac:spMkLst>
        </pc:spChg>
        <pc:picChg chg="mod">
          <ac:chgData name="Loc Huynh" userId="80c0383e323bd6ea" providerId="LiveId" clId="{6191E253-D739-6B4F-B188-AC17CCA94646}" dt="2023-10-03T06:44:29.482" v="787" actId="1076"/>
          <ac:picMkLst>
            <pc:docMk/>
            <pc:sldMk cId="3361564997" sldId="552"/>
            <ac:picMk id="38" creationId="{607A03C8-723C-644B-93E3-57A742D6B618}"/>
          </ac:picMkLst>
        </pc:picChg>
      </pc:sldChg>
      <pc:sldChg chg="addSp modSp add mod chgLayout">
        <pc:chgData name="Loc Huynh" userId="80c0383e323bd6ea" providerId="LiveId" clId="{6191E253-D739-6B4F-B188-AC17CCA94646}" dt="2023-10-03T07:09:12.151" v="1434" actId="1076"/>
        <pc:sldMkLst>
          <pc:docMk/>
          <pc:sldMk cId="989988788" sldId="553"/>
        </pc:sldMkLst>
        <pc:spChg chg="mod ord">
          <ac:chgData name="Loc Huynh" userId="80c0383e323bd6ea" providerId="LiveId" clId="{6191E253-D739-6B4F-B188-AC17CCA94646}" dt="2023-10-03T07:08:43.871" v="1423" actId="700"/>
          <ac:spMkLst>
            <pc:docMk/>
            <pc:sldMk cId="989988788" sldId="553"/>
            <ac:spMk id="2" creationId="{636479E2-C0D6-904F-B5C5-2271728A96C3}"/>
          </ac:spMkLst>
        </pc:spChg>
        <pc:spChg chg="mod ord">
          <ac:chgData name="Loc Huynh" userId="80c0383e323bd6ea" providerId="LiveId" clId="{6191E253-D739-6B4F-B188-AC17CCA94646}" dt="2023-10-03T07:08:51.743" v="1429" actId="20577"/>
          <ac:spMkLst>
            <pc:docMk/>
            <pc:sldMk cId="989988788" sldId="553"/>
            <ac:spMk id="3" creationId="{C0C21A69-FB3A-5848-81E0-17A1514E605F}"/>
          </ac:spMkLst>
        </pc:spChg>
        <pc:spChg chg="mod ord">
          <ac:chgData name="Loc Huynh" userId="80c0383e323bd6ea" providerId="LiveId" clId="{6191E253-D739-6B4F-B188-AC17CCA94646}" dt="2023-10-03T07:08:43.871" v="1423" actId="700"/>
          <ac:spMkLst>
            <pc:docMk/>
            <pc:sldMk cId="989988788" sldId="553"/>
            <ac:spMk id="4" creationId="{961813DB-F3F2-A844-9A22-9324D7622836}"/>
          </ac:spMkLst>
        </pc:spChg>
        <pc:spChg chg="mod ord">
          <ac:chgData name="Loc Huynh" userId="80c0383e323bd6ea" providerId="LiveId" clId="{6191E253-D739-6B4F-B188-AC17CCA94646}" dt="2023-10-03T07:08:43.871" v="1423" actId="700"/>
          <ac:spMkLst>
            <pc:docMk/>
            <pc:sldMk cId="989988788" sldId="553"/>
            <ac:spMk id="5" creationId="{D78C7F57-CA11-D14F-8EC5-88FA71DFB91F}"/>
          </ac:spMkLst>
        </pc:spChg>
        <pc:spChg chg="mod">
          <ac:chgData name="Loc Huynh" userId="80c0383e323bd6ea" providerId="LiveId" clId="{6191E253-D739-6B4F-B188-AC17CCA94646}" dt="2023-10-03T07:09:00.023" v="1430" actId="164"/>
          <ac:spMkLst>
            <pc:docMk/>
            <pc:sldMk cId="989988788" sldId="553"/>
            <ac:spMk id="7" creationId="{71DFCC42-F639-A143-9EBC-FD19533C65C8}"/>
          </ac:spMkLst>
        </pc:spChg>
        <pc:spChg chg="mod">
          <ac:chgData name="Loc Huynh" userId="80c0383e323bd6ea" providerId="LiveId" clId="{6191E253-D739-6B4F-B188-AC17CCA94646}" dt="2023-10-03T06:51:05.106" v="816" actId="1076"/>
          <ac:spMkLst>
            <pc:docMk/>
            <pc:sldMk cId="989988788" sldId="553"/>
            <ac:spMk id="8" creationId="{31FF0724-880E-0E45-BF6A-6809379EC09C}"/>
          </ac:spMkLst>
        </pc:spChg>
        <pc:grpChg chg="add mod">
          <ac:chgData name="Loc Huynh" userId="80c0383e323bd6ea" providerId="LiveId" clId="{6191E253-D739-6B4F-B188-AC17CCA94646}" dt="2023-10-03T07:09:04.159" v="1432" actId="1076"/>
          <ac:grpSpMkLst>
            <pc:docMk/>
            <pc:sldMk cId="989988788" sldId="553"/>
            <ac:grpSpMk id="9" creationId="{724E9AD3-9E77-3CFA-7A7D-A5DAAE81154D}"/>
          </ac:grpSpMkLst>
        </pc:grpChg>
        <pc:grpChg chg="add mod">
          <ac:chgData name="Loc Huynh" userId="80c0383e323bd6ea" providerId="LiveId" clId="{6191E253-D739-6B4F-B188-AC17CCA94646}" dt="2023-10-03T07:09:12.151" v="1434" actId="1076"/>
          <ac:grpSpMkLst>
            <pc:docMk/>
            <pc:sldMk cId="989988788" sldId="553"/>
            <ac:grpSpMk id="10" creationId="{7702DA9D-D833-6154-C828-0F75D9156570}"/>
          </ac:grpSpMkLst>
        </pc:grpChg>
        <pc:graphicFrameChg chg="mod modGraphic">
          <ac:chgData name="Loc Huynh" userId="80c0383e323bd6ea" providerId="LiveId" clId="{6191E253-D739-6B4F-B188-AC17CCA94646}" dt="2023-10-03T07:09:00.023" v="1430" actId="164"/>
          <ac:graphicFrameMkLst>
            <pc:docMk/>
            <pc:sldMk cId="989988788" sldId="553"/>
            <ac:graphicFrameMk id="6" creationId="{878586ED-82B8-624D-85DB-6E8B60ECF47F}"/>
          </ac:graphicFrameMkLst>
        </pc:graphicFrameChg>
      </pc:sldChg>
      <pc:sldChg chg="delSp modSp add mod">
        <pc:chgData name="Loc Huynh" userId="80c0383e323bd6ea" providerId="LiveId" clId="{6191E253-D739-6B4F-B188-AC17CCA94646}" dt="2023-10-03T12:48:57.170" v="6899" actId="20577"/>
        <pc:sldMkLst>
          <pc:docMk/>
          <pc:sldMk cId="500954117" sldId="554"/>
        </pc:sldMkLst>
        <pc:spChg chg="mod">
          <ac:chgData name="Loc Huynh" userId="80c0383e323bd6ea" providerId="LiveId" clId="{6191E253-D739-6B4F-B188-AC17CCA94646}" dt="2023-10-03T12:48:57.170" v="6899" actId="20577"/>
          <ac:spMkLst>
            <pc:docMk/>
            <pc:sldMk cId="500954117" sldId="554"/>
            <ac:spMk id="2" creationId="{A3E32633-B1C5-E941-AAD5-1FFEA1DCF3A9}"/>
          </ac:spMkLst>
        </pc:spChg>
        <pc:spChg chg="mod">
          <ac:chgData name="Loc Huynh" userId="80c0383e323bd6ea" providerId="LiveId" clId="{6191E253-D739-6B4F-B188-AC17CCA94646}" dt="2023-10-03T12:48:52.643" v="6888" actId="20577"/>
          <ac:spMkLst>
            <pc:docMk/>
            <pc:sldMk cId="500954117" sldId="554"/>
            <ac:spMk id="3" creationId="{47622408-7C9D-B344-8FC2-B1B3303EBD0D}"/>
          </ac:spMkLst>
        </pc:spChg>
        <pc:spChg chg="mod">
          <ac:chgData name="Loc Huynh" userId="80c0383e323bd6ea" providerId="LiveId" clId="{6191E253-D739-6B4F-B188-AC17CCA94646}" dt="2023-10-03T11:19:19.691" v="6089" actId="1076"/>
          <ac:spMkLst>
            <pc:docMk/>
            <pc:sldMk cId="500954117" sldId="554"/>
            <ac:spMk id="6" creationId="{CFD16CAB-36DE-5D4F-A643-6A578098089C}"/>
          </ac:spMkLst>
        </pc:spChg>
        <pc:spChg chg="del mod">
          <ac:chgData name="Loc Huynh" userId="80c0383e323bd6ea" providerId="LiveId" clId="{6191E253-D739-6B4F-B188-AC17CCA94646}" dt="2023-10-03T11:23:47.612" v="6269" actId="478"/>
          <ac:spMkLst>
            <pc:docMk/>
            <pc:sldMk cId="500954117" sldId="554"/>
            <ac:spMk id="8" creationId="{0D996314-5120-B240-92E9-1923E041F3B5}"/>
          </ac:spMkLst>
        </pc:spChg>
        <pc:spChg chg="mod">
          <ac:chgData name="Loc Huynh" userId="80c0383e323bd6ea" providerId="LiveId" clId="{6191E253-D739-6B4F-B188-AC17CCA94646}" dt="2023-10-03T11:24:09.522" v="6275" actId="207"/>
          <ac:spMkLst>
            <pc:docMk/>
            <pc:sldMk cId="500954117" sldId="554"/>
            <ac:spMk id="14" creationId="{485FF7E9-22EA-9F48-9A3A-4CF29DE5813B}"/>
          </ac:spMkLst>
        </pc:spChg>
        <pc:spChg chg="mod">
          <ac:chgData name="Loc Huynh" userId="80c0383e323bd6ea" providerId="LiveId" clId="{6191E253-D739-6B4F-B188-AC17CCA94646}" dt="2023-10-03T11:19:19.691" v="6089" actId="1076"/>
          <ac:spMkLst>
            <pc:docMk/>
            <pc:sldMk cId="500954117" sldId="554"/>
            <ac:spMk id="15" creationId="{F112DB2E-0171-854B-B415-6A683BFE5820}"/>
          </ac:spMkLst>
        </pc:spChg>
        <pc:grpChg chg="mod">
          <ac:chgData name="Loc Huynh" userId="80c0383e323bd6ea" providerId="LiveId" clId="{6191E253-D739-6B4F-B188-AC17CCA94646}" dt="2023-10-03T11:19:19.691" v="6089" actId="1076"/>
          <ac:grpSpMkLst>
            <pc:docMk/>
            <pc:sldMk cId="500954117" sldId="554"/>
            <ac:grpSpMk id="13" creationId="{50E7809E-BCAF-AD49-8E37-D32BCED27BE6}"/>
          </ac:grpSpMkLst>
        </pc:grpChg>
      </pc:sldChg>
      <pc:sldChg chg="delSp modSp add mod">
        <pc:chgData name="Loc Huynh" userId="80c0383e323bd6ea" providerId="LiveId" clId="{6191E253-D739-6B4F-B188-AC17CCA94646}" dt="2023-10-03T12:49:07.095" v="6902" actId="478"/>
        <pc:sldMkLst>
          <pc:docMk/>
          <pc:sldMk cId="2099724931" sldId="555"/>
        </pc:sldMkLst>
        <pc:spChg chg="mod">
          <ac:chgData name="Loc Huynh" userId="80c0383e323bd6ea" providerId="LiveId" clId="{6191E253-D739-6B4F-B188-AC17CCA94646}" dt="2023-10-03T12:49:05.325" v="6901"/>
          <ac:spMkLst>
            <pc:docMk/>
            <pc:sldMk cId="2099724931" sldId="555"/>
            <ac:spMk id="2" creationId="{A3E32633-B1C5-E941-AAD5-1FFEA1DCF3A9}"/>
          </ac:spMkLst>
        </pc:spChg>
        <pc:spChg chg="del">
          <ac:chgData name="Loc Huynh" userId="80c0383e323bd6ea" providerId="LiveId" clId="{6191E253-D739-6B4F-B188-AC17CCA94646}" dt="2023-10-03T12:49:07.095" v="6902" actId="478"/>
          <ac:spMkLst>
            <pc:docMk/>
            <pc:sldMk cId="2099724931" sldId="555"/>
            <ac:spMk id="3" creationId="{47622408-7C9D-B344-8FC2-B1B3303EBD0D}"/>
          </ac:spMkLst>
        </pc:spChg>
        <pc:picChg chg="mod">
          <ac:chgData name="Loc Huynh" userId="80c0383e323bd6ea" providerId="LiveId" clId="{6191E253-D739-6B4F-B188-AC17CCA94646}" dt="2023-10-03T11:24:56.450" v="6331" actId="1076"/>
          <ac:picMkLst>
            <pc:docMk/>
            <pc:sldMk cId="2099724931" sldId="555"/>
            <ac:picMk id="20" creationId="{7616B104-F556-AB4B-9FAE-F713DB9D2A73}"/>
          </ac:picMkLst>
        </pc:picChg>
      </pc:sldChg>
      <pc:sldChg chg="modSp add mod">
        <pc:chgData name="Loc Huynh" userId="80c0383e323bd6ea" providerId="LiveId" clId="{6191E253-D739-6B4F-B188-AC17CCA94646}" dt="2023-10-03T12:53:17.271" v="6969" actId="20577"/>
        <pc:sldMkLst>
          <pc:docMk/>
          <pc:sldMk cId="3621644574" sldId="556"/>
        </pc:sldMkLst>
        <pc:spChg chg="mod">
          <ac:chgData name="Loc Huynh" userId="80c0383e323bd6ea" providerId="LiveId" clId="{6191E253-D739-6B4F-B188-AC17CCA94646}" dt="2023-10-03T11:25:29.996" v="6363" actId="20577"/>
          <ac:spMkLst>
            <pc:docMk/>
            <pc:sldMk cId="3621644574" sldId="556"/>
            <ac:spMk id="2" creationId="{A141AF66-68E7-B54F-A0AE-E8D51FA0DFE6}"/>
          </ac:spMkLst>
        </pc:spChg>
        <pc:spChg chg="mod">
          <ac:chgData name="Loc Huynh" userId="80c0383e323bd6ea" providerId="LiveId" clId="{6191E253-D739-6B4F-B188-AC17CCA94646}" dt="2023-10-03T12:53:17.271" v="6969" actId="20577"/>
          <ac:spMkLst>
            <pc:docMk/>
            <pc:sldMk cId="3621644574" sldId="556"/>
            <ac:spMk id="3" creationId="{32B2AE70-993F-724C-BED2-B73A399FFD02}"/>
          </ac:spMkLst>
        </pc:spChg>
      </pc:sldChg>
      <pc:sldChg chg="modSp add mod">
        <pc:chgData name="Loc Huynh" userId="80c0383e323bd6ea" providerId="LiveId" clId="{6191E253-D739-6B4F-B188-AC17CCA94646}" dt="2023-10-03T13:10:02.829" v="7219" actId="20577"/>
        <pc:sldMkLst>
          <pc:docMk/>
          <pc:sldMk cId="1351623164" sldId="557"/>
        </pc:sldMkLst>
        <pc:spChg chg="mod">
          <ac:chgData name="Loc Huynh" userId="80c0383e323bd6ea" providerId="LiveId" clId="{6191E253-D739-6B4F-B188-AC17CCA94646}" dt="2023-10-03T12:53:32.792" v="6990" actId="20577"/>
          <ac:spMkLst>
            <pc:docMk/>
            <pc:sldMk cId="1351623164" sldId="557"/>
            <ac:spMk id="2" creationId="{2E09F558-D333-EE4F-BF8A-DD5A2AF8E8E5}"/>
          </ac:spMkLst>
        </pc:spChg>
        <pc:spChg chg="mod">
          <ac:chgData name="Loc Huynh" userId="80c0383e323bd6ea" providerId="LiveId" clId="{6191E253-D739-6B4F-B188-AC17CCA94646}" dt="2023-10-03T13:10:02.829" v="7219" actId="20577"/>
          <ac:spMkLst>
            <pc:docMk/>
            <pc:sldMk cId="1351623164" sldId="557"/>
            <ac:spMk id="3" creationId="{46E931EB-84F8-664B-A670-FCDDEF319EBC}"/>
          </ac:spMkLst>
        </pc:spChg>
      </pc:sldChg>
      <pc:sldChg chg="addSp modSp add mod delAnim">
        <pc:chgData name="Loc Huynh" userId="80c0383e323bd6ea" providerId="LiveId" clId="{6191E253-D739-6B4F-B188-AC17CCA94646}" dt="2023-10-03T13:15:43.508" v="7495" actId="13822"/>
        <pc:sldMkLst>
          <pc:docMk/>
          <pc:sldMk cId="1101247138" sldId="558"/>
        </pc:sldMkLst>
        <pc:spChg chg="mod">
          <ac:chgData name="Loc Huynh" userId="80c0383e323bd6ea" providerId="LiveId" clId="{6191E253-D739-6B4F-B188-AC17CCA94646}" dt="2023-10-03T05:54:05.851" v="13" actId="27636"/>
          <ac:spMkLst>
            <pc:docMk/>
            <pc:sldMk cId="1101247138" sldId="558"/>
            <ac:spMk id="2" creationId="{2E09F558-D333-EE4F-BF8A-DD5A2AF8E8E5}"/>
          </ac:spMkLst>
        </pc:spChg>
        <pc:spChg chg="mod">
          <ac:chgData name="Loc Huynh" userId="80c0383e323bd6ea" providerId="LiveId" clId="{6191E253-D739-6B4F-B188-AC17CCA94646}" dt="2023-10-03T13:00:02.800" v="7067" actId="1076"/>
          <ac:spMkLst>
            <pc:docMk/>
            <pc:sldMk cId="1101247138" sldId="558"/>
            <ac:spMk id="25" creationId="{DC70CD03-0CB7-C74B-ADCF-886EEF99FC2C}"/>
          </ac:spMkLst>
        </pc:spChg>
        <pc:spChg chg="mod">
          <ac:chgData name="Loc Huynh" userId="80c0383e323bd6ea" providerId="LiveId" clId="{6191E253-D739-6B4F-B188-AC17CCA94646}" dt="2023-10-03T13:15:43.508" v="7495" actId="13822"/>
          <ac:spMkLst>
            <pc:docMk/>
            <pc:sldMk cId="1101247138" sldId="558"/>
            <ac:spMk id="26" creationId="{4308B351-EAA4-8E45-84E0-515CD6E4F1A9}"/>
          </ac:spMkLst>
        </pc:spChg>
        <pc:spChg chg="mod">
          <ac:chgData name="Loc Huynh" userId="80c0383e323bd6ea" providerId="LiveId" clId="{6191E253-D739-6B4F-B188-AC17CCA94646}" dt="2023-10-03T12:59:54.738" v="7066" actId="12789"/>
          <ac:spMkLst>
            <pc:docMk/>
            <pc:sldMk cId="1101247138" sldId="558"/>
            <ac:spMk id="27" creationId="{AB9DFC89-818A-5444-BD5A-A62A26C593CB}"/>
          </ac:spMkLst>
        </pc:spChg>
        <pc:grpChg chg="add mod">
          <ac:chgData name="Loc Huynh" userId="80c0383e323bd6ea" providerId="LiveId" clId="{6191E253-D739-6B4F-B188-AC17CCA94646}" dt="2023-10-03T12:59:48.757" v="7064" actId="12789"/>
          <ac:grpSpMkLst>
            <pc:docMk/>
            <pc:sldMk cId="1101247138" sldId="558"/>
            <ac:grpSpMk id="8" creationId="{03C66A05-6973-CEEF-5C0A-43D085A4580E}"/>
          </ac:grpSpMkLst>
        </pc:grpChg>
      </pc:sldChg>
      <pc:sldChg chg="addSp modSp add mod">
        <pc:chgData name="Loc Huynh" userId="80c0383e323bd6ea" providerId="LiveId" clId="{6191E253-D739-6B4F-B188-AC17CCA94646}" dt="2023-10-03T13:16:04.703" v="7497" actId="13822"/>
        <pc:sldMkLst>
          <pc:docMk/>
          <pc:sldMk cId="908335500" sldId="559"/>
        </pc:sldMkLst>
        <pc:spChg chg="mod">
          <ac:chgData name="Loc Huynh" userId="80c0383e323bd6ea" providerId="LiveId" clId="{6191E253-D739-6B4F-B188-AC17CCA94646}" dt="2023-10-03T05:54:05.880" v="14" actId="27636"/>
          <ac:spMkLst>
            <pc:docMk/>
            <pc:sldMk cId="908335500" sldId="559"/>
            <ac:spMk id="2" creationId="{2E09F558-D333-EE4F-BF8A-DD5A2AF8E8E5}"/>
          </ac:spMkLst>
        </pc:spChg>
        <pc:spChg chg="mod">
          <ac:chgData name="Loc Huynh" userId="80c0383e323bd6ea" providerId="LiveId" clId="{6191E253-D739-6B4F-B188-AC17CCA94646}" dt="2023-10-03T13:06:12.832" v="7129" actId="1037"/>
          <ac:spMkLst>
            <pc:docMk/>
            <pc:sldMk cId="908335500" sldId="559"/>
            <ac:spMk id="25" creationId="{DC70CD03-0CB7-C74B-ADCF-886EEF99FC2C}"/>
          </ac:spMkLst>
        </pc:spChg>
        <pc:spChg chg="mod">
          <ac:chgData name="Loc Huynh" userId="80c0383e323bd6ea" providerId="LiveId" clId="{6191E253-D739-6B4F-B188-AC17CCA94646}" dt="2023-10-03T13:16:04.703" v="7497" actId="13822"/>
          <ac:spMkLst>
            <pc:docMk/>
            <pc:sldMk cId="908335500" sldId="559"/>
            <ac:spMk id="26" creationId="{4308B351-EAA4-8E45-84E0-515CD6E4F1A9}"/>
          </ac:spMkLst>
        </pc:spChg>
        <pc:spChg chg="mod">
          <ac:chgData name="Loc Huynh" userId="80c0383e323bd6ea" providerId="LiveId" clId="{6191E253-D739-6B4F-B188-AC17CCA94646}" dt="2023-10-03T13:00:14.242" v="7068" actId="12789"/>
          <ac:spMkLst>
            <pc:docMk/>
            <pc:sldMk cId="908335500" sldId="559"/>
            <ac:spMk id="27" creationId="{AB9DFC89-818A-5444-BD5A-A62A26C593CB}"/>
          </ac:spMkLst>
        </pc:spChg>
        <pc:spChg chg="mod">
          <ac:chgData name="Loc Huynh" userId="80c0383e323bd6ea" providerId="LiveId" clId="{6191E253-D739-6B4F-B188-AC17CCA94646}" dt="2023-10-03T13:00:44.033" v="7076" actId="1076"/>
          <ac:spMkLst>
            <pc:docMk/>
            <pc:sldMk cId="908335500" sldId="559"/>
            <ac:spMk id="28" creationId="{FDAAC7D6-3B03-684C-965A-E2205CEF82B6}"/>
          </ac:spMkLst>
        </pc:spChg>
        <pc:grpChg chg="add mod">
          <ac:chgData name="Loc Huynh" userId="80c0383e323bd6ea" providerId="LiveId" clId="{6191E253-D739-6B4F-B188-AC17CCA94646}" dt="2023-10-03T13:00:22.639" v="7070" actId="12789"/>
          <ac:grpSpMkLst>
            <pc:docMk/>
            <pc:sldMk cId="908335500" sldId="559"/>
            <ac:grpSpMk id="14" creationId="{0271011C-2585-F25D-272E-67439FAFDF50}"/>
          </ac:grpSpMkLst>
        </pc:grpChg>
      </pc:sldChg>
      <pc:sldChg chg="addSp modSp add mod delAnim">
        <pc:chgData name="Loc Huynh" userId="80c0383e323bd6ea" providerId="LiveId" clId="{6191E253-D739-6B4F-B188-AC17CCA94646}" dt="2023-10-03T13:16:12.204" v="7498" actId="13822"/>
        <pc:sldMkLst>
          <pc:docMk/>
          <pc:sldMk cId="170851043" sldId="560"/>
        </pc:sldMkLst>
        <pc:spChg chg="mod">
          <ac:chgData name="Loc Huynh" userId="80c0383e323bd6ea" providerId="LiveId" clId="{6191E253-D739-6B4F-B188-AC17CCA94646}" dt="2023-10-03T05:54:05.911" v="15" actId="27636"/>
          <ac:spMkLst>
            <pc:docMk/>
            <pc:sldMk cId="170851043" sldId="560"/>
            <ac:spMk id="2" creationId="{2E09F558-D333-EE4F-BF8A-DD5A2AF8E8E5}"/>
          </ac:spMkLst>
        </pc:spChg>
        <pc:spChg chg="mod">
          <ac:chgData name="Loc Huynh" userId="80c0383e323bd6ea" providerId="LiveId" clId="{6191E253-D739-6B4F-B188-AC17CCA94646}" dt="2023-10-03T13:01:21.357" v="7082" actId="1076"/>
          <ac:spMkLst>
            <pc:docMk/>
            <pc:sldMk cId="170851043" sldId="560"/>
            <ac:spMk id="17" creationId="{F121E1D2-CA13-4242-9914-8F81BB55A8A5}"/>
          </ac:spMkLst>
        </pc:spChg>
        <pc:spChg chg="mod">
          <ac:chgData name="Loc Huynh" userId="80c0383e323bd6ea" providerId="LiveId" clId="{6191E253-D739-6B4F-B188-AC17CCA94646}" dt="2023-10-03T13:05:45.596" v="7126" actId="1038"/>
          <ac:spMkLst>
            <pc:docMk/>
            <pc:sldMk cId="170851043" sldId="560"/>
            <ac:spMk id="25" creationId="{DC70CD03-0CB7-C74B-ADCF-886EEF99FC2C}"/>
          </ac:spMkLst>
        </pc:spChg>
        <pc:spChg chg="mod">
          <ac:chgData name="Loc Huynh" userId="80c0383e323bd6ea" providerId="LiveId" clId="{6191E253-D739-6B4F-B188-AC17CCA94646}" dt="2023-10-03T13:16:12.204" v="7498" actId="13822"/>
          <ac:spMkLst>
            <pc:docMk/>
            <pc:sldMk cId="170851043" sldId="560"/>
            <ac:spMk id="26" creationId="{4308B351-EAA4-8E45-84E0-515CD6E4F1A9}"/>
          </ac:spMkLst>
        </pc:spChg>
        <pc:spChg chg="mod">
          <ac:chgData name="Loc Huynh" userId="80c0383e323bd6ea" providerId="LiveId" clId="{6191E253-D739-6B4F-B188-AC17CCA94646}" dt="2023-10-03T13:01:18.577" v="7081" actId="12789"/>
          <ac:spMkLst>
            <pc:docMk/>
            <pc:sldMk cId="170851043" sldId="560"/>
            <ac:spMk id="27" creationId="{AB9DFC89-818A-5444-BD5A-A62A26C593CB}"/>
          </ac:spMkLst>
        </pc:spChg>
        <pc:spChg chg="mod">
          <ac:chgData name="Loc Huynh" userId="80c0383e323bd6ea" providerId="LiveId" clId="{6191E253-D739-6B4F-B188-AC17CCA94646}" dt="2023-10-03T13:16:12.204" v="7498" actId="13822"/>
          <ac:spMkLst>
            <pc:docMk/>
            <pc:sldMk cId="170851043" sldId="560"/>
            <ac:spMk id="41" creationId="{5330C2F0-0A6C-414D-A958-EB97918114DE}"/>
          </ac:spMkLst>
        </pc:spChg>
        <pc:grpChg chg="add mod">
          <ac:chgData name="Loc Huynh" userId="80c0383e323bd6ea" providerId="LiveId" clId="{6191E253-D739-6B4F-B188-AC17CCA94646}" dt="2023-10-03T13:01:14.110" v="7080" actId="12789"/>
          <ac:grpSpMkLst>
            <pc:docMk/>
            <pc:sldMk cId="170851043" sldId="560"/>
            <ac:grpSpMk id="15" creationId="{A046A67F-7A43-1133-74FB-B9C40CF4DA0D}"/>
          </ac:grpSpMkLst>
        </pc:grpChg>
      </pc:sldChg>
      <pc:sldChg chg="addSp delSp modSp add mod delAnim modAnim">
        <pc:chgData name="Loc Huynh" userId="80c0383e323bd6ea" providerId="LiveId" clId="{6191E253-D739-6B4F-B188-AC17CCA94646}" dt="2023-10-03T13:16:23.423" v="7499" actId="13822"/>
        <pc:sldMkLst>
          <pc:docMk/>
          <pc:sldMk cId="1315952847" sldId="561"/>
        </pc:sldMkLst>
        <pc:spChg chg="mod">
          <ac:chgData name="Loc Huynh" userId="80c0383e323bd6ea" providerId="LiveId" clId="{6191E253-D739-6B4F-B188-AC17CCA94646}" dt="2023-10-03T05:54:05.971" v="16" actId="27636"/>
          <ac:spMkLst>
            <pc:docMk/>
            <pc:sldMk cId="1315952847" sldId="561"/>
            <ac:spMk id="2" creationId="{2E09F558-D333-EE4F-BF8A-DD5A2AF8E8E5}"/>
          </ac:spMkLst>
        </pc:spChg>
        <pc:spChg chg="add mod">
          <ac:chgData name="Loc Huynh" userId="80c0383e323bd6ea" providerId="LiveId" clId="{6191E253-D739-6B4F-B188-AC17CCA94646}" dt="2023-10-03T13:06:30.408" v="7131" actId="1038"/>
          <ac:spMkLst>
            <pc:docMk/>
            <pc:sldMk cId="1315952847" sldId="561"/>
            <ac:spMk id="16" creationId="{B285401F-A05B-BD1C-DD8A-FF597B9E1849}"/>
          </ac:spMkLst>
        </pc:spChg>
        <pc:spChg chg="del mod">
          <ac:chgData name="Loc Huynh" userId="80c0383e323bd6ea" providerId="LiveId" clId="{6191E253-D739-6B4F-B188-AC17CCA94646}" dt="2023-10-03T13:04:50.607" v="7118" actId="478"/>
          <ac:spMkLst>
            <pc:docMk/>
            <pc:sldMk cId="1315952847" sldId="561"/>
            <ac:spMk id="17" creationId="{F121E1D2-CA13-4242-9914-8F81BB55A8A5}"/>
          </ac:spMkLst>
        </pc:spChg>
        <pc:spChg chg="add mod">
          <ac:chgData name="Loc Huynh" userId="80c0383e323bd6ea" providerId="LiveId" clId="{6191E253-D739-6B4F-B188-AC17CCA94646}" dt="2023-10-03T13:04:51.580" v="7119"/>
          <ac:spMkLst>
            <pc:docMk/>
            <pc:sldMk cId="1315952847" sldId="561"/>
            <ac:spMk id="19" creationId="{97FE5EA6-ED00-70F7-B606-CDC993558F7F}"/>
          </ac:spMkLst>
        </pc:spChg>
        <pc:spChg chg="del mod">
          <ac:chgData name="Loc Huynh" userId="80c0383e323bd6ea" providerId="LiveId" clId="{6191E253-D739-6B4F-B188-AC17CCA94646}" dt="2023-10-03T13:04:50.607" v="7118" actId="478"/>
          <ac:spMkLst>
            <pc:docMk/>
            <pc:sldMk cId="1315952847" sldId="561"/>
            <ac:spMk id="25" creationId="{DC70CD03-0CB7-C74B-ADCF-886EEF99FC2C}"/>
          </ac:spMkLst>
        </pc:spChg>
        <pc:spChg chg="mod">
          <ac:chgData name="Loc Huynh" userId="80c0383e323bd6ea" providerId="LiveId" clId="{6191E253-D739-6B4F-B188-AC17CCA94646}" dt="2023-10-03T13:16:23.423" v="7499" actId="13822"/>
          <ac:spMkLst>
            <pc:docMk/>
            <pc:sldMk cId="1315952847" sldId="561"/>
            <ac:spMk id="26" creationId="{4308B351-EAA4-8E45-84E0-515CD6E4F1A9}"/>
          </ac:spMkLst>
        </pc:spChg>
        <pc:spChg chg="mod">
          <ac:chgData name="Loc Huynh" userId="80c0383e323bd6ea" providerId="LiveId" clId="{6191E253-D739-6B4F-B188-AC17CCA94646}" dt="2023-10-03T13:02:00.695" v="7086" actId="12789"/>
          <ac:spMkLst>
            <pc:docMk/>
            <pc:sldMk cId="1315952847" sldId="561"/>
            <ac:spMk id="27" creationId="{AB9DFC89-818A-5444-BD5A-A62A26C593CB}"/>
          </ac:spMkLst>
        </pc:spChg>
        <pc:spChg chg="mod">
          <ac:chgData name="Loc Huynh" userId="80c0383e323bd6ea" providerId="LiveId" clId="{6191E253-D739-6B4F-B188-AC17CCA94646}" dt="2023-10-03T13:16:23.423" v="7499" actId="13822"/>
          <ac:spMkLst>
            <pc:docMk/>
            <pc:sldMk cId="1315952847" sldId="561"/>
            <ac:spMk id="41" creationId="{5330C2F0-0A6C-414D-A958-EB97918114DE}"/>
          </ac:spMkLst>
        </pc:spChg>
        <pc:grpChg chg="add mod">
          <ac:chgData name="Loc Huynh" userId="80c0383e323bd6ea" providerId="LiveId" clId="{6191E253-D739-6B4F-B188-AC17CCA94646}" dt="2023-10-03T13:01:56.990" v="7085" actId="12789"/>
          <ac:grpSpMkLst>
            <pc:docMk/>
            <pc:sldMk cId="1315952847" sldId="561"/>
            <ac:grpSpMk id="15" creationId="{466018CD-240D-B2D0-1917-50F9305F9222}"/>
          </ac:grpSpMkLst>
        </pc:grpChg>
      </pc:sldChg>
      <pc:sldChg chg="addSp modSp add mod delAnim">
        <pc:chgData name="Loc Huynh" userId="80c0383e323bd6ea" providerId="LiveId" clId="{6191E253-D739-6B4F-B188-AC17CCA94646}" dt="2023-10-03T13:16:33.486" v="7500" actId="13822"/>
        <pc:sldMkLst>
          <pc:docMk/>
          <pc:sldMk cId="1431341833" sldId="562"/>
        </pc:sldMkLst>
        <pc:spChg chg="mod">
          <ac:chgData name="Loc Huynh" userId="80c0383e323bd6ea" providerId="LiveId" clId="{6191E253-D739-6B4F-B188-AC17CCA94646}" dt="2023-10-03T05:54:05.977" v="17" actId="27636"/>
          <ac:spMkLst>
            <pc:docMk/>
            <pc:sldMk cId="1431341833" sldId="562"/>
            <ac:spMk id="2" creationId="{2E09F558-D333-EE4F-BF8A-DD5A2AF8E8E5}"/>
          </ac:spMkLst>
        </pc:spChg>
        <pc:spChg chg="mod">
          <ac:chgData name="Loc Huynh" userId="80c0383e323bd6ea" providerId="LiveId" clId="{6191E253-D739-6B4F-B188-AC17CCA94646}" dt="2023-10-03T13:02:27.177" v="7091" actId="1076"/>
          <ac:spMkLst>
            <pc:docMk/>
            <pc:sldMk cId="1431341833" sldId="562"/>
            <ac:spMk id="17" creationId="{F121E1D2-CA13-4242-9914-8F81BB55A8A5}"/>
          </ac:spMkLst>
        </pc:spChg>
        <pc:spChg chg="mod">
          <ac:chgData name="Loc Huynh" userId="80c0383e323bd6ea" providerId="LiveId" clId="{6191E253-D739-6B4F-B188-AC17CCA94646}" dt="2023-10-03T13:02:23.637" v="7090" actId="1076"/>
          <ac:spMkLst>
            <pc:docMk/>
            <pc:sldMk cId="1431341833" sldId="562"/>
            <ac:spMk id="25" creationId="{DC70CD03-0CB7-C74B-ADCF-886EEF99FC2C}"/>
          </ac:spMkLst>
        </pc:spChg>
        <pc:spChg chg="mod">
          <ac:chgData name="Loc Huynh" userId="80c0383e323bd6ea" providerId="LiveId" clId="{6191E253-D739-6B4F-B188-AC17CCA94646}" dt="2023-10-03T13:16:33.486" v="7500" actId="13822"/>
          <ac:spMkLst>
            <pc:docMk/>
            <pc:sldMk cId="1431341833" sldId="562"/>
            <ac:spMk id="26" creationId="{4308B351-EAA4-8E45-84E0-515CD6E4F1A9}"/>
          </ac:spMkLst>
        </pc:spChg>
        <pc:spChg chg="mod">
          <ac:chgData name="Loc Huynh" userId="80c0383e323bd6ea" providerId="LiveId" clId="{6191E253-D739-6B4F-B188-AC17CCA94646}" dt="2023-10-03T13:02:20.266" v="7089" actId="12789"/>
          <ac:spMkLst>
            <pc:docMk/>
            <pc:sldMk cId="1431341833" sldId="562"/>
            <ac:spMk id="27" creationId="{AB9DFC89-818A-5444-BD5A-A62A26C593CB}"/>
          </ac:spMkLst>
        </pc:spChg>
        <pc:spChg chg="mod">
          <ac:chgData name="Loc Huynh" userId="80c0383e323bd6ea" providerId="LiveId" clId="{6191E253-D739-6B4F-B188-AC17CCA94646}" dt="2023-10-03T13:16:33.486" v="7500" actId="13822"/>
          <ac:spMkLst>
            <pc:docMk/>
            <pc:sldMk cId="1431341833" sldId="562"/>
            <ac:spMk id="41" creationId="{5330C2F0-0A6C-414D-A958-EB97918114DE}"/>
          </ac:spMkLst>
        </pc:spChg>
        <pc:grpChg chg="add mod">
          <ac:chgData name="Loc Huynh" userId="80c0383e323bd6ea" providerId="LiveId" clId="{6191E253-D739-6B4F-B188-AC17CCA94646}" dt="2023-10-03T13:02:40.832" v="7093" actId="12789"/>
          <ac:grpSpMkLst>
            <pc:docMk/>
            <pc:sldMk cId="1431341833" sldId="562"/>
            <ac:grpSpMk id="15" creationId="{9544D010-895C-190F-15A4-2259D4B12748}"/>
          </ac:grpSpMkLst>
        </pc:grpChg>
      </pc:sldChg>
      <pc:sldChg chg="addSp modSp add mod">
        <pc:chgData name="Loc Huynh" userId="80c0383e323bd6ea" providerId="LiveId" clId="{6191E253-D739-6B4F-B188-AC17CCA94646}" dt="2023-10-03T13:16:47.183" v="7502" actId="13822"/>
        <pc:sldMkLst>
          <pc:docMk/>
          <pc:sldMk cId="3207413004" sldId="563"/>
        </pc:sldMkLst>
        <pc:spChg chg="mod">
          <ac:chgData name="Loc Huynh" userId="80c0383e323bd6ea" providerId="LiveId" clId="{6191E253-D739-6B4F-B188-AC17CCA94646}" dt="2023-10-03T05:54:06.025" v="19" actId="27636"/>
          <ac:spMkLst>
            <pc:docMk/>
            <pc:sldMk cId="3207413004" sldId="563"/>
            <ac:spMk id="2" creationId="{2E09F558-D333-EE4F-BF8A-DD5A2AF8E8E5}"/>
          </ac:spMkLst>
        </pc:spChg>
        <pc:spChg chg="mod">
          <ac:chgData name="Loc Huynh" userId="80c0383e323bd6ea" providerId="LiveId" clId="{6191E253-D739-6B4F-B188-AC17CCA94646}" dt="2023-10-03T13:03:53.622" v="7110" actId="1076"/>
          <ac:spMkLst>
            <pc:docMk/>
            <pc:sldMk cId="3207413004" sldId="563"/>
            <ac:spMk id="25" creationId="{DC70CD03-0CB7-C74B-ADCF-886EEF99FC2C}"/>
          </ac:spMkLst>
        </pc:spChg>
        <pc:spChg chg="mod">
          <ac:chgData name="Loc Huynh" userId="80c0383e323bd6ea" providerId="LiveId" clId="{6191E253-D739-6B4F-B188-AC17CCA94646}" dt="2023-10-03T13:16:47.183" v="7502" actId="13822"/>
          <ac:spMkLst>
            <pc:docMk/>
            <pc:sldMk cId="3207413004" sldId="563"/>
            <ac:spMk id="26" creationId="{4308B351-EAA4-8E45-84E0-515CD6E4F1A9}"/>
          </ac:spMkLst>
        </pc:spChg>
        <pc:spChg chg="mod">
          <ac:chgData name="Loc Huynh" userId="80c0383e323bd6ea" providerId="LiveId" clId="{6191E253-D739-6B4F-B188-AC17CCA94646}" dt="2023-10-03T13:03:40.744" v="7107" actId="12789"/>
          <ac:spMkLst>
            <pc:docMk/>
            <pc:sldMk cId="3207413004" sldId="563"/>
            <ac:spMk id="27" creationId="{AB9DFC89-818A-5444-BD5A-A62A26C593CB}"/>
          </ac:spMkLst>
        </pc:spChg>
        <pc:spChg chg="mod">
          <ac:chgData name="Loc Huynh" userId="80c0383e323bd6ea" providerId="LiveId" clId="{6191E253-D739-6B4F-B188-AC17CCA94646}" dt="2023-10-03T13:04:13.678" v="7117" actId="14100"/>
          <ac:spMkLst>
            <pc:docMk/>
            <pc:sldMk cId="3207413004" sldId="563"/>
            <ac:spMk id="28" creationId="{FDAAC7D6-3B03-684C-965A-E2205CEF82B6}"/>
          </ac:spMkLst>
        </pc:spChg>
        <pc:grpChg chg="add mod">
          <ac:chgData name="Loc Huynh" userId="80c0383e323bd6ea" providerId="LiveId" clId="{6191E253-D739-6B4F-B188-AC17CCA94646}" dt="2023-10-03T13:03:43.961" v="7108" actId="12789"/>
          <ac:grpSpMkLst>
            <pc:docMk/>
            <pc:sldMk cId="3207413004" sldId="563"/>
            <ac:grpSpMk id="15" creationId="{7D6F61C0-6A08-6FB9-F98A-EDBCEA48F93F}"/>
          </ac:grpSpMkLst>
        </pc:grpChg>
      </pc:sldChg>
      <pc:sldChg chg="modSp add mod">
        <pc:chgData name="Loc Huynh" userId="80c0383e323bd6ea" providerId="LiveId" clId="{6191E253-D739-6B4F-B188-AC17CCA94646}" dt="2023-10-25T04:40:41.618" v="7542" actId="207"/>
        <pc:sldMkLst>
          <pc:docMk/>
          <pc:sldMk cId="1409185922" sldId="564"/>
        </pc:sldMkLst>
        <pc:spChg chg="mod">
          <ac:chgData name="Loc Huynh" userId="80c0383e323bd6ea" providerId="LiveId" clId="{6191E253-D739-6B4F-B188-AC17CCA94646}" dt="2023-10-03T11:25:46.458" v="6382" actId="20577"/>
          <ac:spMkLst>
            <pc:docMk/>
            <pc:sldMk cId="1409185922" sldId="564"/>
            <ac:spMk id="2" creationId="{2E09F558-D333-EE4F-BF8A-DD5A2AF8E8E5}"/>
          </ac:spMkLst>
        </pc:spChg>
        <pc:spChg chg="mod">
          <ac:chgData name="Loc Huynh" userId="80c0383e323bd6ea" providerId="LiveId" clId="{6191E253-D739-6B4F-B188-AC17CCA94646}" dt="2023-10-25T04:40:41.618" v="7542" actId="207"/>
          <ac:spMkLst>
            <pc:docMk/>
            <pc:sldMk cId="1409185922" sldId="564"/>
            <ac:spMk id="3" creationId="{46E931EB-84F8-664B-A670-FCDDEF319EBC}"/>
          </ac:spMkLst>
        </pc:spChg>
      </pc:sldChg>
      <pc:sldChg chg="addSp modSp add mod">
        <pc:chgData name="Loc Huynh" userId="80c0383e323bd6ea" providerId="LiveId" clId="{6191E253-D739-6B4F-B188-AC17CCA94646}" dt="2023-10-03T13:17:53.636" v="7515" actId="207"/>
        <pc:sldMkLst>
          <pc:docMk/>
          <pc:sldMk cId="3811112677" sldId="565"/>
        </pc:sldMkLst>
        <pc:spChg chg="mod">
          <ac:chgData name="Loc Huynh" userId="80c0383e323bd6ea" providerId="LiveId" clId="{6191E253-D739-6B4F-B188-AC17CCA94646}" dt="2023-10-03T11:26:16.114" v="6383"/>
          <ac:spMkLst>
            <pc:docMk/>
            <pc:sldMk cId="3811112677" sldId="565"/>
            <ac:spMk id="2" creationId="{2E09F558-D333-EE4F-BF8A-DD5A2AF8E8E5}"/>
          </ac:spMkLst>
        </pc:spChg>
        <pc:spChg chg="mod">
          <ac:chgData name="Loc Huynh" userId="80c0383e323bd6ea" providerId="LiveId" clId="{6191E253-D739-6B4F-B188-AC17CCA94646}" dt="2023-10-03T13:13:03.948" v="7319" actId="1035"/>
          <ac:spMkLst>
            <pc:docMk/>
            <pc:sldMk cId="3811112677" sldId="565"/>
            <ac:spMk id="17" creationId="{F121E1D2-CA13-4242-9914-8F81BB55A8A5}"/>
          </ac:spMkLst>
        </pc:spChg>
        <pc:spChg chg="mod">
          <ac:chgData name="Loc Huynh" userId="80c0383e323bd6ea" providerId="LiveId" clId="{6191E253-D739-6B4F-B188-AC17CCA94646}" dt="2023-10-03T13:11:12.472" v="7235" actId="1035"/>
          <ac:spMkLst>
            <pc:docMk/>
            <pc:sldMk cId="3811112677" sldId="565"/>
            <ac:spMk id="25" creationId="{DC70CD03-0CB7-C74B-ADCF-886EEF99FC2C}"/>
          </ac:spMkLst>
        </pc:spChg>
        <pc:spChg chg="mod">
          <ac:chgData name="Loc Huynh" userId="80c0383e323bd6ea" providerId="LiveId" clId="{6191E253-D739-6B4F-B188-AC17CCA94646}" dt="2023-10-03T13:16:54.964" v="7503" actId="13822"/>
          <ac:spMkLst>
            <pc:docMk/>
            <pc:sldMk cId="3811112677" sldId="565"/>
            <ac:spMk id="26" creationId="{4308B351-EAA4-8E45-84E0-515CD6E4F1A9}"/>
          </ac:spMkLst>
        </pc:spChg>
        <pc:spChg chg="mod">
          <ac:chgData name="Loc Huynh" userId="80c0383e323bd6ea" providerId="LiveId" clId="{6191E253-D739-6B4F-B188-AC17CCA94646}" dt="2023-10-03T13:17:53.636" v="7515" actId="207"/>
          <ac:spMkLst>
            <pc:docMk/>
            <pc:sldMk cId="3811112677" sldId="565"/>
            <ac:spMk id="27" creationId="{AB9DFC89-818A-5444-BD5A-A62A26C593CB}"/>
          </ac:spMkLst>
        </pc:spChg>
        <pc:spChg chg="mod">
          <ac:chgData name="Loc Huynh" userId="80c0383e323bd6ea" providerId="LiveId" clId="{6191E253-D739-6B4F-B188-AC17CCA94646}" dt="2023-10-03T13:16:54.964" v="7503" actId="13822"/>
          <ac:spMkLst>
            <pc:docMk/>
            <pc:sldMk cId="3811112677" sldId="565"/>
            <ac:spMk id="41" creationId="{5330C2F0-0A6C-414D-A958-EB97918114DE}"/>
          </ac:spMkLst>
        </pc:spChg>
        <pc:spChg chg="mod">
          <ac:chgData name="Loc Huynh" userId="80c0383e323bd6ea" providerId="LiveId" clId="{6191E253-D739-6B4F-B188-AC17CCA94646}" dt="2023-10-03T13:12:15.680" v="7267" actId="1076"/>
          <ac:spMkLst>
            <pc:docMk/>
            <pc:sldMk cId="3811112677" sldId="565"/>
            <ac:spMk id="48" creationId="{72CE4937-1015-4347-940A-A6BAB855836B}"/>
          </ac:spMkLst>
        </pc:spChg>
        <pc:grpChg chg="add mod">
          <ac:chgData name="Loc Huynh" userId="80c0383e323bd6ea" providerId="LiveId" clId="{6191E253-D739-6B4F-B188-AC17CCA94646}" dt="2023-10-03T13:11:00.691" v="7226" actId="12789"/>
          <ac:grpSpMkLst>
            <pc:docMk/>
            <pc:sldMk cId="3811112677" sldId="565"/>
            <ac:grpSpMk id="15" creationId="{EC790219-1C4B-A5D8-AE2A-9BF808DD3B9D}"/>
          </ac:grpSpMkLst>
        </pc:grpChg>
      </pc:sldChg>
      <pc:sldChg chg="addSp delSp modSp add mod delAnim">
        <pc:chgData name="Loc Huynh" userId="80c0383e323bd6ea" providerId="LiveId" clId="{6191E253-D739-6B4F-B188-AC17CCA94646}" dt="2023-10-27T10:08:00.072" v="7560"/>
        <pc:sldMkLst>
          <pc:docMk/>
          <pc:sldMk cId="2906082604" sldId="566"/>
        </pc:sldMkLst>
        <pc:spChg chg="mod">
          <ac:chgData name="Loc Huynh" userId="80c0383e323bd6ea" providerId="LiveId" clId="{6191E253-D739-6B4F-B188-AC17CCA94646}" dt="2023-10-03T11:26:23.238" v="6384"/>
          <ac:spMkLst>
            <pc:docMk/>
            <pc:sldMk cId="2906082604" sldId="566"/>
            <ac:spMk id="2" creationId="{2E09F558-D333-EE4F-BF8A-DD5A2AF8E8E5}"/>
          </ac:spMkLst>
        </pc:spChg>
        <pc:spChg chg="add del mod">
          <ac:chgData name="Loc Huynh" userId="80c0383e323bd6ea" providerId="LiveId" clId="{6191E253-D739-6B4F-B188-AC17CCA94646}" dt="2023-10-27T10:07:57.512" v="7559"/>
          <ac:spMkLst>
            <pc:docMk/>
            <pc:sldMk cId="2906082604" sldId="566"/>
            <ac:spMk id="16" creationId="{DD1488BE-486F-A2E4-9E95-D6EBC60007DB}"/>
          </ac:spMkLst>
        </pc:spChg>
        <pc:spChg chg="del mod">
          <ac:chgData name="Loc Huynh" userId="80c0383e323bd6ea" providerId="LiveId" clId="{6191E253-D739-6B4F-B188-AC17CCA94646}" dt="2023-10-27T10:06:37.158" v="7545" actId="478"/>
          <ac:spMkLst>
            <pc:docMk/>
            <pc:sldMk cId="2906082604" sldId="566"/>
            <ac:spMk id="17" creationId="{F121E1D2-CA13-4242-9914-8F81BB55A8A5}"/>
          </ac:spMkLst>
        </pc:spChg>
        <pc:spChg chg="add mod">
          <ac:chgData name="Loc Huynh" userId="80c0383e323bd6ea" providerId="LiveId" clId="{6191E253-D739-6B4F-B188-AC17CCA94646}" dt="2023-10-27T10:08:00.072" v="7560"/>
          <ac:spMkLst>
            <pc:docMk/>
            <pc:sldMk cId="2906082604" sldId="566"/>
            <ac:spMk id="19" creationId="{26BBD09A-A79E-CB65-ABBB-4F998D9FBC65}"/>
          </ac:spMkLst>
        </pc:spChg>
        <pc:spChg chg="mod">
          <ac:chgData name="Loc Huynh" userId="80c0383e323bd6ea" providerId="LiveId" clId="{6191E253-D739-6B4F-B188-AC17CCA94646}" dt="2023-10-03T13:17:04.956" v="7504" actId="13822"/>
          <ac:spMkLst>
            <pc:docMk/>
            <pc:sldMk cId="2906082604" sldId="566"/>
            <ac:spMk id="26" creationId="{4308B351-EAA4-8E45-84E0-515CD6E4F1A9}"/>
          </ac:spMkLst>
        </pc:spChg>
        <pc:spChg chg="mod">
          <ac:chgData name="Loc Huynh" userId="80c0383e323bd6ea" providerId="LiveId" clId="{6191E253-D739-6B4F-B188-AC17CCA94646}" dt="2023-10-03T13:17:47.458" v="7514" actId="207"/>
          <ac:spMkLst>
            <pc:docMk/>
            <pc:sldMk cId="2906082604" sldId="566"/>
            <ac:spMk id="27" creationId="{AB9DFC89-818A-5444-BD5A-A62A26C593CB}"/>
          </ac:spMkLst>
        </pc:spChg>
        <pc:spChg chg="mod">
          <ac:chgData name="Loc Huynh" userId="80c0383e323bd6ea" providerId="LiveId" clId="{6191E253-D739-6B4F-B188-AC17CCA94646}" dt="2023-10-03T13:13:18.527" v="7353" actId="1036"/>
          <ac:spMkLst>
            <pc:docMk/>
            <pc:sldMk cId="2906082604" sldId="566"/>
            <ac:spMk id="36" creationId="{15698DBF-9742-1D4B-92F7-C164613764E4}"/>
          </ac:spMkLst>
        </pc:spChg>
        <pc:spChg chg="mod">
          <ac:chgData name="Loc Huynh" userId="80c0383e323bd6ea" providerId="LiveId" clId="{6191E253-D739-6B4F-B188-AC17CCA94646}" dt="2023-10-03T13:17:04.956" v="7504" actId="13822"/>
          <ac:spMkLst>
            <pc:docMk/>
            <pc:sldMk cId="2906082604" sldId="566"/>
            <ac:spMk id="41" creationId="{5330C2F0-0A6C-414D-A958-EB97918114DE}"/>
          </ac:spMkLst>
        </pc:spChg>
        <pc:grpChg chg="add mod">
          <ac:chgData name="Loc Huynh" userId="80c0383e323bd6ea" providerId="LiveId" clId="{6191E253-D739-6B4F-B188-AC17CCA94646}" dt="2023-10-03T13:13:43.564" v="7355" actId="12789"/>
          <ac:grpSpMkLst>
            <pc:docMk/>
            <pc:sldMk cId="2906082604" sldId="566"/>
            <ac:grpSpMk id="15" creationId="{A93E9682-D105-6172-BDB0-68D14204B214}"/>
          </ac:grpSpMkLst>
        </pc:grpChg>
      </pc:sldChg>
      <pc:sldChg chg="addSp delSp modSp add mod">
        <pc:chgData name="Loc Huynh" userId="80c0383e323bd6ea" providerId="LiveId" clId="{6191E253-D739-6B4F-B188-AC17CCA94646}" dt="2023-10-27T10:08:04.685" v="7561"/>
        <pc:sldMkLst>
          <pc:docMk/>
          <pc:sldMk cId="1562903317" sldId="567"/>
        </pc:sldMkLst>
        <pc:spChg chg="mod">
          <ac:chgData name="Loc Huynh" userId="80c0383e323bd6ea" providerId="LiveId" clId="{6191E253-D739-6B4F-B188-AC17CCA94646}" dt="2023-10-03T11:26:26.203" v="6385"/>
          <ac:spMkLst>
            <pc:docMk/>
            <pc:sldMk cId="1562903317" sldId="567"/>
            <ac:spMk id="2" creationId="{2E09F558-D333-EE4F-BF8A-DD5A2AF8E8E5}"/>
          </ac:spMkLst>
        </pc:spChg>
        <pc:spChg chg="add mod">
          <ac:chgData name="Loc Huynh" userId="80c0383e323bd6ea" providerId="LiveId" clId="{6191E253-D739-6B4F-B188-AC17CCA94646}" dt="2023-10-27T10:08:04.685" v="7561"/>
          <ac:spMkLst>
            <pc:docMk/>
            <pc:sldMk cId="1562903317" sldId="567"/>
            <ac:spMk id="16" creationId="{315CA64D-CF58-4A63-65DE-369D65A235C4}"/>
          </ac:spMkLst>
        </pc:spChg>
        <pc:spChg chg="del mod">
          <ac:chgData name="Loc Huynh" userId="80c0383e323bd6ea" providerId="LiveId" clId="{6191E253-D739-6B4F-B188-AC17CCA94646}" dt="2023-10-27T10:06:41.922" v="7546" actId="478"/>
          <ac:spMkLst>
            <pc:docMk/>
            <pc:sldMk cId="1562903317" sldId="567"/>
            <ac:spMk id="17" creationId="{F121E1D2-CA13-4242-9914-8F81BB55A8A5}"/>
          </ac:spMkLst>
        </pc:spChg>
        <pc:spChg chg="mod">
          <ac:chgData name="Loc Huynh" userId="80c0383e323bd6ea" providerId="LiveId" clId="{6191E253-D739-6B4F-B188-AC17CCA94646}" dt="2023-10-03T13:17:11.663" v="7505" actId="13822"/>
          <ac:spMkLst>
            <pc:docMk/>
            <pc:sldMk cId="1562903317" sldId="567"/>
            <ac:spMk id="26" creationId="{4308B351-EAA4-8E45-84E0-515CD6E4F1A9}"/>
          </ac:spMkLst>
        </pc:spChg>
        <pc:spChg chg="mod">
          <ac:chgData name="Loc Huynh" userId="80c0383e323bd6ea" providerId="LiveId" clId="{6191E253-D739-6B4F-B188-AC17CCA94646}" dt="2023-10-03T13:17:58.600" v="7516" actId="207"/>
          <ac:spMkLst>
            <pc:docMk/>
            <pc:sldMk cId="1562903317" sldId="567"/>
            <ac:spMk id="27" creationId="{AB9DFC89-818A-5444-BD5A-A62A26C593CB}"/>
          </ac:spMkLst>
        </pc:spChg>
        <pc:spChg chg="mod">
          <ac:chgData name="Loc Huynh" userId="80c0383e323bd6ea" providerId="LiveId" clId="{6191E253-D739-6B4F-B188-AC17CCA94646}" dt="2023-10-03T13:17:11.663" v="7505" actId="13822"/>
          <ac:spMkLst>
            <pc:docMk/>
            <pc:sldMk cId="1562903317" sldId="567"/>
            <ac:spMk id="41" creationId="{5330C2F0-0A6C-414D-A958-EB97918114DE}"/>
          </ac:spMkLst>
        </pc:spChg>
        <pc:spChg chg="mod">
          <ac:chgData name="Loc Huynh" userId="80c0383e323bd6ea" providerId="LiveId" clId="{6191E253-D739-6B4F-B188-AC17CCA94646}" dt="2023-10-03T13:14:19.819" v="7404" actId="1035"/>
          <ac:spMkLst>
            <pc:docMk/>
            <pc:sldMk cId="1562903317" sldId="567"/>
            <ac:spMk id="44" creationId="{FF884B2E-ED90-6D4E-B95C-35DB976AC781}"/>
          </ac:spMkLst>
        </pc:spChg>
        <pc:spChg chg="mod">
          <ac:chgData name="Loc Huynh" userId="80c0383e323bd6ea" providerId="LiveId" clId="{6191E253-D739-6B4F-B188-AC17CCA94646}" dt="2023-10-03T13:14:19.819" v="7404" actId="1035"/>
          <ac:spMkLst>
            <pc:docMk/>
            <pc:sldMk cId="1562903317" sldId="567"/>
            <ac:spMk id="45" creationId="{151E98CF-B4E9-0A45-B6D5-7AEAEB0EEA0E}"/>
          </ac:spMkLst>
        </pc:spChg>
        <pc:grpChg chg="add mod">
          <ac:chgData name="Loc Huynh" userId="80c0383e323bd6ea" providerId="LiveId" clId="{6191E253-D739-6B4F-B188-AC17CCA94646}" dt="2023-10-03T13:13:59.262" v="7357" actId="12789"/>
          <ac:grpSpMkLst>
            <pc:docMk/>
            <pc:sldMk cId="1562903317" sldId="567"/>
            <ac:grpSpMk id="15" creationId="{80F94B58-DC61-0F7B-EC68-C7EEA0C80F4E}"/>
          </ac:grpSpMkLst>
        </pc:grpChg>
      </pc:sldChg>
      <pc:sldChg chg="addSp delSp modSp add mod">
        <pc:chgData name="Loc Huynh" userId="80c0383e323bd6ea" providerId="LiveId" clId="{6191E253-D739-6B4F-B188-AC17CCA94646}" dt="2023-10-27T10:07:18.003" v="7557" actId="478"/>
        <pc:sldMkLst>
          <pc:docMk/>
          <pc:sldMk cId="1443472809" sldId="568"/>
        </pc:sldMkLst>
        <pc:spChg chg="mod">
          <ac:chgData name="Loc Huynh" userId="80c0383e323bd6ea" providerId="LiveId" clId="{6191E253-D739-6B4F-B188-AC17CCA94646}" dt="2023-10-03T11:26:30.418" v="6386"/>
          <ac:spMkLst>
            <pc:docMk/>
            <pc:sldMk cId="1443472809" sldId="568"/>
            <ac:spMk id="2" creationId="{2E09F558-D333-EE4F-BF8A-DD5A2AF8E8E5}"/>
          </ac:spMkLst>
        </pc:spChg>
        <pc:spChg chg="add del">
          <ac:chgData name="Loc Huynh" userId="80c0383e323bd6ea" providerId="LiveId" clId="{6191E253-D739-6B4F-B188-AC17CCA94646}" dt="2023-10-27T10:07:03.060" v="7552" actId="478"/>
          <ac:spMkLst>
            <pc:docMk/>
            <pc:sldMk cId="1443472809" sldId="568"/>
            <ac:spMk id="7" creationId="{017118D7-FF79-3B44-A42B-3224CA0A0058}"/>
          </ac:spMkLst>
        </pc:spChg>
        <pc:spChg chg="del mod">
          <ac:chgData name="Loc Huynh" userId="80c0383e323bd6ea" providerId="LiveId" clId="{6191E253-D739-6B4F-B188-AC17CCA94646}" dt="2023-10-27T10:06:50.744" v="7547" actId="478"/>
          <ac:spMkLst>
            <pc:docMk/>
            <pc:sldMk cId="1443472809" sldId="568"/>
            <ac:spMk id="17" creationId="{F121E1D2-CA13-4242-9914-8F81BB55A8A5}"/>
          </ac:spMkLst>
        </pc:spChg>
        <pc:spChg chg="add del">
          <ac:chgData name="Loc Huynh" userId="80c0383e323bd6ea" providerId="LiveId" clId="{6191E253-D739-6B4F-B188-AC17CCA94646}" dt="2023-10-27T10:07:18.003" v="7557" actId="478"/>
          <ac:spMkLst>
            <pc:docMk/>
            <pc:sldMk cId="1443472809" sldId="568"/>
            <ac:spMk id="18" creationId="{0F533C04-7A2A-924A-8576-C4C1B145B90C}"/>
          </ac:spMkLst>
        </pc:spChg>
        <pc:spChg chg="mod">
          <ac:chgData name="Loc Huynh" userId="80c0383e323bd6ea" providerId="LiveId" clId="{6191E253-D739-6B4F-B188-AC17CCA94646}" dt="2023-10-03T13:17:20.018" v="7506" actId="13822"/>
          <ac:spMkLst>
            <pc:docMk/>
            <pc:sldMk cId="1443472809" sldId="568"/>
            <ac:spMk id="26" creationId="{4308B351-EAA4-8E45-84E0-515CD6E4F1A9}"/>
          </ac:spMkLst>
        </pc:spChg>
        <pc:spChg chg="mod">
          <ac:chgData name="Loc Huynh" userId="80c0383e323bd6ea" providerId="LiveId" clId="{6191E253-D739-6B4F-B188-AC17CCA94646}" dt="2023-10-03T13:18:06.458" v="7517" actId="207"/>
          <ac:spMkLst>
            <pc:docMk/>
            <pc:sldMk cId="1443472809" sldId="568"/>
            <ac:spMk id="27" creationId="{AB9DFC89-818A-5444-BD5A-A62A26C593CB}"/>
          </ac:spMkLst>
        </pc:spChg>
        <pc:spChg chg="del">
          <ac:chgData name="Loc Huynh" userId="80c0383e323bd6ea" providerId="LiveId" clId="{6191E253-D739-6B4F-B188-AC17CCA94646}" dt="2023-10-27T10:07:09.673" v="7554" actId="478"/>
          <ac:spMkLst>
            <pc:docMk/>
            <pc:sldMk cId="1443472809" sldId="568"/>
            <ac:spMk id="33" creationId="{FCC4685F-5414-8A49-9085-4C377CCE38F0}"/>
          </ac:spMkLst>
        </pc:spChg>
        <pc:spChg chg="del">
          <ac:chgData name="Loc Huynh" userId="80c0383e323bd6ea" providerId="LiveId" clId="{6191E253-D739-6B4F-B188-AC17CCA94646}" dt="2023-10-27T10:07:13.218" v="7555" actId="478"/>
          <ac:spMkLst>
            <pc:docMk/>
            <pc:sldMk cId="1443472809" sldId="568"/>
            <ac:spMk id="34" creationId="{BA63657A-1C24-8644-9780-1CF6A82FC73B}"/>
          </ac:spMkLst>
        </pc:spChg>
        <pc:spChg chg="mod">
          <ac:chgData name="Loc Huynh" userId="80c0383e323bd6ea" providerId="LiveId" clId="{6191E253-D739-6B4F-B188-AC17CCA94646}" dt="2023-10-03T13:15:15.704" v="7491" actId="1035"/>
          <ac:spMkLst>
            <pc:docMk/>
            <pc:sldMk cId="1443472809" sldId="568"/>
            <ac:spMk id="35" creationId="{B0057DD5-D144-734E-9250-E448267E7366}"/>
          </ac:spMkLst>
        </pc:spChg>
        <pc:spChg chg="del">
          <ac:chgData name="Loc Huynh" userId="80c0383e323bd6ea" providerId="LiveId" clId="{6191E253-D739-6B4F-B188-AC17CCA94646}" dt="2023-10-27T10:06:59.032" v="7550" actId="478"/>
          <ac:spMkLst>
            <pc:docMk/>
            <pc:sldMk cId="1443472809" sldId="568"/>
            <ac:spMk id="37" creationId="{5B982AA0-FD9F-A247-BC10-2CC2D4175FBC}"/>
          </ac:spMkLst>
        </pc:spChg>
        <pc:spChg chg="del">
          <ac:chgData name="Loc Huynh" userId="80c0383e323bd6ea" providerId="LiveId" clId="{6191E253-D739-6B4F-B188-AC17CCA94646}" dt="2023-10-27T10:07:08.089" v="7553" actId="478"/>
          <ac:spMkLst>
            <pc:docMk/>
            <pc:sldMk cId="1443472809" sldId="568"/>
            <ac:spMk id="38" creationId="{D379B4FC-DF8A-3B48-83E3-ABA0E1D0243C}"/>
          </ac:spMkLst>
        </pc:spChg>
        <pc:spChg chg="mod">
          <ac:chgData name="Loc Huynh" userId="80c0383e323bd6ea" providerId="LiveId" clId="{6191E253-D739-6B4F-B188-AC17CCA94646}" dt="2023-10-03T13:17:38.557" v="7513" actId="14100"/>
          <ac:spMkLst>
            <pc:docMk/>
            <pc:sldMk cId="1443472809" sldId="568"/>
            <ac:spMk id="39" creationId="{B56695E6-65D9-6040-A984-E891EE2A875C}"/>
          </ac:spMkLst>
        </pc:spChg>
        <pc:spChg chg="del mod">
          <ac:chgData name="Loc Huynh" userId="80c0383e323bd6ea" providerId="LiveId" clId="{6191E253-D739-6B4F-B188-AC17CCA94646}" dt="2023-10-27T10:06:56.770" v="7549" actId="478"/>
          <ac:spMkLst>
            <pc:docMk/>
            <pc:sldMk cId="1443472809" sldId="568"/>
            <ac:spMk id="41" creationId="{5330C2F0-0A6C-414D-A958-EB97918114DE}"/>
          </ac:spMkLst>
        </pc:spChg>
        <pc:spChg chg="del">
          <ac:chgData name="Loc Huynh" userId="80c0383e323bd6ea" providerId="LiveId" clId="{6191E253-D739-6B4F-B188-AC17CCA94646}" dt="2023-10-27T10:06:55.421" v="7548" actId="478"/>
          <ac:spMkLst>
            <pc:docMk/>
            <pc:sldMk cId="1443472809" sldId="568"/>
            <ac:spMk id="42" creationId="{88AEE9CD-0EEE-EB47-9A09-055C2EBD0394}"/>
          </ac:spMkLst>
        </pc:spChg>
        <pc:spChg chg="del">
          <ac:chgData name="Loc Huynh" userId="80c0383e323bd6ea" providerId="LiveId" clId="{6191E253-D739-6B4F-B188-AC17CCA94646}" dt="2023-10-27T10:07:15.933" v="7556" actId="478"/>
          <ac:spMkLst>
            <pc:docMk/>
            <pc:sldMk cId="1443472809" sldId="568"/>
            <ac:spMk id="43" creationId="{E50150CC-E005-1D48-BE7F-B96183234FDD}"/>
          </ac:spMkLst>
        </pc:spChg>
        <pc:grpChg chg="add mod">
          <ac:chgData name="Loc Huynh" userId="80c0383e323bd6ea" providerId="LiveId" clId="{6191E253-D739-6B4F-B188-AC17CCA94646}" dt="2023-10-03T13:15:00.544" v="7458" actId="12789"/>
          <ac:grpSpMkLst>
            <pc:docMk/>
            <pc:sldMk cId="1443472809" sldId="568"/>
            <ac:grpSpMk id="15" creationId="{3D733511-BED8-01B7-3FEA-9710D13E2DF6}"/>
          </ac:grpSpMkLst>
        </pc:grpChg>
        <pc:grpChg chg="del">
          <ac:chgData name="Loc Huynh" userId="80c0383e323bd6ea" providerId="LiveId" clId="{6191E253-D739-6B4F-B188-AC17CCA94646}" dt="2023-10-27T10:06:55.421" v="7548" actId="478"/>
          <ac:grpSpMkLst>
            <pc:docMk/>
            <pc:sldMk cId="1443472809" sldId="568"/>
            <ac:grpSpMk id="30" creationId="{C3203A95-E85B-BC49-B67B-02DDD2A85E72}"/>
          </ac:grpSpMkLst>
        </pc:grpChg>
      </pc:sldChg>
      <pc:sldChg chg="modSp add mod chgLayout">
        <pc:chgData name="Loc Huynh" userId="80c0383e323bd6ea" providerId="LiveId" clId="{6191E253-D739-6B4F-B188-AC17CCA94646}" dt="2023-10-27T11:03:26.166" v="7569" actId="1076"/>
        <pc:sldMkLst>
          <pc:docMk/>
          <pc:sldMk cId="1833287283" sldId="569"/>
        </pc:sldMkLst>
        <pc:spChg chg="mod ord">
          <ac:chgData name="Loc Huynh" userId="80c0383e323bd6ea" providerId="LiveId" clId="{6191E253-D739-6B4F-B188-AC17CCA94646}" dt="2023-10-03T12:00:39.146" v="6556" actId="700"/>
          <ac:spMkLst>
            <pc:docMk/>
            <pc:sldMk cId="1833287283" sldId="569"/>
            <ac:spMk id="2" creationId="{D9B8DF27-EF63-4E48-915F-3280E837FFEC}"/>
          </ac:spMkLst>
        </pc:spChg>
        <pc:spChg chg="mod ord">
          <ac:chgData name="Loc Huynh" userId="80c0383e323bd6ea" providerId="LiveId" clId="{6191E253-D739-6B4F-B188-AC17CCA94646}" dt="2023-10-03T12:01:26.191" v="6609" actId="1035"/>
          <ac:spMkLst>
            <pc:docMk/>
            <pc:sldMk cId="1833287283" sldId="569"/>
            <ac:spMk id="3" creationId="{311433EB-F56F-004D-8367-D17259BE19FA}"/>
          </ac:spMkLst>
        </pc:spChg>
        <pc:spChg chg="mod ord">
          <ac:chgData name="Loc Huynh" userId="80c0383e323bd6ea" providerId="LiveId" clId="{6191E253-D739-6B4F-B188-AC17CCA94646}" dt="2023-10-03T12:00:39.146" v="6556" actId="700"/>
          <ac:spMkLst>
            <pc:docMk/>
            <pc:sldMk cId="1833287283" sldId="569"/>
            <ac:spMk id="4" creationId="{569B6A24-CA45-2A47-B40D-45E44A591A4D}"/>
          </ac:spMkLst>
        </pc:spChg>
        <pc:spChg chg="mod ord">
          <ac:chgData name="Loc Huynh" userId="80c0383e323bd6ea" providerId="LiveId" clId="{6191E253-D739-6B4F-B188-AC17CCA94646}" dt="2023-10-03T12:00:39.146" v="6556" actId="700"/>
          <ac:spMkLst>
            <pc:docMk/>
            <pc:sldMk cId="1833287283" sldId="569"/>
            <ac:spMk id="5" creationId="{CF2E07B3-1D0D-134E-938C-59A574F5C690}"/>
          </ac:spMkLst>
        </pc:spChg>
        <pc:spChg chg="mod ord">
          <ac:chgData name="Loc Huynh" userId="80c0383e323bd6ea" providerId="LiveId" clId="{6191E253-D739-6B4F-B188-AC17CCA94646}" dt="2023-10-03T12:01:26.191" v="6609" actId="1035"/>
          <ac:spMkLst>
            <pc:docMk/>
            <pc:sldMk cId="1833287283" sldId="569"/>
            <ac:spMk id="6" creationId="{7E549366-4659-CD43-B548-175F7744BD8E}"/>
          </ac:spMkLst>
        </pc:spChg>
        <pc:spChg chg="mod ord">
          <ac:chgData name="Loc Huynh" userId="80c0383e323bd6ea" providerId="LiveId" clId="{6191E253-D739-6B4F-B188-AC17CCA94646}" dt="2023-10-03T12:02:05.446" v="6615" actId="207"/>
          <ac:spMkLst>
            <pc:docMk/>
            <pc:sldMk cId="1833287283" sldId="569"/>
            <ac:spMk id="7" creationId="{E31700ED-4536-C046-A30F-C18BBBF28C28}"/>
          </ac:spMkLst>
        </pc:spChg>
        <pc:spChg chg="mod ord">
          <ac:chgData name="Loc Huynh" userId="80c0383e323bd6ea" providerId="LiveId" clId="{6191E253-D739-6B4F-B188-AC17CCA94646}" dt="2023-10-27T11:03:26.166" v="7569" actId="1076"/>
          <ac:spMkLst>
            <pc:docMk/>
            <pc:sldMk cId="1833287283" sldId="569"/>
            <ac:spMk id="8" creationId="{6712F00C-A5F0-1C40-90EC-5FD184A109AB}"/>
          </ac:spMkLst>
        </pc:spChg>
        <pc:spChg chg="mod">
          <ac:chgData name="Loc Huynh" userId="80c0383e323bd6ea" providerId="LiveId" clId="{6191E253-D739-6B4F-B188-AC17CCA94646}" dt="2023-10-03T12:00:21.805" v="6553" actId="13822"/>
          <ac:spMkLst>
            <pc:docMk/>
            <pc:sldMk cId="1833287283" sldId="569"/>
            <ac:spMk id="9" creationId="{575F541A-85C3-2E48-8129-0F48734C46D3}"/>
          </ac:spMkLst>
        </pc:spChg>
        <pc:spChg chg="mod">
          <ac:chgData name="Loc Huynh" userId="80c0383e323bd6ea" providerId="LiveId" clId="{6191E253-D739-6B4F-B188-AC17CCA94646}" dt="2023-10-27T11:03:25.313" v="7568" actId="207"/>
          <ac:spMkLst>
            <pc:docMk/>
            <pc:sldMk cId="1833287283" sldId="569"/>
            <ac:spMk id="10" creationId="{3C824AB6-1B16-7341-BEFB-8A845B2DC76A}"/>
          </ac:spMkLst>
        </pc:spChg>
        <pc:spChg chg="mod">
          <ac:chgData name="Loc Huynh" userId="80c0383e323bd6ea" providerId="LiveId" clId="{6191E253-D739-6B4F-B188-AC17CCA94646}" dt="2023-10-03T12:01:47.219" v="6613" actId="14100"/>
          <ac:spMkLst>
            <pc:docMk/>
            <pc:sldMk cId="1833287283" sldId="569"/>
            <ac:spMk id="11" creationId="{B0023F5D-715D-A64F-BAF8-157BEF4959F4}"/>
          </ac:spMkLst>
        </pc:spChg>
        <pc:spChg chg="mod">
          <ac:chgData name="Loc Huynh" userId="80c0383e323bd6ea" providerId="LiveId" clId="{6191E253-D739-6B4F-B188-AC17CCA94646}" dt="2023-10-03T12:01:43.964" v="6612" actId="14100"/>
          <ac:spMkLst>
            <pc:docMk/>
            <pc:sldMk cId="1833287283" sldId="569"/>
            <ac:spMk id="12" creationId="{3EE5D72C-BF3B-034C-AEC8-D5812FEFBCC3}"/>
          </ac:spMkLst>
        </pc:spChg>
      </pc:sldChg>
      <pc:sldChg chg="modSp add mod">
        <pc:chgData name="Loc Huynh" userId="80c0383e323bd6ea" providerId="LiveId" clId="{6191E253-D739-6B4F-B188-AC17CCA94646}" dt="2023-10-03T11:11:06.570" v="5985" actId="207"/>
        <pc:sldMkLst>
          <pc:docMk/>
          <pc:sldMk cId="2209039098" sldId="570"/>
        </pc:sldMkLst>
        <pc:spChg chg="mod">
          <ac:chgData name="Loc Huynh" userId="80c0383e323bd6ea" providerId="LiveId" clId="{6191E253-D739-6B4F-B188-AC17CCA94646}" dt="2023-10-03T05:54:06.383" v="26" actId="27636"/>
          <ac:spMkLst>
            <pc:docMk/>
            <pc:sldMk cId="2209039098" sldId="570"/>
            <ac:spMk id="9" creationId="{932152F9-2B95-EF47-948C-A169795CCD17}"/>
          </ac:spMkLst>
        </pc:spChg>
        <pc:spChg chg="mod">
          <ac:chgData name="Loc Huynh" userId="80c0383e323bd6ea" providerId="LiveId" clId="{6191E253-D739-6B4F-B188-AC17CCA94646}" dt="2023-10-03T11:11:06.570" v="5985" actId="207"/>
          <ac:spMkLst>
            <pc:docMk/>
            <pc:sldMk cId="2209039098" sldId="570"/>
            <ac:spMk id="10" creationId="{7953ABD5-A8EB-D044-B4BB-434D970AAAF6}"/>
          </ac:spMkLst>
        </pc:spChg>
      </pc:sldChg>
      <pc:sldChg chg="modSp add mod">
        <pc:chgData name="Loc Huynh" userId="80c0383e323bd6ea" providerId="LiveId" clId="{6191E253-D739-6B4F-B188-AC17CCA94646}" dt="2023-10-03T11:11:59.242" v="6007" actId="207"/>
        <pc:sldMkLst>
          <pc:docMk/>
          <pc:sldMk cId="1201420370" sldId="571"/>
        </pc:sldMkLst>
        <pc:spChg chg="mod">
          <ac:chgData name="Loc Huynh" userId="80c0383e323bd6ea" providerId="LiveId" clId="{6191E253-D739-6B4F-B188-AC17CCA94646}" dt="2023-10-03T05:54:06.419" v="27" actId="27636"/>
          <ac:spMkLst>
            <pc:docMk/>
            <pc:sldMk cId="1201420370" sldId="571"/>
            <ac:spMk id="9" creationId="{932152F9-2B95-EF47-948C-A169795CCD17}"/>
          </ac:spMkLst>
        </pc:spChg>
        <pc:spChg chg="mod">
          <ac:chgData name="Loc Huynh" userId="80c0383e323bd6ea" providerId="LiveId" clId="{6191E253-D739-6B4F-B188-AC17CCA94646}" dt="2023-10-03T11:11:59.242" v="6007" actId="207"/>
          <ac:spMkLst>
            <pc:docMk/>
            <pc:sldMk cId="1201420370" sldId="571"/>
            <ac:spMk id="10" creationId="{7953ABD5-A8EB-D044-B4BB-434D970AAAF6}"/>
          </ac:spMkLst>
        </pc:spChg>
      </pc:sldChg>
      <pc:sldChg chg="addSp delSp modSp add mod chgLayout">
        <pc:chgData name="Loc Huynh" userId="80c0383e323bd6ea" providerId="LiveId" clId="{6191E253-D739-6B4F-B188-AC17CCA94646}" dt="2023-10-03T07:12:57.593" v="1482" actId="5793"/>
        <pc:sldMkLst>
          <pc:docMk/>
          <pc:sldMk cId="4191146056" sldId="572"/>
        </pc:sldMkLst>
        <pc:spChg chg="mod ord">
          <ac:chgData name="Loc Huynh" userId="80c0383e323bd6ea" providerId="LiveId" clId="{6191E253-D739-6B4F-B188-AC17CCA94646}" dt="2023-10-03T07:09:21.839" v="1435" actId="700"/>
          <ac:spMkLst>
            <pc:docMk/>
            <pc:sldMk cId="4191146056" sldId="572"/>
            <ac:spMk id="2" creationId="{636479E2-C0D6-904F-B5C5-2271728A96C3}"/>
          </ac:spMkLst>
        </pc:spChg>
        <pc:spChg chg="mod ord">
          <ac:chgData name="Loc Huynh" userId="80c0383e323bd6ea" providerId="LiveId" clId="{6191E253-D739-6B4F-B188-AC17CCA94646}" dt="2023-10-03T07:12:57.593" v="1482" actId="5793"/>
          <ac:spMkLst>
            <pc:docMk/>
            <pc:sldMk cId="4191146056" sldId="572"/>
            <ac:spMk id="3" creationId="{C0C21A69-FB3A-5848-81E0-17A1514E605F}"/>
          </ac:spMkLst>
        </pc:spChg>
        <pc:spChg chg="mod ord">
          <ac:chgData name="Loc Huynh" userId="80c0383e323bd6ea" providerId="LiveId" clId="{6191E253-D739-6B4F-B188-AC17CCA94646}" dt="2023-10-03T07:09:21.839" v="1435" actId="700"/>
          <ac:spMkLst>
            <pc:docMk/>
            <pc:sldMk cId="4191146056" sldId="572"/>
            <ac:spMk id="4" creationId="{961813DB-F3F2-A844-9A22-9324D7622836}"/>
          </ac:spMkLst>
        </pc:spChg>
        <pc:spChg chg="mod ord">
          <ac:chgData name="Loc Huynh" userId="80c0383e323bd6ea" providerId="LiveId" clId="{6191E253-D739-6B4F-B188-AC17CCA94646}" dt="2023-10-03T07:09:21.839" v="1435" actId="700"/>
          <ac:spMkLst>
            <pc:docMk/>
            <pc:sldMk cId="4191146056" sldId="572"/>
            <ac:spMk id="5" creationId="{D78C7F57-CA11-D14F-8EC5-88FA71DFB91F}"/>
          </ac:spMkLst>
        </pc:spChg>
        <pc:spChg chg="del">
          <ac:chgData name="Loc Huynh" userId="80c0383e323bd6ea" providerId="LiveId" clId="{6191E253-D739-6B4F-B188-AC17CCA94646}" dt="2023-10-03T07:08:35.475" v="1421" actId="478"/>
          <ac:spMkLst>
            <pc:docMk/>
            <pc:sldMk cId="4191146056" sldId="572"/>
            <ac:spMk id="7" creationId="{71DFCC42-F639-A143-9EBC-FD19533C65C8}"/>
          </ac:spMkLst>
        </pc:spChg>
        <pc:spChg chg="del">
          <ac:chgData name="Loc Huynh" userId="80c0383e323bd6ea" providerId="LiveId" clId="{6191E253-D739-6B4F-B188-AC17CCA94646}" dt="2023-10-03T07:08:32.932" v="1420" actId="478"/>
          <ac:spMkLst>
            <pc:docMk/>
            <pc:sldMk cId="4191146056" sldId="572"/>
            <ac:spMk id="8" creationId="{31FF0724-880E-0E45-BF6A-6809379EC09C}"/>
          </ac:spMkLst>
        </pc:spChg>
        <pc:spChg chg="add mod">
          <ac:chgData name="Loc Huynh" userId="80c0383e323bd6ea" providerId="LiveId" clId="{6191E253-D739-6B4F-B188-AC17CCA94646}" dt="2023-10-03T07:11:31.113" v="1470" actId="20577"/>
          <ac:spMkLst>
            <pc:docMk/>
            <pc:sldMk cId="4191146056" sldId="572"/>
            <ac:spMk id="9" creationId="{58E60DC8-92D9-1518-9FAC-4BA4B58F4D65}"/>
          </ac:spMkLst>
        </pc:spChg>
        <pc:spChg chg="add mod">
          <ac:chgData name="Loc Huynh" userId="80c0383e323bd6ea" providerId="LiveId" clId="{6191E253-D739-6B4F-B188-AC17CCA94646}" dt="2023-10-03T07:11:43.109" v="1472" actId="14100"/>
          <ac:spMkLst>
            <pc:docMk/>
            <pc:sldMk cId="4191146056" sldId="572"/>
            <ac:spMk id="10" creationId="{A3EE21F9-DFA9-503B-CB26-0A1697BB7E63}"/>
          </ac:spMkLst>
        </pc:spChg>
        <pc:graphicFrameChg chg="del">
          <ac:chgData name="Loc Huynh" userId="80c0383e323bd6ea" providerId="LiveId" clId="{6191E253-D739-6B4F-B188-AC17CCA94646}" dt="2023-10-03T07:08:38.702" v="1422" actId="478"/>
          <ac:graphicFrameMkLst>
            <pc:docMk/>
            <pc:sldMk cId="4191146056" sldId="572"/>
            <ac:graphicFrameMk id="6" creationId="{878586ED-82B8-624D-85DB-6E8B60ECF47F}"/>
          </ac:graphicFrameMkLst>
        </pc:graphicFrameChg>
      </pc:sldChg>
      <pc:sldChg chg="modSp add mod">
        <pc:chgData name="Loc Huynh" userId="80c0383e323bd6ea" providerId="LiveId" clId="{6191E253-D739-6B4F-B188-AC17CCA94646}" dt="2023-10-03T09:21:09.481" v="4506"/>
        <pc:sldMkLst>
          <pc:docMk/>
          <pc:sldMk cId="2347045855" sldId="573"/>
        </pc:sldMkLst>
        <pc:spChg chg="mod">
          <ac:chgData name="Loc Huynh" userId="80c0383e323bd6ea" providerId="LiveId" clId="{6191E253-D739-6B4F-B188-AC17CCA94646}" dt="2023-10-03T09:21:09.481" v="4506"/>
          <ac:spMkLst>
            <pc:docMk/>
            <pc:sldMk cId="2347045855" sldId="573"/>
            <ac:spMk id="2" creationId="{9077CC4D-F5BD-D34C-8F83-3D9C63A6941F}"/>
          </ac:spMkLst>
        </pc:spChg>
        <pc:spChg chg="mod">
          <ac:chgData name="Loc Huynh" userId="80c0383e323bd6ea" providerId="LiveId" clId="{6191E253-D739-6B4F-B188-AC17CCA94646}" dt="2023-10-03T07:37:41.897" v="2210" actId="13926"/>
          <ac:spMkLst>
            <pc:docMk/>
            <pc:sldMk cId="2347045855" sldId="573"/>
            <ac:spMk id="3" creationId="{26BE6A67-FCA1-284D-985A-35883DFE6502}"/>
          </ac:spMkLst>
        </pc:spChg>
        <pc:spChg chg="mod">
          <ac:chgData name="Loc Huynh" userId="80c0383e323bd6ea" providerId="LiveId" clId="{6191E253-D739-6B4F-B188-AC17CCA94646}" dt="2023-10-03T07:48:08.055" v="2535" actId="20577"/>
          <ac:spMkLst>
            <pc:docMk/>
            <pc:sldMk cId="2347045855" sldId="573"/>
            <ac:spMk id="14" creationId="{32B938ED-FEB0-B346-B946-C57073A836A8}"/>
          </ac:spMkLst>
        </pc:spChg>
      </pc:sldChg>
      <pc:sldChg chg="modSp add mod">
        <pc:chgData name="Loc Huynh" userId="80c0383e323bd6ea" providerId="LiveId" clId="{6191E253-D739-6B4F-B188-AC17CCA94646}" dt="2023-10-03T09:21:12.589" v="4507"/>
        <pc:sldMkLst>
          <pc:docMk/>
          <pc:sldMk cId="1959802321" sldId="574"/>
        </pc:sldMkLst>
        <pc:spChg chg="mod">
          <ac:chgData name="Loc Huynh" userId="80c0383e323bd6ea" providerId="LiveId" clId="{6191E253-D739-6B4F-B188-AC17CCA94646}" dt="2023-10-03T09:21:12.589" v="4507"/>
          <ac:spMkLst>
            <pc:docMk/>
            <pc:sldMk cId="1959802321" sldId="574"/>
            <ac:spMk id="2" creationId="{9077CC4D-F5BD-D34C-8F83-3D9C63A6941F}"/>
          </ac:spMkLst>
        </pc:spChg>
        <pc:spChg chg="mod">
          <ac:chgData name="Loc Huynh" userId="80c0383e323bd6ea" providerId="LiveId" clId="{6191E253-D739-6B4F-B188-AC17CCA94646}" dt="2023-10-03T07:51:33.755" v="2804" actId="113"/>
          <ac:spMkLst>
            <pc:docMk/>
            <pc:sldMk cId="1959802321" sldId="574"/>
            <ac:spMk id="3" creationId="{26BE6A67-FCA1-284D-985A-35883DFE6502}"/>
          </ac:spMkLst>
        </pc:spChg>
        <pc:spChg chg="mod">
          <ac:chgData name="Loc Huynh" userId="80c0383e323bd6ea" providerId="LiveId" clId="{6191E253-D739-6B4F-B188-AC17CCA94646}" dt="2023-10-03T07:48:38.977" v="2537" actId="20577"/>
          <ac:spMkLst>
            <pc:docMk/>
            <pc:sldMk cId="1959802321" sldId="574"/>
            <ac:spMk id="14" creationId="{32B938ED-FEB0-B346-B946-C57073A836A8}"/>
          </ac:spMkLst>
        </pc:spChg>
      </pc:sldChg>
      <pc:sldChg chg="modSp add mod">
        <pc:chgData name="Loc Huynh" userId="80c0383e323bd6ea" providerId="LiveId" clId="{6191E253-D739-6B4F-B188-AC17CCA94646}" dt="2023-10-03T09:21:15.247" v="4508"/>
        <pc:sldMkLst>
          <pc:docMk/>
          <pc:sldMk cId="3175611268" sldId="575"/>
        </pc:sldMkLst>
        <pc:spChg chg="mod">
          <ac:chgData name="Loc Huynh" userId="80c0383e323bd6ea" providerId="LiveId" clId="{6191E253-D739-6B4F-B188-AC17CCA94646}" dt="2023-10-03T09:21:15.247" v="4508"/>
          <ac:spMkLst>
            <pc:docMk/>
            <pc:sldMk cId="3175611268" sldId="575"/>
            <ac:spMk id="2" creationId="{9077CC4D-F5BD-D34C-8F83-3D9C63A6941F}"/>
          </ac:spMkLst>
        </pc:spChg>
        <pc:spChg chg="mod">
          <ac:chgData name="Loc Huynh" userId="80c0383e323bd6ea" providerId="LiveId" clId="{6191E253-D739-6B4F-B188-AC17CCA94646}" dt="2023-10-03T07:43:07.055" v="2513" actId="20577"/>
          <ac:spMkLst>
            <pc:docMk/>
            <pc:sldMk cId="3175611268" sldId="575"/>
            <ac:spMk id="3" creationId="{26BE6A67-FCA1-284D-985A-35883DFE6502}"/>
          </ac:spMkLst>
        </pc:spChg>
        <pc:spChg chg="mod">
          <ac:chgData name="Loc Huynh" userId="80c0383e323bd6ea" providerId="LiveId" clId="{6191E253-D739-6B4F-B188-AC17CCA94646}" dt="2023-10-03T07:48:54.238" v="2541" actId="20577"/>
          <ac:spMkLst>
            <pc:docMk/>
            <pc:sldMk cId="3175611268" sldId="575"/>
            <ac:spMk id="14" creationId="{32B938ED-FEB0-B346-B946-C57073A836A8}"/>
          </ac:spMkLst>
        </pc:spChg>
      </pc:sldChg>
      <pc:sldChg chg="add del">
        <pc:chgData name="Loc Huynh" userId="80c0383e323bd6ea" providerId="LiveId" clId="{6191E253-D739-6B4F-B188-AC17CCA94646}" dt="2023-10-03T07:46:20.165" v="2516" actId="2696"/>
        <pc:sldMkLst>
          <pc:docMk/>
          <pc:sldMk cId="83866554" sldId="576"/>
        </pc:sldMkLst>
      </pc:sldChg>
      <pc:sldChg chg="modSp add mod">
        <pc:chgData name="Loc Huynh" userId="80c0383e323bd6ea" providerId="LiveId" clId="{6191E253-D739-6B4F-B188-AC17CCA94646}" dt="2023-10-03T09:21:18.848" v="4509"/>
        <pc:sldMkLst>
          <pc:docMk/>
          <pc:sldMk cId="3527773720" sldId="576"/>
        </pc:sldMkLst>
        <pc:spChg chg="mod">
          <ac:chgData name="Loc Huynh" userId="80c0383e323bd6ea" providerId="LiveId" clId="{6191E253-D739-6B4F-B188-AC17CCA94646}" dt="2023-10-03T09:21:18.848" v="4509"/>
          <ac:spMkLst>
            <pc:docMk/>
            <pc:sldMk cId="3527773720" sldId="576"/>
            <ac:spMk id="2" creationId="{9077CC4D-F5BD-D34C-8F83-3D9C63A6941F}"/>
          </ac:spMkLst>
        </pc:spChg>
        <pc:spChg chg="mod">
          <ac:chgData name="Loc Huynh" userId="80c0383e323bd6ea" providerId="LiveId" clId="{6191E253-D739-6B4F-B188-AC17CCA94646}" dt="2023-10-03T08:19:25.270" v="3680" actId="113"/>
          <ac:spMkLst>
            <pc:docMk/>
            <pc:sldMk cId="3527773720" sldId="576"/>
            <ac:spMk id="3" creationId="{26BE6A67-FCA1-284D-985A-35883DFE6502}"/>
          </ac:spMkLst>
        </pc:spChg>
        <pc:spChg chg="mod">
          <ac:chgData name="Loc Huynh" userId="80c0383e323bd6ea" providerId="LiveId" clId="{6191E253-D739-6B4F-B188-AC17CCA94646}" dt="2023-10-03T07:49:00.544" v="2545" actId="20577"/>
          <ac:spMkLst>
            <pc:docMk/>
            <pc:sldMk cId="3527773720" sldId="576"/>
            <ac:spMk id="14" creationId="{32B938ED-FEB0-B346-B946-C57073A836A8}"/>
          </ac:spMkLst>
        </pc:spChg>
      </pc:sldChg>
      <pc:sldChg chg="modSp add mod">
        <pc:chgData name="Loc Huynh" userId="80c0383e323bd6ea" providerId="LiveId" clId="{6191E253-D739-6B4F-B188-AC17CCA94646}" dt="2023-10-03T09:21:25.855" v="4511"/>
        <pc:sldMkLst>
          <pc:docMk/>
          <pc:sldMk cId="2464220072" sldId="577"/>
        </pc:sldMkLst>
        <pc:spChg chg="mod">
          <ac:chgData name="Loc Huynh" userId="80c0383e323bd6ea" providerId="LiveId" clId="{6191E253-D739-6B4F-B188-AC17CCA94646}" dt="2023-10-03T09:21:25.855" v="4511"/>
          <ac:spMkLst>
            <pc:docMk/>
            <pc:sldMk cId="2464220072" sldId="577"/>
            <ac:spMk id="2" creationId="{9077CC4D-F5BD-D34C-8F83-3D9C63A6941F}"/>
          </ac:spMkLst>
        </pc:spChg>
        <pc:spChg chg="mod">
          <ac:chgData name="Loc Huynh" userId="80c0383e323bd6ea" providerId="LiveId" clId="{6191E253-D739-6B4F-B188-AC17CCA94646}" dt="2023-10-03T08:12:22.625" v="3397"/>
          <ac:spMkLst>
            <pc:docMk/>
            <pc:sldMk cId="2464220072" sldId="577"/>
            <ac:spMk id="3" creationId="{26BE6A67-FCA1-284D-985A-35883DFE6502}"/>
          </ac:spMkLst>
        </pc:spChg>
        <pc:spChg chg="mod">
          <ac:chgData name="Loc Huynh" userId="80c0383e323bd6ea" providerId="LiveId" clId="{6191E253-D739-6B4F-B188-AC17CCA94646}" dt="2023-10-03T07:59:59.351" v="3101" actId="207"/>
          <ac:spMkLst>
            <pc:docMk/>
            <pc:sldMk cId="2464220072" sldId="577"/>
            <ac:spMk id="8" creationId="{23622D8D-4530-2845-8E3A-75D289EF0D6F}"/>
          </ac:spMkLst>
        </pc:spChg>
      </pc:sldChg>
      <pc:sldChg chg="modSp add mod">
        <pc:chgData name="Loc Huynh" userId="80c0383e323bd6ea" providerId="LiveId" clId="{6191E253-D739-6B4F-B188-AC17CCA94646}" dt="2023-10-03T09:21:28.760" v="4512"/>
        <pc:sldMkLst>
          <pc:docMk/>
          <pc:sldMk cId="3811943616" sldId="578"/>
        </pc:sldMkLst>
        <pc:spChg chg="mod">
          <ac:chgData name="Loc Huynh" userId="80c0383e323bd6ea" providerId="LiveId" clId="{6191E253-D739-6B4F-B188-AC17CCA94646}" dt="2023-10-03T09:21:28.760" v="4512"/>
          <ac:spMkLst>
            <pc:docMk/>
            <pc:sldMk cId="3811943616" sldId="578"/>
            <ac:spMk id="2" creationId="{9077CC4D-F5BD-D34C-8F83-3D9C63A6941F}"/>
          </ac:spMkLst>
        </pc:spChg>
        <pc:spChg chg="mod">
          <ac:chgData name="Loc Huynh" userId="80c0383e323bd6ea" providerId="LiveId" clId="{6191E253-D739-6B4F-B188-AC17CCA94646}" dt="2023-10-03T08:19:04.650" v="3675" actId="21"/>
          <ac:spMkLst>
            <pc:docMk/>
            <pc:sldMk cId="3811943616" sldId="578"/>
            <ac:spMk id="3" creationId="{26BE6A67-FCA1-284D-985A-35883DFE6502}"/>
          </ac:spMkLst>
        </pc:spChg>
        <pc:spChg chg="mod">
          <ac:chgData name="Loc Huynh" userId="80c0383e323bd6ea" providerId="LiveId" clId="{6191E253-D739-6B4F-B188-AC17CCA94646}" dt="2023-10-03T08:11:18.469" v="3346" actId="20577"/>
          <ac:spMkLst>
            <pc:docMk/>
            <pc:sldMk cId="3811943616" sldId="578"/>
            <ac:spMk id="8" creationId="{23622D8D-4530-2845-8E3A-75D289EF0D6F}"/>
          </ac:spMkLst>
        </pc:spChg>
      </pc:sldChg>
      <pc:sldChg chg="modSp add mod">
        <pc:chgData name="Loc Huynh" userId="80c0383e323bd6ea" providerId="LiveId" clId="{6191E253-D739-6B4F-B188-AC17CCA94646}" dt="2023-10-27T10:24:10.034" v="7562" actId="207"/>
        <pc:sldMkLst>
          <pc:docMk/>
          <pc:sldMk cId="2375137816" sldId="579"/>
        </pc:sldMkLst>
        <pc:spChg chg="mod">
          <ac:chgData name="Loc Huynh" userId="80c0383e323bd6ea" providerId="LiveId" clId="{6191E253-D739-6B4F-B188-AC17CCA94646}" dt="2023-10-03T09:21:32.109" v="4513"/>
          <ac:spMkLst>
            <pc:docMk/>
            <pc:sldMk cId="2375137816" sldId="579"/>
            <ac:spMk id="2" creationId="{9077CC4D-F5BD-D34C-8F83-3D9C63A6941F}"/>
          </ac:spMkLst>
        </pc:spChg>
        <pc:spChg chg="mod">
          <ac:chgData name="Loc Huynh" userId="80c0383e323bd6ea" providerId="LiveId" clId="{6191E253-D739-6B4F-B188-AC17CCA94646}" dt="2023-10-03T08:29:00.106" v="4101" actId="1076"/>
          <ac:spMkLst>
            <pc:docMk/>
            <pc:sldMk cId="2375137816" sldId="579"/>
            <ac:spMk id="6" creationId="{3F101676-B436-5048-B3E5-5FFFB0DD9AFE}"/>
          </ac:spMkLst>
        </pc:spChg>
        <pc:spChg chg="mod">
          <ac:chgData name="Loc Huynh" userId="80c0383e323bd6ea" providerId="LiveId" clId="{6191E253-D739-6B4F-B188-AC17CCA94646}" dt="2023-10-27T10:24:10.034" v="7562" actId="207"/>
          <ac:spMkLst>
            <pc:docMk/>
            <pc:sldMk cId="2375137816" sldId="579"/>
            <ac:spMk id="7" creationId="{6DF504F8-A3E3-B749-A9DB-7C60C83E3E8C}"/>
          </ac:spMkLst>
        </pc:spChg>
        <pc:spChg chg="mod">
          <ac:chgData name="Loc Huynh" userId="80c0383e323bd6ea" providerId="LiveId" clId="{6191E253-D739-6B4F-B188-AC17CCA94646}" dt="2023-10-03T08:28:55.201" v="4100" actId="1076"/>
          <ac:spMkLst>
            <pc:docMk/>
            <pc:sldMk cId="2375137816" sldId="579"/>
            <ac:spMk id="8" creationId="{23622D8D-4530-2845-8E3A-75D289EF0D6F}"/>
          </ac:spMkLst>
        </pc:spChg>
      </pc:sldChg>
      <pc:sldChg chg="addSp delSp modSp add mod delAnim modAnim">
        <pc:chgData name="Loc Huynh" userId="80c0383e323bd6ea" providerId="LiveId" clId="{6191E253-D739-6B4F-B188-AC17CCA94646}" dt="2023-10-27T10:29:57.260" v="7566" actId="20577"/>
        <pc:sldMkLst>
          <pc:docMk/>
          <pc:sldMk cId="2041922114" sldId="580"/>
        </pc:sldMkLst>
        <pc:spChg chg="mod">
          <ac:chgData name="Loc Huynh" userId="80c0383e323bd6ea" providerId="LiveId" clId="{6191E253-D739-6B4F-B188-AC17CCA94646}" dt="2023-10-03T09:21:35.724" v="4514"/>
          <ac:spMkLst>
            <pc:docMk/>
            <pc:sldMk cId="2041922114" sldId="580"/>
            <ac:spMk id="2" creationId="{9077CC4D-F5BD-D34C-8F83-3D9C63A6941F}"/>
          </ac:spMkLst>
        </pc:spChg>
        <pc:spChg chg="del">
          <ac:chgData name="Loc Huynh" userId="80c0383e323bd6ea" providerId="LiveId" clId="{6191E253-D739-6B4F-B188-AC17CCA94646}" dt="2023-10-03T08:27:52.633" v="4088" actId="478"/>
          <ac:spMkLst>
            <pc:docMk/>
            <pc:sldMk cId="2041922114" sldId="580"/>
            <ac:spMk id="6" creationId="{3F101676-B436-5048-B3E5-5FFFB0DD9AFE}"/>
          </ac:spMkLst>
        </pc:spChg>
        <pc:spChg chg="del">
          <ac:chgData name="Loc Huynh" userId="80c0383e323bd6ea" providerId="LiveId" clId="{6191E253-D739-6B4F-B188-AC17CCA94646}" dt="2023-10-03T08:27:53.283" v="4089" actId="478"/>
          <ac:spMkLst>
            <pc:docMk/>
            <pc:sldMk cId="2041922114" sldId="580"/>
            <ac:spMk id="7" creationId="{6DF504F8-A3E3-B749-A9DB-7C60C83E3E8C}"/>
          </ac:spMkLst>
        </pc:spChg>
        <pc:spChg chg="del">
          <ac:chgData name="Loc Huynh" userId="80c0383e323bd6ea" providerId="LiveId" clId="{6191E253-D739-6B4F-B188-AC17CCA94646}" dt="2023-10-03T08:27:51.668" v="4087" actId="478"/>
          <ac:spMkLst>
            <pc:docMk/>
            <pc:sldMk cId="2041922114" sldId="580"/>
            <ac:spMk id="8" creationId="{23622D8D-4530-2845-8E3A-75D289EF0D6F}"/>
          </ac:spMkLst>
        </pc:spChg>
        <pc:spChg chg="add mod">
          <ac:chgData name="Loc Huynh" userId="80c0383e323bd6ea" providerId="LiveId" clId="{6191E253-D739-6B4F-B188-AC17CCA94646}" dt="2023-10-03T08:29:55.246" v="4115" actId="207"/>
          <ac:spMkLst>
            <pc:docMk/>
            <pc:sldMk cId="2041922114" sldId="580"/>
            <ac:spMk id="9" creationId="{B368F82E-4F30-17AF-1763-947E4010C634}"/>
          </ac:spMkLst>
        </pc:spChg>
        <pc:spChg chg="add mod">
          <ac:chgData name="Loc Huynh" userId="80c0383e323bd6ea" providerId="LiveId" clId="{6191E253-D739-6B4F-B188-AC17CCA94646}" dt="2023-10-27T10:29:57.260" v="7566" actId="20577"/>
          <ac:spMkLst>
            <pc:docMk/>
            <pc:sldMk cId="2041922114" sldId="580"/>
            <ac:spMk id="10" creationId="{773A9F04-5C37-D8EB-1A31-05B24CA2F844}"/>
          </ac:spMkLst>
        </pc:spChg>
        <pc:spChg chg="add mod">
          <ac:chgData name="Loc Huynh" userId="80c0383e323bd6ea" providerId="LiveId" clId="{6191E253-D739-6B4F-B188-AC17CCA94646}" dt="2023-10-03T08:34:26.961" v="4217" actId="14100"/>
          <ac:spMkLst>
            <pc:docMk/>
            <pc:sldMk cId="2041922114" sldId="580"/>
            <ac:spMk id="11" creationId="{C3995474-8AC9-1F9E-C95E-AB580CC3A92A}"/>
          </ac:spMkLst>
        </pc:spChg>
        <pc:spChg chg="add mod">
          <ac:chgData name="Loc Huynh" userId="80c0383e323bd6ea" providerId="LiveId" clId="{6191E253-D739-6B4F-B188-AC17CCA94646}" dt="2023-10-27T10:29:54.334" v="7564" actId="20577"/>
          <ac:spMkLst>
            <pc:docMk/>
            <pc:sldMk cId="2041922114" sldId="580"/>
            <ac:spMk id="12" creationId="{A93CA164-B125-C254-3648-36CC7127EFB9}"/>
          </ac:spMkLst>
        </pc:spChg>
        <pc:spChg chg="add mod">
          <ac:chgData name="Loc Huynh" userId="80c0383e323bd6ea" providerId="LiveId" clId="{6191E253-D739-6B4F-B188-AC17CCA94646}" dt="2023-10-03T08:47:36.753" v="4220" actId="14100"/>
          <ac:spMkLst>
            <pc:docMk/>
            <pc:sldMk cId="2041922114" sldId="580"/>
            <ac:spMk id="13" creationId="{FB2DC231-C1B0-9008-ED2A-E6D1C4761D2D}"/>
          </ac:spMkLst>
        </pc:spChg>
      </pc:sldChg>
      <pc:sldChg chg="addSp delSp modSp new mod modAnim">
        <pc:chgData name="Loc Huynh" userId="80c0383e323bd6ea" providerId="LiveId" clId="{6191E253-D739-6B4F-B188-AC17CCA94646}" dt="2023-10-03T10:12:02.988" v="5584" actId="14100"/>
        <pc:sldMkLst>
          <pc:docMk/>
          <pc:sldMk cId="1827970674" sldId="581"/>
        </pc:sldMkLst>
        <pc:spChg chg="mod">
          <ac:chgData name="Loc Huynh" userId="80c0383e323bd6ea" providerId="LiveId" clId="{6191E253-D739-6B4F-B188-AC17CCA94646}" dt="2023-10-03T10:09:01.758" v="5491" actId="27636"/>
          <ac:spMkLst>
            <pc:docMk/>
            <pc:sldMk cId="1827970674" sldId="581"/>
            <ac:spMk id="2" creationId="{79CAB430-58C4-59B9-4336-43F565D509E6}"/>
          </ac:spMkLst>
        </pc:spChg>
        <pc:spChg chg="add mod">
          <ac:chgData name="Loc Huynh" userId="80c0383e323bd6ea" providerId="LiveId" clId="{6191E253-D739-6B4F-B188-AC17CCA94646}" dt="2023-10-03T10:09:56.825" v="5513" actId="1076"/>
          <ac:spMkLst>
            <pc:docMk/>
            <pc:sldMk cId="1827970674" sldId="581"/>
            <ac:spMk id="6" creationId="{564EAF26-B4AB-3451-8DAF-1E4567BB9A36}"/>
          </ac:spMkLst>
        </pc:spChg>
        <pc:spChg chg="add del mod">
          <ac:chgData name="Loc Huynh" userId="80c0383e323bd6ea" providerId="LiveId" clId="{6191E253-D739-6B4F-B188-AC17CCA94646}" dt="2023-10-03T10:10:04.918" v="5515"/>
          <ac:spMkLst>
            <pc:docMk/>
            <pc:sldMk cId="1827970674" sldId="581"/>
            <ac:spMk id="7" creationId="{6F3A4B20-8ABC-3AD9-6A88-55F910C752EC}"/>
          </ac:spMkLst>
        </pc:spChg>
        <pc:spChg chg="add mod">
          <ac:chgData name="Loc Huynh" userId="80c0383e323bd6ea" providerId="LiveId" clId="{6191E253-D739-6B4F-B188-AC17CCA94646}" dt="2023-10-03T10:11:04.098" v="5530" actId="207"/>
          <ac:spMkLst>
            <pc:docMk/>
            <pc:sldMk cId="1827970674" sldId="581"/>
            <ac:spMk id="8" creationId="{9AEC737B-CB7D-BA76-D6A9-DFCCDD55E2E8}"/>
          </ac:spMkLst>
        </pc:spChg>
        <pc:spChg chg="add mod">
          <ac:chgData name="Loc Huynh" userId="80c0383e323bd6ea" providerId="LiveId" clId="{6191E253-D739-6B4F-B188-AC17CCA94646}" dt="2023-10-03T10:12:02.988" v="5584" actId="14100"/>
          <ac:spMkLst>
            <pc:docMk/>
            <pc:sldMk cId="1827970674" sldId="581"/>
            <ac:spMk id="9" creationId="{DC175753-3F24-3356-8989-10B70178F675}"/>
          </ac:spMkLst>
        </pc:spChg>
      </pc:sldChg>
      <pc:sldChg chg="new del">
        <pc:chgData name="Loc Huynh" userId="80c0383e323bd6ea" providerId="LiveId" clId="{6191E253-D739-6B4F-B188-AC17CCA94646}" dt="2023-10-25T02:38:20.197" v="7537" actId="680"/>
        <pc:sldMkLst>
          <pc:docMk/>
          <pc:sldMk cId="2759637459" sldId="582"/>
        </pc:sldMkLst>
      </pc:sldChg>
      <pc:sldMasterChg chg="delSldLayout">
        <pc:chgData name="Loc Huynh" userId="80c0383e323bd6ea" providerId="LiveId" clId="{6191E253-D739-6B4F-B188-AC17CCA94646}" dt="2023-10-03T05:59:02.006" v="450" actId="2696"/>
        <pc:sldMasterMkLst>
          <pc:docMk/>
          <pc:sldMasterMk cId="3606943067" sldId="2147483660"/>
        </pc:sldMasterMkLst>
        <pc:sldLayoutChg chg="del">
          <pc:chgData name="Loc Huynh" userId="80c0383e323bd6ea" providerId="LiveId" clId="{6191E253-D739-6B4F-B188-AC17CCA94646}" dt="2023-10-03T05:59:02.006" v="450" actId="2696"/>
          <pc:sldLayoutMkLst>
            <pc:docMk/>
            <pc:sldMasterMk cId="3606943067" sldId="2147483660"/>
            <pc:sldLayoutMk cId="3326872918" sldId="2147483668"/>
          </pc:sldLayoutMkLst>
        </pc:sldLayoutChg>
      </pc:sldMasterChg>
    </pc:docChg>
  </pc:docChgLst>
  <pc:docChgLst>
    <pc:chgData name="Loc Huynh" userId="80c0383e323bd6ea" providerId="LiveId" clId="{AC168C92-BC10-354B-9520-87CD58AC4BAC}"/>
    <pc:docChg chg="undo redo custSel addSld delSld modSld sldOrd modMainMaster">
      <pc:chgData name="Loc Huynh" userId="80c0383e323bd6ea" providerId="LiveId" clId="{AC168C92-BC10-354B-9520-87CD58AC4BAC}" dt="2023-09-13T11:15:59.082" v="1653" actId="20577"/>
      <pc:docMkLst>
        <pc:docMk/>
      </pc:docMkLst>
      <pc:sldChg chg="del">
        <pc:chgData name="Loc Huynh" userId="80c0383e323bd6ea" providerId="LiveId" clId="{AC168C92-BC10-354B-9520-87CD58AC4BAC}" dt="2023-09-13T08:56:35.840" v="1506" actId="2696"/>
        <pc:sldMkLst>
          <pc:docMk/>
          <pc:sldMk cId="3698868878" sldId="306"/>
        </pc:sldMkLst>
      </pc:sldChg>
      <pc:sldChg chg="del">
        <pc:chgData name="Loc Huynh" userId="80c0383e323bd6ea" providerId="LiveId" clId="{AC168C92-BC10-354B-9520-87CD58AC4BAC}" dt="2023-09-13T08:56:36.326" v="1532" actId="2696"/>
        <pc:sldMkLst>
          <pc:docMk/>
          <pc:sldMk cId="1649213010" sldId="307"/>
        </pc:sldMkLst>
      </pc:sldChg>
      <pc:sldChg chg="del">
        <pc:chgData name="Loc Huynh" userId="80c0383e323bd6ea" providerId="LiveId" clId="{AC168C92-BC10-354B-9520-87CD58AC4BAC}" dt="2023-09-13T08:56:36.579" v="1541" actId="2696"/>
        <pc:sldMkLst>
          <pc:docMk/>
          <pc:sldMk cId="1085273114" sldId="308"/>
        </pc:sldMkLst>
      </pc:sldChg>
      <pc:sldChg chg="del">
        <pc:chgData name="Loc Huynh" userId="80c0383e323bd6ea" providerId="LiveId" clId="{AC168C92-BC10-354B-9520-87CD58AC4BAC}" dt="2023-09-13T08:56:35.843" v="1507" actId="2696"/>
        <pc:sldMkLst>
          <pc:docMk/>
          <pc:sldMk cId="136576927" sldId="309"/>
        </pc:sldMkLst>
      </pc:sldChg>
      <pc:sldChg chg="del">
        <pc:chgData name="Loc Huynh" userId="80c0383e323bd6ea" providerId="LiveId" clId="{AC168C92-BC10-354B-9520-87CD58AC4BAC}" dt="2023-09-13T08:56:36.264" v="1526" actId="2696"/>
        <pc:sldMkLst>
          <pc:docMk/>
          <pc:sldMk cId="3163597442" sldId="310"/>
        </pc:sldMkLst>
      </pc:sldChg>
      <pc:sldChg chg="del">
        <pc:chgData name="Loc Huynh" userId="80c0383e323bd6ea" providerId="LiveId" clId="{AC168C92-BC10-354B-9520-87CD58AC4BAC}" dt="2023-09-13T08:56:36.541" v="1538" actId="2696"/>
        <pc:sldMkLst>
          <pc:docMk/>
          <pc:sldMk cId="1505658864" sldId="313"/>
        </pc:sldMkLst>
      </pc:sldChg>
      <pc:sldChg chg="del">
        <pc:chgData name="Loc Huynh" userId="80c0383e323bd6ea" providerId="LiveId" clId="{AC168C92-BC10-354B-9520-87CD58AC4BAC}" dt="2023-09-13T08:56:35.706" v="1497" actId="2696"/>
        <pc:sldMkLst>
          <pc:docMk/>
          <pc:sldMk cId="2386089045" sldId="316"/>
        </pc:sldMkLst>
      </pc:sldChg>
      <pc:sldChg chg="del">
        <pc:chgData name="Loc Huynh" userId="80c0383e323bd6ea" providerId="LiveId" clId="{AC168C92-BC10-354B-9520-87CD58AC4BAC}" dt="2023-09-13T08:56:36.538" v="1537" actId="2696"/>
        <pc:sldMkLst>
          <pc:docMk/>
          <pc:sldMk cId="1615855309" sldId="320"/>
        </pc:sldMkLst>
      </pc:sldChg>
      <pc:sldChg chg="del">
        <pc:chgData name="Loc Huynh" userId="80c0383e323bd6ea" providerId="LiveId" clId="{AC168C92-BC10-354B-9520-87CD58AC4BAC}" dt="2023-09-13T08:56:35.851" v="1510" actId="2696"/>
        <pc:sldMkLst>
          <pc:docMk/>
          <pc:sldMk cId="1889408896" sldId="321"/>
        </pc:sldMkLst>
      </pc:sldChg>
      <pc:sldChg chg="del">
        <pc:chgData name="Loc Huynh" userId="80c0383e323bd6ea" providerId="LiveId" clId="{AC168C92-BC10-354B-9520-87CD58AC4BAC}" dt="2023-09-13T08:56:35.836" v="1505" actId="2696"/>
        <pc:sldMkLst>
          <pc:docMk/>
          <pc:sldMk cId="1509791820" sldId="326"/>
        </pc:sldMkLst>
      </pc:sldChg>
      <pc:sldChg chg="del">
        <pc:chgData name="Loc Huynh" userId="80c0383e323bd6ea" providerId="LiveId" clId="{AC168C92-BC10-354B-9520-87CD58AC4BAC}" dt="2023-09-13T08:56:36.533" v="1535" actId="2696"/>
        <pc:sldMkLst>
          <pc:docMk/>
          <pc:sldMk cId="2093512164" sldId="327"/>
        </pc:sldMkLst>
      </pc:sldChg>
      <pc:sldChg chg="del">
        <pc:chgData name="Loc Huynh" userId="80c0383e323bd6ea" providerId="LiveId" clId="{AC168C92-BC10-354B-9520-87CD58AC4BAC}" dt="2023-09-13T08:56:35.886" v="1512" actId="2696"/>
        <pc:sldMkLst>
          <pc:docMk/>
          <pc:sldMk cId="3630190742" sldId="328"/>
        </pc:sldMkLst>
      </pc:sldChg>
      <pc:sldChg chg="del">
        <pc:chgData name="Loc Huynh" userId="80c0383e323bd6ea" providerId="LiveId" clId="{AC168C92-BC10-354B-9520-87CD58AC4BAC}" dt="2023-09-13T08:56:35.832" v="1503" actId="2696"/>
        <pc:sldMkLst>
          <pc:docMk/>
          <pc:sldMk cId="1982184621" sldId="329"/>
        </pc:sldMkLst>
      </pc:sldChg>
      <pc:sldChg chg="del">
        <pc:chgData name="Loc Huynh" userId="80c0383e323bd6ea" providerId="LiveId" clId="{AC168C92-BC10-354B-9520-87CD58AC4BAC}" dt="2023-09-13T08:56:36.536" v="1536" actId="2696"/>
        <pc:sldMkLst>
          <pc:docMk/>
          <pc:sldMk cId="1142298140" sldId="330"/>
        </pc:sldMkLst>
      </pc:sldChg>
      <pc:sldChg chg="del">
        <pc:chgData name="Loc Huynh" userId="80c0383e323bd6ea" providerId="LiveId" clId="{AC168C92-BC10-354B-9520-87CD58AC4BAC}" dt="2023-09-13T08:56:36.174" v="1517" actId="2696"/>
        <pc:sldMkLst>
          <pc:docMk/>
          <pc:sldMk cId="915704410" sldId="331"/>
        </pc:sldMkLst>
      </pc:sldChg>
      <pc:sldChg chg="del">
        <pc:chgData name="Loc Huynh" userId="80c0383e323bd6ea" providerId="LiveId" clId="{AC168C92-BC10-354B-9520-87CD58AC4BAC}" dt="2023-09-13T08:56:36.255" v="1524" actId="2696"/>
        <pc:sldMkLst>
          <pc:docMk/>
          <pc:sldMk cId="127802819" sldId="338"/>
        </pc:sldMkLst>
      </pc:sldChg>
      <pc:sldChg chg="del">
        <pc:chgData name="Loc Huynh" userId="80c0383e323bd6ea" providerId="LiveId" clId="{AC168C92-BC10-354B-9520-87CD58AC4BAC}" dt="2023-09-13T08:56:36.266" v="1527" actId="2696"/>
        <pc:sldMkLst>
          <pc:docMk/>
          <pc:sldMk cId="1317106903" sldId="339"/>
        </pc:sldMkLst>
      </pc:sldChg>
      <pc:sldChg chg="del">
        <pc:chgData name="Loc Huynh" userId="80c0383e323bd6ea" providerId="LiveId" clId="{AC168C92-BC10-354B-9520-87CD58AC4BAC}" dt="2023-09-13T08:56:36.619" v="1545" actId="2696"/>
        <pc:sldMkLst>
          <pc:docMk/>
          <pc:sldMk cId="961475434" sldId="344"/>
        </pc:sldMkLst>
      </pc:sldChg>
      <pc:sldChg chg="del">
        <pc:chgData name="Loc Huynh" userId="80c0383e323bd6ea" providerId="LiveId" clId="{AC168C92-BC10-354B-9520-87CD58AC4BAC}" dt="2023-09-13T08:56:35.834" v="1504" actId="2696"/>
        <pc:sldMkLst>
          <pc:docMk/>
          <pc:sldMk cId="1208499357" sldId="377"/>
        </pc:sldMkLst>
      </pc:sldChg>
      <pc:sldChg chg="del">
        <pc:chgData name="Loc Huynh" userId="80c0383e323bd6ea" providerId="LiveId" clId="{AC168C92-BC10-354B-9520-87CD58AC4BAC}" dt="2023-09-13T08:56:36.620" v="1546" actId="2696"/>
        <pc:sldMkLst>
          <pc:docMk/>
          <pc:sldMk cId="2078064597" sldId="378"/>
        </pc:sldMkLst>
      </pc:sldChg>
      <pc:sldChg chg="del">
        <pc:chgData name="Loc Huynh" userId="80c0383e323bd6ea" providerId="LiveId" clId="{AC168C92-BC10-354B-9520-87CD58AC4BAC}" dt="2023-09-13T08:56:36.328" v="1533" actId="2696"/>
        <pc:sldMkLst>
          <pc:docMk/>
          <pc:sldMk cId="2878301185" sldId="379"/>
        </pc:sldMkLst>
      </pc:sldChg>
      <pc:sldChg chg="del">
        <pc:chgData name="Loc Huynh" userId="80c0383e323bd6ea" providerId="LiveId" clId="{AC168C92-BC10-354B-9520-87CD58AC4BAC}" dt="2023-09-13T08:56:36.171" v="1516" actId="2696"/>
        <pc:sldMkLst>
          <pc:docMk/>
          <pc:sldMk cId="219472599" sldId="380"/>
        </pc:sldMkLst>
      </pc:sldChg>
      <pc:sldChg chg="del">
        <pc:chgData name="Loc Huynh" userId="80c0383e323bd6ea" providerId="LiveId" clId="{AC168C92-BC10-354B-9520-87CD58AC4BAC}" dt="2023-09-13T08:56:36.269" v="1528" actId="2696"/>
        <pc:sldMkLst>
          <pc:docMk/>
          <pc:sldMk cId="888047964" sldId="381"/>
        </pc:sldMkLst>
      </pc:sldChg>
      <pc:sldChg chg="del">
        <pc:chgData name="Loc Huynh" userId="80c0383e323bd6ea" providerId="LiveId" clId="{AC168C92-BC10-354B-9520-87CD58AC4BAC}" dt="2023-09-13T08:56:36.247" v="1522" actId="2696"/>
        <pc:sldMkLst>
          <pc:docMk/>
          <pc:sldMk cId="3264862103" sldId="382"/>
        </pc:sldMkLst>
      </pc:sldChg>
      <pc:sldChg chg="del">
        <pc:chgData name="Loc Huynh" userId="80c0383e323bd6ea" providerId="LiveId" clId="{AC168C92-BC10-354B-9520-87CD58AC4BAC}" dt="2023-09-13T08:56:36.615" v="1543" actId="2696"/>
        <pc:sldMkLst>
          <pc:docMk/>
          <pc:sldMk cId="1941501112" sldId="383"/>
        </pc:sldMkLst>
      </pc:sldChg>
      <pc:sldChg chg="del">
        <pc:chgData name="Loc Huynh" userId="80c0383e323bd6ea" providerId="LiveId" clId="{AC168C92-BC10-354B-9520-87CD58AC4BAC}" dt="2023-09-13T08:56:35.848" v="1509" actId="2696"/>
        <pc:sldMkLst>
          <pc:docMk/>
          <pc:sldMk cId="2538837064" sldId="385"/>
        </pc:sldMkLst>
      </pc:sldChg>
      <pc:sldChg chg="modSp mod">
        <pc:chgData name="Loc Huynh" userId="80c0383e323bd6ea" providerId="LiveId" clId="{AC168C92-BC10-354B-9520-87CD58AC4BAC}" dt="2023-09-13T07:08:59.480" v="85" actId="20577"/>
        <pc:sldMkLst>
          <pc:docMk/>
          <pc:sldMk cId="2103274842" sldId="389"/>
        </pc:sldMkLst>
        <pc:spChg chg="mod">
          <ac:chgData name="Loc Huynh" userId="80c0383e323bd6ea" providerId="LiveId" clId="{AC168C92-BC10-354B-9520-87CD58AC4BAC}" dt="2023-09-13T07:08:59.480" v="85" actId="20577"/>
          <ac:spMkLst>
            <pc:docMk/>
            <pc:sldMk cId="2103274842" sldId="389"/>
            <ac:spMk id="3" creationId="{57D3F746-5EAA-354B-933A-D7D4A545895B}"/>
          </ac:spMkLst>
        </pc:spChg>
      </pc:sldChg>
      <pc:sldChg chg="modSp mod modClrScheme chgLayout">
        <pc:chgData name="Loc Huynh" userId="80c0383e323bd6ea" providerId="LiveId" clId="{AC168C92-BC10-354B-9520-87CD58AC4BAC}" dt="2023-09-13T07:14:08.444" v="171" actId="123"/>
        <pc:sldMkLst>
          <pc:docMk/>
          <pc:sldMk cId="3109192718" sldId="390"/>
        </pc:sldMkLst>
        <pc:spChg chg="mod ord">
          <ac:chgData name="Loc Huynh" userId="80c0383e323bd6ea" providerId="LiveId" clId="{AC168C92-BC10-354B-9520-87CD58AC4BAC}" dt="2023-09-13T07:12:23.636" v="149" actId="242"/>
          <ac:spMkLst>
            <pc:docMk/>
            <pc:sldMk cId="3109192718" sldId="390"/>
            <ac:spMk id="2" creationId="{3A2A0463-8EE7-004E-BB37-EA7DDBBDCC79}"/>
          </ac:spMkLst>
        </pc:spChg>
        <pc:spChg chg="mod ord">
          <ac:chgData name="Loc Huynh" userId="80c0383e323bd6ea" providerId="LiveId" clId="{AC168C92-BC10-354B-9520-87CD58AC4BAC}" dt="2023-09-13T07:14:06.099" v="170" actId="123"/>
          <ac:spMkLst>
            <pc:docMk/>
            <pc:sldMk cId="3109192718" sldId="390"/>
            <ac:spMk id="3" creationId="{55B9A554-0581-9143-861C-EFAACEEEA828}"/>
          </ac:spMkLst>
        </pc:spChg>
        <pc:spChg chg="mod ord">
          <ac:chgData name="Loc Huynh" userId="80c0383e323bd6ea" providerId="LiveId" clId="{AC168C92-BC10-354B-9520-87CD58AC4BAC}" dt="2023-09-13T07:12:19.756" v="148" actId="242"/>
          <ac:spMkLst>
            <pc:docMk/>
            <pc:sldMk cId="3109192718" sldId="390"/>
            <ac:spMk id="4" creationId="{7595F988-04FD-5F4C-8C1B-5AB618A20DB2}"/>
          </ac:spMkLst>
        </pc:spChg>
        <pc:spChg chg="mod ord">
          <ac:chgData name="Loc Huynh" userId="80c0383e323bd6ea" providerId="LiveId" clId="{AC168C92-BC10-354B-9520-87CD58AC4BAC}" dt="2023-09-13T07:14:08.444" v="171" actId="123"/>
          <ac:spMkLst>
            <pc:docMk/>
            <pc:sldMk cId="3109192718" sldId="390"/>
            <ac:spMk id="5" creationId="{0E94133C-AB0F-914D-A116-1FDFD790E41F}"/>
          </ac:spMkLst>
        </pc:spChg>
        <pc:spChg chg="mod ord">
          <ac:chgData name="Loc Huynh" userId="80c0383e323bd6ea" providerId="LiveId" clId="{AC168C92-BC10-354B-9520-87CD58AC4BAC}" dt="2023-09-13T07:11:10.666" v="120" actId="700"/>
          <ac:spMkLst>
            <pc:docMk/>
            <pc:sldMk cId="3109192718" sldId="390"/>
            <ac:spMk id="6" creationId="{6FE7E040-EF2B-3B4C-ABDC-C569E2B0F8D4}"/>
          </ac:spMkLst>
        </pc:spChg>
        <pc:spChg chg="mod ord">
          <ac:chgData name="Loc Huynh" userId="80c0383e323bd6ea" providerId="LiveId" clId="{AC168C92-BC10-354B-9520-87CD58AC4BAC}" dt="2023-09-13T07:11:10.666" v="120" actId="700"/>
          <ac:spMkLst>
            <pc:docMk/>
            <pc:sldMk cId="3109192718" sldId="390"/>
            <ac:spMk id="7" creationId="{843E8A97-C3B7-0A4B-87A1-33019F58B08C}"/>
          </ac:spMkLst>
        </pc:spChg>
        <pc:spChg chg="mod ord">
          <ac:chgData name="Loc Huynh" userId="80c0383e323bd6ea" providerId="LiveId" clId="{AC168C92-BC10-354B-9520-87CD58AC4BAC}" dt="2023-09-13T07:11:10.666" v="120" actId="700"/>
          <ac:spMkLst>
            <pc:docMk/>
            <pc:sldMk cId="3109192718" sldId="390"/>
            <ac:spMk id="8" creationId="{08F2A54B-9133-D245-A36E-E96810974059}"/>
          </ac:spMkLst>
        </pc:spChg>
        <pc:spChg chg="mod">
          <ac:chgData name="Loc Huynh" userId="80c0383e323bd6ea" providerId="LiveId" clId="{AC168C92-BC10-354B-9520-87CD58AC4BAC}" dt="2023-09-13T07:12:37.840" v="152" actId="207"/>
          <ac:spMkLst>
            <pc:docMk/>
            <pc:sldMk cId="3109192718" sldId="390"/>
            <ac:spMk id="9" creationId="{3C7A3299-2A35-D548-A3C6-B874EAD72F17}"/>
          </ac:spMkLst>
        </pc:spChg>
      </pc:sldChg>
      <pc:sldChg chg="del">
        <pc:chgData name="Loc Huynh" userId="80c0383e323bd6ea" providerId="LiveId" clId="{AC168C92-BC10-354B-9520-87CD58AC4BAC}" dt="2023-09-13T08:56:36.177" v="1518" actId="2696"/>
        <pc:sldMkLst>
          <pc:docMk/>
          <pc:sldMk cId="461107909" sldId="391"/>
        </pc:sldMkLst>
      </pc:sldChg>
      <pc:sldChg chg="del">
        <pc:chgData name="Loc Huynh" userId="80c0383e323bd6ea" providerId="LiveId" clId="{AC168C92-BC10-354B-9520-87CD58AC4BAC}" dt="2023-09-13T08:56:36.259" v="1525" actId="2696"/>
        <pc:sldMkLst>
          <pc:docMk/>
          <pc:sldMk cId="685094552" sldId="392"/>
        </pc:sldMkLst>
      </pc:sldChg>
      <pc:sldChg chg="modSp mod">
        <pc:chgData name="Loc Huynh" userId="80c0383e323bd6ea" providerId="LiveId" clId="{AC168C92-BC10-354B-9520-87CD58AC4BAC}" dt="2023-09-13T11:15:59.082" v="1653" actId="20577"/>
        <pc:sldMkLst>
          <pc:docMk/>
          <pc:sldMk cId="4095758079" sldId="393"/>
        </pc:sldMkLst>
        <pc:spChg chg="mod">
          <ac:chgData name="Loc Huynh" userId="80c0383e323bd6ea" providerId="LiveId" clId="{AC168C92-BC10-354B-9520-87CD58AC4BAC}" dt="2023-09-13T11:15:59.082" v="1653" actId="20577"/>
          <ac:spMkLst>
            <pc:docMk/>
            <pc:sldMk cId="4095758079" sldId="393"/>
            <ac:spMk id="2" creationId="{00000000-0000-0000-0000-000000000000}"/>
          </ac:spMkLst>
        </pc:spChg>
      </pc:sldChg>
      <pc:sldChg chg="del">
        <pc:chgData name="Loc Huynh" userId="80c0383e323bd6ea" providerId="LiveId" clId="{AC168C92-BC10-354B-9520-87CD58AC4BAC}" dt="2023-09-13T08:56:35.895" v="1513" actId="2696"/>
        <pc:sldMkLst>
          <pc:docMk/>
          <pc:sldMk cId="827014128" sldId="394"/>
        </pc:sldMkLst>
      </pc:sldChg>
      <pc:sldChg chg="del">
        <pc:chgData name="Loc Huynh" userId="80c0383e323bd6ea" providerId="LiveId" clId="{AC168C92-BC10-354B-9520-87CD58AC4BAC}" dt="2023-09-13T08:56:35.829" v="1502" actId="2696"/>
        <pc:sldMkLst>
          <pc:docMk/>
          <pc:sldMk cId="3174288583" sldId="395"/>
        </pc:sldMkLst>
      </pc:sldChg>
      <pc:sldChg chg="del">
        <pc:chgData name="Loc Huynh" userId="80c0383e323bd6ea" providerId="LiveId" clId="{AC168C92-BC10-354B-9520-87CD58AC4BAC}" dt="2023-09-13T08:56:36.333" v="1534" actId="2696"/>
        <pc:sldMkLst>
          <pc:docMk/>
          <pc:sldMk cId="2324424646" sldId="396"/>
        </pc:sldMkLst>
      </pc:sldChg>
      <pc:sldChg chg="del">
        <pc:chgData name="Loc Huynh" userId="80c0383e323bd6ea" providerId="LiveId" clId="{AC168C92-BC10-354B-9520-87CD58AC4BAC}" dt="2023-09-13T08:56:36.673" v="1547" actId="2696"/>
        <pc:sldMkLst>
          <pc:docMk/>
          <pc:sldMk cId="224955889" sldId="397"/>
        </pc:sldMkLst>
      </pc:sldChg>
      <pc:sldChg chg="del">
        <pc:chgData name="Loc Huynh" userId="80c0383e323bd6ea" providerId="LiveId" clId="{AC168C92-BC10-354B-9520-87CD58AC4BAC}" dt="2023-09-13T08:56:35.825" v="1501" actId="2696"/>
        <pc:sldMkLst>
          <pc:docMk/>
          <pc:sldMk cId="4114821335" sldId="398"/>
        </pc:sldMkLst>
      </pc:sldChg>
      <pc:sldChg chg="del">
        <pc:chgData name="Loc Huynh" userId="80c0383e323bd6ea" providerId="LiveId" clId="{AC168C92-BC10-354B-9520-87CD58AC4BAC}" dt="2023-09-13T08:56:36.235" v="1519" actId="2696"/>
        <pc:sldMkLst>
          <pc:docMk/>
          <pc:sldMk cId="3033251506" sldId="399"/>
        </pc:sldMkLst>
      </pc:sldChg>
      <pc:sldChg chg="del">
        <pc:chgData name="Loc Huynh" userId="80c0383e323bd6ea" providerId="LiveId" clId="{AC168C92-BC10-354B-9520-87CD58AC4BAC}" dt="2023-09-13T08:56:35.846" v="1508" actId="2696"/>
        <pc:sldMkLst>
          <pc:docMk/>
          <pc:sldMk cId="400770477" sldId="400"/>
        </pc:sldMkLst>
      </pc:sldChg>
      <pc:sldChg chg="del">
        <pc:chgData name="Loc Huynh" userId="80c0383e323bd6ea" providerId="LiveId" clId="{AC168C92-BC10-354B-9520-87CD58AC4BAC}" dt="2023-09-13T08:56:36.119" v="1514" actId="2696"/>
        <pc:sldMkLst>
          <pc:docMk/>
          <pc:sldMk cId="1183980602" sldId="401"/>
        </pc:sldMkLst>
      </pc:sldChg>
      <pc:sldChg chg="del">
        <pc:chgData name="Loc Huynh" userId="80c0383e323bd6ea" providerId="LiveId" clId="{AC168C92-BC10-354B-9520-87CD58AC4BAC}" dt="2023-09-13T08:56:36.250" v="1523" actId="2696"/>
        <pc:sldMkLst>
          <pc:docMk/>
          <pc:sldMk cId="2768050575" sldId="402"/>
        </pc:sldMkLst>
      </pc:sldChg>
      <pc:sldChg chg="del">
        <pc:chgData name="Loc Huynh" userId="80c0383e323bd6ea" providerId="LiveId" clId="{AC168C92-BC10-354B-9520-87CD58AC4BAC}" dt="2023-09-13T08:56:35.822" v="1500" actId="2696"/>
        <pc:sldMkLst>
          <pc:docMk/>
          <pc:sldMk cId="1001971359" sldId="403"/>
        </pc:sldMkLst>
      </pc:sldChg>
      <pc:sldChg chg="del">
        <pc:chgData name="Loc Huynh" userId="80c0383e323bd6ea" providerId="LiveId" clId="{AC168C92-BC10-354B-9520-87CD58AC4BAC}" dt="2023-09-13T08:56:35.817" v="1498" actId="2696"/>
        <pc:sldMkLst>
          <pc:docMk/>
          <pc:sldMk cId="1675180054" sldId="404"/>
        </pc:sldMkLst>
      </pc:sldChg>
      <pc:sldChg chg="del">
        <pc:chgData name="Loc Huynh" userId="80c0383e323bd6ea" providerId="LiveId" clId="{AC168C92-BC10-354B-9520-87CD58AC4BAC}" dt="2023-09-13T08:56:36.544" v="1540" actId="2696"/>
        <pc:sldMkLst>
          <pc:docMk/>
          <pc:sldMk cId="323696544" sldId="405"/>
        </pc:sldMkLst>
      </pc:sldChg>
      <pc:sldChg chg="del">
        <pc:chgData name="Loc Huynh" userId="80c0383e323bd6ea" providerId="LiveId" clId="{AC168C92-BC10-354B-9520-87CD58AC4BAC}" dt="2023-09-13T08:56:36.275" v="1530" actId="2696"/>
        <pc:sldMkLst>
          <pc:docMk/>
          <pc:sldMk cId="4233947355" sldId="406"/>
        </pc:sldMkLst>
      </pc:sldChg>
      <pc:sldChg chg="del">
        <pc:chgData name="Loc Huynh" userId="80c0383e323bd6ea" providerId="LiveId" clId="{AC168C92-BC10-354B-9520-87CD58AC4BAC}" dt="2023-09-13T08:56:35.883" v="1511" actId="2696"/>
        <pc:sldMkLst>
          <pc:docMk/>
          <pc:sldMk cId="3737314179" sldId="407"/>
        </pc:sldMkLst>
      </pc:sldChg>
      <pc:sldChg chg="del">
        <pc:chgData name="Loc Huynh" userId="80c0383e323bd6ea" providerId="LiveId" clId="{AC168C92-BC10-354B-9520-87CD58AC4BAC}" dt="2023-09-13T08:56:36.244" v="1521" actId="2696"/>
        <pc:sldMkLst>
          <pc:docMk/>
          <pc:sldMk cId="3674598150" sldId="408"/>
        </pc:sldMkLst>
      </pc:sldChg>
      <pc:sldChg chg="del">
        <pc:chgData name="Loc Huynh" userId="80c0383e323bd6ea" providerId="LiveId" clId="{AC168C92-BC10-354B-9520-87CD58AC4BAC}" dt="2023-09-13T08:56:36.272" v="1529" actId="2696"/>
        <pc:sldMkLst>
          <pc:docMk/>
          <pc:sldMk cId="3296418743" sldId="409"/>
        </pc:sldMkLst>
      </pc:sldChg>
      <pc:sldChg chg="del">
        <pc:chgData name="Loc Huynh" userId="80c0383e323bd6ea" providerId="LiveId" clId="{AC168C92-BC10-354B-9520-87CD58AC4BAC}" dt="2023-09-13T08:56:36.240" v="1520" actId="2696"/>
        <pc:sldMkLst>
          <pc:docMk/>
          <pc:sldMk cId="1727122677" sldId="410"/>
        </pc:sldMkLst>
      </pc:sldChg>
      <pc:sldChg chg="del">
        <pc:chgData name="Loc Huynh" userId="80c0383e323bd6ea" providerId="LiveId" clId="{AC168C92-BC10-354B-9520-87CD58AC4BAC}" dt="2023-09-13T08:56:36.614" v="1542" actId="2696"/>
        <pc:sldMkLst>
          <pc:docMk/>
          <pc:sldMk cId="3515211321" sldId="411"/>
        </pc:sldMkLst>
      </pc:sldChg>
      <pc:sldChg chg="del">
        <pc:chgData name="Loc Huynh" userId="80c0383e323bd6ea" providerId="LiveId" clId="{AC168C92-BC10-354B-9520-87CD58AC4BAC}" dt="2023-09-13T08:56:35.819" v="1499" actId="2696"/>
        <pc:sldMkLst>
          <pc:docMk/>
          <pc:sldMk cId="4260985147" sldId="412"/>
        </pc:sldMkLst>
      </pc:sldChg>
      <pc:sldChg chg="del">
        <pc:chgData name="Loc Huynh" userId="80c0383e323bd6ea" providerId="LiveId" clId="{AC168C92-BC10-354B-9520-87CD58AC4BAC}" dt="2023-09-13T08:56:36.617" v="1544" actId="2696"/>
        <pc:sldMkLst>
          <pc:docMk/>
          <pc:sldMk cId="1680730362" sldId="413"/>
        </pc:sldMkLst>
      </pc:sldChg>
      <pc:sldChg chg="del">
        <pc:chgData name="Loc Huynh" userId="80c0383e323bd6ea" providerId="LiveId" clId="{AC168C92-BC10-354B-9520-87CD58AC4BAC}" dt="2023-09-13T08:56:36.323" v="1531" actId="2696"/>
        <pc:sldMkLst>
          <pc:docMk/>
          <pc:sldMk cId="527378509" sldId="414"/>
        </pc:sldMkLst>
      </pc:sldChg>
      <pc:sldChg chg="del">
        <pc:chgData name="Loc Huynh" userId="80c0383e323bd6ea" providerId="LiveId" clId="{AC168C92-BC10-354B-9520-87CD58AC4BAC}" dt="2023-09-13T08:56:36.168" v="1515" actId="2696"/>
        <pc:sldMkLst>
          <pc:docMk/>
          <pc:sldMk cId="1444418759" sldId="415"/>
        </pc:sldMkLst>
      </pc:sldChg>
      <pc:sldChg chg="del">
        <pc:chgData name="Loc Huynh" userId="80c0383e323bd6ea" providerId="LiveId" clId="{AC168C92-BC10-354B-9520-87CD58AC4BAC}" dt="2023-09-13T08:56:36.543" v="1539" actId="2696"/>
        <pc:sldMkLst>
          <pc:docMk/>
          <pc:sldMk cId="1915011341" sldId="416"/>
        </pc:sldMkLst>
      </pc:sldChg>
      <pc:sldChg chg="modSp mod">
        <pc:chgData name="Loc Huynh" userId="80c0383e323bd6ea" providerId="LiveId" clId="{AC168C92-BC10-354B-9520-87CD58AC4BAC}" dt="2023-09-13T11:04:56.403" v="1553" actId="207"/>
        <pc:sldMkLst>
          <pc:docMk/>
          <pc:sldMk cId="2252125456" sldId="417"/>
        </pc:sldMkLst>
        <pc:spChg chg="mod">
          <ac:chgData name="Loc Huynh" userId="80c0383e323bd6ea" providerId="LiveId" clId="{AC168C92-BC10-354B-9520-87CD58AC4BAC}" dt="2023-09-13T11:04:56.403" v="1553" actId="207"/>
          <ac:spMkLst>
            <pc:docMk/>
            <pc:sldMk cId="2252125456" sldId="417"/>
            <ac:spMk id="3" creationId="{1EDF00DA-5C4D-834E-87BB-88E5F6EA715A}"/>
          </ac:spMkLst>
        </pc:spChg>
      </pc:sldChg>
      <pc:sldChg chg="modSp mod">
        <pc:chgData name="Loc Huynh" userId="80c0383e323bd6ea" providerId="LiveId" clId="{AC168C92-BC10-354B-9520-87CD58AC4BAC}" dt="2023-09-13T11:14:12.299" v="1651" actId="13926"/>
        <pc:sldMkLst>
          <pc:docMk/>
          <pc:sldMk cId="4156242330" sldId="418"/>
        </pc:sldMkLst>
        <pc:spChg chg="mod">
          <ac:chgData name="Loc Huynh" userId="80c0383e323bd6ea" providerId="LiveId" clId="{AC168C92-BC10-354B-9520-87CD58AC4BAC}" dt="2023-09-13T11:14:12.299" v="1651" actId="13926"/>
          <ac:spMkLst>
            <pc:docMk/>
            <pc:sldMk cId="4156242330" sldId="418"/>
            <ac:spMk id="6" creationId="{24E3A728-EF22-934F-917A-56D048C67AB6}"/>
          </ac:spMkLst>
        </pc:spChg>
        <pc:spChg chg="mod">
          <ac:chgData name="Loc Huynh" userId="80c0383e323bd6ea" providerId="LiveId" clId="{AC168C92-BC10-354B-9520-87CD58AC4BAC}" dt="2023-09-13T11:05:41.094" v="1564" actId="14100"/>
          <ac:spMkLst>
            <pc:docMk/>
            <pc:sldMk cId="4156242330" sldId="418"/>
            <ac:spMk id="8" creationId="{9A2495CC-D633-184F-9E35-DBA6F8132AA1}"/>
          </ac:spMkLst>
        </pc:spChg>
      </pc:sldChg>
      <pc:sldChg chg="modSp mod">
        <pc:chgData name="Loc Huynh" userId="80c0383e323bd6ea" providerId="LiveId" clId="{AC168C92-BC10-354B-9520-87CD58AC4BAC}" dt="2023-09-13T11:07:01.308" v="1576" actId="14100"/>
        <pc:sldMkLst>
          <pc:docMk/>
          <pc:sldMk cId="1376264870" sldId="428"/>
        </pc:sldMkLst>
        <pc:spChg chg="mod">
          <ac:chgData name="Loc Huynh" userId="80c0383e323bd6ea" providerId="LiveId" clId="{AC168C92-BC10-354B-9520-87CD58AC4BAC}" dt="2023-09-13T11:06:55.285" v="1575" actId="20577"/>
          <ac:spMkLst>
            <pc:docMk/>
            <pc:sldMk cId="1376264870" sldId="428"/>
            <ac:spMk id="6" creationId="{D8C9A436-0DA9-774E-BBD9-1871AAFD4634}"/>
          </ac:spMkLst>
        </pc:spChg>
        <pc:spChg chg="mod">
          <ac:chgData name="Loc Huynh" userId="80c0383e323bd6ea" providerId="LiveId" clId="{AC168C92-BC10-354B-9520-87CD58AC4BAC}" dt="2023-09-13T11:06:38.170" v="1569" actId="14100"/>
          <ac:spMkLst>
            <pc:docMk/>
            <pc:sldMk cId="1376264870" sldId="428"/>
            <ac:spMk id="12" creationId="{21587237-5640-A648-8E8D-4506EE033316}"/>
          </ac:spMkLst>
        </pc:spChg>
        <pc:spChg chg="mod">
          <ac:chgData name="Loc Huynh" userId="80c0383e323bd6ea" providerId="LiveId" clId="{AC168C92-BC10-354B-9520-87CD58AC4BAC}" dt="2023-09-13T11:06:40.374" v="1570" actId="14100"/>
          <ac:spMkLst>
            <pc:docMk/>
            <pc:sldMk cId="1376264870" sldId="428"/>
            <ac:spMk id="13" creationId="{18720369-DFF3-0C4A-ACC8-ADF8E5B54C04}"/>
          </ac:spMkLst>
        </pc:spChg>
        <pc:spChg chg="mod">
          <ac:chgData name="Loc Huynh" userId="80c0383e323bd6ea" providerId="LiveId" clId="{AC168C92-BC10-354B-9520-87CD58AC4BAC}" dt="2023-09-13T11:07:01.308" v="1576" actId="14100"/>
          <ac:spMkLst>
            <pc:docMk/>
            <pc:sldMk cId="1376264870" sldId="428"/>
            <ac:spMk id="14" creationId="{98E5A6B1-8B7E-BC41-8F51-6C5A48F572A1}"/>
          </ac:spMkLst>
        </pc:spChg>
      </pc:sldChg>
      <pc:sldChg chg="modSp mod">
        <pc:chgData name="Loc Huynh" userId="80c0383e323bd6ea" providerId="LiveId" clId="{AC168C92-BC10-354B-9520-87CD58AC4BAC}" dt="2023-09-13T07:22:51.248" v="237" actId="1076"/>
        <pc:sldMkLst>
          <pc:docMk/>
          <pc:sldMk cId="4105547035" sldId="448"/>
        </pc:sldMkLst>
        <pc:spChg chg="mod">
          <ac:chgData name="Loc Huynh" userId="80c0383e323bd6ea" providerId="LiveId" clId="{AC168C92-BC10-354B-9520-87CD58AC4BAC}" dt="2023-09-13T07:22:51.248" v="237" actId="1076"/>
          <ac:spMkLst>
            <pc:docMk/>
            <pc:sldMk cId="4105547035" sldId="448"/>
            <ac:spMk id="8" creationId="{34CE765E-7B52-FD48-A33C-F65074A2FD0D}"/>
          </ac:spMkLst>
        </pc:spChg>
        <pc:spChg chg="mod">
          <ac:chgData name="Loc Huynh" userId="80c0383e323bd6ea" providerId="LiveId" clId="{AC168C92-BC10-354B-9520-87CD58AC4BAC}" dt="2023-09-13T07:09:33.970" v="88" actId="1076"/>
          <ac:spMkLst>
            <pc:docMk/>
            <pc:sldMk cId="4105547035" sldId="448"/>
            <ac:spMk id="9" creationId="{C26D0E4F-DBE5-B141-AD2C-8280C6F48D89}"/>
          </ac:spMkLst>
        </pc:spChg>
        <pc:spChg chg="mod">
          <ac:chgData name="Loc Huynh" userId="80c0383e323bd6ea" providerId="LiveId" clId="{AC168C92-BC10-354B-9520-87CD58AC4BAC}" dt="2023-09-13T07:09:33.970" v="88" actId="1076"/>
          <ac:spMkLst>
            <pc:docMk/>
            <pc:sldMk cId="4105547035" sldId="448"/>
            <ac:spMk id="10" creationId="{A3668B96-EEC7-3A4F-8EC1-2D09A053D2FB}"/>
          </ac:spMkLst>
        </pc:spChg>
        <pc:spChg chg="mod">
          <ac:chgData name="Loc Huynh" userId="80c0383e323bd6ea" providerId="LiveId" clId="{AC168C92-BC10-354B-9520-87CD58AC4BAC}" dt="2023-09-13T07:09:33.970" v="88" actId="1076"/>
          <ac:spMkLst>
            <pc:docMk/>
            <pc:sldMk cId="4105547035" sldId="448"/>
            <ac:spMk id="11" creationId="{DCDA8143-4DBA-2E4C-8F15-361823C13D71}"/>
          </ac:spMkLst>
        </pc:spChg>
        <pc:spChg chg="mod">
          <ac:chgData name="Loc Huynh" userId="80c0383e323bd6ea" providerId="LiveId" clId="{AC168C92-BC10-354B-9520-87CD58AC4BAC}" dt="2023-09-13T07:09:33.970" v="88" actId="1076"/>
          <ac:spMkLst>
            <pc:docMk/>
            <pc:sldMk cId="4105547035" sldId="448"/>
            <ac:spMk id="12" creationId="{E0E5C27D-77F0-B645-B83F-BBF23AAFB050}"/>
          </ac:spMkLst>
        </pc:spChg>
        <pc:picChg chg="mod">
          <ac:chgData name="Loc Huynh" userId="80c0383e323bd6ea" providerId="LiveId" clId="{AC168C92-BC10-354B-9520-87CD58AC4BAC}" dt="2023-09-13T07:09:33.970" v="88" actId="1076"/>
          <ac:picMkLst>
            <pc:docMk/>
            <pc:sldMk cId="4105547035" sldId="448"/>
            <ac:picMk id="7" creationId="{BD81F4F2-7E06-EF48-BA4B-35196F62014E}"/>
          </ac:picMkLst>
        </pc:picChg>
      </pc:sldChg>
      <pc:sldChg chg="modSp del">
        <pc:chgData name="Loc Huynh" userId="80c0383e323bd6ea" providerId="LiveId" clId="{AC168C92-BC10-354B-9520-87CD58AC4BAC}" dt="2023-09-13T07:15:42.702" v="206" actId="2696"/>
        <pc:sldMkLst>
          <pc:docMk/>
          <pc:sldMk cId="358272439" sldId="449"/>
        </pc:sldMkLst>
        <pc:spChg chg="mod">
          <ac:chgData name="Loc Huynh" userId="80c0383e323bd6ea" providerId="LiveId" clId="{AC168C92-BC10-354B-9520-87CD58AC4BAC}" dt="2023-09-13T07:13:56.384" v="168" actId="1076"/>
          <ac:spMkLst>
            <pc:docMk/>
            <pc:sldMk cId="358272439" sldId="449"/>
            <ac:spMk id="6" creationId="{64858A9E-7C91-254E-8A60-7E9C2A534D34}"/>
          </ac:spMkLst>
        </pc:spChg>
        <pc:spChg chg="mod">
          <ac:chgData name="Loc Huynh" userId="80c0383e323bd6ea" providerId="LiveId" clId="{AC168C92-BC10-354B-9520-87CD58AC4BAC}" dt="2023-09-13T07:13:56.384" v="168" actId="1076"/>
          <ac:spMkLst>
            <pc:docMk/>
            <pc:sldMk cId="358272439" sldId="449"/>
            <ac:spMk id="7" creationId="{CA4F2671-E679-5544-8147-E8C696D068FA}"/>
          </ac:spMkLst>
        </pc:spChg>
        <pc:spChg chg="mod">
          <ac:chgData name="Loc Huynh" userId="80c0383e323bd6ea" providerId="LiveId" clId="{AC168C92-BC10-354B-9520-87CD58AC4BAC}" dt="2023-09-13T07:13:56.384" v="168" actId="1076"/>
          <ac:spMkLst>
            <pc:docMk/>
            <pc:sldMk cId="358272439" sldId="449"/>
            <ac:spMk id="9" creationId="{7840AF84-772F-7341-98D4-A495815AEF37}"/>
          </ac:spMkLst>
        </pc:spChg>
        <pc:spChg chg="mod">
          <ac:chgData name="Loc Huynh" userId="80c0383e323bd6ea" providerId="LiveId" clId="{AC168C92-BC10-354B-9520-87CD58AC4BAC}" dt="2023-09-13T07:13:56.384" v="168" actId="1076"/>
          <ac:spMkLst>
            <pc:docMk/>
            <pc:sldMk cId="358272439" sldId="449"/>
            <ac:spMk id="11" creationId="{52F97703-9FB9-FE4E-977E-D0EE05B9C226}"/>
          </ac:spMkLst>
        </pc:spChg>
        <pc:spChg chg="mod">
          <ac:chgData name="Loc Huynh" userId="80c0383e323bd6ea" providerId="LiveId" clId="{AC168C92-BC10-354B-9520-87CD58AC4BAC}" dt="2023-09-13T07:13:56.384" v="168" actId="1076"/>
          <ac:spMkLst>
            <pc:docMk/>
            <pc:sldMk cId="358272439" sldId="449"/>
            <ac:spMk id="12" creationId="{ECF93B5F-850E-244A-9103-AD55E4FDA738}"/>
          </ac:spMkLst>
        </pc:spChg>
        <pc:spChg chg="mod">
          <ac:chgData name="Loc Huynh" userId="80c0383e323bd6ea" providerId="LiveId" clId="{AC168C92-BC10-354B-9520-87CD58AC4BAC}" dt="2023-09-13T07:13:56.384" v="168" actId="1076"/>
          <ac:spMkLst>
            <pc:docMk/>
            <pc:sldMk cId="358272439" sldId="449"/>
            <ac:spMk id="13" creationId="{959DAAE0-CCDC-834A-A5B4-682E4253164A}"/>
          </ac:spMkLst>
        </pc:spChg>
        <pc:spChg chg="mod">
          <ac:chgData name="Loc Huynh" userId="80c0383e323bd6ea" providerId="LiveId" clId="{AC168C92-BC10-354B-9520-87CD58AC4BAC}" dt="2023-09-13T07:13:56.384" v="168" actId="1076"/>
          <ac:spMkLst>
            <pc:docMk/>
            <pc:sldMk cId="358272439" sldId="449"/>
            <ac:spMk id="14" creationId="{9BD81CF9-9975-F141-9530-78EE6FF1CD02}"/>
          </ac:spMkLst>
        </pc:spChg>
        <pc:spChg chg="mod">
          <ac:chgData name="Loc Huynh" userId="80c0383e323bd6ea" providerId="LiveId" clId="{AC168C92-BC10-354B-9520-87CD58AC4BAC}" dt="2023-09-13T07:13:56.384" v="168" actId="1076"/>
          <ac:spMkLst>
            <pc:docMk/>
            <pc:sldMk cId="358272439" sldId="449"/>
            <ac:spMk id="15" creationId="{8A5BEC36-D415-B647-A01E-8F4B5B35B5BD}"/>
          </ac:spMkLst>
        </pc:spChg>
        <pc:grpChg chg="mod">
          <ac:chgData name="Loc Huynh" userId="80c0383e323bd6ea" providerId="LiveId" clId="{AC168C92-BC10-354B-9520-87CD58AC4BAC}" dt="2023-09-13T07:13:56.384" v="168" actId="1076"/>
          <ac:grpSpMkLst>
            <pc:docMk/>
            <pc:sldMk cId="358272439" sldId="449"/>
            <ac:grpSpMk id="8" creationId="{1F67DCF7-0429-9549-A7DE-D53649EA508F}"/>
          </ac:grpSpMkLst>
        </pc:grpChg>
        <pc:grpChg chg="mod">
          <ac:chgData name="Loc Huynh" userId="80c0383e323bd6ea" providerId="LiveId" clId="{AC168C92-BC10-354B-9520-87CD58AC4BAC}" dt="2023-09-13T07:13:56.384" v="168" actId="1076"/>
          <ac:grpSpMkLst>
            <pc:docMk/>
            <pc:sldMk cId="358272439" sldId="449"/>
            <ac:grpSpMk id="19" creationId="{60C24176-E0D2-4442-960E-098CECB1AEC6}"/>
          </ac:grpSpMkLst>
        </pc:grpChg>
        <pc:picChg chg="mod">
          <ac:chgData name="Loc Huynh" userId="80c0383e323bd6ea" providerId="LiveId" clId="{AC168C92-BC10-354B-9520-87CD58AC4BAC}" dt="2023-09-13T07:13:56.384" v="168" actId="1076"/>
          <ac:picMkLst>
            <pc:docMk/>
            <pc:sldMk cId="358272439" sldId="449"/>
            <ac:picMk id="10" creationId="{AE0E0C5C-5344-4947-A3EA-FC809DCBF40D}"/>
          </ac:picMkLst>
        </pc:picChg>
      </pc:sldChg>
      <pc:sldChg chg="modSp mod ord">
        <pc:chgData name="Loc Huynh" userId="80c0383e323bd6ea" providerId="LiveId" clId="{AC168C92-BC10-354B-9520-87CD58AC4BAC}" dt="2023-09-13T08:25:28.679" v="973" actId="20577"/>
        <pc:sldMkLst>
          <pc:docMk/>
          <pc:sldMk cId="3450026280" sldId="450"/>
        </pc:sldMkLst>
        <pc:spChg chg="mod">
          <ac:chgData name="Loc Huynh" userId="80c0383e323bd6ea" providerId="LiveId" clId="{AC168C92-BC10-354B-9520-87CD58AC4BAC}" dt="2023-09-13T08:22:08.270" v="803"/>
          <ac:spMkLst>
            <pc:docMk/>
            <pc:sldMk cId="3450026280" sldId="450"/>
            <ac:spMk id="2" creationId="{307E12B0-30AF-E944-9837-C92AEF49A357}"/>
          </ac:spMkLst>
        </pc:spChg>
        <pc:spChg chg="mod">
          <ac:chgData name="Loc Huynh" userId="80c0383e323bd6ea" providerId="LiveId" clId="{AC168C92-BC10-354B-9520-87CD58AC4BAC}" dt="2023-09-13T08:25:17.483" v="969" actId="20577"/>
          <ac:spMkLst>
            <pc:docMk/>
            <pc:sldMk cId="3450026280" sldId="450"/>
            <ac:spMk id="3" creationId="{9184872B-EE9F-C945-82F0-32164343430C}"/>
          </ac:spMkLst>
        </pc:spChg>
        <pc:spChg chg="mod">
          <ac:chgData name="Loc Huynh" userId="80c0383e323bd6ea" providerId="LiveId" clId="{AC168C92-BC10-354B-9520-87CD58AC4BAC}" dt="2023-09-13T07:15:29.078" v="205" actId="1035"/>
          <ac:spMkLst>
            <pc:docMk/>
            <pc:sldMk cId="3450026280" sldId="450"/>
            <ac:spMk id="6" creationId="{64858A9E-7C91-254E-8A60-7E9C2A534D34}"/>
          </ac:spMkLst>
        </pc:spChg>
        <pc:spChg chg="mod">
          <ac:chgData name="Loc Huynh" userId="80c0383e323bd6ea" providerId="LiveId" clId="{AC168C92-BC10-354B-9520-87CD58AC4BAC}" dt="2023-09-13T07:15:29.078" v="205" actId="1035"/>
          <ac:spMkLst>
            <pc:docMk/>
            <pc:sldMk cId="3450026280" sldId="450"/>
            <ac:spMk id="7" creationId="{CA4F2671-E679-5544-8147-E8C696D068FA}"/>
          </ac:spMkLst>
        </pc:spChg>
        <pc:spChg chg="mod">
          <ac:chgData name="Loc Huynh" userId="80c0383e323bd6ea" providerId="LiveId" clId="{AC168C92-BC10-354B-9520-87CD58AC4BAC}" dt="2023-09-13T07:15:29.078" v="205" actId="1035"/>
          <ac:spMkLst>
            <pc:docMk/>
            <pc:sldMk cId="3450026280" sldId="450"/>
            <ac:spMk id="9" creationId="{7840AF84-772F-7341-98D4-A495815AEF37}"/>
          </ac:spMkLst>
        </pc:spChg>
        <pc:spChg chg="mod">
          <ac:chgData name="Loc Huynh" userId="80c0383e323bd6ea" providerId="LiveId" clId="{AC168C92-BC10-354B-9520-87CD58AC4BAC}" dt="2023-09-13T07:15:29.078" v="205" actId="1035"/>
          <ac:spMkLst>
            <pc:docMk/>
            <pc:sldMk cId="3450026280" sldId="450"/>
            <ac:spMk id="11" creationId="{52F97703-9FB9-FE4E-977E-D0EE05B9C226}"/>
          </ac:spMkLst>
        </pc:spChg>
        <pc:spChg chg="mod">
          <ac:chgData name="Loc Huynh" userId="80c0383e323bd6ea" providerId="LiveId" clId="{AC168C92-BC10-354B-9520-87CD58AC4BAC}" dt="2023-09-13T07:15:29.078" v="205" actId="1035"/>
          <ac:spMkLst>
            <pc:docMk/>
            <pc:sldMk cId="3450026280" sldId="450"/>
            <ac:spMk id="12" creationId="{ECF93B5F-850E-244A-9103-AD55E4FDA738}"/>
          </ac:spMkLst>
        </pc:spChg>
        <pc:spChg chg="mod">
          <ac:chgData name="Loc Huynh" userId="80c0383e323bd6ea" providerId="LiveId" clId="{AC168C92-BC10-354B-9520-87CD58AC4BAC}" dt="2023-09-13T07:15:29.078" v="205" actId="1035"/>
          <ac:spMkLst>
            <pc:docMk/>
            <pc:sldMk cId="3450026280" sldId="450"/>
            <ac:spMk id="13" creationId="{959DAAE0-CCDC-834A-A5B4-682E4253164A}"/>
          </ac:spMkLst>
        </pc:spChg>
        <pc:spChg chg="mod">
          <ac:chgData name="Loc Huynh" userId="80c0383e323bd6ea" providerId="LiveId" clId="{AC168C92-BC10-354B-9520-87CD58AC4BAC}" dt="2023-09-13T07:15:29.078" v="205" actId="1035"/>
          <ac:spMkLst>
            <pc:docMk/>
            <pc:sldMk cId="3450026280" sldId="450"/>
            <ac:spMk id="14" creationId="{9BD81CF9-9975-F141-9530-78EE6FF1CD02}"/>
          </ac:spMkLst>
        </pc:spChg>
        <pc:spChg chg="mod">
          <ac:chgData name="Loc Huynh" userId="80c0383e323bd6ea" providerId="LiveId" clId="{AC168C92-BC10-354B-9520-87CD58AC4BAC}" dt="2023-09-13T07:15:29.078" v="205" actId="1035"/>
          <ac:spMkLst>
            <pc:docMk/>
            <pc:sldMk cId="3450026280" sldId="450"/>
            <ac:spMk id="15" creationId="{8A5BEC36-D415-B647-A01E-8F4B5B35B5BD}"/>
          </ac:spMkLst>
        </pc:spChg>
        <pc:spChg chg="mod">
          <ac:chgData name="Loc Huynh" userId="80c0383e323bd6ea" providerId="LiveId" clId="{AC168C92-BC10-354B-9520-87CD58AC4BAC}" dt="2023-09-13T07:15:29.078" v="205" actId="1035"/>
          <ac:spMkLst>
            <pc:docMk/>
            <pc:sldMk cId="3450026280" sldId="450"/>
            <ac:spMk id="16" creationId="{D6C09F53-9DDC-B842-8146-9F607B4B1C74}"/>
          </ac:spMkLst>
        </pc:spChg>
        <pc:spChg chg="mod">
          <ac:chgData name="Loc Huynh" userId="80c0383e323bd6ea" providerId="LiveId" clId="{AC168C92-BC10-354B-9520-87CD58AC4BAC}" dt="2023-09-13T07:15:29.078" v="205" actId="1035"/>
          <ac:spMkLst>
            <pc:docMk/>
            <pc:sldMk cId="3450026280" sldId="450"/>
            <ac:spMk id="18" creationId="{291291A8-12AD-544F-A5DF-D9E621FF3635}"/>
          </ac:spMkLst>
        </pc:spChg>
        <pc:spChg chg="mod">
          <ac:chgData name="Loc Huynh" userId="80c0383e323bd6ea" providerId="LiveId" clId="{AC168C92-BC10-354B-9520-87CD58AC4BAC}" dt="2023-09-13T07:15:29.078" v="205" actId="1035"/>
          <ac:spMkLst>
            <pc:docMk/>
            <pc:sldMk cId="3450026280" sldId="450"/>
            <ac:spMk id="21" creationId="{31DAAB0E-CCEC-9F4E-A1AD-E7F8ED8798AE}"/>
          </ac:spMkLst>
        </pc:spChg>
        <pc:spChg chg="mod">
          <ac:chgData name="Loc Huynh" userId="80c0383e323bd6ea" providerId="LiveId" clId="{AC168C92-BC10-354B-9520-87CD58AC4BAC}" dt="2023-09-13T07:15:29.078" v="205" actId="1035"/>
          <ac:spMkLst>
            <pc:docMk/>
            <pc:sldMk cId="3450026280" sldId="450"/>
            <ac:spMk id="22" creationId="{47368E84-4069-894F-9041-39C103095DA1}"/>
          </ac:spMkLst>
        </pc:spChg>
        <pc:spChg chg="mod">
          <ac:chgData name="Loc Huynh" userId="80c0383e323bd6ea" providerId="LiveId" clId="{AC168C92-BC10-354B-9520-87CD58AC4BAC}" dt="2023-09-13T07:15:29.078" v="205" actId="1035"/>
          <ac:spMkLst>
            <pc:docMk/>
            <pc:sldMk cId="3450026280" sldId="450"/>
            <ac:spMk id="24" creationId="{E25ABFBF-9B73-3B49-9ED1-38FE4006020C}"/>
          </ac:spMkLst>
        </pc:spChg>
        <pc:spChg chg="mod">
          <ac:chgData name="Loc Huynh" userId="80c0383e323bd6ea" providerId="LiveId" clId="{AC168C92-BC10-354B-9520-87CD58AC4BAC}" dt="2023-09-13T07:15:29.078" v="205" actId="1035"/>
          <ac:spMkLst>
            <pc:docMk/>
            <pc:sldMk cId="3450026280" sldId="450"/>
            <ac:spMk id="26" creationId="{CF381B6D-9CE3-E642-BBFA-775F39E044C7}"/>
          </ac:spMkLst>
        </pc:spChg>
        <pc:spChg chg="mod">
          <ac:chgData name="Loc Huynh" userId="80c0383e323bd6ea" providerId="LiveId" clId="{AC168C92-BC10-354B-9520-87CD58AC4BAC}" dt="2023-09-13T07:15:29.078" v="205" actId="1035"/>
          <ac:spMkLst>
            <pc:docMk/>
            <pc:sldMk cId="3450026280" sldId="450"/>
            <ac:spMk id="27" creationId="{4E7ABAD5-D6C1-B44A-A6E3-187C792623B5}"/>
          </ac:spMkLst>
        </pc:spChg>
        <pc:spChg chg="mod">
          <ac:chgData name="Loc Huynh" userId="80c0383e323bd6ea" providerId="LiveId" clId="{AC168C92-BC10-354B-9520-87CD58AC4BAC}" dt="2023-09-13T07:15:29.078" v="205" actId="1035"/>
          <ac:spMkLst>
            <pc:docMk/>
            <pc:sldMk cId="3450026280" sldId="450"/>
            <ac:spMk id="28" creationId="{0186A599-5444-0947-A622-BCD1324525FD}"/>
          </ac:spMkLst>
        </pc:spChg>
        <pc:spChg chg="mod">
          <ac:chgData name="Loc Huynh" userId="80c0383e323bd6ea" providerId="LiveId" clId="{AC168C92-BC10-354B-9520-87CD58AC4BAC}" dt="2023-09-13T07:15:29.078" v="205" actId="1035"/>
          <ac:spMkLst>
            <pc:docMk/>
            <pc:sldMk cId="3450026280" sldId="450"/>
            <ac:spMk id="36" creationId="{92F61094-724C-6A4D-A14F-5A91AA7354D7}"/>
          </ac:spMkLst>
        </pc:spChg>
        <pc:spChg chg="mod">
          <ac:chgData name="Loc Huynh" userId="80c0383e323bd6ea" providerId="LiveId" clId="{AC168C92-BC10-354B-9520-87CD58AC4BAC}" dt="2023-09-13T07:15:29.078" v="205" actId="1035"/>
          <ac:spMkLst>
            <pc:docMk/>
            <pc:sldMk cId="3450026280" sldId="450"/>
            <ac:spMk id="37" creationId="{150E60D1-D23C-7B4A-9F14-36F71ADB684C}"/>
          </ac:spMkLst>
        </pc:spChg>
        <pc:spChg chg="mod">
          <ac:chgData name="Loc Huynh" userId="80c0383e323bd6ea" providerId="LiveId" clId="{AC168C92-BC10-354B-9520-87CD58AC4BAC}" dt="2023-09-13T08:25:28.679" v="973" actId="20577"/>
          <ac:spMkLst>
            <pc:docMk/>
            <pc:sldMk cId="3450026280" sldId="450"/>
            <ac:spMk id="39" creationId="{88BC0FED-4514-D44E-9578-B2A935CDC3D7}"/>
          </ac:spMkLst>
        </pc:spChg>
        <pc:grpChg chg="mod">
          <ac:chgData name="Loc Huynh" userId="80c0383e323bd6ea" providerId="LiveId" clId="{AC168C92-BC10-354B-9520-87CD58AC4BAC}" dt="2023-09-13T07:15:29.078" v="205" actId="1035"/>
          <ac:grpSpMkLst>
            <pc:docMk/>
            <pc:sldMk cId="3450026280" sldId="450"/>
            <ac:grpSpMk id="8" creationId="{1F67DCF7-0429-9549-A7DE-D53649EA508F}"/>
          </ac:grpSpMkLst>
        </pc:grpChg>
        <pc:grpChg chg="mod">
          <ac:chgData name="Loc Huynh" userId="80c0383e323bd6ea" providerId="LiveId" clId="{AC168C92-BC10-354B-9520-87CD58AC4BAC}" dt="2023-09-13T07:15:29.078" v="205" actId="1035"/>
          <ac:grpSpMkLst>
            <pc:docMk/>
            <pc:sldMk cId="3450026280" sldId="450"/>
            <ac:grpSpMk id="17" creationId="{699D85AB-8783-FD45-BAC9-7E0ADB3B1F80}"/>
          </ac:grpSpMkLst>
        </pc:grpChg>
        <pc:grpChg chg="mod">
          <ac:chgData name="Loc Huynh" userId="80c0383e323bd6ea" providerId="LiveId" clId="{AC168C92-BC10-354B-9520-87CD58AC4BAC}" dt="2023-09-13T07:15:29.078" v="205" actId="1035"/>
          <ac:grpSpMkLst>
            <pc:docMk/>
            <pc:sldMk cId="3450026280" sldId="450"/>
            <ac:grpSpMk id="19" creationId="{60C24176-E0D2-4442-960E-098CECB1AEC6}"/>
          </ac:grpSpMkLst>
        </pc:grpChg>
        <pc:grpChg chg="mod">
          <ac:chgData name="Loc Huynh" userId="80c0383e323bd6ea" providerId="LiveId" clId="{AC168C92-BC10-354B-9520-87CD58AC4BAC}" dt="2023-09-13T07:15:29.078" v="205" actId="1035"/>
          <ac:grpSpMkLst>
            <pc:docMk/>
            <pc:sldMk cId="3450026280" sldId="450"/>
            <ac:grpSpMk id="38" creationId="{CD53F69D-6B1B-3F4B-B55E-212038E76539}"/>
          </ac:grpSpMkLst>
        </pc:grpChg>
        <pc:picChg chg="mod">
          <ac:chgData name="Loc Huynh" userId="80c0383e323bd6ea" providerId="LiveId" clId="{AC168C92-BC10-354B-9520-87CD58AC4BAC}" dt="2023-09-13T07:15:29.078" v="205" actId="1035"/>
          <ac:picMkLst>
            <pc:docMk/>
            <pc:sldMk cId="3450026280" sldId="450"/>
            <ac:picMk id="10" creationId="{AE0E0C5C-5344-4947-A3EA-FC809DCBF40D}"/>
          </ac:picMkLst>
        </pc:picChg>
        <pc:picChg chg="mod">
          <ac:chgData name="Loc Huynh" userId="80c0383e323bd6ea" providerId="LiveId" clId="{AC168C92-BC10-354B-9520-87CD58AC4BAC}" dt="2023-09-13T07:15:29.078" v="205" actId="1035"/>
          <ac:picMkLst>
            <pc:docMk/>
            <pc:sldMk cId="3450026280" sldId="450"/>
            <ac:picMk id="23" creationId="{A453E6AE-6119-B140-BD92-4AAB642F5DF2}"/>
          </ac:picMkLst>
        </pc:picChg>
        <pc:cxnChg chg="mod">
          <ac:chgData name="Loc Huynh" userId="80c0383e323bd6ea" providerId="LiveId" clId="{AC168C92-BC10-354B-9520-87CD58AC4BAC}" dt="2023-09-13T07:15:29.078" v="205" actId="1035"/>
          <ac:cxnSpMkLst>
            <pc:docMk/>
            <pc:sldMk cId="3450026280" sldId="450"/>
            <ac:cxnSpMk id="30" creationId="{1F70C7ED-1A87-2143-850F-F8AA9497CC4A}"/>
          </ac:cxnSpMkLst>
        </pc:cxnChg>
        <pc:cxnChg chg="mod">
          <ac:chgData name="Loc Huynh" userId="80c0383e323bd6ea" providerId="LiveId" clId="{AC168C92-BC10-354B-9520-87CD58AC4BAC}" dt="2023-09-13T07:15:29.078" v="205" actId="1035"/>
          <ac:cxnSpMkLst>
            <pc:docMk/>
            <pc:sldMk cId="3450026280" sldId="450"/>
            <ac:cxnSpMk id="32" creationId="{7E5065E0-CBB7-004D-B452-760D6DD40A37}"/>
          </ac:cxnSpMkLst>
        </pc:cxnChg>
        <pc:cxnChg chg="mod">
          <ac:chgData name="Loc Huynh" userId="80c0383e323bd6ea" providerId="LiveId" clId="{AC168C92-BC10-354B-9520-87CD58AC4BAC}" dt="2023-09-13T07:15:29.078" v="205" actId="1035"/>
          <ac:cxnSpMkLst>
            <pc:docMk/>
            <pc:sldMk cId="3450026280" sldId="450"/>
            <ac:cxnSpMk id="33" creationId="{9BC9F708-76CA-A549-AF69-5F80D1D0C20F}"/>
          </ac:cxnSpMkLst>
        </pc:cxnChg>
        <pc:cxnChg chg="mod">
          <ac:chgData name="Loc Huynh" userId="80c0383e323bd6ea" providerId="LiveId" clId="{AC168C92-BC10-354B-9520-87CD58AC4BAC}" dt="2023-09-13T07:15:29.078" v="205" actId="1035"/>
          <ac:cxnSpMkLst>
            <pc:docMk/>
            <pc:sldMk cId="3450026280" sldId="450"/>
            <ac:cxnSpMk id="35" creationId="{2D6DAEDE-D8B0-D44D-9679-EC5C8929AFA7}"/>
          </ac:cxnSpMkLst>
        </pc:cxnChg>
      </pc:sldChg>
      <pc:sldChg chg="addSp delSp modSp mod ord chgLayout">
        <pc:chgData name="Loc Huynh" userId="80c0383e323bd6ea" providerId="LiveId" clId="{AC168C92-BC10-354B-9520-87CD58AC4BAC}" dt="2023-09-13T07:23:09.790" v="241" actId="114"/>
        <pc:sldMkLst>
          <pc:docMk/>
          <pc:sldMk cId="2343509165" sldId="451"/>
        </pc:sldMkLst>
        <pc:spChg chg="mod ord">
          <ac:chgData name="Loc Huynh" userId="80c0383e323bd6ea" providerId="LiveId" clId="{AC168C92-BC10-354B-9520-87CD58AC4BAC}" dt="2023-09-13T07:18:39.156" v="223" actId="20577"/>
          <ac:spMkLst>
            <pc:docMk/>
            <pc:sldMk cId="2343509165" sldId="451"/>
            <ac:spMk id="2" creationId="{77B9269B-79C8-1341-B6DB-813F3CC2A24B}"/>
          </ac:spMkLst>
        </pc:spChg>
        <pc:spChg chg="del mod ord">
          <ac:chgData name="Loc Huynh" userId="80c0383e323bd6ea" providerId="LiveId" clId="{AC168C92-BC10-354B-9520-87CD58AC4BAC}" dt="2023-09-13T07:19:47.114" v="229" actId="478"/>
          <ac:spMkLst>
            <pc:docMk/>
            <pc:sldMk cId="2343509165" sldId="451"/>
            <ac:spMk id="3" creationId="{2367EAE8-B0EA-5F48-8E8B-1FAEEDF05579}"/>
          </ac:spMkLst>
        </pc:spChg>
        <pc:spChg chg="mod ord">
          <ac:chgData name="Loc Huynh" userId="80c0383e323bd6ea" providerId="LiveId" clId="{AC168C92-BC10-354B-9520-87CD58AC4BAC}" dt="2023-09-13T07:15:48.860" v="208" actId="700"/>
          <ac:spMkLst>
            <pc:docMk/>
            <pc:sldMk cId="2343509165" sldId="451"/>
            <ac:spMk id="4" creationId="{7DEC8261-703F-AC42-8F39-91BBEA1E582C}"/>
          </ac:spMkLst>
        </pc:spChg>
        <pc:spChg chg="mod ord">
          <ac:chgData name="Loc Huynh" userId="80c0383e323bd6ea" providerId="LiveId" clId="{AC168C92-BC10-354B-9520-87CD58AC4BAC}" dt="2023-09-13T07:15:48.860" v="208" actId="700"/>
          <ac:spMkLst>
            <pc:docMk/>
            <pc:sldMk cId="2343509165" sldId="451"/>
            <ac:spMk id="5" creationId="{2F417248-1216-FA4A-9457-008CBF269BA2}"/>
          </ac:spMkLst>
        </pc:spChg>
        <pc:spChg chg="add del mod">
          <ac:chgData name="Loc Huynh" userId="80c0383e323bd6ea" providerId="LiveId" clId="{AC168C92-BC10-354B-9520-87CD58AC4BAC}" dt="2023-09-13T07:19:58.316" v="230"/>
          <ac:spMkLst>
            <pc:docMk/>
            <pc:sldMk cId="2343509165" sldId="451"/>
            <ac:spMk id="7" creationId="{C9A22BCC-DB07-2633-553E-41908CEDBFCD}"/>
          </ac:spMkLst>
        </pc:spChg>
        <pc:spChg chg="del mod">
          <ac:chgData name="Loc Huynh" userId="80c0383e323bd6ea" providerId="LiveId" clId="{AC168C92-BC10-354B-9520-87CD58AC4BAC}" dt="2023-09-13T07:19:44.772" v="228" actId="478"/>
          <ac:spMkLst>
            <pc:docMk/>
            <pc:sldMk cId="2343509165" sldId="451"/>
            <ac:spMk id="9" creationId="{840A3FFA-F31F-8E4E-8C11-7FD8F154C13E}"/>
          </ac:spMkLst>
        </pc:spChg>
        <pc:spChg chg="add mod">
          <ac:chgData name="Loc Huynh" userId="80c0383e323bd6ea" providerId="LiveId" clId="{AC168C92-BC10-354B-9520-87CD58AC4BAC}" dt="2023-09-13T07:23:09.790" v="241" actId="114"/>
          <ac:spMkLst>
            <pc:docMk/>
            <pc:sldMk cId="2343509165" sldId="451"/>
            <ac:spMk id="13" creationId="{87097C54-B524-8787-FDB6-7E3F9915F6A0}"/>
          </ac:spMkLst>
        </pc:spChg>
        <pc:picChg chg="add mod modCrop">
          <ac:chgData name="Loc Huynh" userId="80c0383e323bd6ea" providerId="LiveId" clId="{AC168C92-BC10-354B-9520-87CD58AC4BAC}" dt="2023-09-13T07:21:59.397" v="236" actId="1076"/>
          <ac:picMkLst>
            <pc:docMk/>
            <pc:sldMk cId="2343509165" sldId="451"/>
            <ac:picMk id="10" creationId="{609188E1-629E-12C7-89E8-A6BDBA659F3C}"/>
          </ac:picMkLst>
        </pc:picChg>
        <pc:picChg chg="add mod">
          <ac:chgData name="Loc Huynh" userId="80c0383e323bd6ea" providerId="LiveId" clId="{AC168C92-BC10-354B-9520-87CD58AC4BAC}" dt="2023-09-13T07:21:38.755" v="233" actId="1076"/>
          <ac:picMkLst>
            <pc:docMk/>
            <pc:sldMk cId="2343509165" sldId="451"/>
            <ac:picMk id="12" creationId="{19FD5092-F839-2AF7-ACED-1EC90FEE6765}"/>
          </ac:picMkLst>
        </pc:picChg>
        <pc:picChg chg="del mod">
          <ac:chgData name="Loc Huynh" userId="80c0383e323bd6ea" providerId="LiveId" clId="{AC168C92-BC10-354B-9520-87CD58AC4BAC}" dt="2023-09-13T07:19:43.803" v="227" actId="478"/>
          <ac:picMkLst>
            <pc:docMk/>
            <pc:sldMk cId="2343509165" sldId="451"/>
            <ac:picMk id="2052" creationId="{44657C20-871D-8447-BED3-972142C9EC42}"/>
          </ac:picMkLst>
        </pc:picChg>
        <pc:picChg chg="del mod">
          <ac:chgData name="Loc Huynh" userId="80c0383e323bd6ea" providerId="LiveId" clId="{AC168C92-BC10-354B-9520-87CD58AC4BAC}" dt="2023-09-13T07:19:42.372" v="226" actId="478"/>
          <ac:picMkLst>
            <pc:docMk/>
            <pc:sldMk cId="2343509165" sldId="451"/>
            <ac:picMk id="2054" creationId="{FA47C0FF-84DC-4A4E-A954-74EBB20B6326}"/>
          </ac:picMkLst>
        </pc:picChg>
      </pc:sldChg>
      <pc:sldChg chg="modSp mod ord chgLayout">
        <pc:chgData name="Loc Huynh" userId="80c0383e323bd6ea" providerId="LiveId" clId="{AC168C92-BC10-354B-9520-87CD58AC4BAC}" dt="2023-09-13T08:31:55.554" v="1069" actId="207"/>
        <pc:sldMkLst>
          <pc:docMk/>
          <pc:sldMk cId="547251480" sldId="452"/>
        </pc:sldMkLst>
        <pc:spChg chg="mod ord">
          <ac:chgData name="Loc Huynh" userId="80c0383e323bd6ea" providerId="LiveId" clId="{AC168C92-BC10-354B-9520-87CD58AC4BAC}" dt="2023-09-13T08:17:27.717" v="682" actId="20577"/>
          <ac:spMkLst>
            <pc:docMk/>
            <pc:sldMk cId="547251480" sldId="452"/>
            <ac:spMk id="2" creationId="{B3C24E39-D109-1542-820A-B8D614A212A9}"/>
          </ac:spMkLst>
        </pc:spChg>
        <pc:spChg chg="mod ord">
          <ac:chgData name="Loc Huynh" userId="80c0383e323bd6ea" providerId="LiveId" clId="{AC168C92-BC10-354B-9520-87CD58AC4BAC}" dt="2023-09-13T08:31:55.554" v="1069" actId="207"/>
          <ac:spMkLst>
            <pc:docMk/>
            <pc:sldMk cId="547251480" sldId="452"/>
            <ac:spMk id="3" creationId="{176A9FE1-2294-4F44-B43C-EB2898277BF1}"/>
          </ac:spMkLst>
        </pc:spChg>
        <pc:spChg chg="mod ord">
          <ac:chgData name="Loc Huynh" userId="80c0383e323bd6ea" providerId="LiveId" clId="{AC168C92-BC10-354B-9520-87CD58AC4BAC}" dt="2023-09-13T07:44:04.879" v="391" actId="700"/>
          <ac:spMkLst>
            <pc:docMk/>
            <pc:sldMk cId="547251480" sldId="452"/>
            <ac:spMk id="4" creationId="{A8BC11EB-D90C-0448-AC18-DDD933B0C743}"/>
          </ac:spMkLst>
        </pc:spChg>
        <pc:spChg chg="mod ord">
          <ac:chgData name="Loc Huynh" userId="80c0383e323bd6ea" providerId="LiveId" clId="{AC168C92-BC10-354B-9520-87CD58AC4BAC}" dt="2023-09-13T07:44:04.879" v="391" actId="700"/>
          <ac:spMkLst>
            <pc:docMk/>
            <pc:sldMk cId="547251480" sldId="452"/>
            <ac:spMk id="5" creationId="{DFEC81DC-99F8-404C-86AC-AEBEEDBF0D12}"/>
          </ac:spMkLst>
        </pc:spChg>
        <pc:spChg chg="mod">
          <ac:chgData name="Loc Huynh" userId="80c0383e323bd6ea" providerId="LiveId" clId="{AC168C92-BC10-354B-9520-87CD58AC4BAC}" dt="2023-09-13T08:30:41.237" v="1057" actId="1076"/>
          <ac:spMkLst>
            <pc:docMk/>
            <pc:sldMk cId="547251480" sldId="452"/>
            <ac:spMk id="6" creationId="{EBC161D7-1BE9-AC42-BDB8-843AFEA7F5AC}"/>
          </ac:spMkLst>
        </pc:spChg>
        <pc:spChg chg="mod">
          <ac:chgData name="Loc Huynh" userId="80c0383e323bd6ea" providerId="LiveId" clId="{AC168C92-BC10-354B-9520-87CD58AC4BAC}" dt="2023-09-13T08:30:41.237" v="1057" actId="1076"/>
          <ac:spMkLst>
            <pc:docMk/>
            <pc:sldMk cId="547251480" sldId="452"/>
            <ac:spMk id="7" creationId="{9D65668A-A5C9-454A-9FF1-1F3C583F0163}"/>
          </ac:spMkLst>
        </pc:spChg>
        <pc:spChg chg="mod">
          <ac:chgData name="Loc Huynh" userId="80c0383e323bd6ea" providerId="LiveId" clId="{AC168C92-BC10-354B-9520-87CD58AC4BAC}" dt="2023-09-13T08:30:50.642" v="1059" actId="14100"/>
          <ac:spMkLst>
            <pc:docMk/>
            <pc:sldMk cId="547251480" sldId="452"/>
            <ac:spMk id="8" creationId="{A9A8853D-9BCA-4D43-9466-1AA4FE42B3F3}"/>
          </ac:spMkLst>
        </pc:spChg>
        <pc:grpChg chg="mod">
          <ac:chgData name="Loc Huynh" userId="80c0383e323bd6ea" providerId="LiveId" clId="{AC168C92-BC10-354B-9520-87CD58AC4BAC}" dt="2023-09-13T08:30:41.237" v="1057" actId="1076"/>
          <ac:grpSpMkLst>
            <pc:docMk/>
            <pc:sldMk cId="547251480" sldId="452"/>
            <ac:grpSpMk id="9" creationId="{56E127BF-C41B-0D42-AFC9-0B85C2EBFD28}"/>
          </ac:grpSpMkLst>
        </pc:grpChg>
        <pc:grpChg chg="mod">
          <ac:chgData name="Loc Huynh" userId="80c0383e323bd6ea" providerId="LiveId" clId="{AC168C92-BC10-354B-9520-87CD58AC4BAC}" dt="2023-09-13T08:30:41.237" v="1057" actId="1076"/>
          <ac:grpSpMkLst>
            <pc:docMk/>
            <pc:sldMk cId="547251480" sldId="452"/>
            <ac:grpSpMk id="10" creationId="{A4EEE53E-6680-0D49-8F3B-8637E8F36575}"/>
          </ac:grpSpMkLst>
        </pc:grpChg>
        <pc:picChg chg="mod">
          <ac:chgData name="Loc Huynh" userId="80c0383e323bd6ea" providerId="LiveId" clId="{AC168C92-BC10-354B-9520-87CD58AC4BAC}" dt="2023-09-13T08:30:41.237" v="1057" actId="1076"/>
          <ac:picMkLst>
            <pc:docMk/>
            <pc:sldMk cId="547251480" sldId="452"/>
            <ac:picMk id="4098" creationId="{92CA8018-9A0F-4D4D-A86F-D7414F832F96}"/>
          </ac:picMkLst>
        </pc:picChg>
      </pc:sldChg>
      <pc:sldChg chg="modSp del mod">
        <pc:chgData name="Loc Huynh" userId="80c0383e323bd6ea" providerId="LiveId" clId="{AC168C92-BC10-354B-9520-87CD58AC4BAC}" dt="2023-09-13T08:39:01.251" v="1231" actId="2696"/>
        <pc:sldMkLst>
          <pc:docMk/>
          <pc:sldMk cId="973002323" sldId="453"/>
        </pc:sldMkLst>
        <pc:spChg chg="mod">
          <ac:chgData name="Loc Huynh" userId="80c0383e323bd6ea" providerId="LiveId" clId="{AC168C92-BC10-354B-9520-87CD58AC4BAC}" dt="2023-09-13T07:39:06.672" v="303" actId="1076"/>
          <ac:spMkLst>
            <pc:docMk/>
            <pc:sldMk cId="973002323" sldId="453"/>
            <ac:spMk id="9" creationId="{2AD51F05-5172-EE4A-8B87-927A180ACD25}"/>
          </ac:spMkLst>
        </pc:spChg>
        <pc:spChg chg="mod">
          <ac:chgData name="Loc Huynh" userId="80c0383e323bd6ea" providerId="LiveId" clId="{AC168C92-BC10-354B-9520-87CD58AC4BAC}" dt="2023-09-13T07:39:37.128" v="309" actId="208"/>
          <ac:spMkLst>
            <pc:docMk/>
            <pc:sldMk cId="973002323" sldId="453"/>
            <ac:spMk id="11" creationId="{694E5B7D-B218-AE44-9CC7-550FB67CDA70}"/>
          </ac:spMkLst>
        </pc:spChg>
        <pc:grpChg chg="mod">
          <ac:chgData name="Loc Huynh" userId="80c0383e323bd6ea" providerId="LiveId" clId="{AC168C92-BC10-354B-9520-87CD58AC4BAC}" dt="2023-09-13T07:39:06.672" v="303" actId="1076"/>
          <ac:grpSpMkLst>
            <pc:docMk/>
            <pc:sldMk cId="973002323" sldId="453"/>
            <ac:grpSpMk id="7" creationId="{8B9A3B71-7033-3B4C-B170-9F8110C75FDC}"/>
          </ac:grpSpMkLst>
        </pc:grpChg>
        <pc:grpChg chg="mod">
          <ac:chgData name="Loc Huynh" userId="80c0383e323bd6ea" providerId="LiveId" clId="{AC168C92-BC10-354B-9520-87CD58AC4BAC}" dt="2023-09-13T07:39:06.672" v="303" actId="1076"/>
          <ac:grpSpMkLst>
            <pc:docMk/>
            <pc:sldMk cId="973002323" sldId="453"/>
            <ac:grpSpMk id="8" creationId="{B3265A98-219F-9D43-8447-33DC2F4EBA5A}"/>
          </ac:grpSpMkLst>
        </pc:grpChg>
        <pc:picChg chg="mod">
          <ac:chgData name="Loc Huynh" userId="80c0383e323bd6ea" providerId="LiveId" clId="{AC168C92-BC10-354B-9520-87CD58AC4BAC}" dt="2023-09-13T07:39:06.672" v="303" actId="1076"/>
          <ac:picMkLst>
            <pc:docMk/>
            <pc:sldMk cId="973002323" sldId="453"/>
            <ac:picMk id="10" creationId="{EF6EC074-CC80-4B4E-B591-5C8A3DFE134B}"/>
          </ac:picMkLst>
        </pc:picChg>
      </pc:sldChg>
      <pc:sldChg chg="del">
        <pc:chgData name="Loc Huynh" userId="80c0383e323bd6ea" providerId="LiveId" clId="{AC168C92-BC10-354B-9520-87CD58AC4BAC}" dt="2023-09-13T07:48:44.947" v="425" actId="2696"/>
        <pc:sldMkLst>
          <pc:docMk/>
          <pc:sldMk cId="2104086031" sldId="454"/>
        </pc:sldMkLst>
      </pc:sldChg>
      <pc:sldChg chg="addSp delSp modSp mod ord">
        <pc:chgData name="Loc Huynh" userId="80c0383e323bd6ea" providerId="LiveId" clId="{AC168C92-BC10-354B-9520-87CD58AC4BAC}" dt="2023-09-13T08:16:51.300" v="679" actId="478"/>
        <pc:sldMkLst>
          <pc:docMk/>
          <pc:sldMk cId="2538116365" sldId="455"/>
        </pc:sldMkLst>
        <pc:spChg chg="mod">
          <ac:chgData name="Loc Huynh" userId="80c0383e323bd6ea" providerId="LiveId" clId="{AC168C92-BC10-354B-9520-87CD58AC4BAC}" dt="2023-09-13T07:49:20.008" v="429" actId="20577"/>
          <ac:spMkLst>
            <pc:docMk/>
            <pc:sldMk cId="2538116365" sldId="455"/>
            <ac:spMk id="2" creationId="{3DD2764E-2400-8D4C-98E1-8E8465AF8CBD}"/>
          </ac:spMkLst>
        </pc:spChg>
        <pc:spChg chg="mod">
          <ac:chgData name="Loc Huynh" userId="80c0383e323bd6ea" providerId="LiveId" clId="{AC168C92-BC10-354B-9520-87CD58AC4BAC}" dt="2023-09-13T08:00:19.621" v="636" actId="20577"/>
          <ac:spMkLst>
            <pc:docMk/>
            <pc:sldMk cId="2538116365" sldId="455"/>
            <ac:spMk id="3" creationId="{7D8C00FF-D755-A542-8F65-6C0E60E41754}"/>
          </ac:spMkLst>
        </pc:spChg>
        <pc:spChg chg="del">
          <ac:chgData name="Loc Huynh" userId="80c0383e323bd6ea" providerId="LiveId" clId="{AC168C92-BC10-354B-9520-87CD58AC4BAC}" dt="2023-09-13T08:08:45.439" v="642" actId="478"/>
          <ac:spMkLst>
            <pc:docMk/>
            <pc:sldMk cId="2538116365" sldId="455"/>
            <ac:spMk id="6" creationId="{69228C02-5B40-7A44-B64E-54C2D648B2AA}"/>
          </ac:spMkLst>
        </pc:spChg>
        <pc:spChg chg="del">
          <ac:chgData name="Loc Huynh" userId="80c0383e323bd6ea" providerId="LiveId" clId="{AC168C92-BC10-354B-9520-87CD58AC4BAC}" dt="2023-09-13T08:08:46.113" v="643" actId="478"/>
          <ac:spMkLst>
            <pc:docMk/>
            <pc:sldMk cId="2538116365" sldId="455"/>
            <ac:spMk id="8" creationId="{25831BE3-5CED-434A-924E-5BC57A6016FC}"/>
          </ac:spMkLst>
        </pc:spChg>
        <pc:picChg chg="add del mod">
          <ac:chgData name="Loc Huynh" userId="80c0383e323bd6ea" providerId="LiveId" clId="{AC168C92-BC10-354B-9520-87CD58AC4BAC}" dt="2023-09-13T08:12:37.769" v="653" actId="478"/>
          <ac:picMkLst>
            <pc:docMk/>
            <pc:sldMk cId="2538116365" sldId="455"/>
            <ac:picMk id="9" creationId="{EA410651-188D-7BD0-FE42-37CFB42B0045}"/>
          </ac:picMkLst>
        </pc:picChg>
        <pc:picChg chg="add del mod modCrop">
          <ac:chgData name="Loc Huynh" userId="80c0383e323bd6ea" providerId="LiveId" clId="{AC168C92-BC10-354B-9520-87CD58AC4BAC}" dt="2023-09-13T08:16:51.149" v="678" actId="478"/>
          <ac:picMkLst>
            <pc:docMk/>
            <pc:sldMk cId="2538116365" sldId="455"/>
            <ac:picMk id="11" creationId="{F1A9D9CC-05FE-02C2-996B-6646E9423C8F}"/>
          </ac:picMkLst>
        </pc:picChg>
        <pc:picChg chg="add del mod">
          <ac:chgData name="Loc Huynh" userId="80c0383e323bd6ea" providerId="LiveId" clId="{AC168C92-BC10-354B-9520-87CD58AC4BAC}" dt="2023-09-13T08:16:51.300" v="679" actId="478"/>
          <ac:picMkLst>
            <pc:docMk/>
            <pc:sldMk cId="2538116365" sldId="455"/>
            <ac:picMk id="13" creationId="{DD1AE350-5CFA-E03A-5DF8-05C068859376}"/>
          </ac:picMkLst>
        </pc:picChg>
        <pc:picChg chg="add del mod">
          <ac:chgData name="Loc Huynh" userId="80c0383e323bd6ea" providerId="LiveId" clId="{AC168C92-BC10-354B-9520-87CD58AC4BAC}" dt="2023-09-13T08:16:50.929" v="677" actId="931"/>
          <ac:picMkLst>
            <pc:docMk/>
            <pc:sldMk cId="2538116365" sldId="455"/>
            <ac:picMk id="15" creationId="{503742D1-225E-28EC-E577-37BF3DF698CA}"/>
          </ac:picMkLst>
        </pc:picChg>
        <pc:picChg chg="del">
          <ac:chgData name="Loc Huynh" userId="80c0383e323bd6ea" providerId="LiveId" clId="{AC168C92-BC10-354B-9520-87CD58AC4BAC}" dt="2023-09-13T08:08:43.073" v="641" actId="478"/>
          <ac:picMkLst>
            <pc:docMk/>
            <pc:sldMk cId="2538116365" sldId="455"/>
            <ac:picMk id="3074" creationId="{9C3E620B-23C4-AF40-B8F4-9AE8E87B7513}"/>
          </ac:picMkLst>
        </pc:picChg>
      </pc:sldChg>
      <pc:sldChg chg="delSp modSp mod chgLayout">
        <pc:chgData name="Loc Huynh" userId="80c0383e323bd6ea" providerId="LiveId" clId="{AC168C92-BC10-354B-9520-87CD58AC4BAC}" dt="2023-09-13T08:44:58.395" v="1388" actId="20577"/>
        <pc:sldMkLst>
          <pc:docMk/>
          <pc:sldMk cId="336719145" sldId="456"/>
        </pc:sldMkLst>
        <pc:spChg chg="mod ord">
          <ac:chgData name="Loc Huynh" userId="80c0383e323bd6ea" providerId="LiveId" clId="{AC168C92-BC10-354B-9520-87CD58AC4BAC}" dt="2023-09-13T08:44:58.395" v="1388" actId="20577"/>
          <ac:spMkLst>
            <pc:docMk/>
            <pc:sldMk cId="336719145" sldId="456"/>
            <ac:spMk id="2" creationId="{703D850F-9603-3946-BD26-6A6AA1D03F2B}"/>
          </ac:spMkLst>
        </pc:spChg>
        <pc:spChg chg="mod ord">
          <ac:chgData name="Loc Huynh" userId="80c0383e323bd6ea" providerId="LiveId" clId="{AC168C92-BC10-354B-9520-87CD58AC4BAC}" dt="2023-09-13T08:39:51.382" v="1259" actId="207"/>
          <ac:spMkLst>
            <pc:docMk/>
            <pc:sldMk cId="336719145" sldId="456"/>
            <ac:spMk id="3" creationId="{7B0A1E63-139D-6A40-9ED6-A4927BB7C207}"/>
          </ac:spMkLst>
        </pc:spChg>
        <pc:spChg chg="mod ord">
          <ac:chgData name="Loc Huynh" userId="80c0383e323bd6ea" providerId="LiveId" clId="{AC168C92-BC10-354B-9520-87CD58AC4BAC}" dt="2023-09-13T08:39:36.142" v="1252" actId="700"/>
          <ac:spMkLst>
            <pc:docMk/>
            <pc:sldMk cId="336719145" sldId="456"/>
            <ac:spMk id="4" creationId="{FD0519C7-6106-2D49-883D-664CB650716F}"/>
          </ac:spMkLst>
        </pc:spChg>
        <pc:spChg chg="mod ord">
          <ac:chgData name="Loc Huynh" userId="80c0383e323bd6ea" providerId="LiveId" clId="{AC168C92-BC10-354B-9520-87CD58AC4BAC}" dt="2023-09-13T08:39:36.142" v="1252" actId="700"/>
          <ac:spMkLst>
            <pc:docMk/>
            <pc:sldMk cId="336719145" sldId="456"/>
            <ac:spMk id="5" creationId="{E314E9F9-C21A-E548-B9C0-3DA0F38862F7}"/>
          </ac:spMkLst>
        </pc:spChg>
        <pc:spChg chg="mod">
          <ac:chgData name="Loc Huynh" userId="80c0383e323bd6ea" providerId="LiveId" clId="{AC168C92-BC10-354B-9520-87CD58AC4BAC}" dt="2023-09-13T08:39:28.016" v="1250" actId="1076"/>
          <ac:spMkLst>
            <pc:docMk/>
            <pc:sldMk cId="336719145" sldId="456"/>
            <ac:spMk id="6" creationId="{2D06AC19-8240-FB46-A609-025FC29219ED}"/>
          </ac:spMkLst>
        </pc:spChg>
        <pc:spChg chg="mod">
          <ac:chgData name="Loc Huynh" userId="80c0383e323bd6ea" providerId="LiveId" clId="{AC168C92-BC10-354B-9520-87CD58AC4BAC}" dt="2023-09-13T08:40:20.258" v="1267" actId="207"/>
          <ac:spMkLst>
            <pc:docMk/>
            <pc:sldMk cId="336719145" sldId="456"/>
            <ac:spMk id="9" creationId="{27A89EA1-246B-A94C-B523-D1A65442BDC8}"/>
          </ac:spMkLst>
        </pc:spChg>
        <pc:spChg chg="del">
          <ac:chgData name="Loc Huynh" userId="80c0383e323bd6ea" providerId="LiveId" clId="{AC168C92-BC10-354B-9520-87CD58AC4BAC}" dt="2023-09-13T08:39:33.998" v="1251" actId="478"/>
          <ac:spMkLst>
            <pc:docMk/>
            <pc:sldMk cId="336719145" sldId="456"/>
            <ac:spMk id="10" creationId="{2708D18F-3B52-9D4C-9B7C-048B3663E397}"/>
          </ac:spMkLst>
        </pc:spChg>
        <pc:picChg chg="mod">
          <ac:chgData name="Loc Huynh" userId="80c0383e323bd6ea" providerId="LiveId" clId="{AC168C92-BC10-354B-9520-87CD58AC4BAC}" dt="2023-09-13T08:39:23.125" v="1249" actId="1076"/>
          <ac:picMkLst>
            <pc:docMk/>
            <pc:sldMk cId="336719145" sldId="456"/>
            <ac:picMk id="7" creationId="{FF3EF6F6-0610-1E43-8A85-D7A66E8B7D50}"/>
          </ac:picMkLst>
        </pc:picChg>
        <pc:picChg chg="mod">
          <ac:chgData name="Loc Huynh" userId="80c0383e323bd6ea" providerId="LiveId" clId="{AC168C92-BC10-354B-9520-87CD58AC4BAC}" dt="2023-09-13T08:40:07.321" v="1263" actId="1076"/>
          <ac:picMkLst>
            <pc:docMk/>
            <pc:sldMk cId="336719145" sldId="456"/>
            <ac:picMk id="13" creationId="{04887EE7-03A1-EC4D-9C31-FE4A5EE0A4A2}"/>
          </ac:picMkLst>
        </pc:picChg>
      </pc:sldChg>
      <pc:sldChg chg="delSp modSp mod delAnim chgLayout">
        <pc:chgData name="Loc Huynh" userId="80c0383e323bd6ea" providerId="LiveId" clId="{AC168C92-BC10-354B-9520-87CD58AC4BAC}" dt="2023-09-13T08:45:02.648" v="1389"/>
        <pc:sldMkLst>
          <pc:docMk/>
          <pc:sldMk cId="844610759" sldId="457"/>
        </pc:sldMkLst>
        <pc:spChg chg="mod ord">
          <ac:chgData name="Loc Huynh" userId="80c0383e323bd6ea" providerId="LiveId" clId="{AC168C92-BC10-354B-9520-87CD58AC4BAC}" dt="2023-09-13T08:45:02.648" v="1389"/>
          <ac:spMkLst>
            <pc:docMk/>
            <pc:sldMk cId="844610759" sldId="457"/>
            <ac:spMk id="2" creationId="{703D850F-9603-3946-BD26-6A6AA1D03F2B}"/>
          </ac:spMkLst>
        </pc:spChg>
        <pc:spChg chg="mod ord">
          <ac:chgData name="Loc Huynh" userId="80c0383e323bd6ea" providerId="LiveId" clId="{AC168C92-BC10-354B-9520-87CD58AC4BAC}" dt="2023-09-13T08:44:21.905" v="1385" actId="207"/>
          <ac:spMkLst>
            <pc:docMk/>
            <pc:sldMk cId="844610759" sldId="457"/>
            <ac:spMk id="3" creationId="{7B0A1E63-139D-6A40-9ED6-A4927BB7C207}"/>
          </ac:spMkLst>
        </pc:spChg>
        <pc:spChg chg="mod ord">
          <ac:chgData name="Loc Huynh" userId="80c0383e323bd6ea" providerId="LiveId" clId="{AC168C92-BC10-354B-9520-87CD58AC4BAC}" dt="2023-09-13T08:40:47.632" v="1275" actId="700"/>
          <ac:spMkLst>
            <pc:docMk/>
            <pc:sldMk cId="844610759" sldId="457"/>
            <ac:spMk id="4" creationId="{FD0519C7-6106-2D49-883D-664CB650716F}"/>
          </ac:spMkLst>
        </pc:spChg>
        <pc:spChg chg="mod ord">
          <ac:chgData name="Loc Huynh" userId="80c0383e323bd6ea" providerId="LiveId" clId="{AC168C92-BC10-354B-9520-87CD58AC4BAC}" dt="2023-09-13T08:40:47.632" v="1275" actId="700"/>
          <ac:spMkLst>
            <pc:docMk/>
            <pc:sldMk cId="844610759" sldId="457"/>
            <ac:spMk id="5" creationId="{E314E9F9-C21A-E548-B9C0-3DA0F38862F7}"/>
          </ac:spMkLst>
        </pc:spChg>
        <pc:spChg chg="del mod">
          <ac:chgData name="Loc Huynh" userId="80c0383e323bd6ea" providerId="LiveId" clId="{AC168C92-BC10-354B-9520-87CD58AC4BAC}" dt="2023-09-13T08:40:55.122" v="1280" actId="478"/>
          <ac:spMkLst>
            <pc:docMk/>
            <pc:sldMk cId="844610759" sldId="457"/>
            <ac:spMk id="11" creationId="{4C4413B2-C0E3-7F4A-810D-917470A5C675}"/>
          </ac:spMkLst>
        </pc:spChg>
        <pc:spChg chg="mod">
          <ac:chgData name="Loc Huynh" userId="80c0383e323bd6ea" providerId="LiveId" clId="{AC168C92-BC10-354B-9520-87CD58AC4BAC}" dt="2023-09-13T08:41:00.612" v="1282" actId="1076"/>
          <ac:spMkLst>
            <pc:docMk/>
            <pc:sldMk cId="844610759" sldId="457"/>
            <ac:spMk id="13" creationId="{37A683C3-9192-5042-966C-C6E03E8760CD}"/>
          </ac:spMkLst>
        </pc:spChg>
        <pc:spChg chg="del mod">
          <ac:chgData name="Loc Huynh" userId="80c0383e323bd6ea" providerId="LiveId" clId="{AC168C92-BC10-354B-9520-87CD58AC4BAC}" dt="2023-09-13T08:41:10.770" v="1285" actId="478"/>
          <ac:spMkLst>
            <pc:docMk/>
            <pc:sldMk cId="844610759" sldId="457"/>
            <ac:spMk id="15" creationId="{B7166BA1-6C8B-A945-9C87-2AD3D87AAEC5}"/>
          </ac:spMkLst>
        </pc:spChg>
        <pc:grpChg chg="mod">
          <ac:chgData name="Loc Huynh" userId="80c0383e323bd6ea" providerId="LiveId" clId="{AC168C92-BC10-354B-9520-87CD58AC4BAC}" dt="2023-09-13T08:41:00.612" v="1282" actId="1076"/>
          <ac:grpSpMkLst>
            <pc:docMk/>
            <pc:sldMk cId="844610759" sldId="457"/>
            <ac:grpSpMk id="12" creationId="{92587962-2AFB-C345-B91F-843C5EBB6E59}"/>
          </ac:grpSpMkLst>
        </pc:grpChg>
        <pc:picChg chg="mod">
          <ac:chgData name="Loc Huynh" userId="80c0383e323bd6ea" providerId="LiveId" clId="{AC168C92-BC10-354B-9520-87CD58AC4BAC}" dt="2023-09-13T08:41:03.618" v="1283" actId="1076"/>
          <ac:picMkLst>
            <pc:docMk/>
            <pc:sldMk cId="844610759" sldId="457"/>
            <ac:picMk id="10" creationId="{9D6E10D0-7718-4B4F-9A84-13C7AE90B0E5}"/>
          </ac:picMkLst>
        </pc:picChg>
        <pc:picChg chg="mod">
          <ac:chgData name="Loc Huynh" userId="80c0383e323bd6ea" providerId="LiveId" clId="{AC168C92-BC10-354B-9520-87CD58AC4BAC}" dt="2023-09-13T08:40:56.674" v="1281" actId="1076"/>
          <ac:picMkLst>
            <pc:docMk/>
            <pc:sldMk cId="844610759" sldId="457"/>
            <ac:picMk id="5124" creationId="{8C139BE3-4962-9343-80A8-05748281809A}"/>
          </ac:picMkLst>
        </pc:picChg>
        <pc:picChg chg="mod">
          <ac:chgData name="Loc Huynh" userId="80c0383e323bd6ea" providerId="LiveId" clId="{AC168C92-BC10-354B-9520-87CD58AC4BAC}" dt="2023-09-13T08:41:00.612" v="1282" actId="1076"/>
          <ac:picMkLst>
            <pc:docMk/>
            <pc:sldMk cId="844610759" sldId="457"/>
            <ac:picMk id="6146" creationId="{11A7CFF4-533C-3B49-A8A6-69AA97CB8AC2}"/>
          </ac:picMkLst>
        </pc:picChg>
      </pc:sldChg>
      <pc:sldChg chg="addSp delSp modSp mod chgLayout">
        <pc:chgData name="Loc Huynh" userId="80c0383e323bd6ea" providerId="LiveId" clId="{AC168C92-BC10-354B-9520-87CD58AC4BAC}" dt="2023-09-13T08:47:46.529" v="1420" actId="20577"/>
        <pc:sldMkLst>
          <pc:docMk/>
          <pc:sldMk cId="1501404333" sldId="458"/>
        </pc:sldMkLst>
        <pc:spChg chg="mod ord">
          <ac:chgData name="Loc Huynh" userId="80c0383e323bd6ea" providerId="LiveId" clId="{AC168C92-BC10-354B-9520-87CD58AC4BAC}" dt="2023-09-13T08:46:51.455" v="1406" actId="700"/>
          <ac:spMkLst>
            <pc:docMk/>
            <pc:sldMk cId="1501404333" sldId="458"/>
            <ac:spMk id="2" creationId="{5389AAE0-96A6-6C47-9117-CC9019FAEA5F}"/>
          </ac:spMkLst>
        </pc:spChg>
        <pc:spChg chg="mod ord">
          <ac:chgData name="Loc Huynh" userId="80c0383e323bd6ea" providerId="LiveId" clId="{AC168C92-BC10-354B-9520-87CD58AC4BAC}" dt="2023-09-13T08:46:51.455" v="1406" actId="700"/>
          <ac:spMkLst>
            <pc:docMk/>
            <pc:sldMk cId="1501404333" sldId="458"/>
            <ac:spMk id="3" creationId="{BDCF7C06-64D4-1E40-822F-988735CA1BA9}"/>
          </ac:spMkLst>
        </pc:spChg>
        <pc:spChg chg="mod ord">
          <ac:chgData name="Loc Huynh" userId="80c0383e323bd6ea" providerId="LiveId" clId="{AC168C92-BC10-354B-9520-87CD58AC4BAC}" dt="2023-09-13T08:46:51.455" v="1406" actId="700"/>
          <ac:spMkLst>
            <pc:docMk/>
            <pc:sldMk cId="1501404333" sldId="458"/>
            <ac:spMk id="4" creationId="{D1264F53-9C65-6748-AB3B-94A97F7D4778}"/>
          </ac:spMkLst>
        </pc:spChg>
        <pc:spChg chg="mod">
          <ac:chgData name="Loc Huynh" userId="80c0383e323bd6ea" providerId="LiveId" clId="{AC168C92-BC10-354B-9520-87CD58AC4BAC}" dt="2023-09-13T08:46:11.078" v="1399" actId="1076"/>
          <ac:spMkLst>
            <pc:docMk/>
            <pc:sldMk cId="1501404333" sldId="458"/>
            <ac:spMk id="7" creationId="{949ECEDE-4B0A-9348-999C-4E78FFBC6EF6}"/>
          </ac:spMkLst>
        </pc:spChg>
        <pc:spChg chg="mod ord">
          <ac:chgData name="Loc Huynh" userId="80c0383e323bd6ea" providerId="LiveId" clId="{AC168C92-BC10-354B-9520-87CD58AC4BAC}" dt="2023-09-13T08:47:46.529" v="1420" actId="20577"/>
          <ac:spMkLst>
            <pc:docMk/>
            <pc:sldMk cId="1501404333" sldId="458"/>
            <ac:spMk id="8" creationId="{E3DF5B96-99A2-FB47-81C4-3107811DF7AE}"/>
          </ac:spMkLst>
        </pc:spChg>
        <pc:picChg chg="del mod">
          <ac:chgData name="Loc Huynh" userId="80c0383e323bd6ea" providerId="LiveId" clId="{AC168C92-BC10-354B-9520-87CD58AC4BAC}" dt="2023-09-13T08:45:43.508" v="1393" actId="478"/>
          <ac:picMkLst>
            <pc:docMk/>
            <pc:sldMk cId="1501404333" sldId="458"/>
            <ac:picMk id="6" creationId="{29D0D622-488E-C642-A09E-71DA02869A4D}"/>
          </ac:picMkLst>
        </pc:picChg>
        <pc:picChg chg="add mod">
          <ac:chgData name="Loc Huynh" userId="80c0383e323bd6ea" providerId="LiveId" clId="{AC168C92-BC10-354B-9520-87CD58AC4BAC}" dt="2023-09-13T08:46:05.802" v="1398" actId="1076"/>
          <ac:picMkLst>
            <pc:docMk/>
            <pc:sldMk cId="1501404333" sldId="458"/>
            <ac:picMk id="9" creationId="{AC470B9E-0F76-74CF-9268-0484B48812F6}"/>
          </ac:picMkLst>
        </pc:picChg>
      </pc:sldChg>
      <pc:sldChg chg="modSp mod chgLayout">
        <pc:chgData name="Loc Huynh" userId="80c0383e323bd6ea" providerId="LiveId" clId="{AC168C92-BC10-354B-9520-87CD58AC4BAC}" dt="2023-09-13T08:48:49.013" v="1432" actId="1076"/>
        <pc:sldMkLst>
          <pc:docMk/>
          <pc:sldMk cId="760621709" sldId="459"/>
        </pc:sldMkLst>
        <pc:spChg chg="mod ord">
          <ac:chgData name="Loc Huynh" userId="80c0383e323bd6ea" providerId="LiveId" clId="{AC168C92-BC10-354B-9520-87CD58AC4BAC}" dt="2023-09-13T08:48:03.769" v="1421" actId="700"/>
          <ac:spMkLst>
            <pc:docMk/>
            <pc:sldMk cId="760621709" sldId="459"/>
            <ac:spMk id="2" creationId="{A084E511-2F0A-2E4E-93F8-16231F34AE9E}"/>
          </ac:spMkLst>
        </pc:spChg>
        <pc:spChg chg="mod ord">
          <ac:chgData name="Loc Huynh" userId="80c0383e323bd6ea" providerId="LiveId" clId="{AC168C92-BC10-354B-9520-87CD58AC4BAC}" dt="2023-09-13T08:48:29.657" v="1429" actId="207"/>
          <ac:spMkLst>
            <pc:docMk/>
            <pc:sldMk cId="760621709" sldId="459"/>
            <ac:spMk id="3" creationId="{0950CF22-330B-0B43-84E9-34FC1BB699DD}"/>
          </ac:spMkLst>
        </pc:spChg>
        <pc:spChg chg="mod ord">
          <ac:chgData name="Loc Huynh" userId="80c0383e323bd6ea" providerId="LiveId" clId="{AC168C92-BC10-354B-9520-87CD58AC4BAC}" dt="2023-09-13T08:48:03.769" v="1421" actId="700"/>
          <ac:spMkLst>
            <pc:docMk/>
            <pc:sldMk cId="760621709" sldId="459"/>
            <ac:spMk id="4" creationId="{FA36776C-7372-C543-B1F1-59A33C1CCC3E}"/>
          </ac:spMkLst>
        </pc:spChg>
        <pc:spChg chg="mod ord">
          <ac:chgData name="Loc Huynh" userId="80c0383e323bd6ea" providerId="LiveId" clId="{AC168C92-BC10-354B-9520-87CD58AC4BAC}" dt="2023-09-13T08:48:03.769" v="1421" actId="700"/>
          <ac:spMkLst>
            <pc:docMk/>
            <pc:sldMk cId="760621709" sldId="459"/>
            <ac:spMk id="5" creationId="{8FB8B591-4F21-5D45-BC47-8A591A8CC92D}"/>
          </ac:spMkLst>
        </pc:spChg>
        <pc:spChg chg="mod">
          <ac:chgData name="Loc Huynh" userId="80c0383e323bd6ea" providerId="LiveId" clId="{AC168C92-BC10-354B-9520-87CD58AC4BAC}" dt="2023-09-13T08:48:43.082" v="1431" actId="1076"/>
          <ac:spMkLst>
            <pc:docMk/>
            <pc:sldMk cId="760621709" sldId="459"/>
            <ac:spMk id="9" creationId="{304BAFA7-C1A0-3944-A53E-CE14ECA7C280}"/>
          </ac:spMkLst>
        </pc:spChg>
        <pc:spChg chg="mod">
          <ac:chgData name="Loc Huynh" userId="80c0383e323bd6ea" providerId="LiveId" clId="{AC168C92-BC10-354B-9520-87CD58AC4BAC}" dt="2023-09-13T08:48:49.013" v="1432" actId="1076"/>
          <ac:spMkLst>
            <pc:docMk/>
            <pc:sldMk cId="760621709" sldId="459"/>
            <ac:spMk id="10" creationId="{BB8506B6-DA92-0B45-A328-A42A3A2CB2C8}"/>
          </ac:spMkLst>
        </pc:spChg>
        <pc:picChg chg="mod">
          <ac:chgData name="Loc Huynh" userId="80c0383e323bd6ea" providerId="LiveId" clId="{AC168C92-BC10-354B-9520-87CD58AC4BAC}" dt="2023-09-13T08:48:39.775" v="1430" actId="1076"/>
          <ac:picMkLst>
            <pc:docMk/>
            <pc:sldMk cId="760621709" sldId="459"/>
            <ac:picMk id="6" creationId="{290E2C34-08F3-6C4E-9EED-73BEF890E5AF}"/>
          </ac:picMkLst>
        </pc:picChg>
      </pc:sldChg>
      <pc:sldChg chg="addSp modSp mod">
        <pc:chgData name="Loc Huynh" userId="80c0383e323bd6ea" providerId="LiveId" clId="{AC168C92-BC10-354B-9520-87CD58AC4BAC}" dt="2023-09-13T08:50:47.178" v="1441" actId="1076"/>
        <pc:sldMkLst>
          <pc:docMk/>
          <pc:sldMk cId="547033570" sldId="460"/>
        </pc:sldMkLst>
        <pc:spChg chg="mod">
          <ac:chgData name="Loc Huynh" userId="80c0383e323bd6ea" providerId="LiveId" clId="{AC168C92-BC10-354B-9520-87CD58AC4BAC}" dt="2023-09-13T08:50:36.821" v="1438" actId="207"/>
          <ac:spMkLst>
            <pc:docMk/>
            <pc:sldMk cId="547033570" sldId="460"/>
            <ac:spMk id="3" creationId="{0950CF22-330B-0B43-84E9-34FC1BB699DD}"/>
          </ac:spMkLst>
        </pc:spChg>
        <pc:spChg chg="mod">
          <ac:chgData name="Loc Huynh" userId="80c0383e323bd6ea" providerId="LiveId" clId="{AC168C92-BC10-354B-9520-87CD58AC4BAC}" dt="2023-09-13T08:50:42.139" v="1439" actId="1076"/>
          <ac:spMkLst>
            <pc:docMk/>
            <pc:sldMk cId="547033570" sldId="460"/>
            <ac:spMk id="9" creationId="{304BAFA7-C1A0-3944-A53E-CE14ECA7C280}"/>
          </ac:spMkLst>
        </pc:spChg>
        <pc:spChg chg="mod">
          <ac:chgData name="Loc Huynh" userId="80c0383e323bd6ea" providerId="LiveId" clId="{AC168C92-BC10-354B-9520-87CD58AC4BAC}" dt="2023-09-13T08:50:42.139" v="1439" actId="1076"/>
          <ac:spMkLst>
            <pc:docMk/>
            <pc:sldMk cId="547033570" sldId="460"/>
            <ac:spMk id="11" creationId="{3250AEF8-B1E7-114E-B928-DF10A88894CF}"/>
          </ac:spMkLst>
        </pc:spChg>
        <pc:grpChg chg="add mod">
          <ac:chgData name="Loc Huynh" userId="80c0383e323bd6ea" providerId="LiveId" clId="{AC168C92-BC10-354B-9520-87CD58AC4BAC}" dt="2023-09-13T08:50:47.178" v="1441" actId="1076"/>
          <ac:grpSpMkLst>
            <pc:docMk/>
            <pc:sldMk cId="547033570" sldId="460"/>
            <ac:grpSpMk id="6" creationId="{8DD8B799-4F23-82E5-644C-532D7E43E2EF}"/>
          </ac:grpSpMkLst>
        </pc:grpChg>
        <pc:picChg chg="mod">
          <ac:chgData name="Loc Huynh" userId="80c0383e323bd6ea" providerId="LiveId" clId="{AC168C92-BC10-354B-9520-87CD58AC4BAC}" dt="2023-09-13T08:50:42.139" v="1439" actId="1076"/>
          <ac:picMkLst>
            <pc:docMk/>
            <pc:sldMk cId="547033570" sldId="460"/>
            <ac:picMk id="8" creationId="{EC853C2C-1735-F545-BD1C-9A36ADF95E73}"/>
          </ac:picMkLst>
        </pc:picChg>
      </pc:sldChg>
      <pc:sldChg chg="addSp modSp mod">
        <pc:chgData name="Loc Huynh" userId="80c0383e323bd6ea" providerId="LiveId" clId="{AC168C92-BC10-354B-9520-87CD58AC4BAC}" dt="2023-09-13T08:51:43.775" v="1455" actId="207"/>
        <pc:sldMkLst>
          <pc:docMk/>
          <pc:sldMk cId="2304379650" sldId="461"/>
        </pc:sldMkLst>
        <pc:spChg chg="mod">
          <ac:chgData name="Loc Huynh" userId="80c0383e323bd6ea" providerId="LiveId" clId="{AC168C92-BC10-354B-9520-87CD58AC4BAC}" dt="2023-09-13T08:51:14.722" v="1447" actId="207"/>
          <ac:spMkLst>
            <pc:docMk/>
            <pc:sldMk cId="2304379650" sldId="461"/>
            <ac:spMk id="3" creationId="{0950CF22-330B-0B43-84E9-34FC1BB699DD}"/>
          </ac:spMkLst>
        </pc:spChg>
        <pc:spChg chg="mod">
          <ac:chgData name="Loc Huynh" userId="80c0383e323bd6ea" providerId="LiveId" clId="{AC168C92-BC10-354B-9520-87CD58AC4BAC}" dt="2023-09-13T08:51:43.775" v="1455" actId="207"/>
          <ac:spMkLst>
            <pc:docMk/>
            <pc:sldMk cId="2304379650" sldId="461"/>
            <ac:spMk id="12" creationId="{3E32F5BC-6FAA-2B44-97EC-4D7F7A86BB0D}"/>
          </ac:spMkLst>
        </pc:spChg>
        <pc:grpChg chg="add mod">
          <ac:chgData name="Loc Huynh" userId="80c0383e323bd6ea" providerId="LiveId" clId="{AC168C92-BC10-354B-9520-87CD58AC4BAC}" dt="2023-09-13T08:51:26.034" v="1451" actId="1076"/>
          <ac:grpSpMkLst>
            <pc:docMk/>
            <pc:sldMk cId="2304379650" sldId="461"/>
            <ac:grpSpMk id="6" creationId="{FDD7500C-6ADD-4CDD-2F56-BDF3910C38DD}"/>
          </ac:grpSpMkLst>
        </pc:grpChg>
        <pc:picChg chg="mod">
          <ac:chgData name="Loc Huynh" userId="80c0383e323bd6ea" providerId="LiveId" clId="{AC168C92-BC10-354B-9520-87CD58AC4BAC}" dt="2023-09-13T08:51:20.236" v="1449" actId="1076"/>
          <ac:picMkLst>
            <pc:docMk/>
            <pc:sldMk cId="2304379650" sldId="461"/>
            <ac:picMk id="13" creationId="{A34B308F-C0D7-8A45-BECA-0DC6687F4568}"/>
          </ac:picMkLst>
        </pc:picChg>
      </pc:sldChg>
      <pc:sldChg chg="modSp mod">
        <pc:chgData name="Loc Huynh" userId="80c0383e323bd6ea" providerId="LiveId" clId="{AC168C92-BC10-354B-9520-87CD58AC4BAC}" dt="2023-09-13T08:52:33.329" v="1463" actId="1076"/>
        <pc:sldMkLst>
          <pc:docMk/>
          <pc:sldMk cId="1909827065" sldId="462"/>
        </pc:sldMkLst>
        <pc:spChg chg="mod">
          <ac:chgData name="Loc Huynh" userId="80c0383e323bd6ea" providerId="LiveId" clId="{AC168C92-BC10-354B-9520-87CD58AC4BAC}" dt="2023-09-13T08:52:19.060" v="1462" actId="207"/>
          <ac:spMkLst>
            <pc:docMk/>
            <pc:sldMk cId="1909827065" sldId="462"/>
            <ac:spMk id="3" creationId="{0950CF22-330B-0B43-84E9-34FC1BB699DD}"/>
          </ac:spMkLst>
        </pc:spChg>
        <pc:grpChg chg="mod">
          <ac:chgData name="Loc Huynh" userId="80c0383e323bd6ea" providerId="LiveId" clId="{AC168C92-BC10-354B-9520-87CD58AC4BAC}" dt="2023-09-13T08:52:33.329" v="1463" actId="1076"/>
          <ac:grpSpMkLst>
            <pc:docMk/>
            <pc:sldMk cId="1909827065" sldId="462"/>
            <ac:grpSpMk id="13" creationId="{94B088CD-6409-1A43-8646-24753B0F28E4}"/>
          </ac:grpSpMkLst>
        </pc:grpChg>
      </pc:sldChg>
      <pc:sldChg chg="modSp mod">
        <pc:chgData name="Loc Huynh" userId="80c0383e323bd6ea" providerId="LiveId" clId="{AC168C92-BC10-354B-9520-87CD58AC4BAC}" dt="2023-09-13T08:54:24.217" v="1481" actId="13822"/>
        <pc:sldMkLst>
          <pc:docMk/>
          <pc:sldMk cId="1184405224" sldId="463"/>
        </pc:sldMkLst>
        <pc:spChg chg="mod">
          <ac:chgData name="Loc Huynh" userId="80c0383e323bd6ea" providerId="LiveId" clId="{AC168C92-BC10-354B-9520-87CD58AC4BAC}" dt="2023-09-13T08:52:50.247" v="1464" actId="207"/>
          <ac:spMkLst>
            <pc:docMk/>
            <pc:sldMk cId="1184405224" sldId="463"/>
            <ac:spMk id="3" creationId="{0950CF22-330B-0B43-84E9-34FC1BB699DD}"/>
          </ac:spMkLst>
        </pc:spChg>
        <pc:spChg chg="mod">
          <ac:chgData name="Loc Huynh" userId="80c0383e323bd6ea" providerId="LiveId" clId="{AC168C92-BC10-354B-9520-87CD58AC4BAC}" dt="2023-09-13T08:54:24.217" v="1481" actId="13822"/>
          <ac:spMkLst>
            <pc:docMk/>
            <pc:sldMk cId="1184405224" sldId="463"/>
            <ac:spMk id="8" creationId="{2AE32CA5-9373-1147-96C0-5EF392F34FE2}"/>
          </ac:spMkLst>
        </pc:spChg>
        <pc:spChg chg="mod">
          <ac:chgData name="Loc Huynh" userId="80c0383e323bd6ea" providerId="LiveId" clId="{AC168C92-BC10-354B-9520-87CD58AC4BAC}" dt="2023-09-13T08:53:02.917" v="1465" actId="1076"/>
          <ac:spMkLst>
            <pc:docMk/>
            <pc:sldMk cId="1184405224" sldId="463"/>
            <ac:spMk id="12" creationId="{DE609207-D227-DA4A-9548-B3EEAC57366E}"/>
          </ac:spMkLst>
        </pc:spChg>
        <pc:spChg chg="mod">
          <ac:chgData name="Loc Huynh" userId="80c0383e323bd6ea" providerId="LiveId" clId="{AC168C92-BC10-354B-9520-87CD58AC4BAC}" dt="2023-09-13T08:53:57.692" v="1476" actId="13822"/>
          <ac:spMkLst>
            <pc:docMk/>
            <pc:sldMk cId="1184405224" sldId="463"/>
            <ac:spMk id="14" creationId="{05E64506-CE7C-4F40-8ADA-50DEEC949A27}"/>
          </ac:spMkLst>
        </pc:spChg>
        <pc:spChg chg="mod">
          <ac:chgData name="Loc Huynh" userId="80c0383e323bd6ea" providerId="LiveId" clId="{AC168C92-BC10-354B-9520-87CD58AC4BAC}" dt="2023-09-13T08:54:02.539" v="1477" actId="13822"/>
          <ac:spMkLst>
            <pc:docMk/>
            <pc:sldMk cId="1184405224" sldId="463"/>
            <ac:spMk id="15" creationId="{316A5D72-96EB-6847-99EC-1349CA0CF6BD}"/>
          </ac:spMkLst>
        </pc:spChg>
        <pc:spChg chg="mod">
          <ac:chgData name="Loc Huynh" userId="80c0383e323bd6ea" providerId="LiveId" clId="{AC168C92-BC10-354B-9520-87CD58AC4BAC}" dt="2023-09-13T08:54:06.659" v="1478" actId="13822"/>
          <ac:spMkLst>
            <pc:docMk/>
            <pc:sldMk cId="1184405224" sldId="463"/>
            <ac:spMk id="16" creationId="{7DE4E753-3421-0443-80CC-B50FE334735A}"/>
          </ac:spMkLst>
        </pc:spChg>
        <pc:spChg chg="mod">
          <ac:chgData name="Loc Huynh" userId="80c0383e323bd6ea" providerId="LiveId" clId="{AC168C92-BC10-354B-9520-87CD58AC4BAC}" dt="2023-09-13T08:53:02.917" v="1465" actId="1076"/>
          <ac:spMkLst>
            <pc:docMk/>
            <pc:sldMk cId="1184405224" sldId="463"/>
            <ac:spMk id="17" creationId="{FF24A188-6BE2-1E45-996E-589A72E6CB0A}"/>
          </ac:spMkLst>
        </pc:spChg>
        <pc:spChg chg="mod">
          <ac:chgData name="Loc Huynh" userId="80c0383e323bd6ea" providerId="LiveId" clId="{AC168C92-BC10-354B-9520-87CD58AC4BAC}" dt="2023-09-13T08:54:20.001" v="1480" actId="13822"/>
          <ac:spMkLst>
            <pc:docMk/>
            <pc:sldMk cId="1184405224" sldId="463"/>
            <ac:spMk id="18" creationId="{CDBA0CB4-F81E-854A-A7DA-1B0F3B7FF6F6}"/>
          </ac:spMkLst>
        </pc:spChg>
        <pc:spChg chg="mod">
          <ac:chgData name="Loc Huynh" userId="80c0383e323bd6ea" providerId="LiveId" clId="{AC168C92-BC10-354B-9520-87CD58AC4BAC}" dt="2023-09-13T08:53:02.917" v="1465" actId="1076"/>
          <ac:spMkLst>
            <pc:docMk/>
            <pc:sldMk cId="1184405224" sldId="463"/>
            <ac:spMk id="19" creationId="{21B8A52E-71AD-694C-BA89-EA2F040E28E0}"/>
          </ac:spMkLst>
        </pc:spChg>
        <pc:spChg chg="mod">
          <ac:chgData name="Loc Huynh" userId="80c0383e323bd6ea" providerId="LiveId" clId="{AC168C92-BC10-354B-9520-87CD58AC4BAC}" dt="2023-09-13T08:54:11.281" v="1479" actId="13822"/>
          <ac:spMkLst>
            <pc:docMk/>
            <pc:sldMk cId="1184405224" sldId="463"/>
            <ac:spMk id="20" creationId="{E2D7722B-2D30-5D44-BFD1-2F06EB9175EF}"/>
          </ac:spMkLst>
        </pc:spChg>
        <pc:picChg chg="mod">
          <ac:chgData name="Loc Huynh" userId="80c0383e323bd6ea" providerId="LiveId" clId="{AC168C92-BC10-354B-9520-87CD58AC4BAC}" dt="2023-09-13T08:53:02.917" v="1465" actId="1076"/>
          <ac:picMkLst>
            <pc:docMk/>
            <pc:sldMk cId="1184405224" sldId="463"/>
            <ac:picMk id="10" creationId="{F7166931-847D-7B4E-802A-C45AE1593851}"/>
          </ac:picMkLst>
        </pc:picChg>
      </pc:sldChg>
      <pc:sldChg chg="modSp mod">
        <pc:chgData name="Loc Huynh" userId="80c0383e323bd6ea" providerId="LiveId" clId="{AC168C92-BC10-354B-9520-87CD58AC4BAC}" dt="2023-09-13T08:55:32.651" v="1490" actId="1076"/>
        <pc:sldMkLst>
          <pc:docMk/>
          <pc:sldMk cId="3184868754" sldId="464"/>
        </pc:sldMkLst>
        <pc:spChg chg="mod">
          <ac:chgData name="Loc Huynh" userId="80c0383e323bd6ea" providerId="LiveId" clId="{AC168C92-BC10-354B-9520-87CD58AC4BAC}" dt="2023-09-13T08:54:42.674" v="1482" actId="207"/>
          <ac:spMkLst>
            <pc:docMk/>
            <pc:sldMk cId="3184868754" sldId="464"/>
            <ac:spMk id="3" creationId="{0950CF22-330B-0B43-84E9-34FC1BB699DD}"/>
          </ac:spMkLst>
        </pc:spChg>
        <pc:spChg chg="mod">
          <ac:chgData name="Loc Huynh" userId="80c0383e323bd6ea" providerId="LiveId" clId="{AC168C92-BC10-354B-9520-87CD58AC4BAC}" dt="2023-09-13T08:55:32.651" v="1490" actId="1076"/>
          <ac:spMkLst>
            <pc:docMk/>
            <pc:sldMk cId="3184868754" sldId="464"/>
            <ac:spMk id="14" creationId="{05E64506-CE7C-4F40-8ADA-50DEEC949A27}"/>
          </ac:spMkLst>
        </pc:spChg>
        <pc:spChg chg="mod">
          <ac:chgData name="Loc Huynh" userId="80c0383e323bd6ea" providerId="LiveId" clId="{AC168C92-BC10-354B-9520-87CD58AC4BAC}" dt="2023-09-13T08:55:32.651" v="1490" actId="1076"/>
          <ac:spMkLst>
            <pc:docMk/>
            <pc:sldMk cId="3184868754" sldId="464"/>
            <ac:spMk id="19" creationId="{21B8A52E-71AD-694C-BA89-EA2F040E28E0}"/>
          </ac:spMkLst>
        </pc:spChg>
        <pc:spChg chg="mod">
          <ac:chgData name="Loc Huynh" userId="80c0383e323bd6ea" providerId="LiveId" clId="{AC168C92-BC10-354B-9520-87CD58AC4BAC}" dt="2023-09-13T08:54:52.614" v="1484" actId="13822"/>
          <ac:spMkLst>
            <pc:docMk/>
            <pc:sldMk cId="3184868754" sldId="464"/>
            <ac:spMk id="23" creationId="{2BDA47C2-9B49-3B4B-B8C0-CA3591EC9B27}"/>
          </ac:spMkLst>
        </pc:spChg>
        <pc:spChg chg="mod">
          <ac:chgData name="Loc Huynh" userId="80c0383e323bd6ea" providerId="LiveId" clId="{AC168C92-BC10-354B-9520-87CD58AC4BAC}" dt="2023-09-13T08:55:09.836" v="1487" actId="13822"/>
          <ac:spMkLst>
            <pc:docMk/>
            <pc:sldMk cId="3184868754" sldId="464"/>
            <ac:spMk id="25" creationId="{B9A8BC55-8BC1-BD49-9FAD-A5E22B4DA652}"/>
          </ac:spMkLst>
        </pc:spChg>
        <pc:spChg chg="mod">
          <ac:chgData name="Loc Huynh" userId="80c0383e323bd6ea" providerId="LiveId" clId="{AC168C92-BC10-354B-9520-87CD58AC4BAC}" dt="2023-09-13T08:54:58.184" v="1486" actId="13822"/>
          <ac:spMkLst>
            <pc:docMk/>
            <pc:sldMk cId="3184868754" sldId="464"/>
            <ac:spMk id="26" creationId="{51F34141-2D61-ED4A-B6AC-8C54B0120807}"/>
          </ac:spMkLst>
        </pc:spChg>
        <pc:spChg chg="mod">
          <ac:chgData name="Loc Huynh" userId="80c0383e323bd6ea" providerId="LiveId" clId="{AC168C92-BC10-354B-9520-87CD58AC4BAC}" dt="2023-09-13T08:55:32.651" v="1490" actId="1076"/>
          <ac:spMkLst>
            <pc:docMk/>
            <pc:sldMk cId="3184868754" sldId="464"/>
            <ac:spMk id="28" creationId="{E38FCA70-45EA-2C46-8C30-9518595A7372}"/>
          </ac:spMkLst>
        </pc:spChg>
        <pc:spChg chg="mod">
          <ac:chgData name="Loc Huynh" userId="80c0383e323bd6ea" providerId="LiveId" clId="{AC168C92-BC10-354B-9520-87CD58AC4BAC}" dt="2023-09-13T08:55:32.651" v="1490" actId="1076"/>
          <ac:spMkLst>
            <pc:docMk/>
            <pc:sldMk cId="3184868754" sldId="464"/>
            <ac:spMk id="29" creationId="{A0BB8A7B-9F62-E143-9A69-9A99811342FD}"/>
          </ac:spMkLst>
        </pc:spChg>
        <pc:grpChg chg="mod">
          <ac:chgData name="Loc Huynh" userId="80c0383e323bd6ea" providerId="LiveId" clId="{AC168C92-BC10-354B-9520-87CD58AC4BAC}" dt="2023-09-13T08:55:32.651" v="1490" actId="1076"/>
          <ac:grpSpMkLst>
            <pc:docMk/>
            <pc:sldMk cId="3184868754" sldId="464"/>
            <ac:grpSpMk id="27" creationId="{EB60E14B-3330-F84B-86B3-BDFAA5614B95}"/>
          </ac:grpSpMkLst>
        </pc:grpChg>
        <pc:grpChg chg="mod">
          <ac:chgData name="Loc Huynh" userId="80c0383e323bd6ea" providerId="LiveId" clId="{AC168C92-BC10-354B-9520-87CD58AC4BAC}" dt="2023-09-13T08:55:32.651" v="1490" actId="1076"/>
          <ac:grpSpMkLst>
            <pc:docMk/>
            <pc:sldMk cId="3184868754" sldId="464"/>
            <ac:grpSpMk id="30" creationId="{1278CF64-FB58-B643-B01B-08778C78FDB3}"/>
          </ac:grpSpMkLst>
        </pc:grpChg>
        <pc:picChg chg="mod">
          <ac:chgData name="Loc Huynh" userId="80c0383e323bd6ea" providerId="LiveId" clId="{AC168C92-BC10-354B-9520-87CD58AC4BAC}" dt="2023-09-13T08:55:32.651" v="1490" actId="1076"/>
          <ac:picMkLst>
            <pc:docMk/>
            <pc:sldMk cId="3184868754" sldId="464"/>
            <ac:picMk id="11" creationId="{8D065052-69F1-024A-8354-FF5C33C13519}"/>
          </ac:picMkLst>
        </pc:picChg>
        <pc:picChg chg="mod">
          <ac:chgData name="Loc Huynh" userId="80c0383e323bd6ea" providerId="LiveId" clId="{AC168C92-BC10-354B-9520-87CD58AC4BAC}" dt="2023-09-13T08:54:58.184" v="1486" actId="13822"/>
          <ac:picMkLst>
            <pc:docMk/>
            <pc:sldMk cId="3184868754" sldId="464"/>
            <ac:picMk id="24" creationId="{D2B35AB2-B98E-D84D-9197-DDA07D4D5427}"/>
          </ac:picMkLst>
        </pc:picChg>
      </pc:sldChg>
      <pc:sldChg chg="modSp mod">
        <pc:chgData name="Loc Huynh" userId="80c0383e323bd6ea" providerId="LiveId" clId="{AC168C92-BC10-354B-9520-87CD58AC4BAC}" dt="2023-09-13T08:55:57.855" v="1496" actId="13822"/>
        <pc:sldMkLst>
          <pc:docMk/>
          <pc:sldMk cId="1313697068" sldId="465"/>
        </pc:sldMkLst>
        <pc:spChg chg="mod">
          <ac:chgData name="Loc Huynh" userId="80c0383e323bd6ea" providerId="LiveId" clId="{AC168C92-BC10-354B-9520-87CD58AC4BAC}" dt="2023-09-13T08:55:38.635" v="1491" actId="207"/>
          <ac:spMkLst>
            <pc:docMk/>
            <pc:sldMk cId="1313697068" sldId="465"/>
            <ac:spMk id="3" creationId="{0950CF22-330B-0B43-84E9-34FC1BB699DD}"/>
          </ac:spMkLst>
        </pc:spChg>
        <pc:spChg chg="mod">
          <ac:chgData name="Loc Huynh" userId="80c0383e323bd6ea" providerId="LiveId" clId="{AC168C92-BC10-354B-9520-87CD58AC4BAC}" dt="2023-09-13T08:55:57.855" v="1496" actId="13822"/>
          <ac:spMkLst>
            <pc:docMk/>
            <pc:sldMk cId="1313697068" sldId="465"/>
            <ac:spMk id="7" creationId="{0497AB36-E993-FA4C-B142-94E013FF89AC}"/>
          </ac:spMkLst>
        </pc:spChg>
        <pc:picChg chg="mod">
          <ac:chgData name="Loc Huynh" userId="80c0383e323bd6ea" providerId="LiveId" clId="{AC168C92-BC10-354B-9520-87CD58AC4BAC}" dt="2023-09-13T08:55:57.085" v="1495" actId="1076"/>
          <ac:picMkLst>
            <pc:docMk/>
            <pc:sldMk cId="1313697068" sldId="465"/>
            <ac:picMk id="13" creationId="{8E3683F5-9B61-B949-B543-D752AB379267}"/>
          </ac:picMkLst>
        </pc:picChg>
      </pc:sldChg>
      <pc:sldChg chg="modSp mod">
        <pc:chgData name="Loc Huynh" userId="80c0383e323bd6ea" providerId="LiveId" clId="{AC168C92-BC10-354B-9520-87CD58AC4BAC}" dt="2023-09-13T11:13:59.381" v="1650" actId="14100"/>
        <pc:sldMkLst>
          <pc:docMk/>
          <pc:sldMk cId="344793592" sldId="467"/>
        </pc:sldMkLst>
        <pc:spChg chg="mod">
          <ac:chgData name="Loc Huynh" userId="80c0383e323bd6ea" providerId="LiveId" clId="{AC168C92-BC10-354B-9520-87CD58AC4BAC}" dt="2023-09-13T11:13:54.543" v="1648" actId="14100"/>
          <ac:spMkLst>
            <pc:docMk/>
            <pc:sldMk cId="344793592" sldId="467"/>
            <ac:spMk id="8" creationId="{30A0DD48-C3C5-4645-8EA2-E549C9F5E8E5}"/>
          </ac:spMkLst>
        </pc:spChg>
        <pc:spChg chg="mod">
          <ac:chgData name="Loc Huynh" userId="80c0383e323bd6ea" providerId="LiveId" clId="{AC168C92-BC10-354B-9520-87CD58AC4BAC}" dt="2023-09-13T11:13:56.580" v="1649" actId="14100"/>
          <ac:spMkLst>
            <pc:docMk/>
            <pc:sldMk cId="344793592" sldId="467"/>
            <ac:spMk id="10" creationId="{8476AE5B-406A-5648-869A-6C06211093B6}"/>
          </ac:spMkLst>
        </pc:spChg>
        <pc:spChg chg="mod">
          <ac:chgData name="Loc Huynh" userId="80c0383e323bd6ea" providerId="LiveId" clId="{AC168C92-BC10-354B-9520-87CD58AC4BAC}" dt="2023-09-13T11:13:59.381" v="1650" actId="14100"/>
          <ac:spMkLst>
            <pc:docMk/>
            <pc:sldMk cId="344793592" sldId="467"/>
            <ac:spMk id="12" creationId="{B0BD56CB-2A7F-CB4A-86B0-4842D8723840}"/>
          </ac:spMkLst>
        </pc:spChg>
      </pc:sldChg>
      <pc:sldChg chg="modSp mod">
        <pc:chgData name="Loc Huynh" userId="80c0383e323bd6ea" providerId="LiveId" clId="{AC168C92-BC10-354B-9520-87CD58AC4BAC}" dt="2023-09-13T11:05:26.214" v="1561" actId="14100"/>
        <pc:sldMkLst>
          <pc:docMk/>
          <pc:sldMk cId="1770153382" sldId="469"/>
        </pc:sldMkLst>
        <pc:spChg chg="mod">
          <ac:chgData name="Loc Huynh" userId="80c0383e323bd6ea" providerId="LiveId" clId="{AC168C92-BC10-354B-9520-87CD58AC4BAC}" dt="2023-09-13T11:05:09.114" v="1554" actId="1076"/>
          <ac:spMkLst>
            <pc:docMk/>
            <pc:sldMk cId="1770153382" sldId="469"/>
            <ac:spMk id="6" creationId="{65EBD7E5-1D57-9448-A846-3814DE95C179}"/>
          </ac:spMkLst>
        </pc:spChg>
        <pc:spChg chg="mod">
          <ac:chgData name="Loc Huynh" userId="80c0383e323bd6ea" providerId="LiveId" clId="{AC168C92-BC10-354B-9520-87CD58AC4BAC}" dt="2023-09-13T11:05:26.214" v="1561" actId="14100"/>
          <ac:spMkLst>
            <pc:docMk/>
            <pc:sldMk cId="1770153382" sldId="469"/>
            <ac:spMk id="8" creationId="{206F696C-76DA-AE48-9BFD-C93EE7A992DA}"/>
          </ac:spMkLst>
        </pc:spChg>
        <pc:spChg chg="mod">
          <ac:chgData name="Loc Huynh" userId="80c0383e323bd6ea" providerId="LiveId" clId="{AC168C92-BC10-354B-9520-87CD58AC4BAC}" dt="2023-09-13T11:05:21.094" v="1560" actId="14100"/>
          <ac:spMkLst>
            <pc:docMk/>
            <pc:sldMk cId="1770153382" sldId="469"/>
            <ac:spMk id="9" creationId="{D6D40A09-16CE-F44F-9F5C-AF6ABF4098B4}"/>
          </ac:spMkLst>
        </pc:spChg>
        <pc:spChg chg="mod">
          <ac:chgData name="Loc Huynh" userId="80c0383e323bd6ea" providerId="LiveId" clId="{AC168C92-BC10-354B-9520-87CD58AC4BAC}" dt="2023-09-13T11:05:15.819" v="1558" actId="1076"/>
          <ac:spMkLst>
            <pc:docMk/>
            <pc:sldMk cId="1770153382" sldId="469"/>
            <ac:spMk id="10" creationId="{E90D2676-5007-5D23-A929-1DD8F594A3C7}"/>
          </ac:spMkLst>
        </pc:spChg>
      </pc:sldChg>
      <pc:sldChg chg="modSp mod">
        <pc:chgData name="Loc Huynh" userId="80c0383e323bd6ea" providerId="LiveId" clId="{AC168C92-BC10-354B-9520-87CD58AC4BAC}" dt="2023-09-13T11:14:34.772" v="1652" actId="14100"/>
        <pc:sldMkLst>
          <pc:docMk/>
          <pc:sldMk cId="1997632837" sldId="471"/>
        </pc:sldMkLst>
        <pc:spChg chg="mod">
          <ac:chgData name="Loc Huynh" userId="80c0383e323bd6ea" providerId="LiveId" clId="{AC168C92-BC10-354B-9520-87CD58AC4BAC}" dt="2023-09-13T11:07:27.972" v="1577" actId="14100"/>
          <ac:spMkLst>
            <pc:docMk/>
            <pc:sldMk cId="1997632837" sldId="471"/>
            <ac:spMk id="13" creationId="{CF8E5AFE-5ADF-8549-AA19-5349EFFD0015}"/>
          </ac:spMkLst>
        </pc:spChg>
        <pc:spChg chg="mod">
          <ac:chgData name="Loc Huynh" userId="80c0383e323bd6ea" providerId="LiveId" clId="{AC168C92-BC10-354B-9520-87CD58AC4BAC}" dt="2023-09-13T11:14:34.772" v="1652" actId="14100"/>
          <ac:spMkLst>
            <pc:docMk/>
            <pc:sldMk cId="1997632837" sldId="471"/>
            <ac:spMk id="14" creationId="{D742A93A-92B6-3B44-8730-BB18DFD6ED20}"/>
          </ac:spMkLst>
        </pc:spChg>
      </pc:sldChg>
      <pc:sldChg chg="modSp mod">
        <pc:chgData name="Loc Huynh" userId="80c0383e323bd6ea" providerId="LiveId" clId="{AC168C92-BC10-354B-9520-87CD58AC4BAC}" dt="2023-09-13T11:07:33.957" v="1578" actId="14100"/>
        <pc:sldMkLst>
          <pc:docMk/>
          <pc:sldMk cId="3934483243" sldId="472"/>
        </pc:sldMkLst>
        <pc:spChg chg="mod">
          <ac:chgData name="Loc Huynh" userId="80c0383e323bd6ea" providerId="LiveId" clId="{AC168C92-BC10-354B-9520-87CD58AC4BAC}" dt="2023-09-13T11:07:33.957" v="1578" actId="14100"/>
          <ac:spMkLst>
            <pc:docMk/>
            <pc:sldMk cId="3934483243" sldId="472"/>
            <ac:spMk id="12" creationId="{155E4025-4728-6547-882F-86215B9201A1}"/>
          </ac:spMkLst>
        </pc:spChg>
      </pc:sldChg>
      <pc:sldChg chg="modSp mod">
        <pc:chgData name="Loc Huynh" userId="80c0383e323bd6ea" providerId="LiveId" clId="{AC168C92-BC10-354B-9520-87CD58AC4BAC}" dt="2023-09-13T11:07:40.278" v="1579" actId="14100"/>
        <pc:sldMkLst>
          <pc:docMk/>
          <pc:sldMk cId="3915191108" sldId="473"/>
        </pc:sldMkLst>
        <pc:spChg chg="mod">
          <ac:chgData name="Loc Huynh" userId="80c0383e323bd6ea" providerId="LiveId" clId="{AC168C92-BC10-354B-9520-87CD58AC4BAC}" dt="2023-09-13T11:07:40.278" v="1579" actId="14100"/>
          <ac:spMkLst>
            <pc:docMk/>
            <pc:sldMk cId="3915191108" sldId="473"/>
            <ac:spMk id="8" creationId="{E2746794-A5E6-5D4B-8F68-5C63EC43737F}"/>
          </ac:spMkLst>
        </pc:spChg>
      </pc:sldChg>
      <pc:sldChg chg="modSp mod">
        <pc:chgData name="Loc Huynh" userId="80c0383e323bd6ea" providerId="LiveId" clId="{AC168C92-BC10-354B-9520-87CD58AC4BAC}" dt="2023-09-13T11:10:56.128" v="1621" actId="14100"/>
        <pc:sldMkLst>
          <pc:docMk/>
          <pc:sldMk cId="1242105478" sldId="474"/>
        </pc:sldMkLst>
        <pc:spChg chg="mod">
          <ac:chgData name="Loc Huynh" userId="80c0383e323bd6ea" providerId="LiveId" clId="{AC168C92-BC10-354B-9520-87CD58AC4BAC}" dt="2023-09-13T11:10:56.128" v="1621" actId="14100"/>
          <ac:spMkLst>
            <pc:docMk/>
            <pc:sldMk cId="1242105478" sldId="474"/>
            <ac:spMk id="7" creationId="{03A9A49A-8760-FC48-8E1C-8A867E0DC982}"/>
          </ac:spMkLst>
        </pc:spChg>
        <pc:spChg chg="mod">
          <ac:chgData name="Loc Huynh" userId="80c0383e323bd6ea" providerId="LiveId" clId="{AC168C92-BC10-354B-9520-87CD58AC4BAC}" dt="2023-09-13T11:09:15.792" v="1595" actId="1076"/>
          <ac:spMkLst>
            <pc:docMk/>
            <pc:sldMk cId="1242105478" sldId="474"/>
            <ac:spMk id="8" creationId="{7ECF8F5C-E57B-FE46-8DCB-ECF3061275E0}"/>
          </ac:spMkLst>
        </pc:spChg>
        <pc:spChg chg="mod">
          <ac:chgData name="Loc Huynh" userId="80c0383e323bd6ea" providerId="LiveId" clId="{AC168C92-BC10-354B-9520-87CD58AC4BAC}" dt="2023-09-13T11:08:29.564" v="1585" actId="14100"/>
          <ac:spMkLst>
            <pc:docMk/>
            <pc:sldMk cId="1242105478" sldId="474"/>
            <ac:spMk id="9" creationId="{E0B2BC97-FE1C-E44D-8451-2DC42EA9E39D}"/>
          </ac:spMkLst>
        </pc:spChg>
        <pc:spChg chg="mod">
          <ac:chgData name="Loc Huynh" userId="80c0383e323bd6ea" providerId="LiveId" clId="{AC168C92-BC10-354B-9520-87CD58AC4BAC}" dt="2023-09-13T11:08:16.435" v="1583" actId="255"/>
          <ac:spMkLst>
            <pc:docMk/>
            <pc:sldMk cId="1242105478" sldId="474"/>
            <ac:spMk id="10" creationId="{535C6297-4E11-3147-8597-F20F75516A2D}"/>
          </ac:spMkLst>
        </pc:spChg>
        <pc:spChg chg="mod">
          <ac:chgData name="Loc Huynh" userId="80c0383e323bd6ea" providerId="LiveId" clId="{AC168C92-BC10-354B-9520-87CD58AC4BAC}" dt="2023-09-13T11:09:22.047" v="1596" actId="1076"/>
          <ac:spMkLst>
            <pc:docMk/>
            <pc:sldMk cId="1242105478" sldId="474"/>
            <ac:spMk id="11" creationId="{02D69FDF-1EC3-B84B-8956-E9CBCEEA9D1B}"/>
          </ac:spMkLst>
        </pc:spChg>
        <pc:spChg chg="mod">
          <ac:chgData name="Loc Huynh" userId="80c0383e323bd6ea" providerId="LiveId" clId="{AC168C92-BC10-354B-9520-87CD58AC4BAC}" dt="2023-09-13T11:08:46.484" v="1590" actId="14100"/>
          <ac:spMkLst>
            <pc:docMk/>
            <pc:sldMk cId="1242105478" sldId="474"/>
            <ac:spMk id="25" creationId="{38D813B1-F736-8348-8C90-D25DA3EB6E1C}"/>
          </ac:spMkLst>
        </pc:spChg>
        <pc:spChg chg="mod">
          <ac:chgData name="Loc Huynh" userId="80c0383e323bd6ea" providerId="LiveId" clId="{AC168C92-BC10-354B-9520-87CD58AC4BAC}" dt="2023-09-13T11:10:10.276" v="1613" actId="1076"/>
          <ac:spMkLst>
            <pc:docMk/>
            <pc:sldMk cId="1242105478" sldId="474"/>
            <ac:spMk id="32" creationId="{60C190B3-A31D-E347-BA0A-C1CDFA90B8A8}"/>
          </ac:spMkLst>
        </pc:spChg>
        <pc:spChg chg="mod">
          <ac:chgData name="Loc Huynh" userId="80c0383e323bd6ea" providerId="LiveId" clId="{AC168C92-BC10-354B-9520-87CD58AC4BAC}" dt="2023-09-13T11:10:41.371" v="1617" actId="1036"/>
          <ac:spMkLst>
            <pc:docMk/>
            <pc:sldMk cId="1242105478" sldId="474"/>
            <ac:spMk id="33" creationId="{F0246D17-B7C2-C843-975A-1C55D8A114DB}"/>
          </ac:spMkLst>
        </pc:spChg>
        <pc:spChg chg="mod">
          <ac:chgData name="Loc Huynh" userId="80c0383e323bd6ea" providerId="LiveId" clId="{AC168C92-BC10-354B-9520-87CD58AC4BAC}" dt="2023-09-13T11:08:37.868" v="1587" actId="1076"/>
          <ac:spMkLst>
            <pc:docMk/>
            <pc:sldMk cId="1242105478" sldId="474"/>
            <ac:spMk id="35" creationId="{AE3F959C-6613-DB42-8551-4C0812B9423A}"/>
          </ac:spMkLst>
        </pc:spChg>
        <pc:spChg chg="mod">
          <ac:chgData name="Loc Huynh" userId="80c0383e323bd6ea" providerId="LiveId" clId="{AC168C92-BC10-354B-9520-87CD58AC4BAC}" dt="2023-09-13T11:09:03.134" v="1593" actId="1076"/>
          <ac:spMkLst>
            <pc:docMk/>
            <pc:sldMk cId="1242105478" sldId="474"/>
            <ac:spMk id="36" creationId="{04D49AAE-16B9-BE40-9B2A-370697F0878E}"/>
          </ac:spMkLst>
        </pc:spChg>
        <pc:spChg chg="mod">
          <ac:chgData name="Loc Huynh" userId="80c0383e323bd6ea" providerId="LiveId" clId="{AC168C92-BC10-354B-9520-87CD58AC4BAC}" dt="2023-09-13T11:09:11.270" v="1594" actId="1076"/>
          <ac:spMkLst>
            <pc:docMk/>
            <pc:sldMk cId="1242105478" sldId="474"/>
            <ac:spMk id="37" creationId="{065A310A-0436-C54D-86DD-B03BC35D76E8}"/>
          </ac:spMkLst>
        </pc:spChg>
        <pc:cxnChg chg="mod">
          <ac:chgData name="Loc Huynh" userId="80c0383e323bd6ea" providerId="LiveId" clId="{AC168C92-BC10-354B-9520-87CD58AC4BAC}" dt="2023-09-13T11:09:37.335" v="1602" actId="14100"/>
          <ac:cxnSpMkLst>
            <pc:docMk/>
            <pc:sldMk cId="1242105478" sldId="474"/>
            <ac:cxnSpMk id="13" creationId="{B332532D-A722-4F44-8DFA-A16288457A7F}"/>
          </ac:cxnSpMkLst>
        </pc:cxnChg>
        <pc:cxnChg chg="mod">
          <ac:chgData name="Loc Huynh" userId="80c0383e323bd6ea" providerId="LiveId" clId="{AC168C92-BC10-354B-9520-87CD58AC4BAC}" dt="2023-09-13T11:09:24.273" v="1597" actId="14100"/>
          <ac:cxnSpMkLst>
            <pc:docMk/>
            <pc:sldMk cId="1242105478" sldId="474"/>
            <ac:cxnSpMk id="17" creationId="{242BACA7-6C63-F44C-8A20-22DDFBCADD9B}"/>
          </ac:cxnSpMkLst>
        </pc:cxnChg>
        <pc:cxnChg chg="mod">
          <ac:chgData name="Loc Huynh" userId="80c0383e323bd6ea" providerId="LiveId" clId="{AC168C92-BC10-354B-9520-87CD58AC4BAC}" dt="2023-09-13T11:09:45.615" v="1603" actId="1076"/>
          <ac:cxnSpMkLst>
            <pc:docMk/>
            <pc:sldMk cId="1242105478" sldId="474"/>
            <ac:cxnSpMk id="41" creationId="{7A09A6CE-BF84-1C4C-9839-4506C244CB87}"/>
          </ac:cxnSpMkLst>
        </pc:cxnChg>
        <pc:cxnChg chg="mod">
          <ac:chgData name="Loc Huynh" userId="80c0383e323bd6ea" providerId="LiveId" clId="{AC168C92-BC10-354B-9520-87CD58AC4BAC}" dt="2023-09-13T11:09:53.751" v="1609" actId="1037"/>
          <ac:cxnSpMkLst>
            <pc:docMk/>
            <pc:sldMk cId="1242105478" sldId="474"/>
            <ac:cxnSpMk id="44" creationId="{70869ADA-38FF-6C46-997B-01601BC3B53D}"/>
          </ac:cxnSpMkLst>
        </pc:cxnChg>
        <pc:cxnChg chg="mod">
          <ac:chgData name="Loc Huynh" userId="80c0383e323bd6ea" providerId="LiveId" clId="{AC168C92-BC10-354B-9520-87CD58AC4BAC}" dt="2023-09-13T11:10:01.037" v="1610" actId="14100"/>
          <ac:cxnSpMkLst>
            <pc:docMk/>
            <pc:sldMk cId="1242105478" sldId="474"/>
            <ac:cxnSpMk id="46" creationId="{5DEE573E-59E5-D746-B3FB-5DBB3B27E7A5}"/>
          </ac:cxnSpMkLst>
        </pc:cxnChg>
        <pc:cxnChg chg="mod">
          <ac:chgData name="Loc Huynh" userId="80c0383e323bd6ea" providerId="LiveId" clId="{AC168C92-BC10-354B-9520-87CD58AC4BAC}" dt="2023-09-13T11:10:29.466" v="1615" actId="14100"/>
          <ac:cxnSpMkLst>
            <pc:docMk/>
            <pc:sldMk cId="1242105478" sldId="474"/>
            <ac:cxnSpMk id="54" creationId="{2D62C39C-BDC4-4D4F-8DE4-081D41FC101B}"/>
          </ac:cxnSpMkLst>
        </pc:cxnChg>
        <pc:cxnChg chg="mod">
          <ac:chgData name="Loc Huynh" userId="80c0383e323bd6ea" providerId="LiveId" clId="{AC168C92-BC10-354B-9520-87CD58AC4BAC}" dt="2023-09-13T11:10:43.758" v="1618" actId="1036"/>
          <ac:cxnSpMkLst>
            <pc:docMk/>
            <pc:sldMk cId="1242105478" sldId="474"/>
            <ac:cxnSpMk id="56" creationId="{E77FD24A-F670-1E45-9B84-3F16607832CE}"/>
          </ac:cxnSpMkLst>
        </pc:cxnChg>
      </pc:sldChg>
      <pc:sldChg chg="modSp mod">
        <pc:chgData name="Loc Huynh" userId="80c0383e323bd6ea" providerId="LiveId" clId="{AC168C92-BC10-354B-9520-87CD58AC4BAC}" dt="2023-09-13T11:12:38.593" v="1642" actId="20577"/>
        <pc:sldMkLst>
          <pc:docMk/>
          <pc:sldMk cId="4292046202" sldId="475"/>
        </pc:sldMkLst>
        <pc:spChg chg="mod">
          <ac:chgData name="Loc Huynh" userId="80c0383e323bd6ea" providerId="LiveId" clId="{AC168C92-BC10-354B-9520-87CD58AC4BAC}" dt="2023-09-13T11:12:17.707" v="1636" actId="20577"/>
          <ac:spMkLst>
            <pc:docMk/>
            <pc:sldMk cId="4292046202" sldId="475"/>
            <ac:spMk id="2" creationId="{00000000-0000-0000-0000-000000000000}"/>
          </ac:spMkLst>
        </pc:spChg>
        <pc:spChg chg="mod">
          <ac:chgData name="Loc Huynh" userId="80c0383e323bd6ea" providerId="LiveId" clId="{AC168C92-BC10-354B-9520-87CD58AC4BAC}" dt="2023-09-13T11:12:38.593" v="1642" actId="20577"/>
          <ac:spMkLst>
            <pc:docMk/>
            <pc:sldMk cId="4292046202" sldId="475"/>
            <ac:spMk id="24" creationId="{1DC4C6ED-DBBE-F844-9C53-9AFA24C1A7D5}"/>
          </ac:spMkLst>
        </pc:spChg>
        <pc:spChg chg="mod">
          <ac:chgData name="Loc Huynh" userId="80c0383e323bd6ea" providerId="LiveId" clId="{AC168C92-BC10-354B-9520-87CD58AC4BAC}" dt="2023-09-13T11:11:59.342" v="1632" actId="1076"/>
          <ac:spMkLst>
            <pc:docMk/>
            <pc:sldMk cId="4292046202" sldId="475"/>
            <ac:spMk id="28" creationId="{EF351290-CAF1-E74A-9379-674E3DCCF7D5}"/>
          </ac:spMkLst>
        </pc:spChg>
        <pc:spChg chg="mod">
          <ac:chgData name="Loc Huynh" userId="80c0383e323bd6ea" providerId="LiveId" clId="{AC168C92-BC10-354B-9520-87CD58AC4BAC}" dt="2023-09-13T11:12:08.309" v="1633" actId="1076"/>
          <ac:spMkLst>
            <pc:docMk/>
            <pc:sldMk cId="4292046202" sldId="475"/>
            <ac:spMk id="29" creationId="{DD594DF2-FD31-B74F-B472-EAA7368B207F}"/>
          </ac:spMkLst>
        </pc:spChg>
        <pc:spChg chg="mod">
          <ac:chgData name="Loc Huynh" userId="80c0383e323bd6ea" providerId="LiveId" clId="{AC168C92-BC10-354B-9520-87CD58AC4BAC}" dt="2023-09-13T11:12:13.868" v="1634" actId="1076"/>
          <ac:spMkLst>
            <pc:docMk/>
            <pc:sldMk cId="4292046202" sldId="475"/>
            <ac:spMk id="30" creationId="{AD1DAF9A-BD96-F647-8725-FD19487DC555}"/>
          </ac:spMkLst>
        </pc:spChg>
        <pc:spChg chg="mod">
          <ac:chgData name="Loc Huynh" userId="80c0383e323bd6ea" providerId="LiveId" clId="{AC168C92-BC10-354B-9520-87CD58AC4BAC}" dt="2023-09-13T11:11:55.550" v="1631" actId="1076"/>
          <ac:spMkLst>
            <pc:docMk/>
            <pc:sldMk cId="4292046202" sldId="475"/>
            <ac:spMk id="34" creationId="{FB1A7FA0-DFE5-5C4C-8EBA-424C0CF84F49}"/>
          </ac:spMkLst>
        </pc:spChg>
        <pc:spChg chg="mod">
          <ac:chgData name="Loc Huynh" userId="80c0383e323bd6ea" providerId="LiveId" clId="{AC168C92-BC10-354B-9520-87CD58AC4BAC}" dt="2023-09-13T11:11:36.492" v="1630" actId="14100"/>
          <ac:spMkLst>
            <pc:docMk/>
            <pc:sldMk cId="4292046202" sldId="475"/>
            <ac:spMk id="40" creationId="{4911A666-E045-B542-9925-585481B87B25}"/>
          </ac:spMkLst>
        </pc:spChg>
        <pc:grpChg chg="mod">
          <ac:chgData name="Loc Huynh" userId="80c0383e323bd6ea" providerId="LiveId" clId="{AC168C92-BC10-354B-9520-87CD58AC4BAC}" dt="2023-09-13T11:11:24.614" v="1626" actId="14100"/>
          <ac:grpSpMkLst>
            <pc:docMk/>
            <pc:sldMk cId="4292046202" sldId="475"/>
            <ac:grpSpMk id="14" creationId="{8251591F-C8E3-6844-A07F-A81F38C94C12}"/>
          </ac:grpSpMkLst>
        </pc:grpChg>
      </pc:sldChg>
      <pc:sldChg chg="modSp mod">
        <pc:chgData name="Loc Huynh" userId="80c0383e323bd6ea" providerId="LiveId" clId="{AC168C92-BC10-354B-9520-87CD58AC4BAC}" dt="2023-09-13T11:13:28.936" v="1647" actId="1076"/>
        <pc:sldMkLst>
          <pc:docMk/>
          <pc:sldMk cId="1875871481" sldId="480"/>
        </pc:sldMkLst>
        <pc:spChg chg="mod">
          <ac:chgData name="Loc Huynh" userId="80c0383e323bd6ea" providerId="LiveId" clId="{AC168C92-BC10-354B-9520-87CD58AC4BAC}" dt="2023-09-13T11:13:26.722" v="1646" actId="14100"/>
          <ac:spMkLst>
            <pc:docMk/>
            <pc:sldMk cId="1875871481" sldId="480"/>
            <ac:spMk id="7" creationId="{162C9B1B-AD7F-8D4C-90CB-A0C646A54532}"/>
          </ac:spMkLst>
        </pc:spChg>
        <pc:spChg chg="mod">
          <ac:chgData name="Loc Huynh" userId="80c0383e323bd6ea" providerId="LiveId" clId="{AC168C92-BC10-354B-9520-87CD58AC4BAC}" dt="2023-09-13T11:13:28.936" v="1647" actId="1076"/>
          <ac:spMkLst>
            <pc:docMk/>
            <pc:sldMk cId="1875871481" sldId="480"/>
            <ac:spMk id="11" creationId="{7A5714F0-3F48-FB48-950A-8006C6974611}"/>
          </ac:spMkLst>
        </pc:spChg>
        <pc:spChg chg="mod">
          <ac:chgData name="Loc Huynh" userId="80c0383e323bd6ea" providerId="LiveId" clId="{AC168C92-BC10-354B-9520-87CD58AC4BAC}" dt="2023-09-13T11:13:24.349" v="1645" actId="14100"/>
          <ac:spMkLst>
            <pc:docMk/>
            <pc:sldMk cId="1875871481" sldId="480"/>
            <ac:spMk id="24" creationId="{03D1B279-DA61-5E4C-B4EE-0B2EA31B38A3}"/>
          </ac:spMkLst>
        </pc:spChg>
      </pc:sldChg>
      <pc:sldChg chg="addSp delSp modSp add mod ord">
        <pc:chgData name="Loc Huynh" userId="80c0383e323bd6ea" providerId="LiveId" clId="{AC168C92-BC10-354B-9520-87CD58AC4BAC}" dt="2023-09-13T08:36:38.893" v="1119" actId="20577"/>
        <pc:sldMkLst>
          <pc:docMk/>
          <pc:sldMk cId="2353403814" sldId="493"/>
        </pc:sldMkLst>
        <pc:spChg chg="mod">
          <ac:chgData name="Loc Huynh" userId="80c0383e323bd6ea" providerId="LiveId" clId="{AC168C92-BC10-354B-9520-87CD58AC4BAC}" dt="2023-09-13T08:36:38.893" v="1119" actId="20577"/>
          <ac:spMkLst>
            <pc:docMk/>
            <pc:sldMk cId="2353403814" sldId="493"/>
            <ac:spMk id="3" creationId="{2367EAE8-B0EA-5F48-8E8B-1FAEEDF05579}"/>
          </ac:spMkLst>
        </pc:spChg>
        <pc:spChg chg="del mod topLvl">
          <ac:chgData name="Loc Huynh" userId="80c0383e323bd6ea" providerId="LiveId" clId="{AC168C92-BC10-354B-9520-87CD58AC4BAC}" dt="2023-09-13T07:46:37.925" v="396" actId="478"/>
          <ac:spMkLst>
            <pc:docMk/>
            <pc:sldMk cId="2353403814" sldId="493"/>
            <ac:spMk id="8" creationId="{18B1401B-5055-911F-2600-AB4ED607CF42}"/>
          </ac:spMkLst>
        </pc:spChg>
        <pc:spChg chg="del">
          <ac:chgData name="Loc Huynh" userId="80c0383e323bd6ea" providerId="LiveId" clId="{AC168C92-BC10-354B-9520-87CD58AC4BAC}" dt="2023-09-13T07:43:03.802" v="390" actId="478"/>
          <ac:spMkLst>
            <pc:docMk/>
            <pc:sldMk cId="2353403814" sldId="493"/>
            <ac:spMk id="9" creationId="{840A3FFA-F31F-8E4E-8C11-7FD8F154C13E}"/>
          </ac:spMkLst>
        </pc:spChg>
        <pc:spChg chg="mod">
          <ac:chgData name="Loc Huynh" userId="80c0383e323bd6ea" providerId="LiveId" clId="{AC168C92-BC10-354B-9520-87CD58AC4BAC}" dt="2023-09-13T08:31:27.619" v="1066" actId="1076"/>
          <ac:spMkLst>
            <pc:docMk/>
            <pc:sldMk cId="2353403814" sldId="493"/>
            <ac:spMk id="11" creationId="{BC2E18B4-C663-F1EF-ACCD-E12E4C3680D5}"/>
          </ac:spMkLst>
        </pc:spChg>
        <pc:grpChg chg="add del mod">
          <ac:chgData name="Loc Huynh" userId="80c0383e323bd6ea" providerId="LiveId" clId="{AC168C92-BC10-354B-9520-87CD58AC4BAC}" dt="2023-09-13T07:46:37.925" v="396" actId="478"/>
          <ac:grpSpMkLst>
            <pc:docMk/>
            <pc:sldMk cId="2353403814" sldId="493"/>
            <ac:grpSpMk id="6" creationId="{B7674FBF-2CAA-6744-CF6D-FEC8C6CFB514}"/>
          </ac:grpSpMkLst>
        </pc:grpChg>
        <pc:grpChg chg="mod topLvl">
          <ac:chgData name="Loc Huynh" userId="80c0383e323bd6ea" providerId="LiveId" clId="{AC168C92-BC10-354B-9520-87CD58AC4BAC}" dt="2023-09-13T08:31:27.619" v="1066" actId="1076"/>
          <ac:grpSpMkLst>
            <pc:docMk/>
            <pc:sldMk cId="2353403814" sldId="493"/>
            <ac:grpSpMk id="7" creationId="{FB6E7379-F1BF-0A43-FB34-19030085C70D}"/>
          </ac:grpSpMkLst>
        </pc:grpChg>
        <pc:picChg chg="mod">
          <ac:chgData name="Loc Huynh" userId="80c0383e323bd6ea" providerId="LiveId" clId="{AC168C92-BC10-354B-9520-87CD58AC4BAC}" dt="2023-09-13T08:31:27.619" v="1066" actId="1076"/>
          <ac:picMkLst>
            <pc:docMk/>
            <pc:sldMk cId="2353403814" sldId="493"/>
            <ac:picMk id="10" creationId="{B188738F-5A9C-5BDE-238B-8F21346E5803}"/>
          </ac:picMkLst>
        </pc:picChg>
        <pc:picChg chg="del">
          <ac:chgData name="Loc Huynh" userId="80c0383e323bd6ea" providerId="LiveId" clId="{AC168C92-BC10-354B-9520-87CD58AC4BAC}" dt="2023-09-13T07:43:01.397" v="388" actId="478"/>
          <ac:picMkLst>
            <pc:docMk/>
            <pc:sldMk cId="2353403814" sldId="493"/>
            <ac:picMk id="2052" creationId="{44657C20-871D-8447-BED3-972142C9EC42}"/>
          </ac:picMkLst>
        </pc:picChg>
        <pc:picChg chg="del">
          <ac:chgData name="Loc Huynh" userId="80c0383e323bd6ea" providerId="LiveId" clId="{AC168C92-BC10-354B-9520-87CD58AC4BAC}" dt="2023-09-13T07:43:03.012" v="389" actId="478"/>
          <ac:picMkLst>
            <pc:docMk/>
            <pc:sldMk cId="2353403814" sldId="493"/>
            <ac:picMk id="2054" creationId="{FA47C0FF-84DC-4A4E-A954-74EBB20B6326}"/>
          </ac:picMkLst>
        </pc:picChg>
      </pc:sldChg>
      <pc:sldChg chg="addSp delSp modSp add mod modNotesTx">
        <pc:chgData name="Loc Huynh" userId="80c0383e323bd6ea" providerId="LiveId" clId="{AC168C92-BC10-354B-9520-87CD58AC4BAC}" dt="2023-09-13T08:38:54.198" v="1230" actId="1076"/>
        <pc:sldMkLst>
          <pc:docMk/>
          <pc:sldMk cId="1075784339" sldId="494"/>
        </pc:sldMkLst>
        <pc:spChg chg="mod">
          <ac:chgData name="Loc Huynh" userId="80c0383e323bd6ea" providerId="LiveId" clId="{AC168C92-BC10-354B-9520-87CD58AC4BAC}" dt="2023-09-13T08:38:27.877" v="1226" actId="207"/>
          <ac:spMkLst>
            <pc:docMk/>
            <pc:sldMk cId="1075784339" sldId="494"/>
            <ac:spMk id="3" creationId="{176A9FE1-2294-4F44-B43C-EB2898277BF1}"/>
          </ac:spMkLst>
        </pc:spChg>
        <pc:spChg chg="del">
          <ac:chgData name="Loc Huynh" userId="80c0383e323bd6ea" providerId="LiveId" clId="{AC168C92-BC10-354B-9520-87CD58AC4BAC}" dt="2023-09-13T08:35:58.080" v="1075" actId="478"/>
          <ac:spMkLst>
            <pc:docMk/>
            <pc:sldMk cId="1075784339" sldId="494"/>
            <ac:spMk id="6" creationId="{EBC161D7-1BE9-AC42-BDB8-843AFEA7F5AC}"/>
          </ac:spMkLst>
        </pc:spChg>
        <pc:spChg chg="del topLvl">
          <ac:chgData name="Loc Huynh" userId="80c0383e323bd6ea" providerId="LiveId" clId="{AC168C92-BC10-354B-9520-87CD58AC4BAC}" dt="2023-09-13T08:35:56.495" v="1074" actId="478"/>
          <ac:spMkLst>
            <pc:docMk/>
            <pc:sldMk cId="1075784339" sldId="494"/>
            <ac:spMk id="7" creationId="{9D65668A-A5C9-454A-9FF1-1F3C583F0163}"/>
          </ac:spMkLst>
        </pc:spChg>
        <pc:spChg chg="add mod">
          <ac:chgData name="Loc Huynh" userId="80c0383e323bd6ea" providerId="LiveId" clId="{AC168C92-BC10-354B-9520-87CD58AC4BAC}" dt="2023-09-13T08:35:53.101" v="1073" actId="1076"/>
          <ac:spMkLst>
            <pc:docMk/>
            <pc:sldMk cId="1075784339" sldId="494"/>
            <ac:spMk id="11" creationId="{32B495B4-AFE4-A824-6A55-FFD4F92BEA27}"/>
          </ac:spMkLst>
        </pc:spChg>
        <pc:grpChg chg="topLvl">
          <ac:chgData name="Loc Huynh" userId="80c0383e323bd6ea" providerId="LiveId" clId="{AC168C92-BC10-354B-9520-87CD58AC4BAC}" dt="2023-09-13T08:35:56.495" v="1074" actId="478"/>
          <ac:grpSpMkLst>
            <pc:docMk/>
            <pc:sldMk cId="1075784339" sldId="494"/>
            <ac:grpSpMk id="9" creationId="{56E127BF-C41B-0D42-AFC9-0B85C2EBFD28}"/>
          </ac:grpSpMkLst>
        </pc:grpChg>
        <pc:grpChg chg="del">
          <ac:chgData name="Loc Huynh" userId="80c0383e323bd6ea" providerId="LiveId" clId="{AC168C92-BC10-354B-9520-87CD58AC4BAC}" dt="2023-09-13T08:35:56.495" v="1074" actId="478"/>
          <ac:grpSpMkLst>
            <pc:docMk/>
            <pc:sldMk cId="1075784339" sldId="494"/>
            <ac:grpSpMk id="10" creationId="{A4EEE53E-6680-0D49-8F3B-8637E8F36575}"/>
          </ac:grpSpMkLst>
        </pc:grpChg>
        <pc:picChg chg="add mod">
          <ac:chgData name="Loc Huynh" userId="80c0383e323bd6ea" providerId="LiveId" clId="{AC168C92-BC10-354B-9520-87CD58AC4BAC}" dt="2023-09-13T08:38:54.198" v="1230" actId="1076"/>
          <ac:picMkLst>
            <pc:docMk/>
            <pc:sldMk cId="1075784339" sldId="494"/>
            <ac:picMk id="12" creationId="{A9A46A98-DA63-387D-B328-1DA8E3C5408C}"/>
          </ac:picMkLst>
        </pc:picChg>
      </pc:sldChg>
      <pc:sldChg chg="addSp delSp modSp add del mod chgLayout">
        <pc:chgData name="Loc Huynh" userId="80c0383e323bd6ea" providerId="LiveId" clId="{AC168C92-BC10-354B-9520-87CD58AC4BAC}" dt="2023-09-13T08:35:26.429" v="1070" actId="2696"/>
        <pc:sldMkLst>
          <pc:docMk/>
          <pc:sldMk cId="3492196897" sldId="494"/>
        </pc:sldMkLst>
        <pc:spChg chg="mod ord">
          <ac:chgData name="Loc Huynh" userId="80c0383e323bd6ea" providerId="LiveId" clId="{AC168C92-BC10-354B-9520-87CD58AC4BAC}" dt="2023-09-13T07:36:38.480" v="292" actId="700"/>
          <ac:spMkLst>
            <pc:docMk/>
            <pc:sldMk cId="3492196897" sldId="494"/>
            <ac:spMk id="2" creationId="{77B9269B-79C8-1341-B6DB-813F3CC2A24B}"/>
          </ac:spMkLst>
        </pc:spChg>
        <pc:spChg chg="mod ord">
          <ac:chgData name="Loc Huynh" userId="80c0383e323bd6ea" providerId="LiveId" clId="{AC168C92-BC10-354B-9520-87CD58AC4BAC}" dt="2023-09-13T07:36:38.480" v="292" actId="700"/>
          <ac:spMkLst>
            <pc:docMk/>
            <pc:sldMk cId="3492196897" sldId="494"/>
            <ac:spMk id="4" creationId="{7DEC8261-703F-AC42-8F39-91BBEA1E582C}"/>
          </ac:spMkLst>
        </pc:spChg>
        <pc:spChg chg="mod ord">
          <ac:chgData name="Loc Huynh" userId="80c0383e323bd6ea" providerId="LiveId" clId="{AC168C92-BC10-354B-9520-87CD58AC4BAC}" dt="2023-09-13T07:36:38.480" v="292" actId="700"/>
          <ac:spMkLst>
            <pc:docMk/>
            <pc:sldMk cId="3492196897" sldId="494"/>
            <ac:spMk id="5" creationId="{2F417248-1216-FA4A-9457-008CBF269BA2}"/>
          </ac:spMkLst>
        </pc:spChg>
        <pc:spChg chg="add del mod">
          <ac:chgData name="Loc Huynh" userId="80c0383e323bd6ea" providerId="LiveId" clId="{AC168C92-BC10-354B-9520-87CD58AC4BAC}" dt="2023-09-13T07:34:44.174" v="282" actId="478"/>
          <ac:spMkLst>
            <pc:docMk/>
            <pc:sldMk cId="3492196897" sldId="494"/>
            <ac:spMk id="8" creationId="{64F778E1-BF60-CAD1-C859-C87424E45A1A}"/>
          </ac:spMkLst>
        </pc:spChg>
        <pc:spChg chg="add del mod">
          <ac:chgData name="Loc Huynh" userId="80c0383e323bd6ea" providerId="LiveId" clId="{AC168C92-BC10-354B-9520-87CD58AC4BAC}" dt="2023-09-13T07:36:05.415" v="291" actId="478"/>
          <ac:spMkLst>
            <pc:docMk/>
            <pc:sldMk cId="3492196897" sldId="494"/>
            <ac:spMk id="9" creationId="{36260321-AC6E-788B-A5FB-F6572C0EDF85}"/>
          </ac:spMkLst>
        </pc:spChg>
        <pc:spChg chg="add del mod ord">
          <ac:chgData name="Loc Huynh" userId="80c0383e323bd6ea" providerId="LiveId" clId="{AC168C92-BC10-354B-9520-87CD58AC4BAC}" dt="2023-09-13T07:36:50.911" v="293" actId="931"/>
          <ac:spMkLst>
            <pc:docMk/>
            <pc:sldMk cId="3492196897" sldId="494"/>
            <ac:spMk id="11" creationId="{15AB4FD3-2CF3-C71B-284F-E7FFF57EB155}"/>
          </ac:spMkLst>
        </pc:spChg>
        <pc:spChg chg="mod">
          <ac:chgData name="Loc Huynh" userId="80c0383e323bd6ea" providerId="LiveId" clId="{AC168C92-BC10-354B-9520-87CD58AC4BAC}" dt="2023-09-13T07:37:13.511" v="295" actId="1076"/>
          <ac:spMkLst>
            <pc:docMk/>
            <pc:sldMk cId="3492196897" sldId="494"/>
            <ac:spMk id="13" creationId="{87097C54-B524-8787-FDB6-7E3F9915F6A0}"/>
          </ac:spMkLst>
        </pc:spChg>
        <pc:picChg chg="add del mod">
          <ac:chgData name="Loc Huynh" userId="80c0383e323bd6ea" providerId="LiveId" clId="{AC168C92-BC10-354B-9520-87CD58AC4BAC}" dt="2023-09-13T07:35:57.717" v="288" actId="478"/>
          <ac:picMkLst>
            <pc:docMk/>
            <pc:sldMk cId="3492196897" sldId="494"/>
            <ac:picMk id="6" creationId="{5E443622-575B-660C-945A-66B90004527E}"/>
          </ac:picMkLst>
        </pc:picChg>
        <pc:picChg chg="del">
          <ac:chgData name="Loc Huynh" userId="80c0383e323bd6ea" providerId="LiveId" clId="{AC168C92-BC10-354B-9520-87CD58AC4BAC}" dt="2023-09-13T07:34:32.083" v="280" actId="478"/>
          <ac:picMkLst>
            <pc:docMk/>
            <pc:sldMk cId="3492196897" sldId="494"/>
            <ac:picMk id="10" creationId="{609188E1-629E-12C7-89E8-A6BDBA659F3C}"/>
          </ac:picMkLst>
        </pc:picChg>
        <pc:picChg chg="del">
          <ac:chgData name="Loc Huynh" userId="80c0383e323bd6ea" providerId="LiveId" clId="{AC168C92-BC10-354B-9520-87CD58AC4BAC}" dt="2023-09-13T07:34:45.517" v="283" actId="478"/>
          <ac:picMkLst>
            <pc:docMk/>
            <pc:sldMk cId="3492196897" sldId="494"/>
            <ac:picMk id="12" creationId="{19FD5092-F839-2AF7-ACED-1EC90FEE6765}"/>
          </ac:picMkLst>
        </pc:picChg>
        <pc:picChg chg="add mod">
          <ac:chgData name="Loc Huynh" userId="80c0383e323bd6ea" providerId="LiveId" clId="{AC168C92-BC10-354B-9520-87CD58AC4BAC}" dt="2023-09-13T07:36:50.911" v="293" actId="931"/>
          <ac:picMkLst>
            <pc:docMk/>
            <pc:sldMk cId="3492196897" sldId="494"/>
            <ac:picMk id="15" creationId="{BCF34F2E-E0BA-B778-EBDD-2B9B7EE49F84}"/>
          </ac:picMkLst>
        </pc:picChg>
      </pc:sldChg>
      <pc:sldChg chg="modSp mod">
        <pc:chgData name="Loc Huynh" userId="80c0383e323bd6ea" providerId="LiveId" clId="{AC168C92-BC10-354B-9520-87CD58AC4BAC}" dt="2023-09-13T11:05:52.317" v="1566" actId="14100"/>
        <pc:sldMkLst>
          <pc:docMk/>
          <pc:sldMk cId="3887065777" sldId="495"/>
        </pc:sldMkLst>
        <pc:spChg chg="mod">
          <ac:chgData name="Loc Huynh" userId="80c0383e323bd6ea" providerId="LiveId" clId="{AC168C92-BC10-354B-9520-87CD58AC4BAC}" dt="2023-09-13T11:05:52.317" v="1566" actId="14100"/>
          <ac:spMkLst>
            <pc:docMk/>
            <pc:sldMk cId="3887065777" sldId="495"/>
            <ac:spMk id="3" creationId="{FB20DB8C-1C89-CCD3-C728-ED46C18517F2}"/>
          </ac:spMkLst>
        </pc:spChg>
      </pc:sldChg>
      <pc:sldChg chg="modSp mod">
        <pc:chgData name="Loc Huynh" userId="80c0383e323bd6ea" providerId="LiveId" clId="{AC168C92-BC10-354B-9520-87CD58AC4BAC}" dt="2023-09-13T11:04:20.063" v="1549" actId="14100"/>
        <pc:sldMkLst>
          <pc:docMk/>
          <pc:sldMk cId="1922161333" sldId="496"/>
        </pc:sldMkLst>
        <pc:spChg chg="mod">
          <ac:chgData name="Loc Huynh" userId="80c0383e323bd6ea" providerId="LiveId" clId="{AC168C92-BC10-354B-9520-87CD58AC4BAC}" dt="2023-09-13T11:04:20.063" v="1549" actId="14100"/>
          <ac:spMkLst>
            <pc:docMk/>
            <pc:sldMk cId="1922161333" sldId="496"/>
            <ac:spMk id="7" creationId="{F15FABF9-88B9-112D-C1A1-EFD343147104}"/>
          </ac:spMkLst>
        </pc:spChg>
      </pc:sldChg>
      <pc:sldChg chg="modSp mod">
        <pc:chgData name="Loc Huynh" userId="80c0383e323bd6ea" providerId="LiveId" clId="{AC168C92-BC10-354B-9520-87CD58AC4BAC}" dt="2023-09-13T11:06:07.640" v="1568" actId="14100"/>
        <pc:sldMkLst>
          <pc:docMk/>
          <pc:sldMk cId="1152783581" sldId="497"/>
        </pc:sldMkLst>
        <pc:spChg chg="mod">
          <ac:chgData name="Loc Huynh" userId="80c0383e323bd6ea" providerId="LiveId" clId="{AC168C92-BC10-354B-9520-87CD58AC4BAC}" dt="2023-09-13T11:06:07.640" v="1568" actId="14100"/>
          <ac:spMkLst>
            <pc:docMk/>
            <pc:sldMk cId="1152783581" sldId="497"/>
            <ac:spMk id="3" creationId="{1026FBB4-1B9B-BA3F-B3B1-AFC2991BD373}"/>
          </ac:spMkLst>
        </pc:spChg>
      </pc:sldChg>
      <pc:sldChg chg="modSp mod">
        <pc:chgData name="Loc Huynh" userId="80c0383e323bd6ea" providerId="LiveId" clId="{AC168C92-BC10-354B-9520-87CD58AC4BAC}" dt="2023-09-13T11:04:31.944" v="1552" actId="1076"/>
        <pc:sldMkLst>
          <pc:docMk/>
          <pc:sldMk cId="2317161822" sldId="498"/>
        </pc:sldMkLst>
        <pc:spChg chg="mod">
          <ac:chgData name="Loc Huynh" userId="80c0383e323bd6ea" providerId="LiveId" clId="{AC168C92-BC10-354B-9520-87CD58AC4BAC}" dt="2023-09-13T11:04:31.944" v="1552" actId="1076"/>
          <ac:spMkLst>
            <pc:docMk/>
            <pc:sldMk cId="2317161822" sldId="498"/>
            <ac:spMk id="7" creationId="{A8D4045D-E969-D462-3D06-825F50FADA02}"/>
          </ac:spMkLst>
        </pc:spChg>
      </pc:sldChg>
      <pc:sldMasterChg chg="delSldLayout modSldLayout">
        <pc:chgData name="Loc Huynh" userId="80c0383e323bd6ea" providerId="LiveId" clId="{AC168C92-BC10-354B-9520-87CD58AC4BAC}" dt="2023-09-13T07:48:44.962" v="426" actId="2696"/>
        <pc:sldMasterMkLst>
          <pc:docMk/>
          <pc:sldMasterMk cId="3606943067" sldId="2147483660"/>
        </pc:sldMasterMkLst>
        <pc:sldLayoutChg chg="modSp mod">
          <pc:chgData name="Loc Huynh" userId="80c0383e323bd6ea" providerId="LiveId" clId="{AC168C92-BC10-354B-9520-87CD58AC4BAC}" dt="2023-09-13T07:12:01.765" v="147" actId="255"/>
          <pc:sldLayoutMkLst>
            <pc:docMk/>
            <pc:sldMasterMk cId="3606943067" sldId="2147483660"/>
            <pc:sldLayoutMk cId="2558408553" sldId="2147483665"/>
          </pc:sldLayoutMkLst>
          <pc:spChg chg="mod">
            <ac:chgData name="Loc Huynh" userId="80c0383e323bd6ea" providerId="LiveId" clId="{AC168C92-BC10-354B-9520-87CD58AC4BAC}" dt="2023-09-13T07:11:54.590" v="146" actId="255"/>
            <ac:spMkLst>
              <pc:docMk/>
              <pc:sldMasterMk cId="3606943067" sldId="2147483660"/>
              <pc:sldLayoutMk cId="2558408553" sldId="2147483665"/>
              <ac:spMk id="3" creationId="{00000000-0000-0000-0000-000000000000}"/>
            </ac:spMkLst>
          </pc:spChg>
          <pc:spChg chg="mod">
            <ac:chgData name="Loc Huynh" userId="80c0383e323bd6ea" providerId="LiveId" clId="{AC168C92-BC10-354B-9520-87CD58AC4BAC}" dt="2023-09-13T07:11:35.269" v="141" actId="1035"/>
            <ac:spMkLst>
              <pc:docMk/>
              <pc:sldMasterMk cId="3606943067" sldId="2147483660"/>
              <pc:sldLayoutMk cId="2558408553" sldId="2147483665"/>
              <ac:spMk id="4" creationId="{00000000-0000-0000-0000-000000000000}"/>
            </ac:spMkLst>
          </pc:spChg>
          <pc:spChg chg="mod">
            <ac:chgData name="Loc Huynh" userId="80c0383e323bd6ea" providerId="LiveId" clId="{AC168C92-BC10-354B-9520-87CD58AC4BAC}" dt="2023-09-13T07:12:01.765" v="147" actId="255"/>
            <ac:spMkLst>
              <pc:docMk/>
              <pc:sldMasterMk cId="3606943067" sldId="2147483660"/>
              <pc:sldLayoutMk cId="2558408553" sldId="2147483665"/>
              <ac:spMk id="5" creationId="{00000000-0000-0000-0000-000000000000}"/>
            </ac:spMkLst>
          </pc:spChg>
          <pc:spChg chg="mod">
            <ac:chgData name="Loc Huynh" userId="80c0383e323bd6ea" providerId="LiveId" clId="{AC168C92-BC10-354B-9520-87CD58AC4BAC}" dt="2023-09-13T07:11:35.269" v="141" actId="1035"/>
            <ac:spMkLst>
              <pc:docMk/>
              <pc:sldMasterMk cId="3606943067" sldId="2147483660"/>
              <pc:sldLayoutMk cId="2558408553" sldId="2147483665"/>
              <ac:spMk id="6" creationId="{00000000-0000-0000-0000-000000000000}"/>
            </ac:spMkLst>
          </pc:spChg>
        </pc:sldLayoutChg>
        <pc:sldLayoutChg chg="del">
          <pc:chgData name="Loc Huynh" userId="80c0383e323bd6ea" providerId="LiveId" clId="{AC168C92-BC10-354B-9520-87CD58AC4BAC}" dt="2023-09-13T07:48:44.962" v="426" actId="2696"/>
          <pc:sldLayoutMkLst>
            <pc:docMk/>
            <pc:sldMasterMk cId="3606943067" sldId="2147483660"/>
            <pc:sldLayoutMk cId="1213842730" sldId="2147483668"/>
          </pc:sldLayoutMkLst>
        </pc:sldLayoutChg>
      </pc:sldMasterChg>
    </pc:docChg>
  </pc:docChgLst>
  <pc:docChgLst>
    <pc:chgData name="Loc Huynh" userId="80c0383e323bd6ea" providerId="LiveId" clId="{0436A769-9B8B-4871-8306-E47AD2895456}"/>
    <pc:docChg chg="undo custSel modSld">
      <pc:chgData name="Loc Huynh" userId="80c0383e323bd6ea" providerId="LiveId" clId="{0436A769-9B8B-4871-8306-E47AD2895456}" dt="2023-09-18T08:32:20.844" v="179" actId="13926"/>
      <pc:docMkLst>
        <pc:docMk/>
      </pc:docMkLst>
      <pc:sldChg chg="modSp mod">
        <pc:chgData name="Loc Huynh" userId="80c0383e323bd6ea" providerId="LiveId" clId="{0436A769-9B8B-4871-8306-E47AD2895456}" dt="2023-09-18T08:25:09.242" v="31" actId="14100"/>
        <pc:sldMkLst>
          <pc:docMk/>
          <pc:sldMk cId="3759166692" sldId="508"/>
        </pc:sldMkLst>
        <pc:spChg chg="mod">
          <ac:chgData name="Loc Huynh" userId="80c0383e323bd6ea" providerId="LiveId" clId="{0436A769-9B8B-4871-8306-E47AD2895456}" dt="2023-09-18T08:24:35.492" v="23" actId="20577"/>
          <ac:spMkLst>
            <pc:docMk/>
            <pc:sldMk cId="3759166692" sldId="508"/>
            <ac:spMk id="7" creationId="{9CF46A69-C370-BC4E-A1B6-0D08CD7E7D51}"/>
          </ac:spMkLst>
        </pc:spChg>
        <pc:spChg chg="mod">
          <ac:chgData name="Loc Huynh" userId="80c0383e323bd6ea" providerId="LiveId" clId="{0436A769-9B8B-4871-8306-E47AD2895456}" dt="2023-09-18T08:23:34.396" v="10" actId="1076"/>
          <ac:spMkLst>
            <pc:docMk/>
            <pc:sldMk cId="3759166692" sldId="508"/>
            <ac:spMk id="9" creationId="{ADBD2633-F9F7-50BE-2B7C-43FCA352AA7A}"/>
          </ac:spMkLst>
        </pc:spChg>
        <pc:spChg chg="mod">
          <ac:chgData name="Loc Huynh" userId="80c0383e323bd6ea" providerId="LiveId" clId="{0436A769-9B8B-4871-8306-E47AD2895456}" dt="2023-09-18T08:23:34.396" v="10" actId="1076"/>
          <ac:spMkLst>
            <pc:docMk/>
            <pc:sldMk cId="3759166692" sldId="508"/>
            <ac:spMk id="10" creationId="{BAEE126E-9848-765F-65E4-212604EB5975}"/>
          </ac:spMkLst>
        </pc:spChg>
        <pc:spChg chg="mod">
          <ac:chgData name="Loc Huynh" userId="80c0383e323bd6ea" providerId="LiveId" clId="{0436A769-9B8B-4871-8306-E47AD2895456}" dt="2023-09-18T08:23:34.396" v="10" actId="1076"/>
          <ac:spMkLst>
            <pc:docMk/>
            <pc:sldMk cId="3759166692" sldId="508"/>
            <ac:spMk id="24" creationId="{AE89153D-ED86-6D90-DF1D-45B1DE2007F8}"/>
          </ac:spMkLst>
        </pc:spChg>
        <pc:spChg chg="mod">
          <ac:chgData name="Loc Huynh" userId="80c0383e323bd6ea" providerId="LiveId" clId="{0436A769-9B8B-4871-8306-E47AD2895456}" dt="2023-09-18T08:23:34.396" v="10" actId="1076"/>
          <ac:spMkLst>
            <pc:docMk/>
            <pc:sldMk cId="3759166692" sldId="508"/>
            <ac:spMk id="29" creationId="{B1863B2D-FB45-1802-BBFF-C40E2A51FCC5}"/>
          </ac:spMkLst>
        </pc:spChg>
        <pc:spChg chg="mod">
          <ac:chgData name="Loc Huynh" userId="80c0383e323bd6ea" providerId="LiveId" clId="{0436A769-9B8B-4871-8306-E47AD2895456}" dt="2023-09-18T08:23:34.396" v="10" actId="1076"/>
          <ac:spMkLst>
            <pc:docMk/>
            <pc:sldMk cId="3759166692" sldId="508"/>
            <ac:spMk id="31" creationId="{AF212A66-DAC0-2A27-1E15-ECEF0CA36879}"/>
          </ac:spMkLst>
        </pc:spChg>
        <pc:spChg chg="mod">
          <ac:chgData name="Loc Huynh" userId="80c0383e323bd6ea" providerId="LiveId" clId="{0436A769-9B8B-4871-8306-E47AD2895456}" dt="2023-09-18T08:23:34.396" v="10" actId="1076"/>
          <ac:spMkLst>
            <pc:docMk/>
            <pc:sldMk cId="3759166692" sldId="508"/>
            <ac:spMk id="33" creationId="{159D4F7C-151A-0AC0-4B79-00E1DDAD2FCF}"/>
          </ac:spMkLst>
        </pc:spChg>
        <pc:spChg chg="mod">
          <ac:chgData name="Loc Huynh" userId="80c0383e323bd6ea" providerId="LiveId" clId="{0436A769-9B8B-4871-8306-E47AD2895456}" dt="2023-09-18T08:23:34.396" v="10" actId="1076"/>
          <ac:spMkLst>
            <pc:docMk/>
            <pc:sldMk cId="3759166692" sldId="508"/>
            <ac:spMk id="34" creationId="{ABF4CE5B-8275-31EC-0F97-2593B4609BBD}"/>
          </ac:spMkLst>
        </pc:spChg>
        <pc:spChg chg="mod">
          <ac:chgData name="Loc Huynh" userId="80c0383e323bd6ea" providerId="LiveId" clId="{0436A769-9B8B-4871-8306-E47AD2895456}" dt="2023-09-18T08:23:34.396" v="10" actId="1076"/>
          <ac:spMkLst>
            <pc:docMk/>
            <pc:sldMk cId="3759166692" sldId="508"/>
            <ac:spMk id="38" creationId="{630B6D47-0461-02AE-0BBB-D281D86642D2}"/>
          </ac:spMkLst>
        </pc:spChg>
        <pc:spChg chg="mod">
          <ac:chgData name="Loc Huynh" userId="80c0383e323bd6ea" providerId="LiveId" clId="{0436A769-9B8B-4871-8306-E47AD2895456}" dt="2023-09-18T08:23:34.396" v="10" actId="1076"/>
          <ac:spMkLst>
            <pc:docMk/>
            <pc:sldMk cId="3759166692" sldId="508"/>
            <ac:spMk id="43" creationId="{0641D8B1-E8A2-7C9E-00BC-D6FFF2589D1A}"/>
          </ac:spMkLst>
        </pc:spChg>
        <pc:spChg chg="mod">
          <ac:chgData name="Loc Huynh" userId="80c0383e323bd6ea" providerId="LiveId" clId="{0436A769-9B8B-4871-8306-E47AD2895456}" dt="2023-09-18T08:23:34.396" v="10" actId="1076"/>
          <ac:spMkLst>
            <pc:docMk/>
            <pc:sldMk cId="3759166692" sldId="508"/>
            <ac:spMk id="44" creationId="{337FB58C-A3E4-ED0C-0B4D-D4189BE87AF5}"/>
          </ac:spMkLst>
        </pc:spChg>
        <pc:spChg chg="mod">
          <ac:chgData name="Loc Huynh" userId="80c0383e323bd6ea" providerId="LiveId" clId="{0436A769-9B8B-4871-8306-E47AD2895456}" dt="2023-09-18T08:25:09.242" v="31" actId="14100"/>
          <ac:spMkLst>
            <pc:docMk/>
            <pc:sldMk cId="3759166692" sldId="508"/>
            <ac:spMk id="75" creationId="{54F5DAA9-1DBD-314C-9F95-F7990C0448CA}"/>
          </ac:spMkLst>
        </pc:spChg>
        <pc:grpChg chg="mod">
          <ac:chgData name="Loc Huynh" userId="80c0383e323bd6ea" providerId="LiveId" clId="{0436A769-9B8B-4871-8306-E47AD2895456}" dt="2023-09-18T08:23:34.396" v="10" actId="1076"/>
          <ac:grpSpMkLst>
            <pc:docMk/>
            <pc:sldMk cId="3759166692" sldId="508"/>
            <ac:grpSpMk id="6" creationId="{A39F8ECC-414E-5F7E-CCF1-0EDBF5AEFA1D}"/>
          </ac:grpSpMkLst>
        </pc:grpChg>
        <pc:grpChg chg="mod">
          <ac:chgData name="Loc Huynh" userId="80c0383e323bd6ea" providerId="LiveId" clId="{0436A769-9B8B-4871-8306-E47AD2895456}" dt="2023-09-18T08:23:34.396" v="10" actId="1076"/>
          <ac:grpSpMkLst>
            <pc:docMk/>
            <pc:sldMk cId="3759166692" sldId="508"/>
            <ac:grpSpMk id="8" creationId="{55908445-8A9B-5432-6F62-5AF134D23991}"/>
          </ac:grpSpMkLst>
        </pc:grpChg>
        <pc:grpChg chg="mod">
          <ac:chgData name="Loc Huynh" userId="80c0383e323bd6ea" providerId="LiveId" clId="{0436A769-9B8B-4871-8306-E47AD2895456}" dt="2023-09-18T08:23:34.396" v="10" actId="1076"/>
          <ac:grpSpMkLst>
            <pc:docMk/>
            <pc:sldMk cId="3759166692" sldId="508"/>
            <ac:grpSpMk id="11" creationId="{C6D7C670-D973-FA2F-4CDD-545649FF181E}"/>
          </ac:grpSpMkLst>
        </pc:grpChg>
        <pc:grpChg chg="mod">
          <ac:chgData name="Loc Huynh" userId="80c0383e323bd6ea" providerId="LiveId" clId="{0436A769-9B8B-4871-8306-E47AD2895456}" dt="2023-09-18T08:23:34.396" v="10" actId="1076"/>
          <ac:grpSpMkLst>
            <pc:docMk/>
            <pc:sldMk cId="3759166692" sldId="508"/>
            <ac:grpSpMk id="17" creationId="{DEE3D981-6399-D817-133A-76D4090D72C8}"/>
          </ac:grpSpMkLst>
        </pc:grpChg>
        <pc:grpChg chg="mod">
          <ac:chgData name="Loc Huynh" userId="80c0383e323bd6ea" providerId="LiveId" clId="{0436A769-9B8B-4871-8306-E47AD2895456}" dt="2023-09-18T08:23:34.396" v="10" actId="1076"/>
          <ac:grpSpMkLst>
            <pc:docMk/>
            <pc:sldMk cId="3759166692" sldId="508"/>
            <ac:grpSpMk id="19" creationId="{39EAE24A-9C43-1840-801B-9866E919CC02}"/>
          </ac:grpSpMkLst>
        </pc:grpChg>
        <pc:grpChg chg="mod">
          <ac:chgData name="Loc Huynh" userId="80c0383e323bd6ea" providerId="LiveId" clId="{0436A769-9B8B-4871-8306-E47AD2895456}" dt="2023-09-18T08:23:34.396" v="10" actId="1076"/>
          <ac:grpSpMkLst>
            <pc:docMk/>
            <pc:sldMk cId="3759166692" sldId="508"/>
            <ac:grpSpMk id="20" creationId="{69AB1228-60E0-8610-98C1-8441C60AA1DA}"/>
          </ac:grpSpMkLst>
        </pc:grpChg>
        <pc:grpChg chg="mod">
          <ac:chgData name="Loc Huynh" userId="80c0383e323bd6ea" providerId="LiveId" clId="{0436A769-9B8B-4871-8306-E47AD2895456}" dt="2023-09-18T08:23:34.396" v="10" actId="1076"/>
          <ac:grpSpMkLst>
            <pc:docMk/>
            <pc:sldMk cId="3759166692" sldId="508"/>
            <ac:grpSpMk id="21" creationId="{DECC8401-0424-EB79-0082-7651C5EFB1E9}"/>
          </ac:grpSpMkLst>
        </pc:grpChg>
        <pc:grpChg chg="mod">
          <ac:chgData name="Loc Huynh" userId="80c0383e323bd6ea" providerId="LiveId" clId="{0436A769-9B8B-4871-8306-E47AD2895456}" dt="2023-09-18T08:23:34.396" v="10" actId="1076"/>
          <ac:grpSpMkLst>
            <pc:docMk/>
            <pc:sldMk cId="3759166692" sldId="508"/>
            <ac:grpSpMk id="22" creationId="{4628B9D9-DCC3-21AF-3418-367277FAD7F6}"/>
          </ac:grpSpMkLst>
        </pc:grpChg>
        <pc:grpChg chg="mod">
          <ac:chgData name="Loc Huynh" userId="80c0383e323bd6ea" providerId="LiveId" clId="{0436A769-9B8B-4871-8306-E47AD2895456}" dt="2023-09-18T08:23:34.396" v="10" actId="1076"/>
          <ac:grpSpMkLst>
            <pc:docMk/>
            <pc:sldMk cId="3759166692" sldId="508"/>
            <ac:grpSpMk id="23" creationId="{42616145-134C-CEAA-0914-C6BE12951935}"/>
          </ac:grpSpMkLst>
        </pc:grpChg>
        <pc:grpChg chg="mod">
          <ac:chgData name="Loc Huynh" userId="80c0383e323bd6ea" providerId="LiveId" clId="{0436A769-9B8B-4871-8306-E47AD2895456}" dt="2023-09-18T08:23:34.396" v="10" actId="1076"/>
          <ac:grpSpMkLst>
            <pc:docMk/>
            <pc:sldMk cId="3759166692" sldId="508"/>
            <ac:grpSpMk id="25" creationId="{5CA87D3A-1BCD-8A1D-5865-C86C3CBB4E96}"/>
          </ac:grpSpMkLst>
        </pc:grpChg>
        <pc:picChg chg="mod">
          <ac:chgData name="Loc Huynh" userId="80c0383e323bd6ea" providerId="LiveId" clId="{0436A769-9B8B-4871-8306-E47AD2895456}" dt="2023-09-18T08:23:34.396" v="10" actId="1076"/>
          <ac:picMkLst>
            <pc:docMk/>
            <pc:sldMk cId="3759166692" sldId="508"/>
            <ac:picMk id="26" creationId="{4D58A209-37D5-6D4A-4D62-70748EF03DA0}"/>
          </ac:picMkLst>
        </pc:picChg>
        <pc:picChg chg="mod">
          <ac:chgData name="Loc Huynh" userId="80c0383e323bd6ea" providerId="LiveId" clId="{0436A769-9B8B-4871-8306-E47AD2895456}" dt="2023-09-18T08:23:34.396" v="10" actId="1076"/>
          <ac:picMkLst>
            <pc:docMk/>
            <pc:sldMk cId="3759166692" sldId="508"/>
            <ac:picMk id="27" creationId="{8DD9ED74-41EC-DBD1-4A4C-B4754E964077}"/>
          </ac:picMkLst>
        </pc:picChg>
        <pc:picChg chg="mod">
          <ac:chgData name="Loc Huynh" userId="80c0383e323bd6ea" providerId="LiveId" clId="{0436A769-9B8B-4871-8306-E47AD2895456}" dt="2023-09-18T08:23:34.396" v="10" actId="1076"/>
          <ac:picMkLst>
            <pc:docMk/>
            <pc:sldMk cId="3759166692" sldId="508"/>
            <ac:picMk id="30" creationId="{20A30D1C-6047-3ECC-04A4-581FC9502C1A}"/>
          </ac:picMkLst>
        </pc:picChg>
        <pc:picChg chg="mod">
          <ac:chgData name="Loc Huynh" userId="80c0383e323bd6ea" providerId="LiveId" clId="{0436A769-9B8B-4871-8306-E47AD2895456}" dt="2023-09-18T08:23:34.396" v="10" actId="1076"/>
          <ac:picMkLst>
            <pc:docMk/>
            <pc:sldMk cId="3759166692" sldId="508"/>
            <ac:picMk id="32" creationId="{77E73E7E-6853-3469-CBEF-1BBB4648D61A}"/>
          </ac:picMkLst>
        </pc:picChg>
        <pc:picChg chg="mod">
          <ac:chgData name="Loc Huynh" userId="80c0383e323bd6ea" providerId="LiveId" clId="{0436A769-9B8B-4871-8306-E47AD2895456}" dt="2023-09-18T08:23:34.396" v="10" actId="1076"/>
          <ac:picMkLst>
            <pc:docMk/>
            <pc:sldMk cId="3759166692" sldId="508"/>
            <ac:picMk id="36" creationId="{06A22A30-28EB-27A1-11DF-A1CD08939060}"/>
          </ac:picMkLst>
        </pc:picChg>
        <pc:cxnChg chg="mod">
          <ac:chgData name="Loc Huynh" userId="80c0383e323bd6ea" providerId="LiveId" clId="{0436A769-9B8B-4871-8306-E47AD2895456}" dt="2023-09-18T08:23:34.396" v="10" actId="1076"/>
          <ac:cxnSpMkLst>
            <pc:docMk/>
            <pc:sldMk cId="3759166692" sldId="508"/>
            <ac:cxnSpMk id="12" creationId="{8EAC334F-AD13-046F-2C80-8DFF4EF4F718}"/>
          </ac:cxnSpMkLst>
        </pc:cxnChg>
        <pc:cxnChg chg="mod">
          <ac:chgData name="Loc Huynh" userId="80c0383e323bd6ea" providerId="LiveId" clId="{0436A769-9B8B-4871-8306-E47AD2895456}" dt="2023-09-18T08:23:34.396" v="10" actId="1076"/>
          <ac:cxnSpMkLst>
            <pc:docMk/>
            <pc:sldMk cId="3759166692" sldId="508"/>
            <ac:cxnSpMk id="13" creationId="{85D1DE46-BE5E-43F0-AFEF-541163B54329}"/>
          </ac:cxnSpMkLst>
        </pc:cxnChg>
        <pc:cxnChg chg="mod">
          <ac:chgData name="Loc Huynh" userId="80c0383e323bd6ea" providerId="LiveId" clId="{0436A769-9B8B-4871-8306-E47AD2895456}" dt="2023-09-18T08:23:34.396" v="10" actId="1076"/>
          <ac:cxnSpMkLst>
            <pc:docMk/>
            <pc:sldMk cId="3759166692" sldId="508"/>
            <ac:cxnSpMk id="14" creationId="{C7D64C15-E77E-C7B6-8CA6-5AD3B7D8082A}"/>
          </ac:cxnSpMkLst>
        </pc:cxnChg>
        <pc:cxnChg chg="mod">
          <ac:chgData name="Loc Huynh" userId="80c0383e323bd6ea" providerId="LiveId" clId="{0436A769-9B8B-4871-8306-E47AD2895456}" dt="2023-09-18T08:23:34.396" v="10" actId="1076"/>
          <ac:cxnSpMkLst>
            <pc:docMk/>
            <pc:sldMk cId="3759166692" sldId="508"/>
            <ac:cxnSpMk id="15" creationId="{7AA85CC7-74BA-859A-D6DF-018142ADD981}"/>
          </ac:cxnSpMkLst>
        </pc:cxnChg>
        <pc:cxnChg chg="mod">
          <ac:chgData name="Loc Huynh" userId="80c0383e323bd6ea" providerId="LiveId" clId="{0436A769-9B8B-4871-8306-E47AD2895456}" dt="2023-09-18T08:23:34.396" v="10" actId="1076"/>
          <ac:cxnSpMkLst>
            <pc:docMk/>
            <pc:sldMk cId="3759166692" sldId="508"/>
            <ac:cxnSpMk id="18" creationId="{2B166F59-DEE3-46B9-26B0-30E49DB224F5}"/>
          </ac:cxnSpMkLst>
        </pc:cxnChg>
        <pc:cxnChg chg="mod">
          <ac:chgData name="Loc Huynh" userId="80c0383e323bd6ea" providerId="LiveId" clId="{0436A769-9B8B-4871-8306-E47AD2895456}" dt="2023-09-18T08:23:34.396" v="10" actId="1076"/>
          <ac:cxnSpMkLst>
            <pc:docMk/>
            <pc:sldMk cId="3759166692" sldId="508"/>
            <ac:cxnSpMk id="28" creationId="{B96C686C-AB60-89EE-4E6F-83710BE64F12}"/>
          </ac:cxnSpMkLst>
        </pc:cxnChg>
        <pc:cxnChg chg="mod">
          <ac:chgData name="Loc Huynh" userId="80c0383e323bd6ea" providerId="LiveId" clId="{0436A769-9B8B-4871-8306-E47AD2895456}" dt="2023-09-18T08:23:34.396" v="10" actId="1076"/>
          <ac:cxnSpMkLst>
            <pc:docMk/>
            <pc:sldMk cId="3759166692" sldId="508"/>
            <ac:cxnSpMk id="35" creationId="{5BA58D30-6DA1-DD7E-A863-BCC5C6D1E3F9}"/>
          </ac:cxnSpMkLst>
        </pc:cxnChg>
        <pc:cxnChg chg="mod">
          <ac:chgData name="Loc Huynh" userId="80c0383e323bd6ea" providerId="LiveId" clId="{0436A769-9B8B-4871-8306-E47AD2895456}" dt="2023-09-18T08:23:34.396" v="10" actId="1076"/>
          <ac:cxnSpMkLst>
            <pc:docMk/>
            <pc:sldMk cId="3759166692" sldId="508"/>
            <ac:cxnSpMk id="37" creationId="{06123F6E-66D2-FDB1-6D54-3B0C6BA45F04}"/>
          </ac:cxnSpMkLst>
        </pc:cxnChg>
      </pc:sldChg>
      <pc:sldChg chg="delSp modSp mod delAnim">
        <pc:chgData name="Loc Huynh" userId="80c0383e323bd6ea" providerId="LiveId" clId="{0436A769-9B8B-4871-8306-E47AD2895456}" dt="2023-09-18T08:28:21.562" v="148" actId="478"/>
        <pc:sldMkLst>
          <pc:docMk/>
          <pc:sldMk cId="1049359333" sldId="509"/>
        </pc:sldMkLst>
        <pc:spChg chg="mod">
          <ac:chgData name="Loc Huynh" userId="80c0383e323bd6ea" providerId="LiveId" clId="{0436A769-9B8B-4871-8306-E47AD2895456}" dt="2023-09-18T08:28:19.953" v="147" actId="1076"/>
          <ac:spMkLst>
            <pc:docMk/>
            <pc:sldMk cId="1049359333" sldId="509"/>
            <ac:spMk id="7" creationId="{9CF46A69-C370-BC4E-A1B6-0D08CD7E7D51}"/>
          </ac:spMkLst>
        </pc:spChg>
        <pc:spChg chg="mod">
          <ac:chgData name="Loc Huynh" userId="80c0383e323bd6ea" providerId="LiveId" clId="{0436A769-9B8B-4871-8306-E47AD2895456}" dt="2023-09-18T08:26:08.609" v="36" actId="14100"/>
          <ac:spMkLst>
            <pc:docMk/>
            <pc:sldMk cId="1049359333" sldId="509"/>
            <ac:spMk id="82" creationId="{7B61DDC1-8F16-C048-9DD8-1E84EA805EFF}"/>
          </ac:spMkLst>
        </pc:spChg>
        <pc:spChg chg="mod">
          <ac:chgData name="Loc Huynh" userId="80c0383e323bd6ea" providerId="LiveId" clId="{0436A769-9B8B-4871-8306-E47AD2895456}" dt="2023-09-18T08:26:08.609" v="36" actId="14100"/>
          <ac:spMkLst>
            <pc:docMk/>
            <pc:sldMk cId="1049359333" sldId="509"/>
            <ac:spMk id="85" creationId="{367590B3-3149-1D4D-B5C1-85488F26F9E3}"/>
          </ac:spMkLst>
        </pc:spChg>
        <pc:spChg chg="mod">
          <ac:chgData name="Loc Huynh" userId="80c0383e323bd6ea" providerId="LiveId" clId="{0436A769-9B8B-4871-8306-E47AD2895456}" dt="2023-09-18T08:26:08.609" v="36" actId="14100"/>
          <ac:spMkLst>
            <pc:docMk/>
            <pc:sldMk cId="1049359333" sldId="509"/>
            <ac:spMk id="90" creationId="{997E534F-BC79-0E43-AC9D-457C14295FB6}"/>
          </ac:spMkLst>
        </pc:spChg>
        <pc:spChg chg="mod">
          <ac:chgData name="Loc Huynh" userId="80c0383e323bd6ea" providerId="LiveId" clId="{0436A769-9B8B-4871-8306-E47AD2895456}" dt="2023-09-18T08:26:08.609" v="36" actId="14100"/>
          <ac:spMkLst>
            <pc:docMk/>
            <pc:sldMk cId="1049359333" sldId="509"/>
            <ac:spMk id="92" creationId="{7273AE01-9072-834F-BA16-0234394B7650}"/>
          </ac:spMkLst>
        </pc:spChg>
        <pc:spChg chg="mod">
          <ac:chgData name="Loc Huynh" userId="80c0383e323bd6ea" providerId="LiveId" clId="{0436A769-9B8B-4871-8306-E47AD2895456}" dt="2023-09-18T08:26:08.609" v="36" actId="14100"/>
          <ac:spMkLst>
            <pc:docMk/>
            <pc:sldMk cId="1049359333" sldId="509"/>
            <ac:spMk id="94" creationId="{4034932B-D5CA-ED4B-9F3B-B35CB0033B0E}"/>
          </ac:spMkLst>
        </pc:spChg>
        <pc:spChg chg="mod">
          <ac:chgData name="Loc Huynh" userId="80c0383e323bd6ea" providerId="LiveId" clId="{0436A769-9B8B-4871-8306-E47AD2895456}" dt="2023-09-18T08:26:08.609" v="36" actId="14100"/>
          <ac:spMkLst>
            <pc:docMk/>
            <pc:sldMk cId="1049359333" sldId="509"/>
            <ac:spMk id="95" creationId="{30B15CCD-6E3D-6740-9486-613FFBB9A2A6}"/>
          </ac:spMkLst>
        </pc:spChg>
        <pc:spChg chg="mod">
          <ac:chgData name="Loc Huynh" userId="80c0383e323bd6ea" providerId="LiveId" clId="{0436A769-9B8B-4871-8306-E47AD2895456}" dt="2023-09-18T08:26:08.609" v="36" actId="14100"/>
          <ac:spMkLst>
            <pc:docMk/>
            <pc:sldMk cId="1049359333" sldId="509"/>
            <ac:spMk id="100" creationId="{F9C70EA1-A016-4346-911D-EB9DAE2EDF69}"/>
          </ac:spMkLst>
        </pc:spChg>
        <pc:spChg chg="mod">
          <ac:chgData name="Loc Huynh" userId="80c0383e323bd6ea" providerId="LiveId" clId="{0436A769-9B8B-4871-8306-E47AD2895456}" dt="2023-09-18T08:26:08.609" v="36" actId="14100"/>
          <ac:spMkLst>
            <pc:docMk/>
            <pc:sldMk cId="1049359333" sldId="509"/>
            <ac:spMk id="101" creationId="{DA37094E-665D-8C4E-8F91-573BC1B4822E}"/>
          </ac:spMkLst>
        </pc:spChg>
        <pc:spChg chg="mod">
          <ac:chgData name="Loc Huynh" userId="80c0383e323bd6ea" providerId="LiveId" clId="{0436A769-9B8B-4871-8306-E47AD2895456}" dt="2023-09-18T08:26:08.609" v="36" actId="14100"/>
          <ac:spMkLst>
            <pc:docMk/>
            <pc:sldMk cId="1049359333" sldId="509"/>
            <ac:spMk id="102" creationId="{232B16C7-2832-6E46-93F2-9FB1C8BBCA32}"/>
          </ac:spMkLst>
        </pc:spChg>
        <pc:spChg chg="del mod">
          <ac:chgData name="Loc Huynh" userId="80c0383e323bd6ea" providerId="LiveId" clId="{0436A769-9B8B-4871-8306-E47AD2895456}" dt="2023-09-18T08:28:21.562" v="148" actId="478"/>
          <ac:spMkLst>
            <pc:docMk/>
            <pc:sldMk cId="1049359333" sldId="509"/>
            <ac:spMk id="103" creationId="{6EFD2CB0-6430-8943-8C28-01C900C29A33}"/>
          </ac:spMkLst>
        </pc:spChg>
        <pc:grpChg chg="mod">
          <ac:chgData name="Loc Huynh" userId="80c0383e323bd6ea" providerId="LiveId" clId="{0436A769-9B8B-4871-8306-E47AD2895456}" dt="2023-09-18T08:26:08.609" v="36" actId="14100"/>
          <ac:grpSpMkLst>
            <pc:docMk/>
            <pc:sldMk cId="1049359333" sldId="509"/>
            <ac:grpSpMk id="39" creationId="{88095472-AE5E-D040-9B3E-B5D4EA198180}"/>
          </ac:grpSpMkLst>
        </pc:grpChg>
        <pc:grpChg chg="mod">
          <ac:chgData name="Loc Huynh" userId="80c0383e323bd6ea" providerId="LiveId" clId="{0436A769-9B8B-4871-8306-E47AD2895456}" dt="2023-09-18T08:26:08.609" v="36" actId="14100"/>
          <ac:grpSpMkLst>
            <pc:docMk/>
            <pc:sldMk cId="1049359333" sldId="509"/>
            <ac:grpSpMk id="40" creationId="{4641CFDC-FDB9-EC4B-89EE-2B6984EB7017}"/>
          </ac:grpSpMkLst>
        </pc:grpChg>
        <pc:grpChg chg="mod">
          <ac:chgData name="Loc Huynh" userId="80c0383e323bd6ea" providerId="LiveId" clId="{0436A769-9B8B-4871-8306-E47AD2895456}" dt="2023-09-18T08:26:08.609" v="36" actId="14100"/>
          <ac:grpSpMkLst>
            <pc:docMk/>
            <pc:sldMk cId="1049359333" sldId="509"/>
            <ac:grpSpMk id="77" creationId="{240FF826-F0CA-F144-94D6-77B046FC9635}"/>
          </ac:grpSpMkLst>
        </pc:grpChg>
        <pc:grpChg chg="mod">
          <ac:chgData name="Loc Huynh" userId="80c0383e323bd6ea" providerId="LiveId" clId="{0436A769-9B8B-4871-8306-E47AD2895456}" dt="2023-09-18T08:26:08.609" v="36" actId="14100"/>
          <ac:grpSpMkLst>
            <pc:docMk/>
            <pc:sldMk cId="1049359333" sldId="509"/>
            <ac:grpSpMk id="78" creationId="{94702F33-CB4A-874E-A112-1702549E2D25}"/>
          </ac:grpSpMkLst>
        </pc:grpChg>
        <pc:grpChg chg="mod">
          <ac:chgData name="Loc Huynh" userId="80c0383e323bd6ea" providerId="LiveId" clId="{0436A769-9B8B-4871-8306-E47AD2895456}" dt="2023-09-18T08:26:08.609" v="36" actId="14100"/>
          <ac:grpSpMkLst>
            <pc:docMk/>
            <pc:sldMk cId="1049359333" sldId="509"/>
            <ac:grpSpMk id="79" creationId="{933C11B9-19C5-8040-B6F6-CEC12824A970}"/>
          </ac:grpSpMkLst>
        </pc:grpChg>
        <pc:grpChg chg="mod">
          <ac:chgData name="Loc Huynh" userId="80c0383e323bd6ea" providerId="LiveId" clId="{0436A769-9B8B-4871-8306-E47AD2895456}" dt="2023-09-18T08:26:08.609" v="36" actId="14100"/>
          <ac:grpSpMkLst>
            <pc:docMk/>
            <pc:sldMk cId="1049359333" sldId="509"/>
            <ac:grpSpMk id="80" creationId="{4B4369B9-CC22-6A42-A630-4DC06CFED449}"/>
          </ac:grpSpMkLst>
        </pc:grpChg>
        <pc:grpChg chg="mod">
          <ac:chgData name="Loc Huynh" userId="80c0383e323bd6ea" providerId="LiveId" clId="{0436A769-9B8B-4871-8306-E47AD2895456}" dt="2023-09-18T08:26:08.609" v="36" actId="14100"/>
          <ac:grpSpMkLst>
            <pc:docMk/>
            <pc:sldMk cId="1049359333" sldId="509"/>
            <ac:grpSpMk id="83" creationId="{E9BFEF29-EA7E-104D-8BEC-623C4749595B}"/>
          </ac:grpSpMkLst>
        </pc:grpChg>
        <pc:grpChg chg="mod">
          <ac:chgData name="Loc Huynh" userId="80c0383e323bd6ea" providerId="LiveId" clId="{0436A769-9B8B-4871-8306-E47AD2895456}" dt="2023-09-18T08:26:08.609" v="36" actId="14100"/>
          <ac:grpSpMkLst>
            <pc:docMk/>
            <pc:sldMk cId="1049359333" sldId="509"/>
            <ac:grpSpMk id="84" creationId="{305D9378-D67E-2F4C-905A-4AB3338D3083}"/>
          </ac:grpSpMkLst>
        </pc:grpChg>
        <pc:grpChg chg="mod">
          <ac:chgData name="Loc Huynh" userId="80c0383e323bd6ea" providerId="LiveId" clId="{0436A769-9B8B-4871-8306-E47AD2895456}" dt="2023-09-18T08:26:08.609" v="36" actId="14100"/>
          <ac:grpSpMkLst>
            <pc:docMk/>
            <pc:sldMk cId="1049359333" sldId="509"/>
            <ac:grpSpMk id="86" creationId="{B5F2297C-0EC3-7046-B618-0519159A8B5C}"/>
          </ac:grpSpMkLst>
        </pc:grpChg>
        <pc:picChg chg="mod">
          <ac:chgData name="Loc Huynh" userId="80c0383e323bd6ea" providerId="LiveId" clId="{0436A769-9B8B-4871-8306-E47AD2895456}" dt="2023-09-18T08:26:08.609" v="36" actId="14100"/>
          <ac:picMkLst>
            <pc:docMk/>
            <pc:sldMk cId="1049359333" sldId="509"/>
            <ac:picMk id="81" creationId="{58E14BB7-6FE2-F14F-8863-B87666253FB9}"/>
          </ac:picMkLst>
        </pc:picChg>
        <pc:picChg chg="mod">
          <ac:chgData name="Loc Huynh" userId="80c0383e323bd6ea" providerId="LiveId" clId="{0436A769-9B8B-4871-8306-E47AD2895456}" dt="2023-09-18T08:26:08.609" v="36" actId="14100"/>
          <ac:picMkLst>
            <pc:docMk/>
            <pc:sldMk cId="1049359333" sldId="509"/>
            <ac:picMk id="87" creationId="{5583E645-FFCB-4C41-BA71-85D83D884E7F}"/>
          </ac:picMkLst>
        </pc:picChg>
        <pc:picChg chg="mod">
          <ac:chgData name="Loc Huynh" userId="80c0383e323bd6ea" providerId="LiveId" clId="{0436A769-9B8B-4871-8306-E47AD2895456}" dt="2023-09-18T08:26:08.609" v="36" actId="14100"/>
          <ac:picMkLst>
            <pc:docMk/>
            <pc:sldMk cId="1049359333" sldId="509"/>
            <ac:picMk id="88" creationId="{E9CD2532-2DD4-CB4C-8D76-2353D9AB64AF}"/>
          </ac:picMkLst>
        </pc:picChg>
        <pc:picChg chg="mod">
          <ac:chgData name="Loc Huynh" userId="80c0383e323bd6ea" providerId="LiveId" clId="{0436A769-9B8B-4871-8306-E47AD2895456}" dt="2023-09-18T08:26:08.609" v="36" actId="14100"/>
          <ac:picMkLst>
            <pc:docMk/>
            <pc:sldMk cId="1049359333" sldId="509"/>
            <ac:picMk id="91" creationId="{D6B30C25-960F-2749-9236-188C705FFA6C}"/>
          </ac:picMkLst>
        </pc:picChg>
        <pc:picChg chg="mod">
          <ac:chgData name="Loc Huynh" userId="80c0383e323bd6ea" providerId="LiveId" clId="{0436A769-9B8B-4871-8306-E47AD2895456}" dt="2023-09-18T08:26:08.609" v="36" actId="14100"/>
          <ac:picMkLst>
            <pc:docMk/>
            <pc:sldMk cId="1049359333" sldId="509"/>
            <ac:picMk id="93" creationId="{3791A1D4-D8D3-3F4A-B7BB-FE5D4384A4E2}"/>
          </ac:picMkLst>
        </pc:picChg>
        <pc:picChg chg="mod">
          <ac:chgData name="Loc Huynh" userId="80c0383e323bd6ea" providerId="LiveId" clId="{0436A769-9B8B-4871-8306-E47AD2895456}" dt="2023-09-18T08:26:08.609" v="36" actId="14100"/>
          <ac:picMkLst>
            <pc:docMk/>
            <pc:sldMk cId="1049359333" sldId="509"/>
            <ac:picMk id="98" creationId="{DDC65079-16C6-7448-8081-423FFAA3D1B7}"/>
          </ac:picMkLst>
        </pc:picChg>
        <pc:cxnChg chg="mod">
          <ac:chgData name="Loc Huynh" userId="80c0383e323bd6ea" providerId="LiveId" clId="{0436A769-9B8B-4871-8306-E47AD2895456}" dt="2023-09-18T08:26:08.609" v="36" actId="14100"/>
          <ac:cxnSpMkLst>
            <pc:docMk/>
            <pc:sldMk cId="1049359333" sldId="509"/>
            <ac:cxnSpMk id="41" creationId="{C5649678-957B-4947-9EDF-BFB6E34CAF30}"/>
          </ac:cxnSpMkLst>
        </pc:cxnChg>
        <pc:cxnChg chg="mod">
          <ac:chgData name="Loc Huynh" userId="80c0383e323bd6ea" providerId="LiveId" clId="{0436A769-9B8B-4871-8306-E47AD2895456}" dt="2023-09-18T08:26:08.609" v="36" actId="14100"/>
          <ac:cxnSpMkLst>
            <pc:docMk/>
            <pc:sldMk cId="1049359333" sldId="509"/>
            <ac:cxnSpMk id="42" creationId="{010212D1-861C-8E4A-92AB-DB65D17E898A}"/>
          </ac:cxnSpMkLst>
        </pc:cxnChg>
        <pc:cxnChg chg="mod">
          <ac:chgData name="Loc Huynh" userId="80c0383e323bd6ea" providerId="LiveId" clId="{0436A769-9B8B-4871-8306-E47AD2895456}" dt="2023-09-18T08:26:08.609" v="36" actId="14100"/>
          <ac:cxnSpMkLst>
            <pc:docMk/>
            <pc:sldMk cId="1049359333" sldId="509"/>
            <ac:cxnSpMk id="74" creationId="{8C62451E-B747-754D-8965-469521784375}"/>
          </ac:cxnSpMkLst>
        </pc:cxnChg>
        <pc:cxnChg chg="mod">
          <ac:chgData name="Loc Huynh" userId="80c0383e323bd6ea" providerId="LiveId" clId="{0436A769-9B8B-4871-8306-E47AD2895456}" dt="2023-09-18T08:26:08.609" v="36" actId="14100"/>
          <ac:cxnSpMkLst>
            <pc:docMk/>
            <pc:sldMk cId="1049359333" sldId="509"/>
            <ac:cxnSpMk id="76" creationId="{10FB06B6-0E52-0A4B-A40B-91BBD91DE3B7}"/>
          </ac:cxnSpMkLst>
        </pc:cxnChg>
        <pc:cxnChg chg="mod">
          <ac:chgData name="Loc Huynh" userId="80c0383e323bd6ea" providerId="LiveId" clId="{0436A769-9B8B-4871-8306-E47AD2895456}" dt="2023-09-18T08:26:08.609" v="36" actId="14100"/>
          <ac:cxnSpMkLst>
            <pc:docMk/>
            <pc:sldMk cId="1049359333" sldId="509"/>
            <ac:cxnSpMk id="89" creationId="{AE1D2B91-7A8E-3341-8979-3C2EA88CD667}"/>
          </ac:cxnSpMkLst>
        </pc:cxnChg>
        <pc:cxnChg chg="mod">
          <ac:chgData name="Loc Huynh" userId="80c0383e323bd6ea" providerId="LiveId" clId="{0436A769-9B8B-4871-8306-E47AD2895456}" dt="2023-09-18T08:26:08.609" v="36" actId="14100"/>
          <ac:cxnSpMkLst>
            <pc:docMk/>
            <pc:sldMk cId="1049359333" sldId="509"/>
            <ac:cxnSpMk id="96" creationId="{0599B602-F261-404B-BC5D-FAFDCA6E0A17}"/>
          </ac:cxnSpMkLst>
        </pc:cxnChg>
        <pc:cxnChg chg="mod">
          <ac:chgData name="Loc Huynh" userId="80c0383e323bd6ea" providerId="LiveId" clId="{0436A769-9B8B-4871-8306-E47AD2895456}" dt="2023-09-18T08:26:08.609" v="36" actId="14100"/>
          <ac:cxnSpMkLst>
            <pc:docMk/>
            <pc:sldMk cId="1049359333" sldId="509"/>
            <ac:cxnSpMk id="97" creationId="{B3741FD8-E9BF-6B4C-8A88-48FEE43F21C3}"/>
          </ac:cxnSpMkLst>
        </pc:cxnChg>
        <pc:cxnChg chg="mod">
          <ac:chgData name="Loc Huynh" userId="80c0383e323bd6ea" providerId="LiveId" clId="{0436A769-9B8B-4871-8306-E47AD2895456}" dt="2023-09-18T08:26:08.609" v="36" actId="14100"/>
          <ac:cxnSpMkLst>
            <pc:docMk/>
            <pc:sldMk cId="1049359333" sldId="509"/>
            <ac:cxnSpMk id="99" creationId="{9158CD91-B723-4242-91F7-E50651374243}"/>
          </ac:cxnSpMkLst>
        </pc:cxnChg>
      </pc:sldChg>
      <pc:sldChg chg="modSp mod">
        <pc:chgData name="Loc Huynh" userId="80c0383e323bd6ea" providerId="LiveId" clId="{0436A769-9B8B-4871-8306-E47AD2895456}" dt="2023-09-18T08:30:25.092" v="158" actId="1076"/>
        <pc:sldMkLst>
          <pc:docMk/>
          <pc:sldMk cId="2257220275" sldId="514"/>
        </pc:sldMkLst>
        <pc:spChg chg="mod">
          <ac:chgData name="Loc Huynh" userId="80c0383e323bd6ea" providerId="LiveId" clId="{0436A769-9B8B-4871-8306-E47AD2895456}" dt="2023-09-18T08:30:21.608" v="157" actId="14100"/>
          <ac:spMkLst>
            <pc:docMk/>
            <pc:sldMk cId="2257220275" sldId="514"/>
            <ac:spMk id="6" creationId="{1E3FADEF-3FAC-6D48-BD63-D441D12BC0CE}"/>
          </ac:spMkLst>
        </pc:spChg>
        <pc:spChg chg="mod">
          <ac:chgData name="Loc Huynh" userId="80c0383e323bd6ea" providerId="LiveId" clId="{0436A769-9B8B-4871-8306-E47AD2895456}" dt="2023-09-18T08:30:18.905" v="156" actId="14100"/>
          <ac:spMkLst>
            <pc:docMk/>
            <pc:sldMk cId="2257220275" sldId="514"/>
            <ac:spMk id="7" creationId="{50E9B846-E819-A149-AFA7-F60DB45BA2C2}"/>
          </ac:spMkLst>
        </pc:spChg>
        <pc:spChg chg="mod">
          <ac:chgData name="Loc Huynh" userId="80c0383e323bd6ea" providerId="LiveId" clId="{0436A769-9B8B-4871-8306-E47AD2895456}" dt="2023-09-18T08:30:25.092" v="158" actId="1076"/>
          <ac:spMkLst>
            <pc:docMk/>
            <pc:sldMk cId="2257220275" sldId="514"/>
            <ac:spMk id="8" creationId="{64578F98-12A9-B845-918A-CBCC45EC4C3D}"/>
          </ac:spMkLst>
        </pc:spChg>
      </pc:sldChg>
      <pc:sldChg chg="modSp mod">
        <pc:chgData name="Loc Huynh" userId="80c0383e323bd6ea" providerId="LiveId" clId="{0436A769-9B8B-4871-8306-E47AD2895456}" dt="2023-09-18T08:32:20.844" v="179" actId="13926"/>
        <pc:sldMkLst>
          <pc:docMk/>
          <pc:sldMk cId="1954030159" sldId="516"/>
        </pc:sldMkLst>
        <pc:spChg chg="mod">
          <ac:chgData name="Loc Huynh" userId="80c0383e323bd6ea" providerId="LiveId" clId="{0436A769-9B8B-4871-8306-E47AD2895456}" dt="2023-09-18T08:31:48.031" v="173" actId="14100"/>
          <ac:spMkLst>
            <pc:docMk/>
            <pc:sldMk cId="1954030159" sldId="516"/>
            <ac:spMk id="6" creationId="{1E3FADEF-3FAC-6D48-BD63-D441D12BC0CE}"/>
          </ac:spMkLst>
        </pc:spChg>
        <pc:spChg chg="mod">
          <ac:chgData name="Loc Huynh" userId="80c0383e323bd6ea" providerId="LiveId" clId="{0436A769-9B8B-4871-8306-E47AD2895456}" dt="2023-09-18T08:32:20.844" v="179" actId="13926"/>
          <ac:spMkLst>
            <pc:docMk/>
            <pc:sldMk cId="1954030159" sldId="516"/>
            <ac:spMk id="7" creationId="{50E9B846-E819-A149-AFA7-F60DB45BA2C2}"/>
          </ac:spMkLst>
        </pc:spChg>
        <pc:spChg chg="mod">
          <ac:chgData name="Loc Huynh" userId="80c0383e323bd6ea" providerId="LiveId" clId="{0436A769-9B8B-4871-8306-E47AD2895456}" dt="2023-09-18T08:32:02.359" v="175" actId="14100"/>
          <ac:spMkLst>
            <pc:docMk/>
            <pc:sldMk cId="1954030159" sldId="516"/>
            <ac:spMk id="8" creationId="{64578F98-12A9-B845-918A-CBCC45EC4C3D}"/>
          </ac:spMkLst>
        </pc:spChg>
      </pc:sldChg>
    </pc:docChg>
  </pc:docChgLst>
</pc:chgInfo>
</file>

<file path=ppt/diagrams/_rels/data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png"/></Relationships>
</file>

<file path=ppt/diagrams/_rels/drawing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518AE43-7897-1E4A-9779-2769CE189884}" type="doc">
      <dgm:prSet loTypeId="urn:microsoft.com/office/officeart/2005/8/layout/funnel1" loCatId="" qsTypeId="urn:microsoft.com/office/officeart/2005/8/quickstyle/simple1" qsCatId="simple" csTypeId="urn:microsoft.com/office/officeart/2005/8/colors/accent1_2" csCatId="accent1" phldr="1"/>
      <dgm:spPr/>
      <dgm:t>
        <a:bodyPr/>
        <a:lstStyle/>
        <a:p>
          <a:endParaRPr lang="en-US"/>
        </a:p>
      </dgm:t>
    </dgm:pt>
    <dgm:pt modelId="{35A29B3B-04C9-454C-A2AC-A86792CD5300}">
      <dgm:prSet phldrT="[Text]"/>
      <dgm:spPr/>
      <dgm:t>
        <a:bodyPr/>
        <a:lstStyle/>
        <a:p>
          <a:r>
            <a:rPr lang="en-US"/>
            <a:t>processing</a:t>
          </a:r>
        </a:p>
      </dgm:t>
    </dgm:pt>
    <dgm:pt modelId="{C491235C-25A9-2B49-8488-061DD7505933}" type="parTrans" cxnId="{804E68C4-879C-3F47-A3BD-ED2B5543867F}">
      <dgm:prSet/>
      <dgm:spPr/>
      <dgm:t>
        <a:bodyPr/>
        <a:lstStyle/>
        <a:p>
          <a:endParaRPr lang="en-US"/>
        </a:p>
      </dgm:t>
    </dgm:pt>
    <dgm:pt modelId="{F008D270-3E26-7147-A662-5A568046BD5D}" type="sibTrans" cxnId="{804E68C4-879C-3F47-A3BD-ED2B5543867F}">
      <dgm:prSet/>
      <dgm:spPr/>
      <dgm:t>
        <a:bodyPr/>
        <a:lstStyle/>
        <a:p>
          <a:endParaRPr lang="en-US"/>
        </a:p>
      </dgm:t>
    </dgm:pt>
    <dgm:pt modelId="{94E5E6BA-F33E-4742-9AAF-AF5DC0BACADE}">
      <dgm:prSet phldrT="[Text]" custT="1">
        <dgm:style>
          <a:lnRef idx="2">
            <a:schemeClr val="accent2">
              <a:shade val="15000"/>
            </a:schemeClr>
          </a:lnRef>
          <a:fillRef idx="1">
            <a:schemeClr val="accent2"/>
          </a:fillRef>
          <a:effectRef idx="0">
            <a:schemeClr val="accent2"/>
          </a:effectRef>
          <a:fontRef idx="minor">
            <a:schemeClr val="lt1"/>
          </a:fontRef>
        </dgm:style>
      </dgm:prSet>
      <dgm:spPr/>
      <dgm:t>
        <a:bodyPr/>
        <a:lstStyle/>
        <a:p>
          <a:r>
            <a:rPr lang="en-US" sz="3000">
              <a:solidFill>
                <a:schemeClr val="bg1"/>
              </a:solidFill>
            </a:rPr>
            <a:t>Output</a:t>
          </a:r>
        </a:p>
      </dgm:t>
    </dgm:pt>
    <dgm:pt modelId="{AEA230AA-A2EF-E048-96D5-DE945637A79D}" type="parTrans" cxnId="{166816A3-C61B-9B4A-B697-00DBA94B6FA8}">
      <dgm:prSet/>
      <dgm:spPr/>
      <dgm:t>
        <a:bodyPr/>
        <a:lstStyle/>
        <a:p>
          <a:endParaRPr lang="en-US"/>
        </a:p>
      </dgm:t>
    </dgm:pt>
    <dgm:pt modelId="{0E383381-C5BF-7C45-BF68-043DC423FB54}" type="sibTrans" cxnId="{166816A3-C61B-9B4A-B697-00DBA94B6FA8}">
      <dgm:prSet/>
      <dgm:spPr/>
      <dgm:t>
        <a:bodyPr/>
        <a:lstStyle/>
        <a:p>
          <a:endParaRPr lang="en-US"/>
        </a:p>
      </dgm:t>
    </dgm:pt>
    <dgm:pt modelId="{06C990ED-B2A9-9945-9816-35B5B5036CFF}">
      <dgm:prSet phldrT="[Text]"/>
      <dgm:spPr/>
      <dgm:t>
        <a:bodyPr/>
        <a:lstStyle/>
        <a:p>
          <a:r>
            <a:rPr lang="en-US"/>
            <a:t>processing</a:t>
          </a:r>
        </a:p>
      </dgm:t>
    </dgm:pt>
    <dgm:pt modelId="{122CA1C3-6F70-1D4E-A485-003A4858ABB0}" type="parTrans" cxnId="{0A61A0F0-D688-A141-8588-995714F43906}">
      <dgm:prSet/>
      <dgm:spPr/>
      <dgm:t>
        <a:bodyPr/>
        <a:lstStyle/>
        <a:p>
          <a:endParaRPr lang="en-US"/>
        </a:p>
      </dgm:t>
    </dgm:pt>
    <dgm:pt modelId="{957EEFA9-BE95-8240-8F34-4FBD46B48C7F}" type="sibTrans" cxnId="{0A61A0F0-D688-A141-8588-995714F43906}">
      <dgm:prSet/>
      <dgm:spPr/>
      <dgm:t>
        <a:bodyPr/>
        <a:lstStyle/>
        <a:p>
          <a:endParaRPr lang="en-US"/>
        </a:p>
      </dgm:t>
    </dgm:pt>
    <dgm:pt modelId="{2C41078C-3352-E946-AE0C-6BE6D78E3B24}">
      <dgm:prSet phldrT="[Text]"/>
      <dgm:spPr/>
      <dgm:t>
        <a:bodyPr/>
        <a:lstStyle/>
        <a:p>
          <a:r>
            <a:rPr lang="en-US"/>
            <a:t>processing</a:t>
          </a:r>
        </a:p>
      </dgm:t>
    </dgm:pt>
    <dgm:pt modelId="{F1DA8271-7E61-5C4C-8486-D2D603E5DA55}" type="parTrans" cxnId="{44FF1999-3A0B-524D-ABC9-82149F05FF01}">
      <dgm:prSet/>
      <dgm:spPr/>
      <dgm:t>
        <a:bodyPr/>
        <a:lstStyle/>
        <a:p>
          <a:endParaRPr lang="en-US"/>
        </a:p>
      </dgm:t>
    </dgm:pt>
    <dgm:pt modelId="{B803D155-3981-6046-A089-CBE6E9BEB8DC}" type="sibTrans" cxnId="{44FF1999-3A0B-524D-ABC9-82149F05FF01}">
      <dgm:prSet/>
      <dgm:spPr/>
      <dgm:t>
        <a:bodyPr/>
        <a:lstStyle/>
        <a:p>
          <a:endParaRPr lang="en-US"/>
        </a:p>
      </dgm:t>
    </dgm:pt>
    <dgm:pt modelId="{6281920A-D85C-0A47-BEB1-BA31105BDB8B}" type="pres">
      <dgm:prSet presAssocID="{5518AE43-7897-1E4A-9779-2769CE189884}" presName="Name0" presStyleCnt="0">
        <dgm:presLayoutVars>
          <dgm:chMax val="4"/>
          <dgm:resizeHandles val="exact"/>
        </dgm:presLayoutVars>
      </dgm:prSet>
      <dgm:spPr/>
    </dgm:pt>
    <dgm:pt modelId="{B82F4563-E1D5-294F-837F-9B64BF3C5CA3}" type="pres">
      <dgm:prSet presAssocID="{5518AE43-7897-1E4A-9779-2769CE189884}" presName="ellipse" presStyleLbl="trBgShp" presStyleIdx="0" presStyleCnt="1"/>
      <dgm:spPr/>
    </dgm:pt>
    <dgm:pt modelId="{60E156F5-DD5C-F14A-97C6-FDFE858B94C1}" type="pres">
      <dgm:prSet presAssocID="{5518AE43-7897-1E4A-9779-2769CE189884}" presName="arrow1" presStyleLbl="fgShp" presStyleIdx="0" presStyleCnt="1" custLinFactNeighborY="-19777"/>
      <dgm:spPr/>
    </dgm:pt>
    <dgm:pt modelId="{39CC7144-A4C8-1B41-912B-57EFF6DAE0C6}" type="pres">
      <dgm:prSet presAssocID="{5518AE43-7897-1E4A-9779-2769CE189884}" presName="rectangle" presStyleLbl="revTx" presStyleIdx="0" presStyleCnt="1" custLinFactNeighborY="24367">
        <dgm:presLayoutVars>
          <dgm:bulletEnabled val="1"/>
        </dgm:presLayoutVars>
      </dgm:prSet>
      <dgm:spPr/>
    </dgm:pt>
    <dgm:pt modelId="{EA07D909-BD58-3C4D-828B-9CD92DA4C61F}" type="pres">
      <dgm:prSet presAssocID="{06C990ED-B2A9-9945-9816-35B5B5036CFF}" presName="item1" presStyleLbl="node1" presStyleIdx="0" presStyleCnt="3">
        <dgm:presLayoutVars>
          <dgm:bulletEnabled val="1"/>
        </dgm:presLayoutVars>
      </dgm:prSet>
      <dgm:spPr/>
    </dgm:pt>
    <dgm:pt modelId="{B571C1F6-9F74-2644-8AFB-0595535FD9DB}" type="pres">
      <dgm:prSet presAssocID="{2C41078C-3352-E946-AE0C-6BE6D78E3B24}" presName="item2" presStyleLbl="node1" presStyleIdx="1" presStyleCnt="3">
        <dgm:presLayoutVars>
          <dgm:bulletEnabled val="1"/>
        </dgm:presLayoutVars>
      </dgm:prSet>
      <dgm:spPr/>
    </dgm:pt>
    <dgm:pt modelId="{2ECCEAE7-55B6-C644-BBCF-713FBB49A32D}" type="pres">
      <dgm:prSet presAssocID="{94E5E6BA-F33E-4742-9AAF-AF5DC0BACADE}" presName="item3" presStyleLbl="node1" presStyleIdx="2" presStyleCnt="3">
        <dgm:presLayoutVars>
          <dgm:bulletEnabled val="1"/>
        </dgm:presLayoutVars>
      </dgm:prSet>
      <dgm:spPr/>
    </dgm:pt>
    <dgm:pt modelId="{256876A3-136F-4447-BBB4-CBB460123E03}" type="pres">
      <dgm:prSet presAssocID="{5518AE43-7897-1E4A-9779-2769CE189884}" presName="funnel" presStyleLbl="trAlignAcc1" presStyleIdx="0" presStyleCnt="1"/>
      <dgm:spPr/>
    </dgm:pt>
  </dgm:ptLst>
  <dgm:cxnLst>
    <dgm:cxn modelId="{4D4E6B4E-0539-3841-BD83-0E1B031319B3}" type="presOf" srcId="{94E5E6BA-F33E-4742-9AAF-AF5DC0BACADE}" destId="{39CC7144-A4C8-1B41-912B-57EFF6DAE0C6}" srcOrd="0" destOrd="0" presId="urn:microsoft.com/office/officeart/2005/8/layout/funnel1"/>
    <dgm:cxn modelId="{44FF1999-3A0B-524D-ABC9-82149F05FF01}" srcId="{5518AE43-7897-1E4A-9779-2769CE189884}" destId="{2C41078C-3352-E946-AE0C-6BE6D78E3B24}" srcOrd="2" destOrd="0" parTransId="{F1DA8271-7E61-5C4C-8486-D2D603E5DA55}" sibTransId="{B803D155-3981-6046-A089-CBE6E9BEB8DC}"/>
    <dgm:cxn modelId="{AF84629C-0A70-7945-BD39-CDDEEE46EEDF}" type="presOf" srcId="{2C41078C-3352-E946-AE0C-6BE6D78E3B24}" destId="{EA07D909-BD58-3C4D-828B-9CD92DA4C61F}" srcOrd="0" destOrd="0" presId="urn:microsoft.com/office/officeart/2005/8/layout/funnel1"/>
    <dgm:cxn modelId="{166816A3-C61B-9B4A-B697-00DBA94B6FA8}" srcId="{5518AE43-7897-1E4A-9779-2769CE189884}" destId="{94E5E6BA-F33E-4742-9AAF-AF5DC0BACADE}" srcOrd="3" destOrd="0" parTransId="{AEA230AA-A2EF-E048-96D5-DE945637A79D}" sibTransId="{0E383381-C5BF-7C45-BF68-043DC423FB54}"/>
    <dgm:cxn modelId="{B784B6B6-B7E8-E741-A647-B983857F2DD9}" type="presOf" srcId="{35A29B3B-04C9-454C-A2AC-A86792CD5300}" destId="{2ECCEAE7-55B6-C644-BBCF-713FBB49A32D}" srcOrd="0" destOrd="0" presId="urn:microsoft.com/office/officeart/2005/8/layout/funnel1"/>
    <dgm:cxn modelId="{8F71FDC2-0E84-7342-8110-44C54AC7E039}" type="presOf" srcId="{5518AE43-7897-1E4A-9779-2769CE189884}" destId="{6281920A-D85C-0A47-BEB1-BA31105BDB8B}" srcOrd="0" destOrd="0" presId="urn:microsoft.com/office/officeart/2005/8/layout/funnel1"/>
    <dgm:cxn modelId="{804E68C4-879C-3F47-A3BD-ED2B5543867F}" srcId="{5518AE43-7897-1E4A-9779-2769CE189884}" destId="{35A29B3B-04C9-454C-A2AC-A86792CD5300}" srcOrd="0" destOrd="0" parTransId="{C491235C-25A9-2B49-8488-061DD7505933}" sibTransId="{F008D270-3E26-7147-A662-5A568046BD5D}"/>
    <dgm:cxn modelId="{8379A6EA-F6A4-8B4A-A817-C3F11DCF6AB8}" type="presOf" srcId="{06C990ED-B2A9-9945-9816-35B5B5036CFF}" destId="{B571C1F6-9F74-2644-8AFB-0595535FD9DB}" srcOrd="0" destOrd="0" presId="urn:microsoft.com/office/officeart/2005/8/layout/funnel1"/>
    <dgm:cxn modelId="{0A61A0F0-D688-A141-8588-995714F43906}" srcId="{5518AE43-7897-1E4A-9779-2769CE189884}" destId="{06C990ED-B2A9-9945-9816-35B5B5036CFF}" srcOrd="1" destOrd="0" parTransId="{122CA1C3-6F70-1D4E-A485-003A4858ABB0}" sibTransId="{957EEFA9-BE95-8240-8F34-4FBD46B48C7F}"/>
    <dgm:cxn modelId="{19019017-65B7-9046-B940-E2822BFCBE44}" type="presParOf" srcId="{6281920A-D85C-0A47-BEB1-BA31105BDB8B}" destId="{B82F4563-E1D5-294F-837F-9B64BF3C5CA3}" srcOrd="0" destOrd="0" presId="urn:microsoft.com/office/officeart/2005/8/layout/funnel1"/>
    <dgm:cxn modelId="{4596101C-E094-F94D-927D-6DEE1F831A8C}" type="presParOf" srcId="{6281920A-D85C-0A47-BEB1-BA31105BDB8B}" destId="{60E156F5-DD5C-F14A-97C6-FDFE858B94C1}" srcOrd="1" destOrd="0" presId="urn:microsoft.com/office/officeart/2005/8/layout/funnel1"/>
    <dgm:cxn modelId="{9B8BA8BC-A44D-7843-8BE3-A3D07C5D1607}" type="presParOf" srcId="{6281920A-D85C-0A47-BEB1-BA31105BDB8B}" destId="{39CC7144-A4C8-1B41-912B-57EFF6DAE0C6}" srcOrd="2" destOrd="0" presId="urn:microsoft.com/office/officeart/2005/8/layout/funnel1"/>
    <dgm:cxn modelId="{11624391-11BF-7847-8FCD-515C38C0107E}" type="presParOf" srcId="{6281920A-D85C-0A47-BEB1-BA31105BDB8B}" destId="{EA07D909-BD58-3C4D-828B-9CD92DA4C61F}" srcOrd="3" destOrd="0" presId="urn:microsoft.com/office/officeart/2005/8/layout/funnel1"/>
    <dgm:cxn modelId="{1F18D265-87FC-E540-97A7-D4E732486EA0}" type="presParOf" srcId="{6281920A-D85C-0A47-BEB1-BA31105BDB8B}" destId="{B571C1F6-9F74-2644-8AFB-0595535FD9DB}" srcOrd="4" destOrd="0" presId="urn:microsoft.com/office/officeart/2005/8/layout/funnel1"/>
    <dgm:cxn modelId="{6127572F-14FB-0C41-82A8-AB1C288F96C4}" type="presParOf" srcId="{6281920A-D85C-0A47-BEB1-BA31105BDB8B}" destId="{2ECCEAE7-55B6-C644-BBCF-713FBB49A32D}" srcOrd="5" destOrd="0" presId="urn:microsoft.com/office/officeart/2005/8/layout/funnel1"/>
    <dgm:cxn modelId="{5D3FBDCE-9230-9B41-8463-7CDA426223AA}" type="presParOf" srcId="{6281920A-D85C-0A47-BEB1-BA31105BDB8B}" destId="{256876A3-136F-4447-BBB4-CBB460123E03}" srcOrd="6" destOrd="0" presId="urn:microsoft.com/office/officeart/2005/8/layout/funnel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83971A1-911E-FA46-A95D-0748ED140FFF}" type="doc">
      <dgm:prSet loTypeId="urn:microsoft.com/office/officeart/2008/layout/BendingPictureCaption" loCatId="" qsTypeId="urn:microsoft.com/office/officeart/2005/8/quickstyle/simple1" qsCatId="simple" csTypeId="urn:microsoft.com/office/officeart/2005/8/colors/accent1_2" csCatId="accent1" phldr="1"/>
      <dgm:spPr/>
      <dgm:t>
        <a:bodyPr/>
        <a:lstStyle/>
        <a:p>
          <a:endParaRPr lang="en-US"/>
        </a:p>
      </dgm:t>
    </dgm:pt>
    <dgm:pt modelId="{F477D2D2-1A76-BA42-9838-4413C58955BA}">
      <dgm:prSet phldrT="[Text]"/>
      <dgm:spPr/>
      <dgm:t>
        <a:bodyPr/>
        <a:lstStyle/>
        <a:p>
          <a:r>
            <a:rPr lang="en-US"/>
            <a:t>Dễ quản lý chương trình</a:t>
          </a:r>
        </a:p>
      </dgm:t>
    </dgm:pt>
    <dgm:pt modelId="{428E2FF0-EFB1-104B-A4A1-34DAB0F1DFDA}" type="parTrans" cxnId="{02234C06-84D1-9C4B-9675-702551C742DB}">
      <dgm:prSet/>
      <dgm:spPr/>
      <dgm:t>
        <a:bodyPr/>
        <a:lstStyle/>
        <a:p>
          <a:endParaRPr lang="en-US"/>
        </a:p>
      </dgm:t>
    </dgm:pt>
    <dgm:pt modelId="{9FEE87DE-FFB0-CD4A-8532-14154B19113A}" type="sibTrans" cxnId="{02234C06-84D1-9C4B-9675-702551C742DB}">
      <dgm:prSet/>
      <dgm:spPr/>
      <dgm:t>
        <a:bodyPr/>
        <a:lstStyle/>
        <a:p>
          <a:endParaRPr lang="en-US"/>
        </a:p>
      </dgm:t>
    </dgm:pt>
    <dgm:pt modelId="{3A8EF5C2-6A78-0547-8E0B-8EDA971A9601}">
      <dgm:prSet phldrT="[Text]"/>
      <dgm:spPr/>
      <dgm:t>
        <a:bodyPr/>
        <a:lstStyle/>
        <a:p>
          <a:pPr algn="ctr"/>
          <a:r>
            <a:rPr lang="en-US"/>
            <a:t>Dễ kiểm tra và sửa lỗi</a:t>
          </a:r>
        </a:p>
      </dgm:t>
    </dgm:pt>
    <dgm:pt modelId="{AA6E88E0-A82B-EC43-93C4-96F1C335D775}" type="parTrans" cxnId="{C6166997-7E12-AA4C-A795-61D91720B8BE}">
      <dgm:prSet/>
      <dgm:spPr/>
      <dgm:t>
        <a:bodyPr/>
        <a:lstStyle/>
        <a:p>
          <a:endParaRPr lang="en-US"/>
        </a:p>
      </dgm:t>
    </dgm:pt>
    <dgm:pt modelId="{65DB1431-D7A8-DF4E-A869-8DC4B6BBA8F8}" type="sibTrans" cxnId="{C6166997-7E12-AA4C-A795-61D91720B8BE}">
      <dgm:prSet/>
      <dgm:spPr/>
      <dgm:t>
        <a:bodyPr/>
        <a:lstStyle/>
        <a:p>
          <a:endParaRPr lang="en-US"/>
        </a:p>
      </dgm:t>
    </dgm:pt>
    <dgm:pt modelId="{CA19A18D-843C-6D42-89D1-2DE7FA1ECF2D}">
      <dgm:prSet phldrT="[Text]"/>
      <dgm:spPr/>
      <dgm:t>
        <a:bodyPr/>
        <a:lstStyle/>
        <a:p>
          <a:r>
            <a:rPr lang="en-US"/>
            <a:t>Định nghĩa 1 lần </a:t>
          </a:r>
          <a:r>
            <a:rPr lang="en-US">
              <a:sym typeface="Wingdings" pitchFamily="2" charset="2"/>
            </a:rPr>
            <a:t> </a:t>
          </a:r>
          <a:br>
            <a:rPr lang="en-US">
              <a:sym typeface="Wingdings" pitchFamily="2" charset="2"/>
            </a:rPr>
          </a:br>
          <a:r>
            <a:rPr lang="en-US"/>
            <a:t>sử dụng được nhiều lần</a:t>
          </a:r>
        </a:p>
      </dgm:t>
    </dgm:pt>
    <dgm:pt modelId="{B9A11762-7D2A-B749-A330-5C8B0D70B3EC}" type="parTrans" cxnId="{BCCDF2B8-DD6D-2C4A-8F1C-6BC811BB769D}">
      <dgm:prSet/>
      <dgm:spPr/>
      <dgm:t>
        <a:bodyPr/>
        <a:lstStyle/>
        <a:p>
          <a:endParaRPr lang="en-US"/>
        </a:p>
      </dgm:t>
    </dgm:pt>
    <dgm:pt modelId="{3756B56B-C598-A646-A9BC-84A89A78D8AE}" type="sibTrans" cxnId="{BCCDF2B8-DD6D-2C4A-8F1C-6BC811BB769D}">
      <dgm:prSet/>
      <dgm:spPr/>
      <dgm:t>
        <a:bodyPr/>
        <a:lstStyle/>
        <a:p>
          <a:endParaRPr lang="en-US"/>
        </a:p>
      </dgm:t>
    </dgm:pt>
    <dgm:pt modelId="{0442BC3A-1F41-1D4E-8BA8-36EC81D7761C}" type="pres">
      <dgm:prSet presAssocID="{E83971A1-911E-FA46-A95D-0748ED140FFF}" presName="diagram" presStyleCnt="0">
        <dgm:presLayoutVars>
          <dgm:dir/>
        </dgm:presLayoutVars>
      </dgm:prSet>
      <dgm:spPr/>
    </dgm:pt>
    <dgm:pt modelId="{054C4968-EF08-0D45-A960-B2907DDDA7C2}" type="pres">
      <dgm:prSet presAssocID="{F477D2D2-1A76-BA42-9838-4413C58955BA}" presName="composite" presStyleCnt="0"/>
      <dgm:spPr/>
    </dgm:pt>
    <dgm:pt modelId="{62F1C9FB-1FEF-F54E-83B2-34A3773FF205}" type="pres">
      <dgm:prSet presAssocID="{F477D2D2-1A76-BA42-9838-4413C58955BA}" presName="Image" presStyleLbl="bgShp" presStyleIdx="0" presStyleCnt="3" custScaleX="65435" custScaleY="56337" custLinFactNeighborX="64547" custLinFactNeighborY="1903"/>
      <dgm:spPr>
        <a:blipFill dpi="0" rotWithShape="1">
          <a:blip xmlns:r="http://schemas.openxmlformats.org/officeDocument/2006/relationships" r:embed="rId1">
            <a:extLst>
              <a:ext uri="{28A0092B-C50C-407E-A947-70E740481C1C}">
                <a14:useLocalDpi xmlns:a14="http://schemas.microsoft.com/office/drawing/2010/main" val="0"/>
              </a:ext>
            </a:extLst>
          </a:blip>
          <a:srcRect/>
          <a:stretch>
            <a:fillRect/>
          </a:stretch>
        </a:blipFill>
      </dgm:spPr>
    </dgm:pt>
    <dgm:pt modelId="{443801EE-6E67-9046-90E1-10DE24F65336}" type="pres">
      <dgm:prSet presAssocID="{F477D2D2-1A76-BA42-9838-4413C58955BA}" presName="Parent" presStyleLbl="node0" presStyleIdx="0" presStyleCnt="3" custLinFactNeighborX="59474" custLinFactNeighborY="-7711">
        <dgm:presLayoutVars>
          <dgm:bulletEnabled val="1"/>
        </dgm:presLayoutVars>
      </dgm:prSet>
      <dgm:spPr/>
    </dgm:pt>
    <dgm:pt modelId="{345B09A5-0797-EB42-8A3F-C7AB693A92B7}" type="pres">
      <dgm:prSet presAssocID="{9FEE87DE-FFB0-CD4A-8532-14154B19113A}" presName="sibTrans" presStyleCnt="0"/>
      <dgm:spPr/>
    </dgm:pt>
    <dgm:pt modelId="{2CB323AD-04D4-634D-832E-A72D0AF9A4A3}" type="pres">
      <dgm:prSet presAssocID="{3A8EF5C2-6A78-0547-8E0B-8EDA971A9601}" presName="composite" presStyleCnt="0"/>
      <dgm:spPr/>
    </dgm:pt>
    <dgm:pt modelId="{549A87E3-44A2-8140-B7BE-9DDDAFBD05CE}" type="pres">
      <dgm:prSet presAssocID="{3A8EF5C2-6A78-0547-8E0B-8EDA971A9601}" presName="Image" presStyleLbl="bgShp" presStyleIdx="1" presStyleCnt="3" custScaleX="71880" custScaleY="54789" custLinFactX="-8808" custLinFactNeighborX="-100000" custLinFactNeighborY="99939"/>
      <dgm:spPr>
        <a:blipFill dpi="0" rotWithShape="1">
          <a:blip xmlns:r="http://schemas.openxmlformats.org/officeDocument/2006/relationships" r:embed="rId2">
            <a:extLst>
              <a:ext uri="{28A0092B-C50C-407E-A947-70E740481C1C}">
                <a14:useLocalDpi xmlns:a14="http://schemas.microsoft.com/office/drawing/2010/main" val="0"/>
              </a:ext>
            </a:extLst>
          </a:blip>
          <a:srcRect/>
          <a:stretch>
            <a:fillRect l="-2999" r="10468"/>
          </a:stretch>
        </a:blipFill>
      </dgm:spPr>
    </dgm:pt>
    <dgm:pt modelId="{1A33DC86-5E35-144E-AFC7-DE042D01E292}" type="pres">
      <dgm:prSet presAssocID="{3A8EF5C2-6A78-0547-8E0B-8EDA971A9601}" presName="Parent" presStyleLbl="node0" presStyleIdx="1" presStyleCnt="3" custLinFactX="-46919" custLinFactY="142134" custLinFactNeighborX="-100000" custLinFactNeighborY="200000">
        <dgm:presLayoutVars>
          <dgm:bulletEnabled val="1"/>
        </dgm:presLayoutVars>
      </dgm:prSet>
      <dgm:spPr/>
    </dgm:pt>
    <dgm:pt modelId="{D188E938-085A-ED4E-915B-D21926925EFD}" type="pres">
      <dgm:prSet presAssocID="{65DB1431-D7A8-DF4E-A869-8DC4B6BBA8F8}" presName="sibTrans" presStyleCnt="0"/>
      <dgm:spPr/>
    </dgm:pt>
    <dgm:pt modelId="{15DA20D0-6B50-3D4F-BE3A-08D5C4C34375}" type="pres">
      <dgm:prSet presAssocID="{CA19A18D-843C-6D42-89D1-2DE7FA1ECF2D}" presName="composite" presStyleCnt="0"/>
      <dgm:spPr/>
    </dgm:pt>
    <dgm:pt modelId="{6270FE7C-4C45-9040-8610-06AF692A246B}" type="pres">
      <dgm:prSet presAssocID="{CA19A18D-843C-6D42-89D1-2DE7FA1ECF2D}" presName="Image" presStyleLbl="bgShp" presStyleIdx="2" presStyleCnt="3" custScaleX="59798" custScaleY="54071" custLinFactNeighborX="87830" custLinFactNeighborY="757"/>
      <dgm:spPr>
        <a:blipFill dpi="0" rotWithShape="1">
          <a:blip xmlns:r="http://schemas.openxmlformats.org/officeDocument/2006/relationships" r:embed="rId3">
            <a:extLst>
              <a:ext uri="{28A0092B-C50C-407E-A947-70E740481C1C}">
                <a14:useLocalDpi xmlns:a14="http://schemas.microsoft.com/office/drawing/2010/main" val="0"/>
              </a:ext>
            </a:extLst>
          </a:blip>
          <a:srcRect/>
          <a:stretch>
            <a:fillRect l="12000" r="12000"/>
          </a:stretch>
        </a:blipFill>
      </dgm:spPr>
    </dgm:pt>
    <dgm:pt modelId="{22205409-F61D-E245-9A64-90905AAEF8B9}" type="pres">
      <dgm:prSet presAssocID="{CA19A18D-843C-6D42-89D1-2DE7FA1ECF2D}" presName="Parent" presStyleLbl="node0" presStyleIdx="2" presStyleCnt="3" custLinFactNeighborX="83386" custLinFactNeighborY="-11845">
        <dgm:presLayoutVars>
          <dgm:bulletEnabled val="1"/>
        </dgm:presLayoutVars>
      </dgm:prSet>
      <dgm:spPr/>
    </dgm:pt>
  </dgm:ptLst>
  <dgm:cxnLst>
    <dgm:cxn modelId="{02234C06-84D1-9C4B-9675-702551C742DB}" srcId="{E83971A1-911E-FA46-A95D-0748ED140FFF}" destId="{F477D2D2-1A76-BA42-9838-4413C58955BA}" srcOrd="0" destOrd="0" parTransId="{428E2FF0-EFB1-104B-A4A1-34DAB0F1DFDA}" sibTransId="{9FEE87DE-FFB0-CD4A-8532-14154B19113A}"/>
    <dgm:cxn modelId="{37C9C648-2EAD-4B4C-B2D8-67B76EA7D7CD}" type="presOf" srcId="{F477D2D2-1A76-BA42-9838-4413C58955BA}" destId="{443801EE-6E67-9046-90E1-10DE24F65336}" srcOrd="0" destOrd="0" presId="urn:microsoft.com/office/officeart/2008/layout/BendingPictureCaption"/>
    <dgm:cxn modelId="{F9806362-F7EE-0E46-A132-EEE011291C73}" type="presOf" srcId="{CA19A18D-843C-6D42-89D1-2DE7FA1ECF2D}" destId="{22205409-F61D-E245-9A64-90905AAEF8B9}" srcOrd="0" destOrd="0" presId="urn:microsoft.com/office/officeart/2008/layout/BendingPictureCaption"/>
    <dgm:cxn modelId="{C6166997-7E12-AA4C-A795-61D91720B8BE}" srcId="{E83971A1-911E-FA46-A95D-0748ED140FFF}" destId="{3A8EF5C2-6A78-0547-8E0B-8EDA971A9601}" srcOrd="1" destOrd="0" parTransId="{AA6E88E0-A82B-EC43-93C4-96F1C335D775}" sibTransId="{65DB1431-D7A8-DF4E-A869-8DC4B6BBA8F8}"/>
    <dgm:cxn modelId="{36A570A5-C0BF-8B44-97B0-42C40B3734F8}" type="presOf" srcId="{3A8EF5C2-6A78-0547-8E0B-8EDA971A9601}" destId="{1A33DC86-5E35-144E-AFC7-DE042D01E292}" srcOrd="0" destOrd="0" presId="urn:microsoft.com/office/officeart/2008/layout/BendingPictureCaption"/>
    <dgm:cxn modelId="{BCCDF2B8-DD6D-2C4A-8F1C-6BC811BB769D}" srcId="{E83971A1-911E-FA46-A95D-0748ED140FFF}" destId="{CA19A18D-843C-6D42-89D1-2DE7FA1ECF2D}" srcOrd="2" destOrd="0" parTransId="{B9A11762-7D2A-B749-A330-5C8B0D70B3EC}" sibTransId="{3756B56B-C598-A646-A9BC-84A89A78D8AE}"/>
    <dgm:cxn modelId="{6C7DB3FE-63E4-5345-ACE2-95ECE25677F7}" type="presOf" srcId="{E83971A1-911E-FA46-A95D-0748ED140FFF}" destId="{0442BC3A-1F41-1D4E-8BA8-36EC81D7761C}" srcOrd="0" destOrd="0" presId="urn:microsoft.com/office/officeart/2008/layout/BendingPictureCaption"/>
    <dgm:cxn modelId="{74324F42-D8E9-FF44-BE25-92FE24D35FD3}" type="presParOf" srcId="{0442BC3A-1F41-1D4E-8BA8-36EC81D7761C}" destId="{054C4968-EF08-0D45-A960-B2907DDDA7C2}" srcOrd="0" destOrd="0" presId="urn:microsoft.com/office/officeart/2008/layout/BendingPictureCaption"/>
    <dgm:cxn modelId="{7FB2210D-2256-DB4A-A469-7F6162D9F9FB}" type="presParOf" srcId="{054C4968-EF08-0D45-A960-B2907DDDA7C2}" destId="{62F1C9FB-1FEF-F54E-83B2-34A3773FF205}" srcOrd="0" destOrd="0" presId="urn:microsoft.com/office/officeart/2008/layout/BendingPictureCaption"/>
    <dgm:cxn modelId="{5CF0A429-CD2F-924B-985D-9F10B4AD05B2}" type="presParOf" srcId="{054C4968-EF08-0D45-A960-B2907DDDA7C2}" destId="{443801EE-6E67-9046-90E1-10DE24F65336}" srcOrd="1" destOrd="0" presId="urn:microsoft.com/office/officeart/2008/layout/BendingPictureCaption"/>
    <dgm:cxn modelId="{27D526EC-9F0B-AE42-9223-C9CA8653FF82}" type="presParOf" srcId="{0442BC3A-1F41-1D4E-8BA8-36EC81D7761C}" destId="{345B09A5-0797-EB42-8A3F-C7AB693A92B7}" srcOrd="1" destOrd="0" presId="urn:microsoft.com/office/officeart/2008/layout/BendingPictureCaption"/>
    <dgm:cxn modelId="{435E5C4F-77AB-6D49-A496-F37290A43721}" type="presParOf" srcId="{0442BC3A-1F41-1D4E-8BA8-36EC81D7761C}" destId="{2CB323AD-04D4-634D-832E-A72D0AF9A4A3}" srcOrd="2" destOrd="0" presId="urn:microsoft.com/office/officeart/2008/layout/BendingPictureCaption"/>
    <dgm:cxn modelId="{A0ED42ED-0A21-B14D-B007-D011E74EEE71}" type="presParOf" srcId="{2CB323AD-04D4-634D-832E-A72D0AF9A4A3}" destId="{549A87E3-44A2-8140-B7BE-9DDDAFBD05CE}" srcOrd="0" destOrd="0" presId="urn:microsoft.com/office/officeart/2008/layout/BendingPictureCaption"/>
    <dgm:cxn modelId="{FA99D33D-3FD6-094A-A9A0-C55BD7E25547}" type="presParOf" srcId="{2CB323AD-04D4-634D-832E-A72D0AF9A4A3}" destId="{1A33DC86-5E35-144E-AFC7-DE042D01E292}" srcOrd="1" destOrd="0" presId="urn:microsoft.com/office/officeart/2008/layout/BendingPictureCaption"/>
    <dgm:cxn modelId="{D3B33E81-632F-814E-B562-01D5963A3F7B}" type="presParOf" srcId="{0442BC3A-1F41-1D4E-8BA8-36EC81D7761C}" destId="{D188E938-085A-ED4E-915B-D21926925EFD}" srcOrd="3" destOrd="0" presId="urn:microsoft.com/office/officeart/2008/layout/BendingPictureCaption"/>
    <dgm:cxn modelId="{5ED26F66-E41D-844A-89AE-5FC885B487B0}" type="presParOf" srcId="{0442BC3A-1F41-1D4E-8BA8-36EC81D7761C}" destId="{15DA20D0-6B50-3D4F-BE3A-08D5C4C34375}" srcOrd="4" destOrd="0" presId="urn:microsoft.com/office/officeart/2008/layout/BendingPictureCaption"/>
    <dgm:cxn modelId="{2103FA75-FADE-304F-8FEC-072297E1DF68}" type="presParOf" srcId="{15DA20D0-6B50-3D4F-BE3A-08D5C4C34375}" destId="{6270FE7C-4C45-9040-8610-06AF692A246B}" srcOrd="0" destOrd="0" presId="urn:microsoft.com/office/officeart/2008/layout/BendingPictureCaption"/>
    <dgm:cxn modelId="{75E4F996-FAC3-274A-B42F-1D6CF5BBF69D}" type="presParOf" srcId="{15DA20D0-6B50-3D4F-BE3A-08D5C4C34375}" destId="{22205409-F61D-E245-9A64-90905AAEF8B9}" srcOrd="1" destOrd="0" presId="urn:microsoft.com/office/officeart/2008/layout/BendingPictureCaption"/>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82F4563-E1D5-294F-837F-9B64BF3C5CA3}">
      <dsp:nvSpPr>
        <dsp:cNvPr id="0" name=""/>
        <dsp:cNvSpPr/>
      </dsp:nvSpPr>
      <dsp:spPr>
        <a:xfrm>
          <a:off x="1050606" y="106398"/>
          <a:ext cx="2111592" cy="733328"/>
        </a:xfrm>
        <a:prstGeom prst="ellipse">
          <a:avLst/>
        </a:prstGeom>
        <a:solidFill>
          <a:schemeClr val="accent1">
            <a:tint val="50000"/>
            <a:alpha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0E156F5-DD5C-F14A-97C6-FDFE858B94C1}">
      <dsp:nvSpPr>
        <dsp:cNvPr id="0" name=""/>
        <dsp:cNvSpPr/>
      </dsp:nvSpPr>
      <dsp:spPr>
        <a:xfrm>
          <a:off x="1905064" y="1850273"/>
          <a:ext cx="409223" cy="261902"/>
        </a:xfrm>
        <a:prstGeom prst="downArrow">
          <a:avLst/>
        </a:prstGeom>
        <a:solidFill>
          <a:schemeClr val="accent1">
            <a:tint val="6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9CC7144-A4C8-1B41-912B-57EFF6DAE0C6}">
      <dsp:nvSpPr>
        <dsp:cNvPr id="0" name=""/>
        <dsp:cNvSpPr/>
      </dsp:nvSpPr>
      <dsp:spPr>
        <a:xfrm>
          <a:off x="1127540" y="2127961"/>
          <a:ext cx="1964271" cy="491067"/>
        </a:xfrm>
        <a:prstGeom prst="rect">
          <a:avLst/>
        </a:prstGeom>
        <a:solidFill>
          <a:schemeClr val="accent2"/>
        </a:solidFill>
        <a:ln w="12700" cap="flat" cmpd="sng" algn="ctr">
          <a:solidFill>
            <a:schemeClr val="accent2">
              <a:shade val="15000"/>
            </a:schemeClr>
          </a:solidFill>
          <a:prstDash val="solid"/>
          <a:miter lim="800000"/>
        </a:ln>
        <a:effectLst/>
      </dsp:spPr>
      <dsp:style>
        <a:lnRef idx="2">
          <a:schemeClr val="accent2">
            <a:shade val="15000"/>
          </a:schemeClr>
        </a:lnRef>
        <a:fillRef idx="1">
          <a:schemeClr val="accent2"/>
        </a:fillRef>
        <a:effectRef idx="0">
          <a:schemeClr val="accent2"/>
        </a:effectRef>
        <a:fontRef idx="minor">
          <a:schemeClr val="lt1"/>
        </a:fontRef>
      </dsp:style>
      <dsp:txBody>
        <a:bodyPr spcFirstLastPara="0" vert="horz" wrap="square" lIns="213360" tIns="213360" rIns="213360" bIns="213360" numCol="1" spcCol="1270" anchor="ctr" anchorCtr="0">
          <a:noAutofit/>
        </a:bodyPr>
        <a:lstStyle/>
        <a:p>
          <a:pPr marL="0" lvl="0" indent="0" algn="ctr" defTabSz="1333500">
            <a:lnSpc>
              <a:spcPct val="90000"/>
            </a:lnSpc>
            <a:spcBef>
              <a:spcPct val="0"/>
            </a:spcBef>
            <a:spcAft>
              <a:spcPct val="35000"/>
            </a:spcAft>
            <a:buNone/>
          </a:pPr>
          <a:r>
            <a:rPr lang="en-US" sz="3000" kern="1200">
              <a:solidFill>
                <a:schemeClr val="bg1"/>
              </a:solidFill>
            </a:rPr>
            <a:t>Output</a:t>
          </a:r>
        </a:p>
      </dsp:txBody>
      <dsp:txXfrm>
        <a:off x="1127540" y="2127961"/>
        <a:ext cx="1964271" cy="491067"/>
      </dsp:txXfrm>
    </dsp:sp>
    <dsp:sp modelId="{EA07D909-BD58-3C4D-828B-9CD92DA4C61F}">
      <dsp:nvSpPr>
        <dsp:cNvPr id="0" name=""/>
        <dsp:cNvSpPr/>
      </dsp:nvSpPr>
      <dsp:spPr>
        <a:xfrm>
          <a:off x="1818309" y="896362"/>
          <a:ext cx="736601" cy="736601"/>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sz="900" kern="1200"/>
            <a:t>processing</a:t>
          </a:r>
        </a:p>
      </dsp:txBody>
      <dsp:txXfrm>
        <a:off x="1926182" y="1004235"/>
        <a:ext cx="520855" cy="520855"/>
      </dsp:txXfrm>
    </dsp:sp>
    <dsp:sp modelId="{B571C1F6-9F74-2644-8AFB-0595535FD9DB}">
      <dsp:nvSpPr>
        <dsp:cNvPr id="0" name=""/>
        <dsp:cNvSpPr/>
      </dsp:nvSpPr>
      <dsp:spPr>
        <a:xfrm>
          <a:off x="1291229" y="343747"/>
          <a:ext cx="736601" cy="736601"/>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sz="900" kern="1200"/>
            <a:t>processing</a:t>
          </a:r>
        </a:p>
      </dsp:txBody>
      <dsp:txXfrm>
        <a:off x="1399102" y="451620"/>
        <a:ext cx="520855" cy="520855"/>
      </dsp:txXfrm>
    </dsp:sp>
    <dsp:sp modelId="{2ECCEAE7-55B6-C644-BBCF-713FBB49A32D}">
      <dsp:nvSpPr>
        <dsp:cNvPr id="0" name=""/>
        <dsp:cNvSpPr/>
      </dsp:nvSpPr>
      <dsp:spPr>
        <a:xfrm>
          <a:off x="2044200" y="165653"/>
          <a:ext cx="736601" cy="736601"/>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sz="900" kern="1200"/>
            <a:t>processing</a:t>
          </a:r>
        </a:p>
      </dsp:txBody>
      <dsp:txXfrm>
        <a:off x="2152073" y="273526"/>
        <a:ext cx="520855" cy="520855"/>
      </dsp:txXfrm>
    </dsp:sp>
    <dsp:sp modelId="{256876A3-136F-4447-BBB4-CBB460123E03}">
      <dsp:nvSpPr>
        <dsp:cNvPr id="0" name=""/>
        <dsp:cNvSpPr/>
      </dsp:nvSpPr>
      <dsp:spPr>
        <a:xfrm>
          <a:off x="963851" y="16368"/>
          <a:ext cx="2291650" cy="1833320"/>
        </a:xfrm>
        <a:prstGeom prst="funnel">
          <a:avLst/>
        </a:prstGeom>
        <a:solidFill>
          <a:schemeClr val="lt1">
            <a:alpha val="4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2F1C9FB-1FEF-F54E-83B2-34A3773FF205}">
      <dsp:nvSpPr>
        <dsp:cNvPr id="0" name=""/>
        <dsp:cNvSpPr/>
      </dsp:nvSpPr>
      <dsp:spPr>
        <a:xfrm>
          <a:off x="2613499" y="85614"/>
          <a:ext cx="2132380" cy="1356721"/>
        </a:xfrm>
        <a:prstGeom prst="rect">
          <a:avLst/>
        </a:prstGeom>
        <a:blipFill dpi="0" rotWithShape="1">
          <a:blip xmlns:r="http://schemas.openxmlformats.org/officeDocument/2006/relationships" r:embed="rId1">
            <a:extLst>
              <a:ext uri="{28A0092B-C50C-407E-A947-70E740481C1C}">
                <a14:useLocalDpi xmlns:a14="http://schemas.microsoft.com/office/drawing/2010/main" val="0"/>
              </a:ext>
            </a:extLst>
          </a:blip>
          <a:srcRect/>
          <a:stretch>
            <a:fillRect/>
          </a:stretch>
        </a:blipFill>
        <a:ln>
          <a:noFill/>
        </a:ln>
        <a:effectLst/>
      </dsp:spPr>
      <dsp:style>
        <a:lnRef idx="0">
          <a:scrgbClr r="0" g="0" b="0"/>
        </a:lnRef>
        <a:fillRef idx="1">
          <a:scrgbClr r="0" g="0" b="0"/>
        </a:fillRef>
        <a:effectRef idx="0">
          <a:scrgbClr r="0" g="0" b="0"/>
        </a:effectRef>
        <a:fontRef idx="minor"/>
      </dsp:style>
    </dsp:sp>
    <dsp:sp modelId="{443801EE-6E67-9046-90E1-10DE24F65336}">
      <dsp:nvSpPr>
        <dsp:cNvPr id="0" name=""/>
        <dsp:cNvSpPr/>
      </dsp:nvSpPr>
      <dsp:spPr>
        <a:xfrm>
          <a:off x="2275633" y="1433566"/>
          <a:ext cx="2808095" cy="67483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005" tIns="40005" rIns="40005" bIns="40005" numCol="1" spcCol="1270" anchor="ctr" anchorCtr="0">
          <a:noAutofit/>
        </a:bodyPr>
        <a:lstStyle/>
        <a:p>
          <a:pPr marL="0" lvl="0" indent="0" algn="ctr" defTabSz="933450">
            <a:lnSpc>
              <a:spcPct val="90000"/>
            </a:lnSpc>
            <a:spcBef>
              <a:spcPct val="0"/>
            </a:spcBef>
            <a:spcAft>
              <a:spcPct val="5000"/>
            </a:spcAft>
            <a:buNone/>
          </a:pPr>
          <a:r>
            <a:rPr lang="en-US" sz="2100" kern="1200"/>
            <a:t>Dễ quản lý chương trình</a:t>
          </a:r>
        </a:p>
      </dsp:txBody>
      <dsp:txXfrm>
        <a:off x="2275633" y="1433566"/>
        <a:ext cx="2808095" cy="674831"/>
      </dsp:txXfrm>
    </dsp:sp>
    <dsp:sp modelId="{549A87E3-44A2-8140-B7BE-9DDDAFBD05CE}">
      <dsp:nvSpPr>
        <dsp:cNvPr id="0" name=""/>
        <dsp:cNvSpPr/>
      </dsp:nvSpPr>
      <dsp:spPr>
        <a:xfrm>
          <a:off x="287101" y="2455861"/>
          <a:ext cx="2342408" cy="1319441"/>
        </a:xfrm>
        <a:prstGeom prst="rect">
          <a:avLst/>
        </a:prstGeom>
        <a:blipFill dpi="0" rotWithShape="1">
          <a:blip xmlns:r="http://schemas.openxmlformats.org/officeDocument/2006/relationships" r:embed="rId2">
            <a:extLst>
              <a:ext uri="{28A0092B-C50C-407E-A947-70E740481C1C}">
                <a14:useLocalDpi xmlns:a14="http://schemas.microsoft.com/office/drawing/2010/main" val="0"/>
              </a:ext>
            </a:extLst>
          </a:blip>
          <a:srcRect/>
          <a:stretch>
            <a:fillRect l="-2999" r="10468"/>
          </a:stretch>
        </a:blipFill>
        <a:ln>
          <a:noFill/>
        </a:ln>
        <a:effectLst/>
      </dsp:spPr>
      <dsp:style>
        <a:lnRef idx="0">
          <a:scrgbClr r="0" g="0" b="0"/>
        </a:lnRef>
        <a:fillRef idx="1">
          <a:scrgbClr r="0" g="0" b="0"/>
        </a:fillRef>
        <a:effectRef idx="0">
          <a:scrgbClr r="0" g="0" b="0"/>
        </a:effectRef>
        <a:fontRef idx="minor"/>
      </dsp:style>
    </dsp:sp>
    <dsp:sp modelId="{1A33DC86-5E35-144E-AFC7-DE042D01E292}">
      <dsp:nvSpPr>
        <dsp:cNvPr id="0" name=""/>
        <dsp:cNvSpPr/>
      </dsp:nvSpPr>
      <dsp:spPr>
        <a:xfrm>
          <a:off x="0" y="3785112"/>
          <a:ext cx="2808095" cy="67483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005" tIns="40005" rIns="40005" bIns="40005" numCol="1" spcCol="1270" anchor="ctr" anchorCtr="0">
          <a:noAutofit/>
        </a:bodyPr>
        <a:lstStyle/>
        <a:p>
          <a:pPr marL="0" lvl="0" indent="0" algn="ctr" defTabSz="933450">
            <a:lnSpc>
              <a:spcPct val="90000"/>
            </a:lnSpc>
            <a:spcBef>
              <a:spcPct val="0"/>
            </a:spcBef>
            <a:spcAft>
              <a:spcPct val="5000"/>
            </a:spcAft>
            <a:buNone/>
          </a:pPr>
          <a:r>
            <a:rPr lang="en-US" sz="2100" kern="1200"/>
            <a:t>Dễ kiểm tra và sửa lỗi</a:t>
          </a:r>
        </a:p>
      </dsp:txBody>
      <dsp:txXfrm>
        <a:off x="0" y="3785112"/>
        <a:ext cx="2808095" cy="674831"/>
      </dsp:txXfrm>
    </dsp:sp>
    <dsp:sp modelId="{6270FE7C-4C45-9040-8610-06AF692A246B}">
      <dsp:nvSpPr>
        <dsp:cNvPr id="0" name=""/>
        <dsp:cNvSpPr/>
      </dsp:nvSpPr>
      <dsp:spPr>
        <a:xfrm>
          <a:off x="5132099" y="2525343"/>
          <a:ext cx="1948683" cy="1302150"/>
        </a:xfrm>
        <a:prstGeom prst="rect">
          <a:avLst/>
        </a:prstGeom>
        <a:blipFill dpi="0" rotWithShape="1">
          <a:blip xmlns:r="http://schemas.openxmlformats.org/officeDocument/2006/relationships" r:embed="rId3">
            <a:extLst>
              <a:ext uri="{28A0092B-C50C-407E-A947-70E740481C1C}">
                <a14:useLocalDpi xmlns:a14="http://schemas.microsoft.com/office/drawing/2010/main" val="0"/>
              </a:ext>
            </a:extLst>
          </a:blip>
          <a:srcRect/>
          <a:stretch>
            <a:fillRect l="12000" r="12000"/>
          </a:stretch>
        </a:blipFill>
        <a:ln>
          <a:noFill/>
        </a:ln>
        <a:effectLst/>
      </dsp:spPr>
      <dsp:style>
        <a:lnRef idx="0">
          <a:scrgbClr r="0" g="0" b="0"/>
        </a:lnRef>
        <a:fillRef idx="1">
          <a:scrgbClr r="0" g="0" b="0"/>
        </a:fillRef>
        <a:effectRef idx="0">
          <a:scrgbClr r="0" g="0" b="0"/>
        </a:effectRef>
        <a:fontRef idx="minor"/>
      </dsp:style>
    </dsp:sp>
    <dsp:sp modelId="{22205409-F61D-E245-9A64-90905AAEF8B9}">
      <dsp:nvSpPr>
        <dsp:cNvPr id="0" name=""/>
        <dsp:cNvSpPr/>
      </dsp:nvSpPr>
      <dsp:spPr>
        <a:xfrm>
          <a:off x="4543472" y="3845710"/>
          <a:ext cx="2808095" cy="67483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005" tIns="40005" rIns="40005" bIns="40005" numCol="1" spcCol="1270" anchor="ctr" anchorCtr="0">
          <a:noAutofit/>
        </a:bodyPr>
        <a:lstStyle/>
        <a:p>
          <a:pPr marL="0" lvl="0" indent="0" algn="ctr" defTabSz="933450">
            <a:lnSpc>
              <a:spcPct val="90000"/>
            </a:lnSpc>
            <a:spcBef>
              <a:spcPct val="0"/>
            </a:spcBef>
            <a:spcAft>
              <a:spcPct val="5000"/>
            </a:spcAft>
            <a:buNone/>
          </a:pPr>
          <a:r>
            <a:rPr lang="en-US" sz="2100" kern="1200"/>
            <a:t>Định nghĩa 1 lần </a:t>
          </a:r>
          <a:r>
            <a:rPr lang="en-US" sz="2100" kern="1200">
              <a:sym typeface="Wingdings" pitchFamily="2" charset="2"/>
            </a:rPr>
            <a:t> </a:t>
          </a:r>
          <a:br>
            <a:rPr lang="en-US" sz="2100" kern="1200">
              <a:sym typeface="Wingdings" pitchFamily="2" charset="2"/>
            </a:rPr>
          </a:br>
          <a:r>
            <a:rPr lang="en-US" sz="2100" kern="1200"/>
            <a:t>sử dụng được nhiều lần</a:t>
          </a:r>
        </a:p>
      </dsp:txBody>
      <dsp:txXfrm>
        <a:off x="4543472" y="3845710"/>
        <a:ext cx="2808095" cy="674831"/>
      </dsp:txXfrm>
    </dsp:sp>
  </dsp:spTree>
</dsp:drawing>
</file>

<file path=ppt/diagrams/layout1.xml><?xml version="1.0" encoding="utf-8"?>
<dgm:layoutDef xmlns:dgm="http://schemas.openxmlformats.org/drawingml/2006/diagram" xmlns:a="http://schemas.openxmlformats.org/drawingml/2006/main" uniqueId="urn:microsoft.com/office/officeart/2005/8/layout/funnel1">
  <dgm:title val=""/>
  <dgm:desc val=""/>
  <dgm:catLst>
    <dgm:cat type="relationship" pri="2000"/>
    <dgm:cat type="process" pri="27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4"/>
      <dgm:resizeHandles val="exact"/>
    </dgm:varLst>
    <dgm:alg type="composite">
      <dgm:param type="ar" val="1.25"/>
    </dgm:alg>
    <dgm:shape xmlns:r="http://schemas.openxmlformats.org/officeDocument/2006/relationships" r:blip="">
      <dgm:adjLst/>
    </dgm:shape>
    <dgm:presOf/>
    <dgm:choose name="Name1">
      <dgm:if name="Name2" axis="ch" ptType="node" func="cnt" op="equ" val="2">
        <dgm:constrLst>
          <dgm:constr type="w" for="ch" forName="ellipse" refType="w" fact="0.645"/>
          <dgm:constr type="h" for="ch" forName="ellipse" refType="h" fact="0.28"/>
          <dgm:constr type="t" for="ch" forName="ellipse" refType="w" fact="0.0275"/>
          <dgm:constr type="l" for="ch" forName="ellipse" refType="w" fact="0.0265"/>
          <dgm:constr type="w" for="ch" forName="arrow1" refType="w" fact="0.125"/>
          <dgm:constr type="h" for="ch" forName="arrow1" refType="h" fact="0.1"/>
          <dgm:constr type="t" for="ch" forName="arrow1" refType="h" fact="0.72"/>
          <dgm:constr type="l" for="ch" forName="arrow1" refType="w" fact="0.2875"/>
          <dgm:constr type="w" for="ch" forName="rectangle" refType="w" fact="0.6"/>
          <dgm:constr type="h" for="ch" forName="rectangle" refType="w" refFor="ch" refForName="rectangle" fact="0.25"/>
          <dgm:constr type="t" for="ch" forName="rectangle" refType="h" fact="0.8"/>
          <dgm:constr type="l" for="ch" forName="rectangle" refType="w" fact="0.05"/>
          <dgm:constr type="w" for="ch" forName="item1" refType="w" fact="0.35"/>
          <dgm:constr type="h" for="ch" forName="item1" refType="w" fact="0.35"/>
          <dgm:constr type="t" for="ch" forName="item1" refType="h" fact="0.05"/>
          <dgm:constr type="l" for="ch" forName="item1" refType="w" fact="0.125"/>
          <dgm:constr type="primFontSz" for="ch" forName="item1" op="equ" val="65"/>
          <dgm:constr type="w" for="ch" forName="funnel" refType="w" fact="0.7"/>
          <dgm:constr type="h" for="ch" forName="funnel" refType="h" fact="0.7"/>
          <dgm:constr type="t" for="ch" forName="funnel"/>
          <dgm:constr type="l" for="ch" forName="funnel"/>
        </dgm:constrLst>
      </dgm:if>
      <dgm:else name="Name3">
        <dgm:constrLst>
          <dgm:constr type="w" for="ch" forName="ellipse" refType="w" fact="0.645"/>
          <dgm:constr type="h" for="ch" forName="ellipse" refType="h" fact="0.28"/>
          <dgm:constr type="t" for="ch" forName="ellipse" refType="w" fact="0.0275"/>
          <dgm:constr type="l" for="ch" forName="ellipse" refType="w" fact="0.0265"/>
          <dgm:constr type="w" for="ch" forName="arrow1" refType="w" fact="0.125"/>
          <dgm:constr type="h" for="ch" forName="arrow1" refType="h" fact="0.1"/>
          <dgm:constr type="t" for="ch" forName="arrow1" refType="h" fact="0.72"/>
          <dgm:constr type="l" for="ch" forName="arrow1" refType="w" fact="0.2875"/>
          <dgm:constr type="w" for="ch" forName="rectangle" refType="w" fact="0.6"/>
          <dgm:constr type="h" for="ch" forName="rectangle" refType="w" refFor="ch" refForName="rectangle" fact="0.25"/>
          <dgm:constr type="t" for="ch" forName="rectangle" refType="h" fact="0.8"/>
          <dgm:constr type="l" for="ch" forName="rectangle" refType="w" fact="0.05"/>
          <dgm:constr type="primFontSz" for="ch" forName="rectangle" val="65"/>
          <dgm:constr type="w" for="ch" forName="item1" refType="w" fact="0.225"/>
          <dgm:constr type="h" for="ch" forName="item1" refType="w" fact="0.225"/>
          <dgm:constr type="t" for="ch" forName="item1" refType="h" fact="0.336"/>
          <dgm:constr type="l" for="ch" forName="item1" refType="w" fact="0.261"/>
          <dgm:constr type="primFontSz" for="ch" forName="item1" val="65"/>
          <dgm:constr type="w" for="ch" forName="item2" refType="w" fact="0.225"/>
          <dgm:constr type="h" for="ch" forName="item2" refType="w" fact="0.225"/>
          <dgm:constr type="t" for="ch" forName="item2" refType="h" fact="0.125"/>
          <dgm:constr type="l" for="ch" forName="item2" refType="w" fact="0.1"/>
          <dgm:constr type="primFontSz" for="ch" forName="item2" refType="primFontSz" refFor="ch" refForName="item1" op="equ"/>
          <dgm:constr type="w" for="ch" forName="item3" refType="w" fact="0.225"/>
          <dgm:constr type="h" for="ch" forName="item3" refType="w" fact="0.225"/>
          <dgm:constr type="t" for="ch" forName="item3" refType="h" fact="0.057"/>
          <dgm:constr type="l" for="ch" forName="item3" refType="w" fact="0.33"/>
          <dgm:constr type="primFontSz" for="ch" forName="item3" refType="primFontSz" refFor="ch" refForName="item1" op="equ"/>
          <dgm:constr type="w" for="ch" forName="funnel" refType="w" fact="0.7"/>
          <dgm:constr type="h" for="ch" forName="funnel" refType="h" fact="0.7"/>
          <dgm:constr type="t" for="ch" forName="funnel"/>
          <dgm:constr type="l" for="ch" forName="funnel"/>
        </dgm:constrLst>
      </dgm:else>
    </dgm:choose>
    <dgm:ruleLst/>
    <dgm:choose name="Name4">
      <dgm:if name="Name5" axis="ch" ptType="node" func="cnt" op="gte" val="1">
        <dgm:layoutNode name="ellipse" styleLbl="trBgShp">
          <dgm:alg type="sp"/>
          <dgm:shape xmlns:r="http://schemas.openxmlformats.org/officeDocument/2006/relationships" type="ellipse" r:blip="">
            <dgm:adjLst/>
          </dgm:shape>
          <dgm:presOf/>
          <dgm:constrLst/>
          <dgm:ruleLst/>
        </dgm:layoutNode>
        <dgm:layoutNode name="arrow1" styleLbl="fgShp">
          <dgm:alg type="sp"/>
          <dgm:shape xmlns:r="http://schemas.openxmlformats.org/officeDocument/2006/relationships" type="downArrow" r:blip="">
            <dgm:adjLst/>
          </dgm:shape>
          <dgm:presOf/>
          <dgm:constrLst/>
          <dgm:ruleLst/>
        </dgm:layoutNode>
        <dgm:layoutNode name="rectangle" styleLbl="revTx">
          <dgm:varLst>
            <dgm:bulletEnabled val="1"/>
          </dgm:varLst>
          <dgm:alg type="tx">
            <dgm:param type="txAnchorHorzCh" val="ctr"/>
          </dgm:alg>
          <dgm:shape xmlns:r="http://schemas.openxmlformats.org/officeDocument/2006/relationships" type="rect" r:blip="">
            <dgm:adjLst/>
          </dgm:shape>
          <dgm:choose name="Name6">
            <dgm:if name="Name7" axis="ch" ptType="node" func="cnt" op="equ" val="1">
              <dgm:presOf axis="ch desOrSelf" ptType="node node" st="1 1" cnt="1 0"/>
            </dgm:if>
            <dgm:if name="Name8" axis="ch" ptType="node" func="cnt" op="equ" val="2">
              <dgm:presOf axis="ch desOrSelf" ptType="node node" st="2 1" cnt="1 0"/>
            </dgm:if>
            <dgm:if name="Name9" axis="ch" ptType="node" func="cnt" op="equ" val="3">
              <dgm:presOf axis="ch desOrSelf" ptType="node node" st="3 1" cnt="1 0"/>
            </dgm:if>
            <dgm:else name="Name10">
              <dgm:presOf axis="ch desOrSelf" ptType="node node" st="4 1" cnt="1 0"/>
            </dgm:else>
          </dgm:choose>
          <dgm:constrLst/>
          <dgm:ruleLst>
            <dgm:rule type="primFontSz" val="5" fact="NaN" max="NaN"/>
          </dgm:ruleLst>
        </dgm:layoutNode>
        <dgm:forEach name="Name11" axis="ch" ptType="node" st="2" cnt="1">
          <dgm:layoutNode name="item1" styleLbl="node1">
            <dgm:varLst>
              <dgm:bulletEnabled val="1"/>
            </dgm:varLst>
            <dgm:alg type="tx">
              <dgm:param type="txAnchorVertCh" val="mid"/>
            </dgm:alg>
            <dgm:shape xmlns:r="http://schemas.openxmlformats.org/officeDocument/2006/relationships" type="ellipse" r:blip="">
              <dgm:adjLst/>
            </dgm:shape>
            <dgm:choose name="Name12">
              <dgm:if name="Name13" axis="root ch" ptType="all node" func="cnt" op="equ" val="1">
                <dgm:presOf/>
              </dgm:if>
              <dgm:if name="Name14" axis="root ch" ptType="all node" func="cnt" op="equ" val="2">
                <dgm:presOf axis="root ch desOrSelf" ptType="all node node" st="1 1 1" cnt="0 1 0"/>
              </dgm:if>
              <dgm:if name="Name15" axis="root ch" ptType="all node" func="cnt" op="equ" val="3">
                <dgm:presOf axis="root ch desOrSelf" ptType="all node node" st="1 2 1" cnt="0 1 0"/>
              </dgm:if>
              <dgm:else name="Name16">
                <dgm:presOf axis="root ch desOrSelf" ptType="all node node" st="1 3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name="Name17" axis="ch" ptType="node" st="3" cnt="1">
          <dgm:layoutNode name="item2" styleLbl="node1">
            <dgm:varLst>
              <dgm:bulletEnabled val="1"/>
            </dgm:varLst>
            <dgm:alg type="tx">
              <dgm:param type="txAnchorVertCh" val="mid"/>
            </dgm:alg>
            <dgm:shape xmlns:r="http://schemas.openxmlformats.org/officeDocument/2006/relationships" type="ellipse" r:blip="">
              <dgm:adjLst/>
            </dgm:shape>
            <dgm:choose name="Name18">
              <dgm:if name="Name19" axis="root ch" ptType="all node" func="cnt" op="equ" val="1">
                <dgm:presOf/>
              </dgm:if>
              <dgm:if name="Name20" axis="root ch" ptType="all node" func="cnt" op="equ" val="2">
                <dgm:presOf/>
              </dgm:if>
              <dgm:if name="Name21" axis="root ch" ptType="all node" func="cnt" op="equ" val="3">
                <dgm:presOf axis="root ch desOrSelf" ptType="all node node" st="1 1 1" cnt="0 1 0"/>
              </dgm:if>
              <dgm:else name="Name22">
                <dgm:presOf axis="root ch desOrSelf" ptType="all node node" st="1 2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name="Name23" axis="ch" ptType="node" st="4" cnt="1">
          <dgm:layoutNode name="item3" styleLbl="node1">
            <dgm:varLst>
              <dgm:bulletEnabled val="1"/>
            </dgm:varLst>
            <dgm:alg type="tx">
              <dgm:param type="txAnchorVertCh" val="mid"/>
            </dgm:alg>
            <dgm:shape xmlns:r="http://schemas.openxmlformats.org/officeDocument/2006/relationships" type="ellipse" r:blip="">
              <dgm:adjLst/>
            </dgm:shape>
            <dgm:choose name="Name24">
              <dgm:if name="Name25" axis="root ch" ptType="all node" func="cnt" op="equ" val="1">
                <dgm:presOf/>
              </dgm:if>
              <dgm:if name="Name26" axis="root ch" ptType="all node" func="cnt" op="equ" val="2">
                <dgm:presOf/>
              </dgm:if>
              <dgm:if name="Name27" axis="root ch" ptType="all node" func="cnt" op="equ" val="3">
                <dgm:presOf/>
              </dgm:if>
              <dgm:else name="Name28">
                <dgm:presOf axis="root ch desOrSelf" ptType="all node node" st="1 1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layoutNode name="funnel" styleLbl="trAlignAcc1">
          <dgm:alg type="sp"/>
          <dgm:shape xmlns:r="http://schemas.openxmlformats.org/officeDocument/2006/relationships" type="funnel" r:blip="">
            <dgm:adjLst/>
          </dgm:shape>
          <dgm:presOf/>
          <dgm:constrLst/>
          <dgm:ruleLst/>
        </dgm:layoutNode>
      </dgm:if>
      <dgm:else name="Name29"/>
    </dgm:choose>
  </dgm:layoutNode>
</dgm:layoutDef>
</file>

<file path=ppt/diagrams/layout2.xml><?xml version="1.0" encoding="utf-8"?>
<dgm:layoutDef xmlns:dgm="http://schemas.openxmlformats.org/drawingml/2006/diagram" xmlns:a="http://schemas.openxmlformats.org/drawingml/2006/main" uniqueId="urn:microsoft.com/office/officeart/2008/layout/BendingPictureCaption">
  <dgm:title val=""/>
  <dgm:desc val=""/>
  <dgm:catLst>
    <dgm:cat type="picture" pri="6000"/>
    <dgm:cat type="pictureconvert" pri="6000"/>
  </dgm:catLst>
  <dgm:sampData>
    <dgm:dataModel>
      <dgm:ptLst>
        <dgm:pt modelId="0" type="doc"/>
        <dgm:pt modelId="1">
          <dgm:prSet phldr="1"/>
        </dgm:pt>
        <dgm:pt modelId="2">
          <dgm:prSet phldr="1"/>
        </dgm:pt>
      </dgm:ptLst>
      <dgm:cxnLst>
        <dgm:cxn modelId="7" srcId="0" destId="1" srcOrd="0" destOrd="0"/>
        <dgm:cxn modelId="8" srcId="0" destId="2" srcOrd="1"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diagram">
    <dgm:varLst>
      <dgm:dir/>
    </dgm:varLst>
    <dgm:choose name="Name0">
      <dgm:if name="Name1" func="var" arg="dir" op="equ" val="norm">
        <dgm:alg type="snake">
          <dgm:param type="off" val="ctr"/>
        </dgm:alg>
      </dgm:if>
      <dgm:else name="Name2">
        <dgm:alg type="snake">
          <dgm:param type="grDir" val="tR"/>
          <dgm:param type="off" val="ctr"/>
        </dgm:alg>
      </dgm:else>
    </dgm:choose>
    <dgm:shape xmlns:r="http://schemas.openxmlformats.org/officeDocument/2006/relationships" r:blip="">
      <dgm:adjLst/>
    </dgm:shape>
    <dgm:constrLst>
      <dgm:constr type="primFontSz" for="des" ptType="node" op="equ" val="65"/>
      <dgm:constr type="w" for="ch" forName="composite" refType="w"/>
      <dgm:constr type="h" for="ch" forName="composite" refType="h"/>
      <dgm:constr type="sp" refType="w" refFor="ch" refForName="composite" op="equ" fact="0.1"/>
      <dgm:constr type="w" for="ch" forName="sibTrans" refType="w" refFor="ch" refForName="composite" op="equ" fact="0.1"/>
      <dgm:constr type="h" for="ch" forName="sibTrans" refType="w" refFor="ch" refForName="sibTrans" op="equ"/>
    </dgm:constrLst>
    <dgm:forEach name="nodesForEach" axis="ch" ptType="node">
      <dgm:layoutNode name="composite">
        <dgm:alg type="composite">
          <dgm:param type="ar" val="1.31"/>
        </dgm:alg>
        <dgm:shape xmlns:r="http://schemas.openxmlformats.org/officeDocument/2006/relationships" r:blip="">
          <dgm:adjLst/>
        </dgm:shape>
        <dgm:choose name="Name3">
          <dgm:if name="Name4" func="var" arg="dir" op="equ" val="norm">
            <dgm:constrLst>
              <dgm:constr type="l" for="ch" forName="Image" refType="w" fact="0"/>
              <dgm:constr type="t" for="ch" forName="Image" refType="h" fact="0"/>
              <dgm:constr type="w" for="ch" forName="Image" refType="w" fact="0.94"/>
              <dgm:constr type="h" for="ch" forName="Image" refType="h" fact="0.91"/>
              <dgm:constr type="l" for="ch" forName="Parent" refType="w" fact="0.19"/>
              <dgm:constr type="t" for="ch" forName="Parent" refType="h" fact="0.745"/>
              <dgm:constr type="w" for="ch" forName="Parent" refType="w" fact="0.81"/>
              <dgm:constr type="h" for="ch" forName="Parent" refType="h" fact="0.255"/>
            </dgm:constrLst>
          </dgm:if>
          <dgm:else name="Name5">
            <dgm:constrLst>
              <dgm:constr type="l" for="ch" forName="Image" refType="w" fact="0.06"/>
              <dgm:constr type="t" for="ch" forName="Image" refType="h" fact="0"/>
              <dgm:constr type="w" for="ch" forName="Image" refType="w" fact="0.94"/>
              <dgm:constr type="h" for="ch" forName="Image" refType="h" fact="0.91"/>
              <dgm:constr type="l" for="ch" forName="Parent" refType="w" fact="0"/>
              <dgm:constr type="t" for="ch" forName="Parent" refType="h" fact="0.745"/>
              <dgm:constr type="w" for="ch" forName="Parent" refType="w" fact="0.81"/>
              <dgm:constr type="h" for="ch" forName="Parent" refType="h" fact="0.255"/>
            </dgm:constrLst>
          </dgm:else>
        </dgm:choose>
        <dgm:layoutNode name="Image" styleLbl="bgShp">
          <dgm:alg type="sp"/>
          <dgm:shape xmlns:r="http://schemas.openxmlformats.org/officeDocument/2006/relationships" type="rect" r:blip="" blipPhldr="1">
            <dgm:adjLst/>
          </dgm:shape>
          <dgm:presOf/>
        </dgm:layoutNode>
        <dgm:layoutNode name="Parent" styleLbl="node0">
          <dgm:varLst>
            <dgm:bulletEnabled val="1"/>
          </dgm:varLst>
          <dgm:alg type="tx">
            <dgm:param type="txAnchorVertCh" val="mid"/>
            <dgm:param type="shpTxRTLAlignCh" val="r"/>
            <dgm:param type="lnSpAfParP" val="5"/>
          </dgm:alg>
          <dgm:shape xmlns:r="http://schemas.openxmlformats.org/officeDocument/2006/relationships" type="rect" r:blip="">
            <dgm:adjLst/>
          </dgm:shape>
          <dgm:presOf axis="desOrSelf" ptType="nod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26C563D-EACA-55BF-1038-A54973283186}"/>
              </a:ext>
            </a:extLst>
          </p:cNvPr>
          <p:cNvSpPr>
            <a:spLocks noGrp="1"/>
          </p:cNvSpPr>
          <p:nvPr>
            <p:ph type="hdr" sz="quarter"/>
          </p:nvPr>
        </p:nvSpPr>
        <p:spPr>
          <a:xfrm>
            <a:off x="540326" y="0"/>
            <a:ext cx="2431473" cy="458788"/>
          </a:xfrm>
          <a:prstGeom prst="rect">
            <a:avLst/>
          </a:prstGeom>
        </p:spPr>
        <p:txBody>
          <a:bodyPr vert="horz" lIns="91440" tIns="45720" rIns="91440" bIns="45720" rtlCol="0" anchor="ctr"/>
          <a:lstStyle>
            <a:lvl1pPr algn="l">
              <a:defRPr sz="1200"/>
            </a:lvl1pPr>
          </a:lstStyle>
          <a:p>
            <a:r>
              <a:rPr lang="en-US"/>
              <a:t>1210134 - Nhập môn lập trình</a:t>
            </a:r>
            <a:endParaRPr lang="en-VN"/>
          </a:p>
        </p:txBody>
      </p:sp>
      <p:sp>
        <p:nvSpPr>
          <p:cNvPr id="4" name="Footer Placeholder 3">
            <a:extLst>
              <a:ext uri="{FF2B5EF4-FFF2-40B4-BE49-F238E27FC236}">
                <a16:creationId xmlns:a16="http://schemas.microsoft.com/office/drawing/2014/main" id="{CC8B32BF-50BD-8AC2-5E4C-1C476A12D4A4}"/>
              </a:ext>
            </a:extLst>
          </p:cNvPr>
          <p:cNvSpPr>
            <a:spLocks noGrp="1"/>
          </p:cNvSpPr>
          <p:nvPr>
            <p:ph type="ftr" sz="quarter" idx="2"/>
          </p:nvPr>
        </p:nvSpPr>
        <p:spPr>
          <a:xfrm>
            <a:off x="540326" y="8685213"/>
            <a:ext cx="2431474" cy="458787"/>
          </a:xfrm>
          <a:prstGeom prst="rect">
            <a:avLst/>
          </a:prstGeom>
        </p:spPr>
        <p:txBody>
          <a:bodyPr vert="horz" lIns="91440" tIns="45720" rIns="91440" bIns="45720" rtlCol="0" anchor="ctr"/>
          <a:lstStyle>
            <a:lvl1pPr algn="l">
              <a:defRPr sz="1200"/>
            </a:lvl1pPr>
          </a:lstStyle>
          <a:p>
            <a:r>
              <a:rPr lang="en-US"/>
              <a:t>Biên soạn: ThS. Huỳnh Thành Lộc</a:t>
            </a:r>
            <a:endParaRPr lang="en-VN"/>
          </a:p>
        </p:txBody>
      </p:sp>
      <p:sp>
        <p:nvSpPr>
          <p:cNvPr id="5" name="Slide Number Placeholder 4">
            <a:extLst>
              <a:ext uri="{FF2B5EF4-FFF2-40B4-BE49-F238E27FC236}">
                <a16:creationId xmlns:a16="http://schemas.microsoft.com/office/drawing/2014/main" id="{8F01ADF8-76F0-60D3-1D6F-901C943D73A5}"/>
              </a:ext>
            </a:extLst>
          </p:cNvPr>
          <p:cNvSpPr>
            <a:spLocks noGrp="1"/>
          </p:cNvSpPr>
          <p:nvPr>
            <p:ph type="sldNum" sz="quarter" idx="3"/>
          </p:nvPr>
        </p:nvSpPr>
        <p:spPr>
          <a:xfrm>
            <a:off x="3884613" y="8685213"/>
            <a:ext cx="2431474" cy="458787"/>
          </a:xfrm>
          <a:prstGeom prst="rect">
            <a:avLst/>
          </a:prstGeom>
        </p:spPr>
        <p:txBody>
          <a:bodyPr vert="horz" lIns="91440" tIns="45720" rIns="91440" bIns="45720" rtlCol="0" anchor="b"/>
          <a:lstStyle>
            <a:lvl1pPr algn="r">
              <a:defRPr sz="1200"/>
            </a:lvl1pPr>
          </a:lstStyle>
          <a:p>
            <a:fld id="{35533E2E-59E0-4340-8EF0-06F48176ABF0}" type="slidenum">
              <a:rPr/>
              <a:t>‹#›</a:t>
            </a:fld>
            <a:endParaRPr lang="en-VN"/>
          </a:p>
        </p:txBody>
      </p:sp>
    </p:spTree>
    <p:extLst>
      <p:ext uri="{BB962C8B-B14F-4D97-AF65-F5344CB8AC3E}">
        <p14:creationId xmlns:p14="http://schemas.microsoft.com/office/powerpoint/2010/main" val="2918727727"/>
      </p:ext>
    </p:extLst>
  </p:cSld>
  <p:clrMap bg1="lt1" tx1="dk1" bg2="lt2" tx2="dk2" accent1="accent1" accent2="accent2" accent3="accent3" accent4="accent4" accent5="accent5" accent6="accent6" hlink="hlink" folHlink="folHlink"/>
  <p:hf dt="0"/>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8-14T07:23:25.317"/>
    </inkml:context>
    <inkml:brush xml:id="br0">
      <inkml:brushProperty name="width" value="0.1" units="cm"/>
      <inkml:brushProperty name="height" value="0.6" units="cm"/>
      <inkml:brushProperty name="color" value="#849398"/>
      <inkml:brushProperty name="inkEffects" value="pencil"/>
    </inkml:brush>
  </inkml:definitions>
  <inkml:trace contextRef="#ctx0" brushRef="#br0">1 0 21202 180000 90000,'0'0'0'0'0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8-14T07:23:25.319"/>
    </inkml:context>
    <inkml:brush xml:id="br0">
      <inkml:brushProperty name="width" value="0.1" units="cm"/>
      <inkml:brushProperty name="height" value="0.6" units="cm"/>
      <inkml:brushProperty name="color" value="#849398"/>
      <inkml:brushProperty name="inkEffects" value="pencil"/>
    </inkml:brush>
  </inkml:definitions>
  <inkml:trace contextRef="#ctx0" brushRef="#br0">1 0 21202 180000 90000,'0'0'0'0'0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019FE36-06C8-DA59-8BA0-8278C759889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r>
              <a:rPr lang="en-US"/>
              <a:t>1210134 - Nhập môn lập trình</a:t>
            </a:r>
            <a:endParaRPr lang="en-VN"/>
          </a:p>
        </p:txBody>
      </p:sp>
      <p:sp>
        <p:nvSpPr>
          <p:cNvPr id="3" name="Date Placeholder 2">
            <a:extLst>
              <a:ext uri="{FF2B5EF4-FFF2-40B4-BE49-F238E27FC236}">
                <a16:creationId xmlns:a16="http://schemas.microsoft.com/office/drawing/2014/main" id="{21985B86-2229-997C-469E-502ED1D041E1}"/>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9511BE8C-E06C-4D94-8436-A936C4D798D6}" type="datetimeFigureOut">
              <a:rPr lang="LID4096"/>
              <a:pPr>
                <a:defRPr/>
              </a:pPr>
              <a:t>10/27/23</a:t>
            </a:fld>
            <a:endParaRPr lang="en-VN"/>
          </a:p>
        </p:txBody>
      </p:sp>
      <p:sp>
        <p:nvSpPr>
          <p:cNvPr id="4" name="Slide Image Placeholder 3">
            <a:extLst>
              <a:ext uri="{FF2B5EF4-FFF2-40B4-BE49-F238E27FC236}">
                <a16:creationId xmlns:a16="http://schemas.microsoft.com/office/drawing/2014/main" id="{0CEA7B34-5DD4-5ABD-D1D4-1CA3E4C3409B}"/>
              </a:ext>
            </a:extLst>
          </p:cNvPr>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lvl="0"/>
            <a:endParaRPr lang="en-VN" noProof="0"/>
          </a:p>
        </p:txBody>
      </p:sp>
      <p:sp>
        <p:nvSpPr>
          <p:cNvPr id="5" name="Notes Placeholder 4">
            <a:extLst>
              <a:ext uri="{FF2B5EF4-FFF2-40B4-BE49-F238E27FC236}">
                <a16:creationId xmlns:a16="http://schemas.microsoft.com/office/drawing/2014/main" id="{D3EC0341-DF5A-AE9D-2062-2143548C38A9}"/>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VN" noProof="0"/>
          </a:p>
        </p:txBody>
      </p:sp>
      <p:sp>
        <p:nvSpPr>
          <p:cNvPr id="6" name="Footer Placeholder 5">
            <a:extLst>
              <a:ext uri="{FF2B5EF4-FFF2-40B4-BE49-F238E27FC236}">
                <a16:creationId xmlns:a16="http://schemas.microsoft.com/office/drawing/2014/main" id="{3163AC77-91F6-CCA9-DA7B-BC8E41B2AC64}"/>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r>
              <a:rPr lang="en-US"/>
              <a:t>Biên soạn: ThS. Huỳnh Thành Lộc</a:t>
            </a:r>
            <a:endParaRPr lang="en-VN"/>
          </a:p>
        </p:txBody>
      </p:sp>
      <p:sp>
        <p:nvSpPr>
          <p:cNvPr id="7" name="Slide Number Placeholder 6">
            <a:extLst>
              <a:ext uri="{FF2B5EF4-FFF2-40B4-BE49-F238E27FC236}">
                <a16:creationId xmlns:a16="http://schemas.microsoft.com/office/drawing/2014/main" id="{F857B40C-1276-A9D4-B9EA-D945302F89B1}"/>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n-lt"/>
              </a:defRPr>
            </a:lvl1pPr>
          </a:lstStyle>
          <a:p>
            <a:pPr>
              <a:defRPr/>
            </a:pPr>
            <a:fld id="{31B9ADCD-FC43-440A-BE93-3F20A47AC538}" type="slidenum">
              <a:rPr lang="en-VN"/>
              <a:pPr>
                <a:defRPr/>
              </a:pPr>
              <a:t>‹#›</a:t>
            </a:fld>
            <a:endParaRPr lang="en-VN"/>
          </a:p>
        </p:txBody>
      </p:sp>
    </p:spTree>
  </p:cSld>
  <p:clrMap bg1="lt1" tx1="dk1" bg2="lt2" tx2="dk2" accent1="accent1" accent2="accent2" accent3="accent3" accent4="accent4" accent5="accent5" accent6="accent6" hlink="hlink" folHlink="folHlink"/>
  <p:hf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a:p>
        </p:txBody>
      </p:sp>
      <p:sp>
        <p:nvSpPr>
          <p:cNvPr id="4" name="Header Placeholder 3"/>
          <p:cNvSpPr>
            <a:spLocks noGrp="1"/>
          </p:cNvSpPr>
          <p:nvPr>
            <p:ph type="hdr" sz="quarter"/>
          </p:nvPr>
        </p:nvSpPr>
        <p:spPr/>
        <p:txBody>
          <a:bodyPr/>
          <a:lstStyle/>
          <a:p>
            <a:pPr>
              <a:defRPr/>
            </a:pPr>
            <a:r>
              <a:rPr lang="en-US"/>
              <a:t>1210134 - Nhập môn lập trình</a:t>
            </a:r>
            <a:endParaRPr lang="en-VN"/>
          </a:p>
        </p:txBody>
      </p:sp>
      <p:sp>
        <p:nvSpPr>
          <p:cNvPr id="5" name="Footer Placeholder 4"/>
          <p:cNvSpPr>
            <a:spLocks noGrp="1"/>
          </p:cNvSpPr>
          <p:nvPr>
            <p:ph type="ftr" sz="quarter" idx="4"/>
          </p:nvPr>
        </p:nvSpPr>
        <p:spPr/>
        <p:txBody>
          <a:bodyPr/>
          <a:lstStyle/>
          <a:p>
            <a:pPr>
              <a:defRPr/>
            </a:pPr>
            <a:r>
              <a:rPr lang="en-US"/>
              <a:t>Biên soạn: ThS. Huỳnh Thành Lộc</a:t>
            </a:r>
            <a:endParaRPr lang="en-VN"/>
          </a:p>
        </p:txBody>
      </p:sp>
      <p:sp>
        <p:nvSpPr>
          <p:cNvPr id="6" name="Slide Number Placeholder 5"/>
          <p:cNvSpPr>
            <a:spLocks noGrp="1"/>
          </p:cNvSpPr>
          <p:nvPr>
            <p:ph type="sldNum" sz="quarter" idx="5"/>
          </p:nvPr>
        </p:nvSpPr>
        <p:spPr/>
        <p:txBody>
          <a:bodyPr/>
          <a:lstStyle/>
          <a:p>
            <a:pPr>
              <a:defRPr/>
            </a:pPr>
            <a:fld id="{31B9ADCD-FC43-440A-BE93-3F20A47AC538}" type="slidenum">
              <a:rPr lang="en-VN"/>
              <a:pPr>
                <a:defRPr/>
              </a:pPr>
              <a:t>1</a:t>
            </a:fld>
            <a:endParaRPr lang="en-VN"/>
          </a:p>
        </p:txBody>
      </p:sp>
    </p:spTree>
    <p:extLst>
      <p:ext uri="{BB962C8B-B14F-4D97-AF65-F5344CB8AC3E}">
        <p14:creationId xmlns:p14="http://schemas.microsoft.com/office/powerpoint/2010/main" val="8969595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a:p>
        </p:txBody>
      </p:sp>
      <p:sp>
        <p:nvSpPr>
          <p:cNvPr id="4" name="Slide Number Placeholder 3"/>
          <p:cNvSpPr>
            <a:spLocks noGrp="1"/>
          </p:cNvSpPr>
          <p:nvPr>
            <p:ph type="sldNum" sz="quarter" idx="5"/>
          </p:nvPr>
        </p:nvSpPr>
        <p:spPr/>
        <p:txBody>
          <a:bodyPr/>
          <a:lstStyle/>
          <a:p>
            <a:fld id="{87D77045-401A-4D5E-BFE3-54C21A8A6634}" type="slidenum">
              <a:rPr lang="en-US" smtClean="0"/>
              <a:pPr/>
              <a:t>3</a:t>
            </a:fld>
            <a:endParaRPr lang="en-US" dirty="0"/>
          </a:p>
        </p:txBody>
      </p:sp>
    </p:spTree>
    <p:extLst>
      <p:ext uri="{BB962C8B-B14F-4D97-AF65-F5344CB8AC3E}">
        <p14:creationId xmlns:p14="http://schemas.microsoft.com/office/powerpoint/2010/main" val="41715156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a:p>
        </p:txBody>
      </p:sp>
      <p:sp>
        <p:nvSpPr>
          <p:cNvPr id="4" name="Header Placeholder 3"/>
          <p:cNvSpPr>
            <a:spLocks noGrp="1"/>
          </p:cNvSpPr>
          <p:nvPr>
            <p:ph type="hdr" sz="quarter"/>
          </p:nvPr>
        </p:nvSpPr>
        <p:spPr/>
        <p:txBody>
          <a:bodyPr/>
          <a:lstStyle/>
          <a:p>
            <a:pPr>
              <a:defRPr/>
            </a:pPr>
            <a:r>
              <a:rPr lang="en-US"/>
              <a:t>1210134 - Nhập môn lập trình</a:t>
            </a:r>
            <a:endParaRPr lang="en-VN"/>
          </a:p>
        </p:txBody>
      </p:sp>
      <p:sp>
        <p:nvSpPr>
          <p:cNvPr id="5" name="Footer Placeholder 4"/>
          <p:cNvSpPr>
            <a:spLocks noGrp="1"/>
          </p:cNvSpPr>
          <p:nvPr>
            <p:ph type="ftr" sz="quarter" idx="4"/>
          </p:nvPr>
        </p:nvSpPr>
        <p:spPr/>
        <p:txBody>
          <a:bodyPr/>
          <a:lstStyle/>
          <a:p>
            <a:pPr>
              <a:defRPr/>
            </a:pPr>
            <a:r>
              <a:rPr lang="en-US"/>
              <a:t>Biên soạn: ThS. Huỳnh Thành Lộc</a:t>
            </a:r>
            <a:endParaRPr lang="en-VN"/>
          </a:p>
        </p:txBody>
      </p:sp>
      <p:sp>
        <p:nvSpPr>
          <p:cNvPr id="6" name="Slide Number Placeholder 5"/>
          <p:cNvSpPr>
            <a:spLocks noGrp="1"/>
          </p:cNvSpPr>
          <p:nvPr>
            <p:ph type="sldNum" sz="quarter" idx="5"/>
          </p:nvPr>
        </p:nvSpPr>
        <p:spPr/>
        <p:txBody>
          <a:bodyPr/>
          <a:lstStyle/>
          <a:p>
            <a:pPr>
              <a:defRPr/>
            </a:pPr>
            <a:fld id="{31B9ADCD-FC43-440A-BE93-3F20A47AC538}" type="slidenum">
              <a:rPr lang="en-VN"/>
              <a:pPr>
                <a:defRPr/>
              </a:pPr>
              <a:t>4</a:t>
            </a:fld>
            <a:endParaRPr lang="en-VN"/>
          </a:p>
        </p:txBody>
      </p:sp>
    </p:spTree>
    <p:extLst>
      <p:ext uri="{BB962C8B-B14F-4D97-AF65-F5344CB8AC3E}">
        <p14:creationId xmlns:p14="http://schemas.microsoft.com/office/powerpoint/2010/main" val="9283317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a:p>
        </p:txBody>
      </p:sp>
      <p:sp>
        <p:nvSpPr>
          <p:cNvPr id="4" name="Header Placeholder 3"/>
          <p:cNvSpPr>
            <a:spLocks noGrp="1"/>
          </p:cNvSpPr>
          <p:nvPr>
            <p:ph type="hdr" sz="quarter"/>
          </p:nvPr>
        </p:nvSpPr>
        <p:spPr/>
        <p:txBody>
          <a:bodyPr/>
          <a:lstStyle/>
          <a:p>
            <a:pPr>
              <a:defRPr/>
            </a:pPr>
            <a:r>
              <a:rPr lang="en-US"/>
              <a:t>1210134 - Nhập môn lập trình</a:t>
            </a:r>
            <a:endParaRPr lang="en-VN"/>
          </a:p>
        </p:txBody>
      </p:sp>
      <p:sp>
        <p:nvSpPr>
          <p:cNvPr id="5" name="Footer Placeholder 4"/>
          <p:cNvSpPr>
            <a:spLocks noGrp="1"/>
          </p:cNvSpPr>
          <p:nvPr>
            <p:ph type="ftr" sz="quarter" idx="4"/>
          </p:nvPr>
        </p:nvSpPr>
        <p:spPr/>
        <p:txBody>
          <a:bodyPr/>
          <a:lstStyle/>
          <a:p>
            <a:pPr>
              <a:defRPr/>
            </a:pPr>
            <a:r>
              <a:rPr lang="en-US"/>
              <a:t>Biên soạn: ThS. Huỳnh Thành Lộc</a:t>
            </a:r>
            <a:endParaRPr lang="en-VN"/>
          </a:p>
        </p:txBody>
      </p:sp>
      <p:sp>
        <p:nvSpPr>
          <p:cNvPr id="6" name="Slide Number Placeholder 5"/>
          <p:cNvSpPr>
            <a:spLocks noGrp="1"/>
          </p:cNvSpPr>
          <p:nvPr>
            <p:ph type="sldNum" sz="quarter" idx="5"/>
          </p:nvPr>
        </p:nvSpPr>
        <p:spPr/>
        <p:txBody>
          <a:bodyPr/>
          <a:lstStyle/>
          <a:p>
            <a:pPr>
              <a:defRPr/>
            </a:pPr>
            <a:fld id="{31B9ADCD-FC43-440A-BE93-3F20A47AC538}" type="slidenum">
              <a:rPr lang="en-VN"/>
              <a:pPr>
                <a:defRPr/>
              </a:pPr>
              <a:t>5</a:t>
            </a:fld>
            <a:endParaRPr lang="en-VN"/>
          </a:p>
        </p:txBody>
      </p:sp>
    </p:spTree>
    <p:extLst>
      <p:ext uri="{BB962C8B-B14F-4D97-AF65-F5344CB8AC3E}">
        <p14:creationId xmlns:p14="http://schemas.microsoft.com/office/powerpoint/2010/main" val="21485291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a:p>
        </p:txBody>
      </p:sp>
      <p:sp>
        <p:nvSpPr>
          <p:cNvPr id="4" name="Slide Number Placeholder 3"/>
          <p:cNvSpPr>
            <a:spLocks noGrp="1"/>
          </p:cNvSpPr>
          <p:nvPr>
            <p:ph type="sldNum" sz="quarter" idx="5"/>
          </p:nvPr>
        </p:nvSpPr>
        <p:spPr/>
        <p:txBody>
          <a:bodyPr/>
          <a:lstStyle/>
          <a:p>
            <a:fld id="{87D77045-401A-4D5E-BFE3-54C21A8A6634}" type="slidenum">
              <a:rPr lang="en-US" smtClean="0"/>
              <a:pPr/>
              <a:t>6</a:t>
            </a:fld>
            <a:endParaRPr lang="en-US" dirty="0"/>
          </a:p>
        </p:txBody>
      </p:sp>
    </p:spTree>
    <p:extLst>
      <p:ext uri="{BB962C8B-B14F-4D97-AF65-F5344CB8AC3E}">
        <p14:creationId xmlns:p14="http://schemas.microsoft.com/office/powerpoint/2010/main" val="39211788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a:p>
        </p:txBody>
      </p:sp>
      <p:sp>
        <p:nvSpPr>
          <p:cNvPr id="4" name="Slide Number Placeholder 3"/>
          <p:cNvSpPr>
            <a:spLocks noGrp="1"/>
          </p:cNvSpPr>
          <p:nvPr>
            <p:ph type="sldNum" sz="quarter" idx="5"/>
          </p:nvPr>
        </p:nvSpPr>
        <p:spPr/>
        <p:txBody>
          <a:bodyPr/>
          <a:lstStyle/>
          <a:p>
            <a:fld id="{87D77045-401A-4D5E-BFE3-54C21A8A6634}" type="slidenum">
              <a:rPr lang="en-US" smtClean="0"/>
              <a:pPr/>
              <a:t>7</a:t>
            </a:fld>
            <a:endParaRPr lang="en-US" dirty="0"/>
          </a:p>
        </p:txBody>
      </p:sp>
    </p:spTree>
    <p:extLst>
      <p:ext uri="{BB962C8B-B14F-4D97-AF65-F5344CB8AC3E}">
        <p14:creationId xmlns:p14="http://schemas.microsoft.com/office/powerpoint/2010/main" val="5830236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a:p>
        </p:txBody>
      </p:sp>
      <p:sp>
        <p:nvSpPr>
          <p:cNvPr id="4" name="Slide Number Placeholder 3"/>
          <p:cNvSpPr>
            <a:spLocks noGrp="1"/>
          </p:cNvSpPr>
          <p:nvPr>
            <p:ph type="sldNum" sz="quarter" idx="5"/>
          </p:nvPr>
        </p:nvSpPr>
        <p:spPr/>
        <p:txBody>
          <a:bodyPr/>
          <a:lstStyle/>
          <a:p>
            <a:fld id="{87D77045-401A-4D5E-BFE3-54C21A8A6634}" type="slidenum">
              <a:rPr lang="en-US" smtClean="0"/>
              <a:pPr/>
              <a:t>8</a:t>
            </a:fld>
            <a:endParaRPr lang="en-US" dirty="0"/>
          </a:p>
        </p:txBody>
      </p:sp>
    </p:spTree>
    <p:extLst>
      <p:ext uri="{BB962C8B-B14F-4D97-AF65-F5344CB8AC3E}">
        <p14:creationId xmlns:p14="http://schemas.microsoft.com/office/powerpoint/2010/main" val="27666515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a:p>
        </p:txBody>
      </p:sp>
      <p:sp>
        <p:nvSpPr>
          <p:cNvPr id="4" name="Slide Number Placeholder 3"/>
          <p:cNvSpPr>
            <a:spLocks noGrp="1"/>
          </p:cNvSpPr>
          <p:nvPr>
            <p:ph type="sldNum" sz="quarter" idx="5"/>
          </p:nvPr>
        </p:nvSpPr>
        <p:spPr/>
        <p:txBody>
          <a:bodyPr/>
          <a:lstStyle/>
          <a:p>
            <a:fld id="{87D77045-401A-4D5E-BFE3-54C21A8A6634}" type="slidenum">
              <a:rPr lang="en-US" smtClean="0"/>
              <a:pPr/>
              <a:t>9</a:t>
            </a:fld>
            <a:endParaRPr lang="en-US" dirty="0"/>
          </a:p>
        </p:txBody>
      </p:sp>
    </p:spTree>
    <p:extLst>
      <p:ext uri="{BB962C8B-B14F-4D97-AF65-F5344CB8AC3E}">
        <p14:creationId xmlns:p14="http://schemas.microsoft.com/office/powerpoint/2010/main" val="20931580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a:p>
        </p:txBody>
      </p:sp>
      <p:sp>
        <p:nvSpPr>
          <p:cNvPr id="4" name="Slide Number Placeholder 3"/>
          <p:cNvSpPr>
            <a:spLocks noGrp="1"/>
          </p:cNvSpPr>
          <p:nvPr>
            <p:ph type="sldNum" sz="quarter" idx="5"/>
          </p:nvPr>
        </p:nvSpPr>
        <p:spPr/>
        <p:txBody>
          <a:bodyPr/>
          <a:lstStyle/>
          <a:p>
            <a:fld id="{87D77045-401A-4D5E-BFE3-54C21A8A6634}" type="slidenum">
              <a:rPr lang="en-US" smtClean="0"/>
              <a:pPr/>
              <a:t>10</a:t>
            </a:fld>
            <a:endParaRPr lang="en-US" dirty="0"/>
          </a:p>
        </p:txBody>
      </p:sp>
    </p:spTree>
    <p:extLst>
      <p:ext uri="{BB962C8B-B14F-4D97-AF65-F5344CB8AC3E}">
        <p14:creationId xmlns:p14="http://schemas.microsoft.com/office/powerpoint/2010/main" val="3866748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a:p>
        </p:txBody>
      </p:sp>
      <p:sp>
        <p:nvSpPr>
          <p:cNvPr id="4" name="Slide Number Placeholder 3"/>
          <p:cNvSpPr>
            <a:spLocks noGrp="1"/>
          </p:cNvSpPr>
          <p:nvPr>
            <p:ph type="sldNum" sz="quarter" idx="5"/>
          </p:nvPr>
        </p:nvSpPr>
        <p:spPr/>
        <p:txBody>
          <a:bodyPr/>
          <a:lstStyle/>
          <a:p>
            <a:fld id="{87D77045-401A-4D5E-BFE3-54C21A8A6634}" type="slidenum">
              <a:rPr lang="en-US" smtClean="0"/>
              <a:pPr/>
              <a:t>11</a:t>
            </a:fld>
            <a:endParaRPr lang="en-US" dirty="0"/>
          </a:p>
        </p:txBody>
      </p:sp>
    </p:spTree>
    <p:extLst>
      <p:ext uri="{BB962C8B-B14F-4D97-AF65-F5344CB8AC3E}">
        <p14:creationId xmlns:p14="http://schemas.microsoft.com/office/powerpoint/2010/main" val="17842201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a:p>
        </p:txBody>
      </p:sp>
      <p:sp>
        <p:nvSpPr>
          <p:cNvPr id="4" name="Slide Number Placeholder 3"/>
          <p:cNvSpPr>
            <a:spLocks noGrp="1"/>
          </p:cNvSpPr>
          <p:nvPr>
            <p:ph type="sldNum" sz="quarter" idx="5"/>
          </p:nvPr>
        </p:nvSpPr>
        <p:spPr/>
        <p:txBody>
          <a:bodyPr/>
          <a:lstStyle/>
          <a:p>
            <a:fld id="{87D77045-401A-4D5E-BFE3-54C21A8A6634}" type="slidenum">
              <a:rPr lang="en-US" smtClean="0"/>
              <a:pPr/>
              <a:t>12</a:t>
            </a:fld>
            <a:endParaRPr lang="en-US" dirty="0"/>
          </a:p>
        </p:txBody>
      </p:sp>
    </p:spTree>
    <p:extLst>
      <p:ext uri="{BB962C8B-B14F-4D97-AF65-F5344CB8AC3E}">
        <p14:creationId xmlns:p14="http://schemas.microsoft.com/office/powerpoint/2010/main" val="32259406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a:p>
        </p:txBody>
      </p:sp>
      <p:sp>
        <p:nvSpPr>
          <p:cNvPr id="4" name="Slide Number Placeholder 3"/>
          <p:cNvSpPr>
            <a:spLocks noGrp="1"/>
          </p:cNvSpPr>
          <p:nvPr>
            <p:ph type="sldNum" sz="quarter" idx="5"/>
          </p:nvPr>
        </p:nvSpPr>
        <p:spPr/>
        <p:txBody>
          <a:bodyPr/>
          <a:lstStyle/>
          <a:p>
            <a:fld id="{87D77045-401A-4D5E-BFE3-54C21A8A6634}" type="slidenum">
              <a:rPr lang="en-US" smtClean="0"/>
              <a:pPr/>
              <a:t>13</a:t>
            </a:fld>
            <a:endParaRPr lang="en-US" dirty="0"/>
          </a:p>
        </p:txBody>
      </p:sp>
    </p:spTree>
    <p:extLst>
      <p:ext uri="{BB962C8B-B14F-4D97-AF65-F5344CB8AC3E}">
        <p14:creationId xmlns:p14="http://schemas.microsoft.com/office/powerpoint/2010/main" val="40887835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a:p>
        </p:txBody>
      </p:sp>
      <p:sp>
        <p:nvSpPr>
          <p:cNvPr id="4" name="Slide Number Placeholder 3"/>
          <p:cNvSpPr>
            <a:spLocks noGrp="1"/>
          </p:cNvSpPr>
          <p:nvPr>
            <p:ph type="sldNum" sz="quarter" idx="5"/>
          </p:nvPr>
        </p:nvSpPr>
        <p:spPr/>
        <p:txBody>
          <a:bodyPr/>
          <a:lstStyle/>
          <a:p>
            <a:fld id="{87D77045-401A-4D5E-BFE3-54C21A8A6634}" type="slidenum">
              <a:rPr lang="en-US" smtClean="0"/>
              <a:pPr/>
              <a:t>14</a:t>
            </a:fld>
            <a:endParaRPr lang="en-US" dirty="0"/>
          </a:p>
        </p:txBody>
      </p:sp>
    </p:spTree>
    <p:extLst>
      <p:ext uri="{BB962C8B-B14F-4D97-AF65-F5344CB8AC3E}">
        <p14:creationId xmlns:p14="http://schemas.microsoft.com/office/powerpoint/2010/main" val="34598437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a:t>Giải thích lệnh return có 2 chức năng:</a:t>
            </a:r>
          </a:p>
          <a:p>
            <a:r>
              <a:rPr lang="en-VN"/>
              <a:t>- Kết thúc việc thực thi hàm;</a:t>
            </a:r>
          </a:p>
          <a:p>
            <a:r>
              <a:rPr lang="en-VN"/>
              <a:t>- Trả kết quả về cho nơi gọi hàm.</a:t>
            </a:r>
          </a:p>
        </p:txBody>
      </p:sp>
      <p:sp>
        <p:nvSpPr>
          <p:cNvPr id="4" name="Slide Number Placeholder 3"/>
          <p:cNvSpPr>
            <a:spLocks noGrp="1"/>
          </p:cNvSpPr>
          <p:nvPr>
            <p:ph type="sldNum" sz="quarter" idx="5"/>
          </p:nvPr>
        </p:nvSpPr>
        <p:spPr/>
        <p:txBody>
          <a:bodyPr/>
          <a:lstStyle/>
          <a:p>
            <a:fld id="{87D77045-401A-4D5E-BFE3-54C21A8A6634}" type="slidenum">
              <a:rPr lang="en-US" smtClean="0"/>
              <a:pPr/>
              <a:t>15</a:t>
            </a:fld>
            <a:endParaRPr lang="en-US" dirty="0"/>
          </a:p>
        </p:txBody>
      </p:sp>
    </p:spTree>
    <p:extLst>
      <p:ext uri="{BB962C8B-B14F-4D97-AF65-F5344CB8AC3E}">
        <p14:creationId xmlns:p14="http://schemas.microsoft.com/office/powerpoint/2010/main" val="21676566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a:t>Giải thích lệnh return có 2 chức năng:</a:t>
            </a:r>
          </a:p>
          <a:p>
            <a:r>
              <a:rPr lang="en-VN"/>
              <a:t>- Kết thúc việc thực thi hàm;</a:t>
            </a:r>
          </a:p>
          <a:p>
            <a:r>
              <a:rPr lang="en-VN"/>
              <a:t>- Trả kết quả về cho nơi gọi hàm.</a:t>
            </a:r>
          </a:p>
        </p:txBody>
      </p:sp>
      <p:sp>
        <p:nvSpPr>
          <p:cNvPr id="4" name="Slide Number Placeholder 3"/>
          <p:cNvSpPr>
            <a:spLocks noGrp="1"/>
          </p:cNvSpPr>
          <p:nvPr>
            <p:ph type="sldNum" sz="quarter" idx="5"/>
          </p:nvPr>
        </p:nvSpPr>
        <p:spPr/>
        <p:txBody>
          <a:bodyPr/>
          <a:lstStyle/>
          <a:p>
            <a:fld id="{87D77045-401A-4D5E-BFE3-54C21A8A6634}" type="slidenum">
              <a:rPr lang="en-US" smtClean="0"/>
              <a:pPr/>
              <a:t>16</a:t>
            </a:fld>
            <a:endParaRPr lang="en-US" dirty="0"/>
          </a:p>
        </p:txBody>
      </p:sp>
    </p:spTree>
    <p:extLst>
      <p:ext uri="{BB962C8B-B14F-4D97-AF65-F5344CB8AC3E}">
        <p14:creationId xmlns:p14="http://schemas.microsoft.com/office/powerpoint/2010/main" val="41299708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a:p>
        </p:txBody>
      </p:sp>
      <p:sp>
        <p:nvSpPr>
          <p:cNvPr id="4" name="Slide Number Placeholder 3"/>
          <p:cNvSpPr>
            <a:spLocks noGrp="1"/>
          </p:cNvSpPr>
          <p:nvPr>
            <p:ph type="sldNum" sz="quarter" idx="5"/>
          </p:nvPr>
        </p:nvSpPr>
        <p:spPr/>
        <p:txBody>
          <a:bodyPr/>
          <a:lstStyle/>
          <a:p>
            <a:fld id="{87D77045-401A-4D5E-BFE3-54C21A8A6634}" type="slidenum">
              <a:rPr lang="en-US" smtClean="0"/>
              <a:pPr/>
              <a:t>18</a:t>
            </a:fld>
            <a:endParaRPr lang="en-US" dirty="0"/>
          </a:p>
        </p:txBody>
      </p:sp>
    </p:spTree>
    <p:extLst>
      <p:ext uri="{BB962C8B-B14F-4D97-AF65-F5344CB8AC3E}">
        <p14:creationId xmlns:p14="http://schemas.microsoft.com/office/powerpoint/2010/main" val="17467991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a:p>
        </p:txBody>
      </p:sp>
      <p:sp>
        <p:nvSpPr>
          <p:cNvPr id="4" name="Slide Number Placeholder 3"/>
          <p:cNvSpPr>
            <a:spLocks noGrp="1"/>
          </p:cNvSpPr>
          <p:nvPr>
            <p:ph type="sldNum" sz="quarter" idx="5"/>
          </p:nvPr>
        </p:nvSpPr>
        <p:spPr/>
        <p:txBody>
          <a:bodyPr/>
          <a:lstStyle/>
          <a:p>
            <a:fld id="{87D77045-401A-4D5E-BFE3-54C21A8A6634}" type="slidenum">
              <a:rPr lang="en-US" smtClean="0"/>
              <a:pPr/>
              <a:t>19</a:t>
            </a:fld>
            <a:endParaRPr lang="en-US" dirty="0"/>
          </a:p>
        </p:txBody>
      </p:sp>
    </p:spTree>
    <p:extLst>
      <p:ext uri="{BB962C8B-B14F-4D97-AF65-F5344CB8AC3E}">
        <p14:creationId xmlns:p14="http://schemas.microsoft.com/office/powerpoint/2010/main" val="149935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a:t>Lưu ý sinh viên nếu không dùng phép gán để lưu lại kết quả hoặc in kết quả của hàm ra thì sẽ không thấy được kết quả thực hiện của hàm mặc dù hàm đã được gọi.</a:t>
            </a:r>
          </a:p>
        </p:txBody>
      </p:sp>
      <p:sp>
        <p:nvSpPr>
          <p:cNvPr id="4" name="Slide Number Placeholder 3"/>
          <p:cNvSpPr>
            <a:spLocks noGrp="1"/>
          </p:cNvSpPr>
          <p:nvPr>
            <p:ph type="sldNum" sz="quarter" idx="5"/>
          </p:nvPr>
        </p:nvSpPr>
        <p:spPr/>
        <p:txBody>
          <a:bodyPr/>
          <a:lstStyle/>
          <a:p>
            <a:fld id="{87D77045-401A-4D5E-BFE3-54C21A8A6634}" type="slidenum">
              <a:rPr lang="en-US" smtClean="0"/>
              <a:pPr/>
              <a:t>20</a:t>
            </a:fld>
            <a:endParaRPr lang="en-US" dirty="0"/>
          </a:p>
        </p:txBody>
      </p:sp>
    </p:spTree>
    <p:extLst>
      <p:ext uri="{BB962C8B-B14F-4D97-AF65-F5344CB8AC3E}">
        <p14:creationId xmlns:p14="http://schemas.microsoft.com/office/powerpoint/2010/main" val="350045202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a:p>
        </p:txBody>
      </p:sp>
      <p:sp>
        <p:nvSpPr>
          <p:cNvPr id="4" name="Slide Number Placeholder 3"/>
          <p:cNvSpPr>
            <a:spLocks noGrp="1"/>
          </p:cNvSpPr>
          <p:nvPr>
            <p:ph type="sldNum" sz="quarter" idx="5"/>
          </p:nvPr>
        </p:nvSpPr>
        <p:spPr/>
        <p:txBody>
          <a:bodyPr/>
          <a:lstStyle/>
          <a:p>
            <a:fld id="{87D77045-401A-4D5E-BFE3-54C21A8A6634}" type="slidenum">
              <a:rPr lang="en-US" smtClean="0"/>
              <a:pPr/>
              <a:t>29</a:t>
            </a:fld>
            <a:endParaRPr lang="en-US" dirty="0"/>
          </a:p>
        </p:txBody>
      </p:sp>
    </p:spTree>
    <p:extLst>
      <p:ext uri="{BB962C8B-B14F-4D97-AF65-F5344CB8AC3E}">
        <p14:creationId xmlns:p14="http://schemas.microsoft.com/office/powerpoint/2010/main" val="14035393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a:p>
        </p:txBody>
      </p:sp>
      <p:sp>
        <p:nvSpPr>
          <p:cNvPr id="4" name="Slide Number Placeholder 3"/>
          <p:cNvSpPr>
            <a:spLocks noGrp="1"/>
          </p:cNvSpPr>
          <p:nvPr>
            <p:ph type="sldNum" sz="quarter" idx="5"/>
          </p:nvPr>
        </p:nvSpPr>
        <p:spPr/>
        <p:txBody>
          <a:bodyPr/>
          <a:lstStyle/>
          <a:p>
            <a:fld id="{87D77045-401A-4D5E-BFE3-54C21A8A6634}" type="slidenum">
              <a:rPr lang="en-US" smtClean="0"/>
              <a:pPr/>
              <a:t>30</a:t>
            </a:fld>
            <a:endParaRPr lang="en-US" dirty="0"/>
          </a:p>
        </p:txBody>
      </p:sp>
    </p:spTree>
    <p:extLst>
      <p:ext uri="{BB962C8B-B14F-4D97-AF65-F5344CB8AC3E}">
        <p14:creationId xmlns:p14="http://schemas.microsoft.com/office/powerpoint/2010/main" val="152448774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a:p>
        </p:txBody>
      </p:sp>
      <p:sp>
        <p:nvSpPr>
          <p:cNvPr id="4" name="Slide Number Placeholder 3"/>
          <p:cNvSpPr>
            <a:spLocks noGrp="1"/>
          </p:cNvSpPr>
          <p:nvPr>
            <p:ph type="sldNum" sz="quarter" idx="5"/>
          </p:nvPr>
        </p:nvSpPr>
        <p:spPr/>
        <p:txBody>
          <a:bodyPr/>
          <a:lstStyle/>
          <a:p>
            <a:fld id="{87D77045-401A-4D5E-BFE3-54C21A8A6634}" type="slidenum">
              <a:rPr lang="en-US" smtClean="0"/>
              <a:pPr/>
              <a:t>31</a:t>
            </a:fld>
            <a:endParaRPr lang="en-US" dirty="0"/>
          </a:p>
        </p:txBody>
      </p:sp>
    </p:spTree>
    <p:extLst>
      <p:ext uri="{BB962C8B-B14F-4D97-AF65-F5344CB8AC3E}">
        <p14:creationId xmlns:p14="http://schemas.microsoft.com/office/powerpoint/2010/main" val="134078906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a:p>
        </p:txBody>
      </p:sp>
      <p:sp>
        <p:nvSpPr>
          <p:cNvPr id="4" name="Slide Number Placeholder 3"/>
          <p:cNvSpPr>
            <a:spLocks noGrp="1"/>
          </p:cNvSpPr>
          <p:nvPr>
            <p:ph type="sldNum" sz="quarter" idx="5"/>
          </p:nvPr>
        </p:nvSpPr>
        <p:spPr/>
        <p:txBody>
          <a:bodyPr/>
          <a:lstStyle/>
          <a:p>
            <a:fld id="{87D77045-401A-4D5E-BFE3-54C21A8A6634}" type="slidenum">
              <a:rPr lang="en-US" smtClean="0"/>
              <a:pPr/>
              <a:t>32</a:t>
            </a:fld>
            <a:endParaRPr lang="en-US" dirty="0"/>
          </a:p>
        </p:txBody>
      </p:sp>
    </p:spTree>
    <p:extLst>
      <p:ext uri="{BB962C8B-B14F-4D97-AF65-F5344CB8AC3E}">
        <p14:creationId xmlns:p14="http://schemas.microsoft.com/office/powerpoint/2010/main" val="331200656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a:p>
        </p:txBody>
      </p:sp>
      <p:sp>
        <p:nvSpPr>
          <p:cNvPr id="4" name="Slide Number Placeholder 3"/>
          <p:cNvSpPr>
            <a:spLocks noGrp="1"/>
          </p:cNvSpPr>
          <p:nvPr>
            <p:ph type="sldNum" sz="quarter" idx="5"/>
          </p:nvPr>
        </p:nvSpPr>
        <p:spPr/>
        <p:txBody>
          <a:bodyPr/>
          <a:lstStyle/>
          <a:p>
            <a:fld id="{87D77045-401A-4D5E-BFE3-54C21A8A6634}" type="slidenum">
              <a:rPr lang="en-US" smtClean="0"/>
              <a:pPr/>
              <a:t>33</a:t>
            </a:fld>
            <a:endParaRPr lang="en-US" dirty="0"/>
          </a:p>
        </p:txBody>
      </p:sp>
    </p:spTree>
    <p:extLst>
      <p:ext uri="{BB962C8B-B14F-4D97-AF65-F5344CB8AC3E}">
        <p14:creationId xmlns:p14="http://schemas.microsoft.com/office/powerpoint/2010/main" val="187906631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a:p>
        </p:txBody>
      </p:sp>
      <p:sp>
        <p:nvSpPr>
          <p:cNvPr id="4" name="Slide Number Placeholder 3"/>
          <p:cNvSpPr>
            <a:spLocks noGrp="1"/>
          </p:cNvSpPr>
          <p:nvPr>
            <p:ph type="sldNum" sz="quarter" idx="5"/>
          </p:nvPr>
        </p:nvSpPr>
        <p:spPr/>
        <p:txBody>
          <a:bodyPr/>
          <a:lstStyle/>
          <a:p>
            <a:fld id="{87D77045-401A-4D5E-BFE3-54C21A8A6634}" type="slidenum">
              <a:rPr lang="en-US" smtClean="0"/>
              <a:pPr/>
              <a:t>34</a:t>
            </a:fld>
            <a:endParaRPr lang="en-US" dirty="0"/>
          </a:p>
        </p:txBody>
      </p:sp>
    </p:spTree>
    <p:extLst>
      <p:ext uri="{BB962C8B-B14F-4D97-AF65-F5344CB8AC3E}">
        <p14:creationId xmlns:p14="http://schemas.microsoft.com/office/powerpoint/2010/main" val="321717492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a:p>
        </p:txBody>
      </p:sp>
      <p:sp>
        <p:nvSpPr>
          <p:cNvPr id="4" name="Slide Number Placeholder 3"/>
          <p:cNvSpPr>
            <a:spLocks noGrp="1"/>
          </p:cNvSpPr>
          <p:nvPr>
            <p:ph type="sldNum" sz="quarter" idx="5"/>
          </p:nvPr>
        </p:nvSpPr>
        <p:spPr/>
        <p:txBody>
          <a:bodyPr/>
          <a:lstStyle/>
          <a:p>
            <a:fld id="{87D77045-401A-4D5E-BFE3-54C21A8A6634}" type="slidenum">
              <a:rPr lang="en-US" smtClean="0"/>
              <a:pPr/>
              <a:t>35</a:t>
            </a:fld>
            <a:endParaRPr lang="en-US" dirty="0"/>
          </a:p>
        </p:txBody>
      </p:sp>
    </p:spTree>
    <p:extLst>
      <p:ext uri="{BB962C8B-B14F-4D97-AF65-F5344CB8AC3E}">
        <p14:creationId xmlns:p14="http://schemas.microsoft.com/office/powerpoint/2010/main" val="357468941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a:p>
        </p:txBody>
      </p:sp>
      <p:sp>
        <p:nvSpPr>
          <p:cNvPr id="4" name="Slide Number Placeholder 3"/>
          <p:cNvSpPr>
            <a:spLocks noGrp="1"/>
          </p:cNvSpPr>
          <p:nvPr>
            <p:ph type="sldNum" sz="quarter" idx="5"/>
          </p:nvPr>
        </p:nvSpPr>
        <p:spPr/>
        <p:txBody>
          <a:bodyPr/>
          <a:lstStyle/>
          <a:p>
            <a:fld id="{87D77045-401A-4D5E-BFE3-54C21A8A6634}" type="slidenum">
              <a:rPr lang="en-US" smtClean="0"/>
              <a:pPr/>
              <a:t>36</a:t>
            </a:fld>
            <a:endParaRPr lang="en-US" dirty="0"/>
          </a:p>
        </p:txBody>
      </p:sp>
    </p:spTree>
    <p:extLst>
      <p:ext uri="{BB962C8B-B14F-4D97-AF65-F5344CB8AC3E}">
        <p14:creationId xmlns:p14="http://schemas.microsoft.com/office/powerpoint/2010/main" val="332398002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a:p>
        </p:txBody>
      </p:sp>
      <p:sp>
        <p:nvSpPr>
          <p:cNvPr id="4" name="Slide Number Placeholder 3"/>
          <p:cNvSpPr>
            <a:spLocks noGrp="1"/>
          </p:cNvSpPr>
          <p:nvPr>
            <p:ph type="sldNum" sz="quarter" idx="5"/>
          </p:nvPr>
        </p:nvSpPr>
        <p:spPr/>
        <p:txBody>
          <a:bodyPr/>
          <a:lstStyle/>
          <a:p>
            <a:fld id="{87D77045-401A-4D5E-BFE3-54C21A8A6634}" type="slidenum">
              <a:rPr lang="en-US" smtClean="0"/>
              <a:pPr/>
              <a:t>37</a:t>
            </a:fld>
            <a:endParaRPr lang="en-US" dirty="0"/>
          </a:p>
        </p:txBody>
      </p:sp>
    </p:spTree>
    <p:extLst>
      <p:ext uri="{BB962C8B-B14F-4D97-AF65-F5344CB8AC3E}">
        <p14:creationId xmlns:p14="http://schemas.microsoft.com/office/powerpoint/2010/main" val="288051032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a:p>
        </p:txBody>
      </p:sp>
      <p:sp>
        <p:nvSpPr>
          <p:cNvPr id="4" name="Slide Number Placeholder 3"/>
          <p:cNvSpPr>
            <a:spLocks noGrp="1"/>
          </p:cNvSpPr>
          <p:nvPr>
            <p:ph type="sldNum" sz="quarter" idx="5"/>
          </p:nvPr>
        </p:nvSpPr>
        <p:spPr/>
        <p:txBody>
          <a:bodyPr/>
          <a:lstStyle/>
          <a:p>
            <a:fld id="{87D77045-401A-4D5E-BFE3-54C21A8A6634}" type="slidenum">
              <a:rPr lang="en-US" smtClean="0"/>
              <a:pPr/>
              <a:t>38</a:t>
            </a:fld>
            <a:endParaRPr lang="en-US" dirty="0"/>
          </a:p>
        </p:txBody>
      </p:sp>
    </p:spTree>
    <p:extLst>
      <p:ext uri="{BB962C8B-B14F-4D97-AF65-F5344CB8AC3E}">
        <p14:creationId xmlns:p14="http://schemas.microsoft.com/office/powerpoint/2010/main" val="291054751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a:p>
        </p:txBody>
      </p:sp>
      <p:sp>
        <p:nvSpPr>
          <p:cNvPr id="4" name="Slide Number Placeholder 3"/>
          <p:cNvSpPr>
            <a:spLocks noGrp="1"/>
          </p:cNvSpPr>
          <p:nvPr>
            <p:ph type="sldNum" sz="quarter" idx="5"/>
          </p:nvPr>
        </p:nvSpPr>
        <p:spPr/>
        <p:txBody>
          <a:bodyPr/>
          <a:lstStyle/>
          <a:p>
            <a:fld id="{87D77045-401A-4D5E-BFE3-54C21A8A6634}" type="slidenum">
              <a:rPr lang="en-US" smtClean="0"/>
              <a:pPr/>
              <a:t>39</a:t>
            </a:fld>
            <a:endParaRPr lang="en-US" dirty="0"/>
          </a:p>
        </p:txBody>
      </p:sp>
    </p:spTree>
    <p:extLst>
      <p:ext uri="{BB962C8B-B14F-4D97-AF65-F5344CB8AC3E}">
        <p14:creationId xmlns:p14="http://schemas.microsoft.com/office/powerpoint/2010/main" val="60894105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a:p>
        </p:txBody>
      </p:sp>
      <p:sp>
        <p:nvSpPr>
          <p:cNvPr id="4" name="Slide Number Placeholder 3"/>
          <p:cNvSpPr>
            <a:spLocks noGrp="1"/>
          </p:cNvSpPr>
          <p:nvPr>
            <p:ph type="sldNum" sz="quarter" idx="5"/>
          </p:nvPr>
        </p:nvSpPr>
        <p:spPr/>
        <p:txBody>
          <a:bodyPr/>
          <a:lstStyle/>
          <a:p>
            <a:fld id="{87D77045-401A-4D5E-BFE3-54C21A8A6634}" type="slidenum">
              <a:rPr lang="en-US" smtClean="0"/>
              <a:pPr/>
              <a:t>40</a:t>
            </a:fld>
            <a:endParaRPr lang="en-US" dirty="0"/>
          </a:p>
        </p:txBody>
      </p:sp>
    </p:spTree>
    <p:extLst>
      <p:ext uri="{BB962C8B-B14F-4D97-AF65-F5344CB8AC3E}">
        <p14:creationId xmlns:p14="http://schemas.microsoft.com/office/powerpoint/2010/main" val="414404797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a:p>
        </p:txBody>
      </p:sp>
      <p:sp>
        <p:nvSpPr>
          <p:cNvPr id="4" name="Slide Number Placeholder 3"/>
          <p:cNvSpPr>
            <a:spLocks noGrp="1"/>
          </p:cNvSpPr>
          <p:nvPr>
            <p:ph type="sldNum" sz="quarter" idx="5"/>
          </p:nvPr>
        </p:nvSpPr>
        <p:spPr/>
        <p:txBody>
          <a:bodyPr/>
          <a:lstStyle/>
          <a:p>
            <a:fld id="{87D77045-401A-4D5E-BFE3-54C21A8A6634}" type="slidenum">
              <a:rPr lang="en-US" smtClean="0"/>
              <a:pPr/>
              <a:t>41</a:t>
            </a:fld>
            <a:endParaRPr lang="en-US" dirty="0"/>
          </a:p>
        </p:txBody>
      </p:sp>
    </p:spTree>
    <p:extLst>
      <p:ext uri="{BB962C8B-B14F-4D97-AF65-F5344CB8AC3E}">
        <p14:creationId xmlns:p14="http://schemas.microsoft.com/office/powerpoint/2010/main" val="196520460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a:p>
        </p:txBody>
      </p:sp>
      <p:sp>
        <p:nvSpPr>
          <p:cNvPr id="4" name="Header Placeholder 3"/>
          <p:cNvSpPr>
            <a:spLocks noGrp="1"/>
          </p:cNvSpPr>
          <p:nvPr>
            <p:ph type="hdr" sz="quarter"/>
          </p:nvPr>
        </p:nvSpPr>
        <p:spPr/>
        <p:txBody>
          <a:bodyPr/>
          <a:lstStyle/>
          <a:p>
            <a:pPr>
              <a:defRPr/>
            </a:pPr>
            <a:r>
              <a:rPr lang="en-US"/>
              <a:t>1210134 - Nhập môn lập trình</a:t>
            </a:r>
            <a:endParaRPr lang="en-VN"/>
          </a:p>
        </p:txBody>
      </p:sp>
      <p:sp>
        <p:nvSpPr>
          <p:cNvPr id="5" name="Footer Placeholder 4"/>
          <p:cNvSpPr>
            <a:spLocks noGrp="1"/>
          </p:cNvSpPr>
          <p:nvPr>
            <p:ph type="ftr" sz="quarter" idx="4"/>
          </p:nvPr>
        </p:nvSpPr>
        <p:spPr/>
        <p:txBody>
          <a:bodyPr/>
          <a:lstStyle/>
          <a:p>
            <a:pPr>
              <a:defRPr/>
            </a:pPr>
            <a:r>
              <a:rPr lang="en-US"/>
              <a:t>Biên soạn: ThS. Huỳnh Thành Lộc</a:t>
            </a:r>
            <a:endParaRPr lang="en-VN"/>
          </a:p>
        </p:txBody>
      </p:sp>
      <p:sp>
        <p:nvSpPr>
          <p:cNvPr id="6" name="Slide Number Placeholder 5"/>
          <p:cNvSpPr>
            <a:spLocks noGrp="1"/>
          </p:cNvSpPr>
          <p:nvPr>
            <p:ph type="sldNum" sz="quarter" idx="5"/>
          </p:nvPr>
        </p:nvSpPr>
        <p:spPr/>
        <p:txBody>
          <a:bodyPr/>
          <a:lstStyle/>
          <a:p>
            <a:pPr>
              <a:defRPr/>
            </a:pPr>
            <a:fld id="{31B9ADCD-FC43-440A-BE93-3F20A47AC538}" type="slidenum">
              <a:rPr lang="en-VN"/>
              <a:pPr>
                <a:defRPr/>
              </a:pPr>
              <a:t>42</a:t>
            </a:fld>
            <a:endParaRPr lang="en-VN"/>
          </a:p>
        </p:txBody>
      </p:sp>
    </p:spTree>
    <p:extLst>
      <p:ext uri="{BB962C8B-B14F-4D97-AF65-F5344CB8AC3E}">
        <p14:creationId xmlns:p14="http://schemas.microsoft.com/office/powerpoint/2010/main" val="134018110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customXml" Target="../ink/ink1.xml"/><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customXml" Target="../ink/ink2.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8B36BFC-FD71-4005-2B63-DE44C57E8C4C}"/>
              </a:ext>
            </a:extLst>
          </p:cNvPr>
          <p:cNvSpPr>
            <a:spLocks noGrp="1"/>
          </p:cNvSpPr>
          <p:nvPr>
            <p:ph type="ctrTitle"/>
          </p:nvPr>
        </p:nvSpPr>
        <p:spPr>
          <a:xfrm>
            <a:off x="611999" y="2208580"/>
            <a:ext cx="7920000" cy="1620000"/>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b">
            <a:spAutoFit/>
          </a:bodyPr>
          <a:lstStyle>
            <a:lvl1pPr>
              <a:defRPr lang="en-US" sz="4050" b="1" dirty="0">
                <a:solidFill>
                  <a:srgbClr val="18459E"/>
                </a:solidFill>
                <a:latin typeface="Arial (body)"/>
                <a:ea typeface="+mn-ea"/>
                <a:cs typeface="Arial" panose="020B0604020202020204" pitchFamily="34" charset="0"/>
              </a:defRPr>
            </a:lvl1pPr>
          </a:lstStyle>
          <a:p>
            <a:pPr marL="0" lvl="0" defTabSz="457200">
              <a:lnSpc>
                <a:spcPct val="100000"/>
              </a:lnSpc>
              <a:buFontTx/>
            </a:pPr>
            <a:r>
              <a:rPr lang="en-US" dirty="0"/>
              <a:t>Click to edit Master title style</a:t>
            </a:r>
          </a:p>
        </p:txBody>
      </p:sp>
      <p:sp>
        <p:nvSpPr>
          <p:cNvPr id="5" name="Subtitle 2">
            <a:extLst>
              <a:ext uri="{FF2B5EF4-FFF2-40B4-BE49-F238E27FC236}">
                <a16:creationId xmlns:a16="http://schemas.microsoft.com/office/drawing/2014/main" id="{57E9DCAF-8ACF-E673-23E2-02A987B94A40}"/>
              </a:ext>
            </a:extLst>
          </p:cNvPr>
          <p:cNvSpPr>
            <a:spLocks noGrp="1"/>
          </p:cNvSpPr>
          <p:nvPr>
            <p:ph type="subTitle" idx="1"/>
          </p:nvPr>
        </p:nvSpPr>
        <p:spPr>
          <a:xfrm>
            <a:off x="611999" y="3872437"/>
            <a:ext cx="7920000" cy="360000"/>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lang="en-US" sz="1500" dirty="0">
                <a:latin typeface="Arial" panose="020B0604020202020204" pitchFamily="34" charset="0"/>
                <a:cs typeface="Arial" panose="020B0604020202020204" pitchFamily="34" charset="0"/>
              </a:defRPr>
            </a:lvl1pPr>
          </a:lstStyle>
          <a:p>
            <a:pPr marL="0" lvl="0" defTabSz="457200">
              <a:lnSpc>
                <a:spcPct val="100000"/>
              </a:lnSpc>
              <a:spcBef>
                <a:spcPct val="0"/>
              </a:spcBef>
              <a:buFontTx/>
              <a:buNone/>
            </a:pPr>
            <a:r>
              <a:rPr lang="en-US" dirty="0"/>
              <a:t>Click to edit Master subtitle style</a:t>
            </a:r>
          </a:p>
        </p:txBody>
      </p:sp>
      <mc:AlternateContent xmlns:mc="http://schemas.openxmlformats.org/markup-compatibility/2006" xmlns:p14="http://schemas.microsoft.com/office/powerpoint/2010/main" xmlns:aink="http://schemas.microsoft.com/office/drawing/2016/ink">
        <mc:Choice Requires="p14 aink">
          <p:contentPart p14:bwMode="auto" r:id="rId2">
            <p14:nvContentPartPr>
              <p14:cNvPr id="6" name="Ink 5">
                <a:extLst>
                  <a:ext uri="{FF2B5EF4-FFF2-40B4-BE49-F238E27FC236}">
                    <a16:creationId xmlns:a16="http://schemas.microsoft.com/office/drawing/2014/main" id="{BCEFD2AF-F74D-7232-C4D2-7A4B571C9449}"/>
                  </a:ext>
                </a:extLst>
              </p14:cNvPr>
              <p14:cNvContentPartPr/>
              <p14:nvPr userDrawn="1"/>
            </p14:nvContentPartPr>
            <p14:xfrm>
              <a:off x="8404630" y="3567844"/>
              <a:ext cx="270" cy="360"/>
            </p14:xfrm>
          </p:contentPart>
        </mc:Choice>
        <mc:Fallback xmlns="">
          <p:pic>
            <p:nvPicPr>
              <p:cNvPr id="6" name="Ink 5">
                <a:extLst>
                  <a:ext uri="{FF2B5EF4-FFF2-40B4-BE49-F238E27FC236}">
                    <a16:creationId xmlns:a16="http://schemas.microsoft.com/office/drawing/2014/main" id="{BCEFD2AF-F74D-7232-C4D2-7A4B571C9449}"/>
                  </a:ext>
                </a:extLst>
              </p:cNvPr>
              <p:cNvPicPr/>
              <p:nvPr/>
            </p:nvPicPr>
            <p:blipFill>
              <a:blip r:embed="rId3"/>
              <a:stretch>
                <a:fillRect/>
              </a:stretch>
            </p:blipFill>
            <p:spPr>
              <a:xfrm>
                <a:off x="8397880" y="3558844"/>
                <a:ext cx="13500" cy="18000"/>
              </a:xfrm>
              <a:prstGeom prst="rect">
                <a:avLst/>
              </a:prstGeom>
            </p:spPr>
          </p:pic>
        </mc:Fallback>
      </mc:AlternateContent>
      <p:sp>
        <p:nvSpPr>
          <p:cNvPr id="8" name="TextBox 7">
            <a:extLst>
              <a:ext uri="{FF2B5EF4-FFF2-40B4-BE49-F238E27FC236}">
                <a16:creationId xmlns:a16="http://schemas.microsoft.com/office/drawing/2014/main" id="{E88976C2-B8D5-F5F8-BFC8-A07A3A89D6D3}"/>
              </a:ext>
            </a:extLst>
          </p:cNvPr>
          <p:cNvSpPr txBox="1"/>
          <p:nvPr userDrawn="1"/>
        </p:nvSpPr>
        <p:spPr>
          <a:xfrm>
            <a:off x="1587698" y="251916"/>
            <a:ext cx="5968603" cy="322076"/>
          </a:xfrm>
          <a:prstGeom prst="rect">
            <a:avLst/>
          </a:prstGeom>
          <a:noFill/>
        </p:spPr>
        <p:txBody>
          <a:bodyPr>
            <a:spAutoFit/>
          </a:bodyPr>
          <a:lstStyle/>
          <a:p>
            <a:pPr algn="just" eaLnBrk="1" fontAlgn="auto" hangingPunct="1">
              <a:spcBef>
                <a:spcPts val="0"/>
              </a:spcBef>
              <a:spcAft>
                <a:spcPts val="0"/>
              </a:spcAft>
              <a:defRPr/>
            </a:pPr>
            <a:r>
              <a:rPr lang="vi-VN" sz="1493" b="1">
                <a:solidFill>
                  <a:srgbClr val="18459E"/>
                </a:solidFill>
                <a:latin typeface="+mn-lt"/>
                <a:ea typeface="Inter" panose="020B0502030000000004" pitchFamily="34" charset="0"/>
                <a:cs typeface="Arial" panose="020B0604020202020204" pitchFamily="34" charset="0"/>
              </a:rPr>
              <a:t>TRƯỜNG ĐẠI HỌC NGOẠI NGỮ - TIN HỌC TP. HỒ CHÍ MINH</a:t>
            </a:r>
            <a:endParaRPr lang="en-VN" sz="1493" b="1">
              <a:solidFill>
                <a:srgbClr val="18459E"/>
              </a:solidFill>
              <a:latin typeface="+mn-lt"/>
              <a:ea typeface="Inter" panose="020B0502030000000004" pitchFamily="34" charset="0"/>
              <a:cs typeface="Arial" panose="020B0604020202020204" pitchFamily="34" charset="0"/>
            </a:endParaRPr>
          </a:p>
        </p:txBody>
      </p:sp>
      <p:sp>
        <p:nvSpPr>
          <p:cNvPr id="9" name="TextBox 8">
            <a:extLst>
              <a:ext uri="{FF2B5EF4-FFF2-40B4-BE49-F238E27FC236}">
                <a16:creationId xmlns:a16="http://schemas.microsoft.com/office/drawing/2014/main" id="{51ADA18E-F297-F584-B051-9E2DF095A44D}"/>
              </a:ext>
            </a:extLst>
          </p:cNvPr>
          <p:cNvSpPr txBox="1"/>
          <p:nvPr userDrawn="1"/>
        </p:nvSpPr>
        <p:spPr>
          <a:xfrm>
            <a:off x="1587698" y="519806"/>
            <a:ext cx="5968603" cy="244682"/>
          </a:xfrm>
          <a:prstGeom prst="rect">
            <a:avLst/>
          </a:prstGeom>
          <a:noFill/>
        </p:spPr>
        <p:txBody>
          <a:bodyPr>
            <a:spAutoFit/>
          </a:bodyPr>
          <a:lstStyle/>
          <a:p>
            <a:pPr algn="just" eaLnBrk="1" fontAlgn="auto" hangingPunct="1">
              <a:spcBef>
                <a:spcPts val="0"/>
              </a:spcBef>
              <a:spcAft>
                <a:spcPts val="0"/>
              </a:spcAft>
              <a:defRPr/>
            </a:pPr>
            <a:r>
              <a:rPr lang="vi-VN" sz="990">
                <a:solidFill>
                  <a:srgbClr val="18459E"/>
                </a:solidFill>
                <a:latin typeface="+mn-lt"/>
                <a:ea typeface="Inter" panose="020B0502030000000004" pitchFamily="34" charset="0"/>
                <a:cs typeface="Arial" panose="020B0604020202020204" pitchFamily="34" charset="0"/>
              </a:rPr>
              <a:t>HO CHI MINH CITY UNIVERSITY OF FOREIGN LANGUAGES - INFORMATION TECHNOLOGY</a:t>
            </a:r>
            <a:endParaRPr lang="en-VN" sz="990">
              <a:solidFill>
                <a:srgbClr val="18459E"/>
              </a:solidFill>
              <a:latin typeface="+mn-lt"/>
              <a:ea typeface="Inter" panose="020B0502030000000004" pitchFamily="34" charset="0"/>
              <a:cs typeface="Arial" panose="020B0604020202020204" pitchFamily="34" charset="0"/>
            </a:endParaRPr>
          </a:p>
        </p:txBody>
      </p:sp>
      <mc:AlternateContent xmlns:mc="http://schemas.openxmlformats.org/markup-compatibility/2006" xmlns:p14="http://schemas.microsoft.com/office/powerpoint/2010/main" xmlns:aink="http://schemas.microsoft.com/office/drawing/2016/ink">
        <mc:Choice Requires="p14 aink">
          <p:contentPart p14:bwMode="auto" r:id="rId4">
            <p14:nvContentPartPr>
              <p14:cNvPr id="19" name="Ink 18">
                <a:extLst>
                  <a:ext uri="{FF2B5EF4-FFF2-40B4-BE49-F238E27FC236}">
                    <a16:creationId xmlns:a16="http://schemas.microsoft.com/office/drawing/2014/main" id="{4114939E-CD46-4E2C-059F-018FFD0801A1}"/>
                  </a:ext>
                </a:extLst>
              </p14:cNvPr>
              <p14:cNvContentPartPr/>
              <p14:nvPr userDrawn="1"/>
            </p14:nvContentPartPr>
            <p14:xfrm>
              <a:off x="8404630" y="3533133"/>
              <a:ext cx="270" cy="270"/>
            </p14:xfrm>
          </p:contentPart>
        </mc:Choice>
        <mc:Fallback xmlns="">
          <p:pic>
            <p:nvPicPr>
              <p:cNvPr id="19" name="Ink 18">
                <a:extLst>
                  <a:ext uri="{FF2B5EF4-FFF2-40B4-BE49-F238E27FC236}">
                    <a16:creationId xmlns:a16="http://schemas.microsoft.com/office/drawing/2014/main" id="{4114939E-CD46-4E2C-059F-018FFD0801A1}"/>
                  </a:ext>
                </a:extLst>
              </p:cNvPr>
              <p:cNvPicPr/>
              <p:nvPr/>
            </p:nvPicPr>
            <p:blipFill>
              <a:blip r:embed="rId5"/>
              <a:stretch>
                <a:fillRect/>
              </a:stretch>
            </p:blipFill>
            <p:spPr>
              <a:xfrm>
                <a:off x="8397880" y="3526383"/>
                <a:ext cx="13500" cy="13500"/>
              </a:xfrm>
              <a:prstGeom prst="rect">
                <a:avLst/>
              </a:prstGeom>
            </p:spPr>
          </p:pic>
        </mc:Fallback>
      </mc:AlternateContent>
      <p:grpSp>
        <p:nvGrpSpPr>
          <p:cNvPr id="20" name="Group 19">
            <a:extLst>
              <a:ext uri="{FF2B5EF4-FFF2-40B4-BE49-F238E27FC236}">
                <a16:creationId xmlns:a16="http://schemas.microsoft.com/office/drawing/2014/main" id="{1A8436CC-28D6-F9F1-8D4C-302BD5DD2506}"/>
              </a:ext>
            </a:extLst>
          </p:cNvPr>
          <p:cNvGrpSpPr/>
          <p:nvPr userDrawn="1"/>
        </p:nvGrpSpPr>
        <p:grpSpPr>
          <a:xfrm>
            <a:off x="-2382" y="6399608"/>
            <a:ext cx="9157099" cy="458392"/>
            <a:chOff x="-2382" y="5545931"/>
            <a:chExt cx="9157099" cy="458392"/>
          </a:xfrm>
        </p:grpSpPr>
        <p:sp>
          <p:nvSpPr>
            <p:cNvPr id="21" name="Rectangle 21">
              <a:extLst>
                <a:ext uri="{FF2B5EF4-FFF2-40B4-BE49-F238E27FC236}">
                  <a16:creationId xmlns:a16="http://schemas.microsoft.com/office/drawing/2014/main" id="{CF04A903-7EC0-2DDB-D849-C4252DF5F98E}"/>
                </a:ext>
              </a:extLst>
            </p:cNvPr>
            <p:cNvSpPr/>
            <p:nvPr userDrawn="1"/>
          </p:nvSpPr>
          <p:spPr>
            <a:xfrm>
              <a:off x="-2382" y="5834063"/>
              <a:ext cx="7119938" cy="170260"/>
            </a:xfrm>
            <a:custGeom>
              <a:avLst/>
              <a:gdLst>
                <a:gd name="connsiteX0" fmla="*/ 0 w 9290688"/>
                <a:gd name="connsiteY0" fmla="*/ 0 h 226424"/>
                <a:gd name="connsiteX1" fmla="*/ 9290688 w 9290688"/>
                <a:gd name="connsiteY1" fmla="*/ 0 h 226424"/>
                <a:gd name="connsiteX2" fmla="*/ 9290688 w 9290688"/>
                <a:gd name="connsiteY2" fmla="*/ 226424 h 226424"/>
                <a:gd name="connsiteX3" fmla="*/ 0 w 9290688"/>
                <a:gd name="connsiteY3" fmla="*/ 226424 h 226424"/>
                <a:gd name="connsiteX4" fmla="*/ 0 w 9290688"/>
                <a:gd name="connsiteY4" fmla="*/ 0 h 226424"/>
                <a:gd name="connsiteX0" fmla="*/ 0 w 9493888"/>
                <a:gd name="connsiteY0" fmla="*/ 0 h 226424"/>
                <a:gd name="connsiteX1" fmla="*/ 9493888 w 9493888"/>
                <a:gd name="connsiteY1" fmla="*/ 0 h 226424"/>
                <a:gd name="connsiteX2" fmla="*/ 9290688 w 9493888"/>
                <a:gd name="connsiteY2" fmla="*/ 226424 h 226424"/>
                <a:gd name="connsiteX3" fmla="*/ 0 w 9493888"/>
                <a:gd name="connsiteY3" fmla="*/ 226424 h 226424"/>
                <a:gd name="connsiteX4" fmla="*/ 0 w 9493888"/>
                <a:gd name="connsiteY4" fmla="*/ 0 h 2264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93888" h="226424">
                  <a:moveTo>
                    <a:pt x="0" y="0"/>
                  </a:moveTo>
                  <a:lnTo>
                    <a:pt x="9493888" y="0"/>
                  </a:lnTo>
                  <a:lnTo>
                    <a:pt x="9290688" y="226424"/>
                  </a:lnTo>
                  <a:lnTo>
                    <a:pt x="0" y="226424"/>
                  </a:lnTo>
                  <a:lnTo>
                    <a:pt x="0" y="0"/>
                  </a:lnTo>
                  <a:close/>
                </a:path>
              </a:pathLst>
            </a:custGeom>
            <a:solidFill>
              <a:srgbClr val="EF682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VN">
                <a:latin typeface="Helvetica" pitchFamily="2" charset="0"/>
              </a:endParaRPr>
            </a:p>
          </p:txBody>
        </p:sp>
        <p:sp>
          <p:nvSpPr>
            <p:cNvPr id="22" name="Rectangle 1">
              <a:extLst>
                <a:ext uri="{FF2B5EF4-FFF2-40B4-BE49-F238E27FC236}">
                  <a16:creationId xmlns:a16="http://schemas.microsoft.com/office/drawing/2014/main" id="{3D8B1CE4-20BE-FB9E-FA3A-E05165C8EB1D}"/>
                </a:ext>
              </a:extLst>
            </p:cNvPr>
            <p:cNvSpPr/>
            <p:nvPr userDrawn="1"/>
          </p:nvSpPr>
          <p:spPr>
            <a:xfrm>
              <a:off x="7155657" y="5620942"/>
              <a:ext cx="1999060" cy="298847"/>
            </a:xfrm>
            <a:custGeom>
              <a:avLst/>
              <a:gdLst>
                <a:gd name="connsiteX0" fmla="*/ 0 w 2240017"/>
                <a:gd name="connsiteY0" fmla="*/ 0 h 396261"/>
                <a:gd name="connsiteX1" fmla="*/ 2240017 w 2240017"/>
                <a:gd name="connsiteY1" fmla="*/ 0 h 396261"/>
                <a:gd name="connsiteX2" fmla="*/ 2240017 w 2240017"/>
                <a:gd name="connsiteY2" fmla="*/ 396261 h 396261"/>
                <a:gd name="connsiteX3" fmla="*/ 0 w 2240017"/>
                <a:gd name="connsiteY3" fmla="*/ 396261 h 396261"/>
                <a:gd name="connsiteX4" fmla="*/ 0 w 2240017"/>
                <a:gd name="connsiteY4" fmla="*/ 0 h 396261"/>
                <a:gd name="connsiteX0" fmla="*/ 350467 w 2590484"/>
                <a:gd name="connsiteY0" fmla="*/ 0 h 396261"/>
                <a:gd name="connsiteX1" fmla="*/ 2590484 w 2590484"/>
                <a:gd name="connsiteY1" fmla="*/ 0 h 396261"/>
                <a:gd name="connsiteX2" fmla="*/ 2590484 w 2590484"/>
                <a:gd name="connsiteY2" fmla="*/ 396261 h 396261"/>
                <a:gd name="connsiteX3" fmla="*/ 0 w 2590484"/>
                <a:gd name="connsiteY3" fmla="*/ 393075 h 396261"/>
                <a:gd name="connsiteX4" fmla="*/ 350467 w 2590484"/>
                <a:gd name="connsiteY4" fmla="*/ 0 h 396261"/>
                <a:gd name="connsiteX0" fmla="*/ 295006 w 2590484"/>
                <a:gd name="connsiteY0" fmla="*/ 5610 h 396261"/>
                <a:gd name="connsiteX1" fmla="*/ 2590484 w 2590484"/>
                <a:gd name="connsiteY1" fmla="*/ 0 h 396261"/>
                <a:gd name="connsiteX2" fmla="*/ 2590484 w 2590484"/>
                <a:gd name="connsiteY2" fmla="*/ 396261 h 396261"/>
                <a:gd name="connsiteX3" fmla="*/ 0 w 2590484"/>
                <a:gd name="connsiteY3" fmla="*/ 393075 h 396261"/>
                <a:gd name="connsiteX4" fmla="*/ 295006 w 2590484"/>
                <a:gd name="connsiteY4" fmla="*/ 5610 h 396261"/>
                <a:gd name="connsiteX0" fmla="*/ 322736 w 2590484"/>
                <a:gd name="connsiteY0" fmla="*/ 5610 h 396261"/>
                <a:gd name="connsiteX1" fmla="*/ 2590484 w 2590484"/>
                <a:gd name="connsiteY1" fmla="*/ 0 h 396261"/>
                <a:gd name="connsiteX2" fmla="*/ 2590484 w 2590484"/>
                <a:gd name="connsiteY2" fmla="*/ 396261 h 396261"/>
                <a:gd name="connsiteX3" fmla="*/ 0 w 2590484"/>
                <a:gd name="connsiteY3" fmla="*/ 393075 h 396261"/>
                <a:gd name="connsiteX4" fmla="*/ 322736 w 2590484"/>
                <a:gd name="connsiteY4" fmla="*/ 5610 h 396261"/>
                <a:gd name="connsiteX0" fmla="*/ 316458 w 2590484"/>
                <a:gd name="connsiteY0" fmla="*/ 0 h 397001"/>
                <a:gd name="connsiteX1" fmla="*/ 2590484 w 2590484"/>
                <a:gd name="connsiteY1" fmla="*/ 740 h 397001"/>
                <a:gd name="connsiteX2" fmla="*/ 2590484 w 2590484"/>
                <a:gd name="connsiteY2" fmla="*/ 397001 h 397001"/>
                <a:gd name="connsiteX3" fmla="*/ 0 w 2590484"/>
                <a:gd name="connsiteY3" fmla="*/ 393815 h 397001"/>
                <a:gd name="connsiteX4" fmla="*/ 316458 w 2590484"/>
                <a:gd name="connsiteY4" fmla="*/ 0 h 397001"/>
                <a:gd name="connsiteX0" fmla="*/ 329014 w 2590484"/>
                <a:gd name="connsiteY0" fmla="*/ 0 h 397001"/>
                <a:gd name="connsiteX1" fmla="*/ 2590484 w 2590484"/>
                <a:gd name="connsiteY1" fmla="*/ 740 h 397001"/>
                <a:gd name="connsiteX2" fmla="*/ 2590484 w 2590484"/>
                <a:gd name="connsiteY2" fmla="*/ 397001 h 397001"/>
                <a:gd name="connsiteX3" fmla="*/ 0 w 2590484"/>
                <a:gd name="connsiteY3" fmla="*/ 393815 h 397001"/>
                <a:gd name="connsiteX4" fmla="*/ 329014 w 2590484"/>
                <a:gd name="connsiteY4" fmla="*/ 0 h 397001"/>
                <a:gd name="connsiteX0" fmla="*/ 372960 w 2634430"/>
                <a:gd name="connsiteY0" fmla="*/ 0 h 397001"/>
                <a:gd name="connsiteX1" fmla="*/ 2634430 w 2634430"/>
                <a:gd name="connsiteY1" fmla="*/ 740 h 397001"/>
                <a:gd name="connsiteX2" fmla="*/ 2634430 w 2634430"/>
                <a:gd name="connsiteY2" fmla="*/ 397001 h 397001"/>
                <a:gd name="connsiteX3" fmla="*/ 0 w 2634430"/>
                <a:gd name="connsiteY3" fmla="*/ 393815 h 397001"/>
                <a:gd name="connsiteX4" fmla="*/ 372960 w 2634430"/>
                <a:gd name="connsiteY4" fmla="*/ 0 h 397001"/>
                <a:gd name="connsiteX0" fmla="*/ 325875 w 2634430"/>
                <a:gd name="connsiteY0" fmla="*/ 0 h 397001"/>
                <a:gd name="connsiteX1" fmla="*/ 2634430 w 2634430"/>
                <a:gd name="connsiteY1" fmla="*/ 740 h 397001"/>
                <a:gd name="connsiteX2" fmla="*/ 2634430 w 2634430"/>
                <a:gd name="connsiteY2" fmla="*/ 397001 h 397001"/>
                <a:gd name="connsiteX3" fmla="*/ 0 w 2634430"/>
                <a:gd name="connsiteY3" fmla="*/ 393815 h 397001"/>
                <a:gd name="connsiteX4" fmla="*/ 325875 w 2634430"/>
                <a:gd name="connsiteY4" fmla="*/ 0 h 397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34430" h="397001">
                  <a:moveTo>
                    <a:pt x="325875" y="0"/>
                  </a:moveTo>
                  <a:lnTo>
                    <a:pt x="2634430" y="740"/>
                  </a:lnTo>
                  <a:lnTo>
                    <a:pt x="2634430" y="397001"/>
                  </a:lnTo>
                  <a:lnTo>
                    <a:pt x="0" y="393815"/>
                  </a:lnTo>
                  <a:lnTo>
                    <a:pt x="325875" y="0"/>
                  </a:lnTo>
                  <a:close/>
                </a:path>
              </a:pathLst>
            </a:custGeom>
            <a:solidFill>
              <a:srgbClr val="18459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vi-VN"/>
            </a:p>
          </p:txBody>
        </p:sp>
        <p:sp>
          <p:nvSpPr>
            <p:cNvPr id="23" name="TextBox 27">
              <a:extLst>
                <a:ext uri="{FF2B5EF4-FFF2-40B4-BE49-F238E27FC236}">
                  <a16:creationId xmlns:a16="http://schemas.microsoft.com/office/drawing/2014/main" id="{AA148E21-0D2C-6F8A-1C3C-85961B8AC6E6}"/>
                </a:ext>
              </a:extLst>
            </p:cNvPr>
            <p:cNvSpPr txBox="1">
              <a:spLocks noChangeArrowheads="1"/>
            </p:cNvSpPr>
            <p:nvPr userDrawn="1"/>
          </p:nvSpPr>
          <p:spPr bwMode="auto">
            <a:xfrm>
              <a:off x="7421166" y="5639993"/>
              <a:ext cx="170378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1200">
                  <a:solidFill>
                    <a:schemeClr val="bg1"/>
                  </a:solidFill>
                  <a:latin typeface="Arial" panose="020B0604020202020204" pitchFamily="34" charset="0"/>
                  <a:cs typeface="Arial" panose="020B0604020202020204" pitchFamily="34" charset="0"/>
                </a:rPr>
                <a:t>www.huflit.edu.vn</a:t>
              </a:r>
              <a:endParaRPr lang="en-US" altLang="en-US" sz="1200">
                <a:solidFill>
                  <a:schemeClr val="bg1"/>
                </a:solidFill>
                <a:latin typeface="Arial" panose="020B0604020202020204" pitchFamily="34" charset="0"/>
                <a:ea typeface="Inter" panose="02000503000000020004" pitchFamily="2" charset="0"/>
                <a:cs typeface="Arial" panose="020B0604020202020204" pitchFamily="34" charset="0"/>
              </a:endParaRPr>
            </a:p>
          </p:txBody>
        </p:sp>
        <p:cxnSp>
          <p:nvCxnSpPr>
            <p:cNvPr id="24" name="Straight Connector 23">
              <a:extLst>
                <a:ext uri="{FF2B5EF4-FFF2-40B4-BE49-F238E27FC236}">
                  <a16:creationId xmlns:a16="http://schemas.microsoft.com/office/drawing/2014/main" id="{33A3431D-4D95-1F6A-63BB-7D61CF9D2241}"/>
                </a:ext>
              </a:extLst>
            </p:cNvPr>
            <p:cNvCxnSpPr>
              <a:cxnSpLocks/>
            </p:cNvCxnSpPr>
            <p:nvPr userDrawn="1"/>
          </p:nvCxnSpPr>
          <p:spPr>
            <a:xfrm>
              <a:off x="-2381" y="5729288"/>
              <a:ext cx="7184231" cy="0"/>
            </a:xfrm>
            <a:prstGeom prst="line">
              <a:avLst/>
            </a:prstGeom>
            <a:ln>
              <a:solidFill>
                <a:srgbClr val="EF6822"/>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B384965-9764-FB5F-5D11-068185CB9B9F}"/>
                </a:ext>
              </a:extLst>
            </p:cNvPr>
            <p:cNvCxnSpPr>
              <a:cxnSpLocks/>
            </p:cNvCxnSpPr>
            <p:nvPr userDrawn="1"/>
          </p:nvCxnSpPr>
          <p:spPr>
            <a:xfrm flipH="1">
              <a:off x="7181850" y="5545933"/>
              <a:ext cx="163116" cy="183356"/>
            </a:xfrm>
            <a:prstGeom prst="line">
              <a:avLst/>
            </a:prstGeom>
            <a:ln>
              <a:solidFill>
                <a:srgbClr val="EF6822"/>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2193E7A-B683-BE4D-0893-75216C267E2F}"/>
                </a:ext>
              </a:extLst>
            </p:cNvPr>
            <p:cNvCxnSpPr/>
            <p:nvPr userDrawn="1"/>
          </p:nvCxnSpPr>
          <p:spPr>
            <a:xfrm>
              <a:off x="7344966" y="5545931"/>
              <a:ext cx="1799034" cy="0"/>
            </a:xfrm>
            <a:prstGeom prst="line">
              <a:avLst/>
            </a:prstGeom>
            <a:ln>
              <a:solidFill>
                <a:srgbClr val="EF6822"/>
              </a:solidFill>
            </a:ln>
          </p:spPr>
          <p:style>
            <a:lnRef idx="1">
              <a:schemeClr val="accent1"/>
            </a:lnRef>
            <a:fillRef idx="0">
              <a:schemeClr val="accent1"/>
            </a:fillRef>
            <a:effectRef idx="0">
              <a:schemeClr val="accent1"/>
            </a:effectRef>
            <a:fontRef idx="minor">
              <a:schemeClr val="tx1"/>
            </a:fontRef>
          </p:style>
        </p:cxnSp>
      </p:grpSp>
      <p:pic>
        <p:nvPicPr>
          <p:cNvPr id="27" name="Picture 6">
            <a:extLst>
              <a:ext uri="{FF2B5EF4-FFF2-40B4-BE49-F238E27FC236}">
                <a16:creationId xmlns:a16="http://schemas.microsoft.com/office/drawing/2014/main" id="{6789791C-7C0F-D365-FE20-A7A48D4071D1}"/>
              </a:ext>
            </a:extLst>
          </p:cNvPr>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132754" y="62607"/>
            <a:ext cx="1433513" cy="903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451948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40594" y="226774"/>
            <a:ext cx="7574756" cy="481806"/>
          </a:xfrm>
        </p:spPr>
        <p:txBody>
          <a:bodyPr>
            <a:normAutofit/>
          </a:bodyPr>
          <a:lstStyle>
            <a:lvl1pPr>
              <a:defRPr sz="3000">
                <a:solidFill>
                  <a:srgbClr val="EF6822"/>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3" name="Content Placeholder 2"/>
          <p:cNvSpPr>
            <a:spLocks noGrp="1"/>
          </p:cNvSpPr>
          <p:nvPr>
            <p:ph idx="1"/>
          </p:nvPr>
        </p:nvSpPr>
        <p:spPr>
          <a:xfrm>
            <a:off x="628650" y="1038622"/>
            <a:ext cx="7886700" cy="5126197"/>
          </a:xfrm>
        </p:spPr>
        <p:txBody>
          <a:bodyPr>
            <a:normAutofit/>
          </a:bodyPr>
          <a:lstStyle>
            <a:lvl1pPr marL="228600" indent="-228600">
              <a:buFont typeface="Wingdings" pitchFamily="2" charset="2"/>
              <a:buChar char="§"/>
              <a:defRPr sz="2400">
                <a:latin typeface="Arial" panose="020B0604020202020204" pitchFamily="34" charset="0"/>
                <a:cs typeface="Arial" panose="020B0604020202020204" pitchFamily="34" charset="0"/>
              </a:defRPr>
            </a:lvl1pPr>
            <a:lvl2pPr>
              <a:defRPr sz="2000">
                <a:latin typeface="Arial" panose="020B0604020202020204" pitchFamily="34" charset="0"/>
                <a:cs typeface="Arial" panose="020B0604020202020204" pitchFamily="34" charset="0"/>
              </a:defRPr>
            </a:lvl2pPr>
            <a:lvl3pPr marL="1143000" indent="-228600">
              <a:buFont typeface="Wingdings" pitchFamily="2" charset="2"/>
              <a:buChar char="ü"/>
              <a:defRPr sz="1800">
                <a:latin typeface="Arial" panose="020B0604020202020204" pitchFamily="34" charset="0"/>
                <a:cs typeface="Arial" panose="020B0604020202020204" pitchFamily="34" charset="0"/>
              </a:defRPr>
            </a:lvl3pPr>
            <a:lvl4pPr marL="1600200" indent="-228600">
              <a:buFont typeface="Courier New" panose="02070309020205020404" pitchFamily="49" charset="0"/>
              <a:buChar char="o"/>
              <a:defRPr sz="1600">
                <a:latin typeface="Arial" panose="020B0604020202020204" pitchFamily="34" charset="0"/>
                <a:cs typeface="Arial" panose="020B0604020202020204" pitchFamily="34" charset="0"/>
              </a:defRPr>
            </a:lvl4pPr>
            <a:lvl5pPr marL="2057400" indent="-228600">
              <a:buFont typeface="Courier New" panose="02070309020205020404" pitchFamily="49" charset="0"/>
              <a:buChar char="o"/>
              <a:defRPr sz="1600">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a:xfrm>
            <a:off x="7977" y="6432947"/>
            <a:ext cx="6026112" cy="282178"/>
          </a:xfrm>
        </p:spPr>
        <p:txBody>
          <a:bodyPr/>
          <a:lstStyle>
            <a:lvl1pPr algn="l">
              <a:defRPr>
                <a:latin typeface="Arial" panose="020B0604020202020204" pitchFamily="34" charset="0"/>
                <a:cs typeface="Arial" panose="020B0604020202020204" pitchFamily="34" charset="0"/>
              </a:defRPr>
            </a:lvl1pPr>
          </a:lstStyle>
          <a:p>
            <a:pPr>
              <a:defRPr/>
            </a:pPr>
            <a:r>
              <a:rPr lang="en-US"/>
              <a:t>Bài 5: Hàm</a:t>
            </a:r>
            <a:endParaRPr lang="en-VN"/>
          </a:p>
        </p:txBody>
      </p:sp>
      <p:grpSp>
        <p:nvGrpSpPr>
          <p:cNvPr id="16" name="Group 15">
            <a:extLst>
              <a:ext uri="{FF2B5EF4-FFF2-40B4-BE49-F238E27FC236}">
                <a16:creationId xmlns:a16="http://schemas.microsoft.com/office/drawing/2014/main" id="{9664B311-FD7A-42D3-5627-BD06D0B89CBA}"/>
              </a:ext>
            </a:extLst>
          </p:cNvPr>
          <p:cNvGrpSpPr/>
          <p:nvPr userDrawn="1"/>
        </p:nvGrpSpPr>
        <p:grpSpPr>
          <a:xfrm>
            <a:off x="-14287" y="568960"/>
            <a:ext cx="9188053" cy="228601"/>
            <a:chOff x="-14287" y="837009"/>
            <a:chExt cx="9188053" cy="228601"/>
          </a:xfrm>
        </p:grpSpPr>
        <p:cxnSp>
          <p:nvCxnSpPr>
            <p:cNvPr id="8" name="Straight Connector 7">
              <a:extLst>
                <a:ext uri="{FF2B5EF4-FFF2-40B4-BE49-F238E27FC236}">
                  <a16:creationId xmlns:a16="http://schemas.microsoft.com/office/drawing/2014/main" id="{CDFE8D7A-9695-3FE0-9DC0-65562B79B4F0}"/>
                </a:ext>
              </a:extLst>
            </p:cNvPr>
            <p:cNvCxnSpPr>
              <a:cxnSpLocks/>
            </p:cNvCxnSpPr>
            <p:nvPr userDrawn="1"/>
          </p:nvCxnSpPr>
          <p:spPr>
            <a:xfrm>
              <a:off x="658416" y="976313"/>
              <a:ext cx="8515350" cy="0"/>
            </a:xfrm>
            <a:prstGeom prst="line">
              <a:avLst/>
            </a:prstGeom>
            <a:ln w="12700">
              <a:solidFill>
                <a:srgbClr val="EF6822"/>
              </a:solidFill>
            </a:ln>
          </p:spPr>
          <p:style>
            <a:lnRef idx="1">
              <a:schemeClr val="accent2"/>
            </a:lnRef>
            <a:fillRef idx="0">
              <a:schemeClr val="accent2"/>
            </a:fillRef>
            <a:effectRef idx="0">
              <a:schemeClr val="accent2"/>
            </a:effectRef>
            <a:fontRef idx="minor">
              <a:schemeClr val="tx1"/>
            </a:fontRef>
          </p:style>
        </p:cxnSp>
        <p:sp>
          <p:nvSpPr>
            <p:cNvPr id="11" name="Rectangle 16">
              <a:extLst>
                <a:ext uri="{FF2B5EF4-FFF2-40B4-BE49-F238E27FC236}">
                  <a16:creationId xmlns:a16="http://schemas.microsoft.com/office/drawing/2014/main" id="{76657976-82AB-C28D-AF5D-8B6D4D929C5D}"/>
                </a:ext>
              </a:extLst>
            </p:cNvPr>
            <p:cNvSpPr/>
            <p:nvPr userDrawn="1"/>
          </p:nvSpPr>
          <p:spPr>
            <a:xfrm flipH="1" flipV="1">
              <a:off x="-14287" y="837009"/>
              <a:ext cx="954881" cy="228601"/>
            </a:xfrm>
            <a:custGeom>
              <a:avLst/>
              <a:gdLst>
                <a:gd name="connsiteX0" fmla="*/ 0 w 2523344"/>
                <a:gd name="connsiteY0" fmla="*/ 0 h 482600"/>
                <a:gd name="connsiteX1" fmla="*/ 2523344 w 2523344"/>
                <a:gd name="connsiteY1" fmla="*/ 0 h 482600"/>
                <a:gd name="connsiteX2" fmla="*/ 2523344 w 2523344"/>
                <a:gd name="connsiteY2" fmla="*/ 482600 h 482600"/>
                <a:gd name="connsiteX3" fmla="*/ 0 w 2523344"/>
                <a:gd name="connsiteY3" fmla="*/ 482600 h 482600"/>
                <a:gd name="connsiteX4" fmla="*/ 0 w 2523344"/>
                <a:gd name="connsiteY4" fmla="*/ 0 h 482600"/>
                <a:gd name="connsiteX0" fmla="*/ 524655 w 2523344"/>
                <a:gd name="connsiteY0" fmla="*/ 14990 h 482600"/>
                <a:gd name="connsiteX1" fmla="*/ 2523344 w 2523344"/>
                <a:gd name="connsiteY1" fmla="*/ 0 h 482600"/>
                <a:gd name="connsiteX2" fmla="*/ 2523344 w 2523344"/>
                <a:gd name="connsiteY2" fmla="*/ 482600 h 482600"/>
                <a:gd name="connsiteX3" fmla="*/ 0 w 2523344"/>
                <a:gd name="connsiteY3" fmla="*/ 482600 h 482600"/>
                <a:gd name="connsiteX4" fmla="*/ 524655 w 2523344"/>
                <a:gd name="connsiteY4" fmla="*/ 14990 h 482600"/>
                <a:gd name="connsiteX0" fmla="*/ 404734 w 2523344"/>
                <a:gd name="connsiteY0" fmla="*/ 44971 h 482600"/>
                <a:gd name="connsiteX1" fmla="*/ 2523344 w 2523344"/>
                <a:gd name="connsiteY1" fmla="*/ 0 h 482600"/>
                <a:gd name="connsiteX2" fmla="*/ 2523344 w 2523344"/>
                <a:gd name="connsiteY2" fmla="*/ 482600 h 482600"/>
                <a:gd name="connsiteX3" fmla="*/ 0 w 2523344"/>
                <a:gd name="connsiteY3" fmla="*/ 482600 h 482600"/>
                <a:gd name="connsiteX4" fmla="*/ 404734 w 2523344"/>
                <a:gd name="connsiteY4" fmla="*/ 44971 h 482600"/>
                <a:gd name="connsiteX0" fmla="*/ 404734 w 2523344"/>
                <a:gd name="connsiteY0" fmla="*/ 0 h 482600"/>
                <a:gd name="connsiteX1" fmla="*/ 2523344 w 2523344"/>
                <a:gd name="connsiteY1" fmla="*/ 0 h 482600"/>
                <a:gd name="connsiteX2" fmla="*/ 2523344 w 2523344"/>
                <a:gd name="connsiteY2" fmla="*/ 482600 h 482600"/>
                <a:gd name="connsiteX3" fmla="*/ 0 w 2523344"/>
                <a:gd name="connsiteY3" fmla="*/ 482600 h 482600"/>
                <a:gd name="connsiteX4" fmla="*/ 404734 w 2523344"/>
                <a:gd name="connsiteY4" fmla="*/ 0 h 482600"/>
                <a:gd name="connsiteX0" fmla="*/ 493662 w 2523344"/>
                <a:gd name="connsiteY0" fmla="*/ 10816 h 482600"/>
                <a:gd name="connsiteX1" fmla="*/ 2523344 w 2523344"/>
                <a:gd name="connsiteY1" fmla="*/ 0 h 482600"/>
                <a:gd name="connsiteX2" fmla="*/ 2523344 w 2523344"/>
                <a:gd name="connsiteY2" fmla="*/ 482600 h 482600"/>
                <a:gd name="connsiteX3" fmla="*/ 0 w 2523344"/>
                <a:gd name="connsiteY3" fmla="*/ 482600 h 482600"/>
                <a:gd name="connsiteX4" fmla="*/ 493662 w 2523344"/>
                <a:gd name="connsiteY4" fmla="*/ 10816 h 482600"/>
                <a:gd name="connsiteX0" fmla="*/ 371386 w 2523344"/>
                <a:gd name="connsiteY0" fmla="*/ 10816 h 482600"/>
                <a:gd name="connsiteX1" fmla="*/ 2523344 w 2523344"/>
                <a:gd name="connsiteY1" fmla="*/ 0 h 482600"/>
                <a:gd name="connsiteX2" fmla="*/ 2523344 w 2523344"/>
                <a:gd name="connsiteY2" fmla="*/ 482600 h 482600"/>
                <a:gd name="connsiteX3" fmla="*/ 0 w 2523344"/>
                <a:gd name="connsiteY3" fmla="*/ 482600 h 482600"/>
                <a:gd name="connsiteX4" fmla="*/ 371386 w 2523344"/>
                <a:gd name="connsiteY4" fmla="*/ 10816 h 482600"/>
                <a:gd name="connsiteX0" fmla="*/ 406017 w 2557975"/>
                <a:gd name="connsiteY0" fmla="*/ 10816 h 488215"/>
                <a:gd name="connsiteX1" fmla="*/ 2557975 w 2557975"/>
                <a:gd name="connsiteY1" fmla="*/ 0 h 488215"/>
                <a:gd name="connsiteX2" fmla="*/ 2557975 w 2557975"/>
                <a:gd name="connsiteY2" fmla="*/ 482600 h 488215"/>
                <a:gd name="connsiteX3" fmla="*/ 0 w 2557975"/>
                <a:gd name="connsiteY3" fmla="*/ 488215 h 488215"/>
                <a:gd name="connsiteX4" fmla="*/ 406017 w 2557975"/>
                <a:gd name="connsiteY4" fmla="*/ 10816 h 488215"/>
                <a:gd name="connsiteX0" fmla="*/ 406017 w 4108665"/>
                <a:gd name="connsiteY0" fmla="*/ 10816 h 488215"/>
                <a:gd name="connsiteX1" fmla="*/ 2557975 w 4108665"/>
                <a:gd name="connsiteY1" fmla="*/ 0 h 488215"/>
                <a:gd name="connsiteX2" fmla="*/ 4108665 w 4108665"/>
                <a:gd name="connsiteY2" fmla="*/ 482600 h 488215"/>
                <a:gd name="connsiteX3" fmla="*/ 0 w 4108665"/>
                <a:gd name="connsiteY3" fmla="*/ 488215 h 488215"/>
                <a:gd name="connsiteX4" fmla="*/ 406017 w 4108665"/>
                <a:gd name="connsiteY4" fmla="*/ 10816 h 488215"/>
                <a:gd name="connsiteX0" fmla="*/ 406017 w 4108665"/>
                <a:gd name="connsiteY0" fmla="*/ 10816 h 488215"/>
                <a:gd name="connsiteX1" fmla="*/ 4108665 w 4108665"/>
                <a:gd name="connsiteY1" fmla="*/ 0 h 488215"/>
                <a:gd name="connsiteX2" fmla="*/ 4108665 w 4108665"/>
                <a:gd name="connsiteY2" fmla="*/ 482600 h 488215"/>
                <a:gd name="connsiteX3" fmla="*/ 0 w 4108665"/>
                <a:gd name="connsiteY3" fmla="*/ 488215 h 488215"/>
                <a:gd name="connsiteX4" fmla="*/ 406017 w 4108665"/>
                <a:gd name="connsiteY4" fmla="*/ 10816 h 488215"/>
                <a:gd name="connsiteX0" fmla="*/ 406017 w 4108665"/>
                <a:gd name="connsiteY0" fmla="*/ 0 h 477399"/>
                <a:gd name="connsiteX1" fmla="*/ 4108665 w 4108665"/>
                <a:gd name="connsiteY1" fmla="*/ 13519 h 477399"/>
                <a:gd name="connsiteX2" fmla="*/ 4108665 w 4108665"/>
                <a:gd name="connsiteY2" fmla="*/ 471784 h 477399"/>
                <a:gd name="connsiteX3" fmla="*/ 0 w 4108665"/>
                <a:gd name="connsiteY3" fmla="*/ 477399 h 477399"/>
                <a:gd name="connsiteX4" fmla="*/ 406017 w 4108665"/>
                <a:gd name="connsiteY4" fmla="*/ 0 h 477399"/>
                <a:gd name="connsiteX0" fmla="*/ 406017 w 4108665"/>
                <a:gd name="connsiteY0" fmla="*/ 0 h 477399"/>
                <a:gd name="connsiteX1" fmla="*/ 4108665 w 4108665"/>
                <a:gd name="connsiteY1" fmla="*/ 13519 h 477399"/>
                <a:gd name="connsiteX2" fmla="*/ 1881358 w 4108665"/>
                <a:gd name="connsiteY2" fmla="*/ 471784 h 477399"/>
                <a:gd name="connsiteX3" fmla="*/ 0 w 4108665"/>
                <a:gd name="connsiteY3" fmla="*/ 477399 h 477399"/>
                <a:gd name="connsiteX4" fmla="*/ 406017 w 4108665"/>
                <a:gd name="connsiteY4" fmla="*/ 0 h 477399"/>
                <a:gd name="connsiteX0" fmla="*/ 406017 w 1905053"/>
                <a:gd name="connsiteY0" fmla="*/ 0 h 477399"/>
                <a:gd name="connsiteX1" fmla="*/ 1905053 w 1905053"/>
                <a:gd name="connsiteY1" fmla="*/ 1993 h 477399"/>
                <a:gd name="connsiteX2" fmla="*/ 1881358 w 1905053"/>
                <a:gd name="connsiteY2" fmla="*/ 471784 h 477399"/>
                <a:gd name="connsiteX3" fmla="*/ 0 w 1905053"/>
                <a:gd name="connsiteY3" fmla="*/ 477399 h 477399"/>
                <a:gd name="connsiteX4" fmla="*/ 406017 w 1905053"/>
                <a:gd name="connsiteY4" fmla="*/ 0 h 477399"/>
                <a:gd name="connsiteX0" fmla="*/ 406017 w 1881358"/>
                <a:gd name="connsiteY0" fmla="*/ 0 h 477399"/>
                <a:gd name="connsiteX1" fmla="*/ 1845816 w 1881358"/>
                <a:gd name="connsiteY1" fmla="*/ 1993 h 477399"/>
                <a:gd name="connsiteX2" fmla="*/ 1881358 w 1881358"/>
                <a:gd name="connsiteY2" fmla="*/ 471784 h 477399"/>
                <a:gd name="connsiteX3" fmla="*/ 0 w 1881358"/>
                <a:gd name="connsiteY3" fmla="*/ 477399 h 477399"/>
                <a:gd name="connsiteX4" fmla="*/ 406017 w 1881358"/>
                <a:gd name="connsiteY4" fmla="*/ 0 h 477399"/>
                <a:gd name="connsiteX0" fmla="*/ 406017 w 1881358"/>
                <a:gd name="connsiteY0" fmla="*/ 0 h 477399"/>
                <a:gd name="connsiteX1" fmla="*/ 1869510 w 1881358"/>
                <a:gd name="connsiteY1" fmla="*/ 25047 h 477399"/>
                <a:gd name="connsiteX2" fmla="*/ 1881358 w 1881358"/>
                <a:gd name="connsiteY2" fmla="*/ 471784 h 477399"/>
                <a:gd name="connsiteX3" fmla="*/ 0 w 1881358"/>
                <a:gd name="connsiteY3" fmla="*/ 477399 h 477399"/>
                <a:gd name="connsiteX4" fmla="*/ 406017 w 1881358"/>
                <a:gd name="connsiteY4" fmla="*/ 0 h 477399"/>
                <a:gd name="connsiteX0" fmla="*/ 406017 w 1886825"/>
                <a:gd name="connsiteY0" fmla="*/ 14263 h 491662"/>
                <a:gd name="connsiteX1" fmla="*/ 1886825 w 1886825"/>
                <a:gd name="connsiteY1" fmla="*/ 0 h 491662"/>
                <a:gd name="connsiteX2" fmla="*/ 1881358 w 1886825"/>
                <a:gd name="connsiteY2" fmla="*/ 486047 h 491662"/>
                <a:gd name="connsiteX3" fmla="*/ 0 w 1886825"/>
                <a:gd name="connsiteY3" fmla="*/ 491662 h 491662"/>
                <a:gd name="connsiteX4" fmla="*/ 406017 w 1886825"/>
                <a:gd name="connsiteY4" fmla="*/ 14263 h 491662"/>
                <a:gd name="connsiteX0" fmla="*/ 406017 w 1881586"/>
                <a:gd name="connsiteY0" fmla="*/ 0 h 477399"/>
                <a:gd name="connsiteX1" fmla="*/ 1875281 w 1881586"/>
                <a:gd name="connsiteY1" fmla="*/ 8200 h 477399"/>
                <a:gd name="connsiteX2" fmla="*/ 1881358 w 1881586"/>
                <a:gd name="connsiteY2" fmla="*/ 471784 h 477399"/>
                <a:gd name="connsiteX3" fmla="*/ 0 w 1881586"/>
                <a:gd name="connsiteY3" fmla="*/ 477399 h 477399"/>
                <a:gd name="connsiteX4" fmla="*/ 406017 w 1881586"/>
                <a:gd name="connsiteY4" fmla="*/ 0 h 477399"/>
                <a:gd name="connsiteX0" fmla="*/ 406017 w 1881851"/>
                <a:gd name="connsiteY0" fmla="*/ 3031 h 480430"/>
                <a:gd name="connsiteX1" fmla="*/ 1881052 w 1881851"/>
                <a:gd name="connsiteY1" fmla="*/ 0 h 480430"/>
                <a:gd name="connsiteX2" fmla="*/ 1881358 w 1881851"/>
                <a:gd name="connsiteY2" fmla="*/ 474815 h 480430"/>
                <a:gd name="connsiteX3" fmla="*/ 0 w 1881851"/>
                <a:gd name="connsiteY3" fmla="*/ 480430 h 480430"/>
                <a:gd name="connsiteX4" fmla="*/ 406017 w 1881851"/>
                <a:gd name="connsiteY4" fmla="*/ 3031 h 480430"/>
                <a:gd name="connsiteX0" fmla="*/ 406017 w 1881052"/>
                <a:gd name="connsiteY0" fmla="*/ 3031 h 480984"/>
                <a:gd name="connsiteX1" fmla="*/ 1881052 w 1881052"/>
                <a:gd name="connsiteY1" fmla="*/ 0 h 480984"/>
                <a:gd name="connsiteX2" fmla="*/ 1500907 w 1881052"/>
                <a:gd name="connsiteY2" fmla="*/ 480984 h 480984"/>
                <a:gd name="connsiteX3" fmla="*/ 0 w 1881052"/>
                <a:gd name="connsiteY3" fmla="*/ 480430 h 480984"/>
                <a:gd name="connsiteX4" fmla="*/ 406017 w 1881052"/>
                <a:gd name="connsiteY4" fmla="*/ 3031 h 480984"/>
                <a:gd name="connsiteX0" fmla="*/ 406017 w 1506942"/>
                <a:gd name="connsiteY0" fmla="*/ 0 h 477953"/>
                <a:gd name="connsiteX1" fmla="*/ 1506942 w 1506942"/>
                <a:gd name="connsiteY1" fmla="*/ 3138 h 477953"/>
                <a:gd name="connsiteX2" fmla="*/ 1500907 w 1506942"/>
                <a:gd name="connsiteY2" fmla="*/ 477953 h 477953"/>
                <a:gd name="connsiteX3" fmla="*/ 0 w 1506942"/>
                <a:gd name="connsiteY3" fmla="*/ 477399 h 477953"/>
                <a:gd name="connsiteX4" fmla="*/ 406017 w 1506942"/>
                <a:gd name="connsiteY4" fmla="*/ 0 h 477953"/>
                <a:gd name="connsiteX0" fmla="*/ 406017 w 1500941"/>
                <a:gd name="connsiteY0" fmla="*/ 0 h 477953"/>
                <a:gd name="connsiteX1" fmla="*/ 1433224 w 1500941"/>
                <a:gd name="connsiteY1" fmla="*/ 8260 h 477953"/>
                <a:gd name="connsiteX2" fmla="*/ 1500907 w 1500941"/>
                <a:gd name="connsiteY2" fmla="*/ 477953 h 477953"/>
                <a:gd name="connsiteX3" fmla="*/ 0 w 1500941"/>
                <a:gd name="connsiteY3" fmla="*/ 477399 h 477953"/>
                <a:gd name="connsiteX4" fmla="*/ 406017 w 1500941"/>
                <a:gd name="connsiteY4" fmla="*/ 0 h 477953"/>
                <a:gd name="connsiteX0" fmla="*/ 406017 w 1433224"/>
                <a:gd name="connsiteY0" fmla="*/ 0 h 477953"/>
                <a:gd name="connsiteX1" fmla="*/ 1433224 w 1433224"/>
                <a:gd name="connsiteY1" fmla="*/ 8260 h 477953"/>
                <a:gd name="connsiteX2" fmla="*/ 1421926 w 1433224"/>
                <a:gd name="connsiteY2" fmla="*/ 477953 h 477953"/>
                <a:gd name="connsiteX3" fmla="*/ 0 w 1433224"/>
                <a:gd name="connsiteY3" fmla="*/ 477399 h 477953"/>
                <a:gd name="connsiteX4" fmla="*/ 406017 w 1433224"/>
                <a:gd name="connsiteY4" fmla="*/ 0 h 477953"/>
                <a:gd name="connsiteX0" fmla="*/ 248052 w 1275259"/>
                <a:gd name="connsiteY0" fmla="*/ 0 h 477953"/>
                <a:gd name="connsiteX1" fmla="*/ 1275259 w 1275259"/>
                <a:gd name="connsiteY1" fmla="*/ 8260 h 477953"/>
                <a:gd name="connsiteX2" fmla="*/ 1263961 w 1275259"/>
                <a:gd name="connsiteY2" fmla="*/ 477953 h 477953"/>
                <a:gd name="connsiteX3" fmla="*/ 0 w 1275259"/>
                <a:gd name="connsiteY3" fmla="*/ 287842 h 477953"/>
                <a:gd name="connsiteX4" fmla="*/ 248052 w 1275259"/>
                <a:gd name="connsiteY4" fmla="*/ 0 h 477953"/>
                <a:gd name="connsiteX0" fmla="*/ 248052 w 1275259"/>
                <a:gd name="connsiteY0" fmla="*/ 0 h 303765"/>
                <a:gd name="connsiteX1" fmla="*/ 1275259 w 1275259"/>
                <a:gd name="connsiteY1" fmla="*/ 8260 h 303765"/>
                <a:gd name="connsiteX2" fmla="*/ 1248164 w 1275259"/>
                <a:gd name="connsiteY2" fmla="*/ 303765 h 303765"/>
                <a:gd name="connsiteX3" fmla="*/ 0 w 1275259"/>
                <a:gd name="connsiteY3" fmla="*/ 287842 h 303765"/>
                <a:gd name="connsiteX4" fmla="*/ 248052 w 1275259"/>
                <a:gd name="connsiteY4" fmla="*/ 0 h 303765"/>
                <a:gd name="connsiteX0" fmla="*/ 248052 w 1248931"/>
                <a:gd name="connsiteY0" fmla="*/ 0 h 303765"/>
                <a:gd name="connsiteX1" fmla="*/ 1248931 w 1248931"/>
                <a:gd name="connsiteY1" fmla="*/ 3137 h 303765"/>
                <a:gd name="connsiteX2" fmla="*/ 1248164 w 1248931"/>
                <a:gd name="connsiteY2" fmla="*/ 303765 h 303765"/>
                <a:gd name="connsiteX3" fmla="*/ 0 w 1248931"/>
                <a:gd name="connsiteY3" fmla="*/ 287842 h 303765"/>
                <a:gd name="connsiteX4" fmla="*/ 248052 w 1248931"/>
                <a:gd name="connsiteY4" fmla="*/ 0 h 303765"/>
                <a:gd name="connsiteX0" fmla="*/ 248052 w 1252492"/>
                <a:gd name="connsiteY0" fmla="*/ 0 h 288121"/>
                <a:gd name="connsiteX1" fmla="*/ 1248931 w 1252492"/>
                <a:gd name="connsiteY1" fmla="*/ 3137 h 288121"/>
                <a:gd name="connsiteX2" fmla="*/ 1252183 w 1252492"/>
                <a:gd name="connsiteY2" fmla="*/ 288121 h 288121"/>
                <a:gd name="connsiteX3" fmla="*/ 0 w 1252492"/>
                <a:gd name="connsiteY3" fmla="*/ 287842 h 288121"/>
                <a:gd name="connsiteX4" fmla="*/ 248052 w 1252492"/>
                <a:gd name="connsiteY4" fmla="*/ 0 h 288121"/>
                <a:gd name="connsiteX0" fmla="*/ 248052 w 1252251"/>
                <a:gd name="connsiteY0" fmla="*/ 0 h 288121"/>
                <a:gd name="connsiteX1" fmla="*/ 1220794 w 1252251"/>
                <a:gd name="connsiteY1" fmla="*/ 95 h 288121"/>
                <a:gd name="connsiteX2" fmla="*/ 1252183 w 1252251"/>
                <a:gd name="connsiteY2" fmla="*/ 288121 h 288121"/>
                <a:gd name="connsiteX3" fmla="*/ 0 w 1252251"/>
                <a:gd name="connsiteY3" fmla="*/ 287842 h 288121"/>
                <a:gd name="connsiteX4" fmla="*/ 248052 w 1252251"/>
                <a:gd name="connsiteY4" fmla="*/ 0 h 288121"/>
                <a:gd name="connsiteX0" fmla="*/ 248052 w 1252694"/>
                <a:gd name="connsiteY0" fmla="*/ 2947 h 291068"/>
                <a:gd name="connsiteX1" fmla="*/ 1252058 w 1252694"/>
                <a:gd name="connsiteY1" fmla="*/ 0 h 291068"/>
                <a:gd name="connsiteX2" fmla="*/ 1252183 w 1252694"/>
                <a:gd name="connsiteY2" fmla="*/ 291068 h 291068"/>
                <a:gd name="connsiteX3" fmla="*/ 0 w 1252694"/>
                <a:gd name="connsiteY3" fmla="*/ 290789 h 291068"/>
                <a:gd name="connsiteX4" fmla="*/ 248052 w 1252694"/>
                <a:gd name="connsiteY4" fmla="*/ 2947 h 2910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2694" h="291068">
                  <a:moveTo>
                    <a:pt x="248052" y="2947"/>
                  </a:moveTo>
                  <a:lnTo>
                    <a:pt x="1252058" y="0"/>
                  </a:lnTo>
                  <a:cubicBezTo>
                    <a:pt x="1250236" y="162016"/>
                    <a:pt x="1254005" y="129052"/>
                    <a:pt x="1252183" y="291068"/>
                  </a:cubicBezTo>
                  <a:lnTo>
                    <a:pt x="0" y="290789"/>
                  </a:lnTo>
                  <a:lnTo>
                    <a:pt x="248052" y="2947"/>
                  </a:lnTo>
                  <a:close/>
                </a:path>
              </a:pathLst>
            </a:custGeom>
            <a:solidFill>
              <a:srgbClr val="18459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VN">
                <a:latin typeface="Arial" panose="020B0604020202020204" pitchFamily="34" charset="0"/>
                <a:cs typeface="Arial" panose="020B0604020202020204" pitchFamily="34" charset="0"/>
              </a:endParaRPr>
            </a:p>
          </p:txBody>
        </p:sp>
      </p:grpSp>
      <p:grpSp>
        <p:nvGrpSpPr>
          <p:cNvPr id="17" name="Group 16">
            <a:extLst>
              <a:ext uri="{FF2B5EF4-FFF2-40B4-BE49-F238E27FC236}">
                <a16:creationId xmlns:a16="http://schemas.microsoft.com/office/drawing/2014/main" id="{5FE26EB3-D2C5-4F08-9782-520FE4960108}"/>
              </a:ext>
            </a:extLst>
          </p:cNvPr>
          <p:cNvGrpSpPr/>
          <p:nvPr userDrawn="1"/>
        </p:nvGrpSpPr>
        <p:grpSpPr>
          <a:xfrm>
            <a:off x="0" y="6474619"/>
            <a:ext cx="9160669" cy="383381"/>
            <a:chOff x="0" y="5648325"/>
            <a:chExt cx="9160669" cy="383381"/>
          </a:xfrm>
        </p:grpSpPr>
        <p:cxnSp>
          <p:nvCxnSpPr>
            <p:cNvPr id="12" name="Straight Connector 11">
              <a:extLst>
                <a:ext uri="{FF2B5EF4-FFF2-40B4-BE49-F238E27FC236}">
                  <a16:creationId xmlns:a16="http://schemas.microsoft.com/office/drawing/2014/main" id="{93BFBB10-57D6-2050-0C2D-7F133E5563DD}"/>
                </a:ext>
              </a:extLst>
            </p:cNvPr>
            <p:cNvCxnSpPr>
              <a:cxnSpLocks/>
            </p:cNvCxnSpPr>
            <p:nvPr userDrawn="1"/>
          </p:nvCxnSpPr>
          <p:spPr>
            <a:xfrm>
              <a:off x="0" y="5904310"/>
              <a:ext cx="6054329" cy="0"/>
            </a:xfrm>
            <a:prstGeom prst="line">
              <a:avLst/>
            </a:prstGeom>
            <a:ln w="12700">
              <a:solidFill>
                <a:srgbClr val="18459E"/>
              </a:solidFill>
            </a:ln>
          </p:spPr>
          <p:style>
            <a:lnRef idx="1">
              <a:schemeClr val="accent2"/>
            </a:lnRef>
            <a:fillRef idx="0">
              <a:schemeClr val="accent2"/>
            </a:fillRef>
            <a:effectRef idx="0">
              <a:schemeClr val="accent2"/>
            </a:effectRef>
            <a:fontRef idx="minor">
              <a:schemeClr val="tx1"/>
            </a:fontRef>
          </p:style>
        </p:cxnSp>
        <p:cxnSp>
          <p:nvCxnSpPr>
            <p:cNvPr id="13" name="Straight Connector 12">
              <a:extLst>
                <a:ext uri="{FF2B5EF4-FFF2-40B4-BE49-F238E27FC236}">
                  <a16:creationId xmlns:a16="http://schemas.microsoft.com/office/drawing/2014/main" id="{F3E304FD-6781-F737-38D7-FE71F0350FA4}"/>
                </a:ext>
              </a:extLst>
            </p:cNvPr>
            <p:cNvCxnSpPr>
              <a:cxnSpLocks/>
            </p:cNvCxnSpPr>
            <p:nvPr userDrawn="1"/>
          </p:nvCxnSpPr>
          <p:spPr>
            <a:xfrm flipV="1">
              <a:off x="6054329" y="5648326"/>
              <a:ext cx="208359" cy="255985"/>
            </a:xfrm>
            <a:prstGeom prst="line">
              <a:avLst/>
            </a:prstGeom>
            <a:ln w="12700">
              <a:solidFill>
                <a:srgbClr val="18459E"/>
              </a:solidFill>
            </a:ln>
          </p:spPr>
          <p:style>
            <a:lnRef idx="1">
              <a:schemeClr val="accent2"/>
            </a:lnRef>
            <a:fillRef idx="0">
              <a:schemeClr val="accent2"/>
            </a:fillRef>
            <a:effectRef idx="0">
              <a:schemeClr val="accent2"/>
            </a:effectRef>
            <a:fontRef idx="minor">
              <a:schemeClr val="tx1"/>
            </a:fontRef>
          </p:style>
        </p:cxnSp>
        <p:cxnSp>
          <p:nvCxnSpPr>
            <p:cNvPr id="14" name="Straight Connector 13">
              <a:extLst>
                <a:ext uri="{FF2B5EF4-FFF2-40B4-BE49-F238E27FC236}">
                  <a16:creationId xmlns:a16="http://schemas.microsoft.com/office/drawing/2014/main" id="{5253DA04-F4A2-FFFB-3849-1485D5438375}"/>
                </a:ext>
              </a:extLst>
            </p:cNvPr>
            <p:cNvCxnSpPr>
              <a:cxnSpLocks/>
            </p:cNvCxnSpPr>
            <p:nvPr userDrawn="1"/>
          </p:nvCxnSpPr>
          <p:spPr>
            <a:xfrm>
              <a:off x="6262689" y="5648325"/>
              <a:ext cx="2893219" cy="0"/>
            </a:xfrm>
            <a:prstGeom prst="line">
              <a:avLst/>
            </a:prstGeom>
            <a:ln w="12700">
              <a:solidFill>
                <a:srgbClr val="18459E"/>
              </a:solidFill>
            </a:ln>
          </p:spPr>
          <p:style>
            <a:lnRef idx="1">
              <a:schemeClr val="accent2"/>
            </a:lnRef>
            <a:fillRef idx="0">
              <a:schemeClr val="accent2"/>
            </a:fillRef>
            <a:effectRef idx="0">
              <a:schemeClr val="accent2"/>
            </a:effectRef>
            <a:fontRef idx="minor">
              <a:schemeClr val="tx1"/>
            </a:fontRef>
          </p:style>
        </p:cxnSp>
        <p:sp>
          <p:nvSpPr>
            <p:cNvPr id="15" name="Rectangle 16">
              <a:extLst>
                <a:ext uri="{FF2B5EF4-FFF2-40B4-BE49-F238E27FC236}">
                  <a16:creationId xmlns:a16="http://schemas.microsoft.com/office/drawing/2014/main" id="{35648855-A28C-EE27-A204-8E04AC0C30EA}"/>
                </a:ext>
              </a:extLst>
            </p:cNvPr>
            <p:cNvSpPr/>
            <p:nvPr userDrawn="1"/>
          </p:nvSpPr>
          <p:spPr>
            <a:xfrm>
              <a:off x="6085285" y="5745956"/>
              <a:ext cx="3075384" cy="285750"/>
            </a:xfrm>
            <a:custGeom>
              <a:avLst/>
              <a:gdLst>
                <a:gd name="connsiteX0" fmla="*/ 0 w 2523344"/>
                <a:gd name="connsiteY0" fmla="*/ 0 h 482600"/>
                <a:gd name="connsiteX1" fmla="*/ 2523344 w 2523344"/>
                <a:gd name="connsiteY1" fmla="*/ 0 h 482600"/>
                <a:gd name="connsiteX2" fmla="*/ 2523344 w 2523344"/>
                <a:gd name="connsiteY2" fmla="*/ 482600 h 482600"/>
                <a:gd name="connsiteX3" fmla="*/ 0 w 2523344"/>
                <a:gd name="connsiteY3" fmla="*/ 482600 h 482600"/>
                <a:gd name="connsiteX4" fmla="*/ 0 w 2523344"/>
                <a:gd name="connsiteY4" fmla="*/ 0 h 482600"/>
                <a:gd name="connsiteX0" fmla="*/ 524655 w 2523344"/>
                <a:gd name="connsiteY0" fmla="*/ 14990 h 482600"/>
                <a:gd name="connsiteX1" fmla="*/ 2523344 w 2523344"/>
                <a:gd name="connsiteY1" fmla="*/ 0 h 482600"/>
                <a:gd name="connsiteX2" fmla="*/ 2523344 w 2523344"/>
                <a:gd name="connsiteY2" fmla="*/ 482600 h 482600"/>
                <a:gd name="connsiteX3" fmla="*/ 0 w 2523344"/>
                <a:gd name="connsiteY3" fmla="*/ 482600 h 482600"/>
                <a:gd name="connsiteX4" fmla="*/ 524655 w 2523344"/>
                <a:gd name="connsiteY4" fmla="*/ 14990 h 482600"/>
                <a:gd name="connsiteX0" fmla="*/ 404734 w 2523344"/>
                <a:gd name="connsiteY0" fmla="*/ 44971 h 482600"/>
                <a:gd name="connsiteX1" fmla="*/ 2523344 w 2523344"/>
                <a:gd name="connsiteY1" fmla="*/ 0 h 482600"/>
                <a:gd name="connsiteX2" fmla="*/ 2523344 w 2523344"/>
                <a:gd name="connsiteY2" fmla="*/ 482600 h 482600"/>
                <a:gd name="connsiteX3" fmla="*/ 0 w 2523344"/>
                <a:gd name="connsiteY3" fmla="*/ 482600 h 482600"/>
                <a:gd name="connsiteX4" fmla="*/ 404734 w 2523344"/>
                <a:gd name="connsiteY4" fmla="*/ 44971 h 482600"/>
                <a:gd name="connsiteX0" fmla="*/ 404734 w 2523344"/>
                <a:gd name="connsiteY0" fmla="*/ 0 h 482600"/>
                <a:gd name="connsiteX1" fmla="*/ 2523344 w 2523344"/>
                <a:gd name="connsiteY1" fmla="*/ 0 h 482600"/>
                <a:gd name="connsiteX2" fmla="*/ 2523344 w 2523344"/>
                <a:gd name="connsiteY2" fmla="*/ 482600 h 482600"/>
                <a:gd name="connsiteX3" fmla="*/ 0 w 2523344"/>
                <a:gd name="connsiteY3" fmla="*/ 482600 h 482600"/>
                <a:gd name="connsiteX4" fmla="*/ 404734 w 2523344"/>
                <a:gd name="connsiteY4" fmla="*/ 0 h 482600"/>
                <a:gd name="connsiteX0" fmla="*/ 493662 w 2523344"/>
                <a:gd name="connsiteY0" fmla="*/ 10816 h 482600"/>
                <a:gd name="connsiteX1" fmla="*/ 2523344 w 2523344"/>
                <a:gd name="connsiteY1" fmla="*/ 0 h 482600"/>
                <a:gd name="connsiteX2" fmla="*/ 2523344 w 2523344"/>
                <a:gd name="connsiteY2" fmla="*/ 482600 h 482600"/>
                <a:gd name="connsiteX3" fmla="*/ 0 w 2523344"/>
                <a:gd name="connsiteY3" fmla="*/ 482600 h 482600"/>
                <a:gd name="connsiteX4" fmla="*/ 493662 w 2523344"/>
                <a:gd name="connsiteY4" fmla="*/ 10816 h 482600"/>
                <a:gd name="connsiteX0" fmla="*/ 371386 w 2523344"/>
                <a:gd name="connsiteY0" fmla="*/ 10816 h 482600"/>
                <a:gd name="connsiteX1" fmla="*/ 2523344 w 2523344"/>
                <a:gd name="connsiteY1" fmla="*/ 0 h 482600"/>
                <a:gd name="connsiteX2" fmla="*/ 2523344 w 2523344"/>
                <a:gd name="connsiteY2" fmla="*/ 482600 h 482600"/>
                <a:gd name="connsiteX3" fmla="*/ 0 w 2523344"/>
                <a:gd name="connsiteY3" fmla="*/ 482600 h 482600"/>
                <a:gd name="connsiteX4" fmla="*/ 371386 w 2523344"/>
                <a:gd name="connsiteY4" fmla="*/ 10816 h 482600"/>
                <a:gd name="connsiteX0" fmla="*/ 406017 w 2557975"/>
                <a:gd name="connsiteY0" fmla="*/ 10816 h 488215"/>
                <a:gd name="connsiteX1" fmla="*/ 2557975 w 2557975"/>
                <a:gd name="connsiteY1" fmla="*/ 0 h 488215"/>
                <a:gd name="connsiteX2" fmla="*/ 2557975 w 2557975"/>
                <a:gd name="connsiteY2" fmla="*/ 482600 h 488215"/>
                <a:gd name="connsiteX3" fmla="*/ 0 w 2557975"/>
                <a:gd name="connsiteY3" fmla="*/ 488215 h 488215"/>
                <a:gd name="connsiteX4" fmla="*/ 406017 w 2557975"/>
                <a:gd name="connsiteY4" fmla="*/ 10816 h 488215"/>
                <a:gd name="connsiteX0" fmla="*/ 406017 w 4108665"/>
                <a:gd name="connsiteY0" fmla="*/ 10816 h 488215"/>
                <a:gd name="connsiteX1" fmla="*/ 2557975 w 4108665"/>
                <a:gd name="connsiteY1" fmla="*/ 0 h 488215"/>
                <a:gd name="connsiteX2" fmla="*/ 4108665 w 4108665"/>
                <a:gd name="connsiteY2" fmla="*/ 482600 h 488215"/>
                <a:gd name="connsiteX3" fmla="*/ 0 w 4108665"/>
                <a:gd name="connsiteY3" fmla="*/ 488215 h 488215"/>
                <a:gd name="connsiteX4" fmla="*/ 406017 w 4108665"/>
                <a:gd name="connsiteY4" fmla="*/ 10816 h 488215"/>
                <a:gd name="connsiteX0" fmla="*/ 406017 w 4108665"/>
                <a:gd name="connsiteY0" fmla="*/ 10816 h 488215"/>
                <a:gd name="connsiteX1" fmla="*/ 4108665 w 4108665"/>
                <a:gd name="connsiteY1" fmla="*/ 0 h 488215"/>
                <a:gd name="connsiteX2" fmla="*/ 4108665 w 4108665"/>
                <a:gd name="connsiteY2" fmla="*/ 482600 h 488215"/>
                <a:gd name="connsiteX3" fmla="*/ 0 w 4108665"/>
                <a:gd name="connsiteY3" fmla="*/ 488215 h 488215"/>
                <a:gd name="connsiteX4" fmla="*/ 406017 w 4108665"/>
                <a:gd name="connsiteY4" fmla="*/ 10816 h 488215"/>
                <a:gd name="connsiteX0" fmla="*/ 406017 w 4108665"/>
                <a:gd name="connsiteY0" fmla="*/ 0 h 477399"/>
                <a:gd name="connsiteX1" fmla="*/ 4108665 w 4108665"/>
                <a:gd name="connsiteY1" fmla="*/ 13519 h 477399"/>
                <a:gd name="connsiteX2" fmla="*/ 4108665 w 4108665"/>
                <a:gd name="connsiteY2" fmla="*/ 471784 h 477399"/>
                <a:gd name="connsiteX3" fmla="*/ 0 w 4108665"/>
                <a:gd name="connsiteY3" fmla="*/ 477399 h 477399"/>
                <a:gd name="connsiteX4" fmla="*/ 406017 w 4108665"/>
                <a:gd name="connsiteY4" fmla="*/ 0 h 477399"/>
                <a:gd name="connsiteX0" fmla="*/ 289036 w 3991684"/>
                <a:gd name="connsiteY0" fmla="*/ 0 h 471784"/>
                <a:gd name="connsiteX1" fmla="*/ 3991684 w 3991684"/>
                <a:gd name="connsiteY1" fmla="*/ 13519 h 471784"/>
                <a:gd name="connsiteX2" fmla="*/ 3991684 w 3991684"/>
                <a:gd name="connsiteY2" fmla="*/ 471784 h 471784"/>
                <a:gd name="connsiteX3" fmla="*/ 0 w 3991684"/>
                <a:gd name="connsiteY3" fmla="*/ 356682 h 471784"/>
                <a:gd name="connsiteX4" fmla="*/ 289036 w 3991684"/>
                <a:gd name="connsiteY4" fmla="*/ 0 h 471784"/>
                <a:gd name="connsiteX0" fmla="*/ 274856 w 3977504"/>
                <a:gd name="connsiteY0" fmla="*/ 0 h 471784"/>
                <a:gd name="connsiteX1" fmla="*/ 3977504 w 3977504"/>
                <a:gd name="connsiteY1" fmla="*/ 13519 h 471784"/>
                <a:gd name="connsiteX2" fmla="*/ 3977504 w 3977504"/>
                <a:gd name="connsiteY2" fmla="*/ 471784 h 471784"/>
                <a:gd name="connsiteX3" fmla="*/ 0 w 3977504"/>
                <a:gd name="connsiteY3" fmla="*/ 360131 h 471784"/>
                <a:gd name="connsiteX4" fmla="*/ 274856 w 3977504"/>
                <a:gd name="connsiteY4" fmla="*/ 0 h 471784"/>
                <a:gd name="connsiteX0" fmla="*/ 292580 w 3995228"/>
                <a:gd name="connsiteY0" fmla="*/ 0 h 471784"/>
                <a:gd name="connsiteX1" fmla="*/ 3995228 w 3995228"/>
                <a:gd name="connsiteY1" fmla="*/ 13519 h 471784"/>
                <a:gd name="connsiteX2" fmla="*/ 3995228 w 3995228"/>
                <a:gd name="connsiteY2" fmla="*/ 471784 h 471784"/>
                <a:gd name="connsiteX3" fmla="*/ 0 w 3995228"/>
                <a:gd name="connsiteY3" fmla="*/ 367029 h 471784"/>
                <a:gd name="connsiteX4" fmla="*/ 292580 w 3995228"/>
                <a:gd name="connsiteY4" fmla="*/ 0 h 471784"/>
                <a:gd name="connsiteX0" fmla="*/ 292580 w 3995228"/>
                <a:gd name="connsiteY0" fmla="*/ 0 h 385558"/>
                <a:gd name="connsiteX1" fmla="*/ 3995228 w 3995228"/>
                <a:gd name="connsiteY1" fmla="*/ 13519 h 385558"/>
                <a:gd name="connsiteX2" fmla="*/ 3662009 w 3995228"/>
                <a:gd name="connsiteY2" fmla="*/ 385558 h 385558"/>
                <a:gd name="connsiteX3" fmla="*/ 0 w 3995228"/>
                <a:gd name="connsiteY3" fmla="*/ 367029 h 385558"/>
                <a:gd name="connsiteX4" fmla="*/ 292580 w 3995228"/>
                <a:gd name="connsiteY4" fmla="*/ 0 h 385558"/>
                <a:gd name="connsiteX0" fmla="*/ 292580 w 3995228"/>
                <a:gd name="connsiteY0" fmla="*/ 0 h 367029"/>
                <a:gd name="connsiteX1" fmla="*/ 3995228 w 3995228"/>
                <a:gd name="connsiteY1" fmla="*/ 13519 h 367029"/>
                <a:gd name="connsiteX2" fmla="*/ 3640740 w 3995228"/>
                <a:gd name="connsiteY2" fmla="*/ 347618 h 367029"/>
                <a:gd name="connsiteX3" fmla="*/ 0 w 3995228"/>
                <a:gd name="connsiteY3" fmla="*/ 367029 h 367029"/>
                <a:gd name="connsiteX4" fmla="*/ 292580 w 3995228"/>
                <a:gd name="connsiteY4" fmla="*/ 0 h 367029"/>
                <a:gd name="connsiteX0" fmla="*/ 292580 w 3995228"/>
                <a:gd name="connsiteY0" fmla="*/ 0 h 367029"/>
                <a:gd name="connsiteX1" fmla="*/ 3995228 w 3995228"/>
                <a:gd name="connsiteY1" fmla="*/ 13519 h 367029"/>
                <a:gd name="connsiteX2" fmla="*/ 3630105 w 3995228"/>
                <a:gd name="connsiteY2" fmla="*/ 213104 h 367029"/>
                <a:gd name="connsiteX3" fmla="*/ 0 w 3995228"/>
                <a:gd name="connsiteY3" fmla="*/ 367029 h 367029"/>
                <a:gd name="connsiteX4" fmla="*/ 292580 w 3995228"/>
                <a:gd name="connsiteY4" fmla="*/ 0 h 367029"/>
                <a:gd name="connsiteX0" fmla="*/ 292580 w 3995228"/>
                <a:gd name="connsiteY0" fmla="*/ 0 h 367029"/>
                <a:gd name="connsiteX1" fmla="*/ 3995228 w 3995228"/>
                <a:gd name="connsiteY1" fmla="*/ 13519 h 367029"/>
                <a:gd name="connsiteX2" fmla="*/ 3615926 w 3995228"/>
                <a:gd name="connsiteY2" fmla="*/ 354515 h 367029"/>
                <a:gd name="connsiteX3" fmla="*/ 0 w 3995228"/>
                <a:gd name="connsiteY3" fmla="*/ 367029 h 367029"/>
                <a:gd name="connsiteX4" fmla="*/ 292580 w 3995228"/>
                <a:gd name="connsiteY4" fmla="*/ 0 h 367029"/>
                <a:gd name="connsiteX0" fmla="*/ 278400 w 3981048"/>
                <a:gd name="connsiteY0" fmla="*/ 0 h 360131"/>
                <a:gd name="connsiteX1" fmla="*/ 3981048 w 3981048"/>
                <a:gd name="connsiteY1" fmla="*/ 13519 h 360131"/>
                <a:gd name="connsiteX2" fmla="*/ 3601746 w 3981048"/>
                <a:gd name="connsiteY2" fmla="*/ 354515 h 360131"/>
                <a:gd name="connsiteX3" fmla="*/ 0 w 3981048"/>
                <a:gd name="connsiteY3" fmla="*/ 360131 h 360131"/>
                <a:gd name="connsiteX4" fmla="*/ 278400 w 3981048"/>
                <a:gd name="connsiteY4" fmla="*/ 0 h 360131"/>
                <a:gd name="connsiteX0" fmla="*/ 285490 w 3988138"/>
                <a:gd name="connsiteY0" fmla="*/ 0 h 360131"/>
                <a:gd name="connsiteX1" fmla="*/ 3988138 w 3988138"/>
                <a:gd name="connsiteY1" fmla="*/ 13519 h 360131"/>
                <a:gd name="connsiteX2" fmla="*/ 3608836 w 3988138"/>
                <a:gd name="connsiteY2" fmla="*/ 354515 h 360131"/>
                <a:gd name="connsiteX3" fmla="*/ 0 w 3988138"/>
                <a:gd name="connsiteY3" fmla="*/ 360131 h 360131"/>
                <a:gd name="connsiteX4" fmla="*/ 285490 w 3988138"/>
                <a:gd name="connsiteY4" fmla="*/ 0 h 360131"/>
                <a:gd name="connsiteX0" fmla="*/ 299670 w 4002318"/>
                <a:gd name="connsiteY0" fmla="*/ 0 h 360131"/>
                <a:gd name="connsiteX1" fmla="*/ 4002318 w 4002318"/>
                <a:gd name="connsiteY1" fmla="*/ 13519 h 360131"/>
                <a:gd name="connsiteX2" fmla="*/ 3623016 w 4002318"/>
                <a:gd name="connsiteY2" fmla="*/ 354515 h 360131"/>
                <a:gd name="connsiteX3" fmla="*/ 0 w 4002318"/>
                <a:gd name="connsiteY3" fmla="*/ 360131 h 360131"/>
                <a:gd name="connsiteX4" fmla="*/ 299670 w 4002318"/>
                <a:gd name="connsiteY4" fmla="*/ 0 h 360131"/>
                <a:gd name="connsiteX0" fmla="*/ 299670 w 3623016"/>
                <a:gd name="connsiteY0" fmla="*/ 0 h 360131"/>
                <a:gd name="connsiteX1" fmla="*/ 3615926 w 3623016"/>
                <a:gd name="connsiteY1" fmla="*/ 10070 h 360131"/>
                <a:gd name="connsiteX2" fmla="*/ 3623016 w 3623016"/>
                <a:gd name="connsiteY2" fmla="*/ 354515 h 360131"/>
                <a:gd name="connsiteX3" fmla="*/ 0 w 3623016"/>
                <a:gd name="connsiteY3" fmla="*/ 360131 h 360131"/>
                <a:gd name="connsiteX4" fmla="*/ 299670 w 3623016"/>
                <a:gd name="connsiteY4" fmla="*/ 0 h 360131"/>
                <a:gd name="connsiteX0" fmla="*/ 299670 w 3630106"/>
                <a:gd name="connsiteY0" fmla="*/ 277 h 360408"/>
                <a:gd name="connsiteX1" fmla="*/ 3630106 w 3630106"/>
                <a:gd name="connsiteY1" fmla="*/ 0 h 360408"/>
                <a:gd name="connsiteX2" fmla="*/ 3623016 w 3630106"/>
                <a:gd name="connsiteY2" fmla="*/ 354792 h 360408"/>
                <a:gd name="connsiteX3" fmla="*/ 0 w 3630106"/>
                <a:gd name="connsiteY3" fmla="*/ 360408 h 360408"/>
                <a:gd name="connsiteX4" fmla="*/ 299670 w 3630106"/>
                <a:gd name="connsiteY4" fmla="*/ 277 h 360408"/>
                <a:gd name="connsiteX0" fmla="*/ 299670 w 4037066"/>
                <a:gd name="connsiteY0" fmla="*/ 277 h 360408"/>
                <a:gd name="connsiteX1" fmla="*/ 4037066 w 4037066"/>
                <a:gd name="connsiteY1" fmla="*/ 0 h 360408"/>
                <a:gd name="connsiteX2" fmla="*/ 3623016 w 4037066"/>
                <a:gd name="connsiteY2" fmla="*/ 354792 h 360408"/>
                <a:gd name="connsiteX3" fmla="*/ 0 w 4037066"/>
                <a:gd name="connsiteY3" fmla="*/ 360408 h 360408"/>
                <a:gd name="connsiteX4" fmla="*/ 299670 w 4037066"/>
                <a:gd name="connsiteY4" fmla="*/ 277 h 360408"/>
                <a:gd name="connsiteX0" fmla="*/ 299670 w 4040151"/>
                <a:gd name="connsiteY0" fmla="*/ 277 h 360408"/>
                <a:gd name="connsiteX1" fmla="*/ 4037066 w 4040151"/>
                <a:gd name="connsiteY1" fmla="*/ 0 h 360408"/>
                <a:gd name="connsiteX2" fmla="*/ 4040151 w 4040151"/>
                <a:gd name="connsiteY2" fmla="*/ 354792 h 360408"/>
                <a:gd name="connsiteX3" fmla="*/ 0 w 4040151"/>
                <a:gd name="connsiteY3" fmla="*/ 360408 h 360408"/>
                <a:gd name="connsiteX4" fmla="*/ 299670 w 4040151"/>
                <a:gd name="connsiteY4" fmla="*/ 277 h 360408"/>
                <a:gd name="connsiteX0" fmla="*/ 299670 w 4037234"/>
                <a:gd name="connsiteY0" fmla="*/ 277 h 364692"/>
                <a:gd name="connsiteX1" fmla="*/ 4037066 w 4037234"/>
                <a:gd name="connsiteY1" fmla="*/ 0 h 364692"/>
                <a:gd name="connsiteX2" fmla="*/ 4035064 w 4037234"/>
                <a:gd name="connsiteY2" fmla="*/ 364692 h 364692"/>
                <a:gd name="connsiteX3" fmla="*/ 0 w 4037234"/>
                <a:gd name="connsiteY3" fmla="*/ 360408 h 364692"/>
                <a:gd name="connsiteX4" fmla="*/ 299670 w 4037234"/>
                <a:gd name="connsiteY4" fmla="*/ 277 h 3646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37234" h="364692">
                  <a:moveTo>
                    <a:pt x="299670" y="277"/>
                  </a:moveTo>
                  <a:lnTo>
                    <a:pt x="4037066" y="0"/>
                  </a:lnTo>
                  <a:cubicBezTo>
                    <a:pt x="4038094" y="118264"/>
                    <a:pt x="4034036" y="246428"/>
                    <a:pt x="4035064" y="364692"/>
                  </a:cubicBezTo>
                  <a:lnTo>
                    <a:pt x="0" y="360408"/>
                  </a:lnTo>
                  <a:lnTo>
                    <a:pt x="299670" y="277"/>
                  </a:lnTo>
                  <a:close/>
                </a:path>
              </a:pathLst>
            </a:custGeom>
            <a:solidFill>
              <a:srgbClr val="EF682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VN">
                <a:latin typeface="Arial" panose="020B0604020202020204" pitchFamily="34" charset="0"/>
                <a:cs typeface="Arial" panose="020B0604020202020204" pitchFamily="34" charset="0"/>
              </a:endParaRPr>
            </a:p>
          </p:txBody>
        </p:sp>
      </p:grpSp>
      <p:sp>
        <p:nvSpPr>
          <p:cNvPr id="6" name="Slide Number Placeholder 5"/>
          <p:cNvSpPr>
            <a:spLocks noGrp="1"/>
          </p:cNvSpPr>
          <p:nvPr>
            <p:ph type="sldNum" sz="quarter" idx="12"/>
          </p:nvPr>
        </p:nvSpPr>
        <p:spPr>
          <a:xfrm>
            <a:off x="7232097" y="6593881"/>
            <a:ext cx="1908332" cy="255190"/>
          </a:xfrm>
        </p:spPr>
        <p:txBody>
          <a:bodyPr/>
          <a:lstStyle>
            <a:lvl1pPr>
              <a:defRPr>
                <a:solidFill>
                  <a:schemeClr val="bg1"/>
                </a:solidFill>
                <a:latin typeface="Arial" panose="020B0604020202020204" pitchFamily="34" charset="0"/>
                <a:cs typeface="Arial" panose="020B0604020202020204" pitchFamily="34" charset="0"/>
              </a:defRPr>
            </a:lvl1pPr>
          </a:lstStyle>
          <a:p>
            <a:pPr>
              <a:defRPr/>
            </a:pPr>
            <a:fld id="{47A54EB7-AD52-4151-BFDC-C09D8FF73BF0}" type="slidenum">
              <a:rPr lang="en-VN"/>
              <a:pPr>
                <a:defRPr/>
              </a:pPr>
              <a:t>‹#›</a:t>
            </a:fld>
            <a:endParaRPr lang="en-VN"/>
          </a:p>
        </p:txBody>
      </p:sp>
    </p:spTree>
    <p:extLst>
      <p:ext uri="{BB962C8B-B14F-4D97-AF65-F5344CB8AC3E}">
        <p14:creationId xmlns:p14="http://schemas.microsoft.com/office/powerpoint/2010/main" val="28921635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28650" y="1087123"/>
            <a:ext cx="3886200" cy="5089840"/>
          </a:xfrm>
        </p:spPr>
        <p:txBody>
          <a:bodyPr vert="horz" lIns="91440" tIns="45720" rIns="91440" bIns="45720" rtlCol="0">
            <a:normAutofit/>
          </a:bodyPr>
          <a:lstStyle>
            <a:lvl1pPr>
              <a:defRPr lang="en-US" sz="2400" dirty="0"/>
            </a:lvl1pPr>
            <a:lvl2pPr>
              <a:defRPr lang="en-US" sz="2000" dirty="0"/>
            </a:lvl2pPr>
            <a:lvl3pPr>
              <a:defRPr lang="en-US" sz="1800" dirty="0"/>
            </a:lvl3pPr>
            <a:lvl4pPr>
              <a:defRPr lang="en-US" sz="1600" dirty="0"/>
            </a:lvl4pPr>
            <a:lvl5pPr>
              <a:defRPr lang="en-US" sz="1600" dirty="0"/>
            </a:lvl5pPr>
          </a:lstStyle>
          <a:p>
            <a:pPr lvl="0">
              <a:buFont typeface="Wingdings" pitchFamily="2" charset="2"/>
              <a:buChar char="§"/>
            </a:pPr>
            <a:r>
              <a:rPr lang="en-US" dirty="0"/>
              <a:t>Click to edit Master text styles</a:t>
            </a:r>
          </a:p>
          <a:p>
            <a:pPr lvl="1"/>
            <a:r>
              <a:rPr lang="en-US" dirty="0"/>
              <a:t>Second level</a:t>
            </a:r>
          </a:p>
          <a:p>
            <a:pPr lvl="2">
              <a:buFont typeface="Wingdings" pitchFamily="2" charset="2"/>
              <a:buChar char="ü"/>
            </a:pPr>
            <a:r>
              <a:rPr lang="en-US" dirty="0"/>
              <a:t>Third level</a:t>
            </a:r>
          </a:p>
          <a:p>
            <a:pPr lvl="3">
              <a:buFont typeface="Courier New" panose="02070309020205020404" pitchFamily="49" charset="0"/>
              <a:buChar char="o"/>
            </a:pPr>
            <a:r>
              <a:rPr lang="en-US" dirty="0"/>
              <a:t>Fourth level</a:t>
            </a:r>
          </a:p>
          <a:p>
            <a:pPr lvl="4">
              <a:buFont typeface="Courier New" panose="02070309020205020404" pitchFamily="49" charset="0"/>
              <a:buChar char="o"/>
            </a:pPr>
            <a:r>
              <a:rPr lang="en-US" dirty="0"/>
              <a:t>Fifth level</a:t>
            </a:r>
          </a:p>
        </p:txBody>
      </p:sp>
      <p:sp>
        <p:nvSpPr>
          <p:cNvPr id="4" name="Content Placeholder 3"/>
          <p:cNvSpPr>
            <a:spLocks noGrp="1"/>
          </p:cNvSpPr>
          <p:nvPr>
            <p:ph sz="half" idx="2"/>
          </p:nvPr>
        </p:nvSpPr>
        <p:spPr>
          <a:xfrm>
            <a:off x="4629150" y="1087123"/>
            <a:ext cx="3886200" cy="5089840"/>
          </a:xfrm>
        </p:spPr>
        <p:txBody>
          <a:bodyPr vert="horz" lIns="91440" tIns="45720" rIns="91440" bIns="45720" rtlCol="0">
            <a:normAutofit/>
          </a:bodyPr>
          <a:lstStyle>
            <a:lvl1pPr>
              <a:defRPr lang="en-US" sz="2400" dirty="0"/>
            </a:lvl1pPr>
            <a:lvl2pPr>
              <a:defRPr lang="en-US" sz="2000" dirty="0"/>
            </a:lvl2pPr>
            <a:lvl3pPr>
              <a:defRPr lang="en-US" sz="1800" dirty="0"/>
            </a:lvl3pPr>
            <a:lvl4pPr>
              <a:defRPr lang="en-US" sz="1600" dirty="0"/>
            </a:lvl4pPr>
            <a:lvl5pPr>
              <a:defRPr lang="en-US" sz="1600" dirty="0"/>
            </a:lvl5pPr>
          </a:lstStyle>
          <a:p>
            <a:pPr lvl="0">
              <a:buFont typeface="Wingdings" pitchFamily="2" charset="2"/>
              <a:buChar char="§"/>
            </a:pPr>
            <a:r>
              <a:rPr lang="en-US" dirty="0"/>
              <a:t>Click to edit Master text styles</a:t>
            </a:r>
          </a:p>
          <a:p>
            <a:pPr lvl="1"/>
            <a:r>
              <a:rPr lang="en-US" dirty="0"/>
              <a:t>Second level</a:t>
            </a:r>
          </a:p>
          <a:p>
            <a:pPr lvl="2">
              <a:buFont typeface="Wingdings" pitchFamily="2" charset="2"/>
              <a:buChar char="ü"/>
            </a:pPr>
            <a:r>
              <a:rPr lang="en-US" dirty="0"/>
              <a:t>Third level</a:t>
            </a:r>
          </a:p>
          <a:p>
            <a:pPr lvl="3">
              <a:buFont typeface="Courier New" panose="02070309020205020404" pitchFamily="49" charset="0"/>
              <a:buChar char="o"/>
            </a:pPr>
            <a:r>
              <a:rPr lang="en-US" dirty="0"/>
              <a:t>Fourth level</a:t>
            </a:r>
          </a:p>
          <a:p>
            <a:pPr lvl="4">
              <a:buFont typeface="Courier New" panose="02070309020205020404" pitchFamily="49" charset="0"/>
              <a:buChar char="o"/>
            </a:pPr>
            <a:r>
              <a:rPr lang="en-US" dirty="0"/>
              <a:t>Fifth level</a:t>
            </a:r>
          </a:p>
        </p:txBody>
      </p:sp>
      <p:grpSp>
        <p:nvGrpSpPr>
          <p:cNvPr id="9" name="Group 8">
            <a:extLst>
              <a:ext uri="{FF2B5EF4-FFF2-40B4-BE49-F238E27FC236}">
                <a16:creationId xmlns:a16="http://schemas.microsoft.com/office/drawing/2014/main" id="{94811183-FE81-A743-75F2-689E7F0011F1}"/>
              </a:ext>
            </a:extLst>
          </p:cNvPr>
          <p:cNvGrpSpPr/>
          <p:nvPr userDrawn="1"/>
        </p:nvGrpSpPr>
        <p:grpSpPr>
          <a:xfrm>
            <a:off x="-14287" y="568960"/>
            <a:ext cx="9188053" cy="228601"/>
            <a:chOff x="-14287" y="837009"/>
            <a:chExt cx="9188053" cy="228601"/>
          </a:xfrm>
        </p:grpSpPr>
        <p:cxnSp>
          <p:nvCxnSpPr>
            <p:cNvPr id="10" name="Straight Connector 9">
              <a:extLst>
                <a:ext uri="{FF2B5EF4-FFF2-40B4-BE49-F238E27FC236}">
                  <a16:creationId xmlns:a16="http://schemas.microsoft.com/office/drawing/2014/main" id="{6B738B5D-05E7-38D8-0288-50A9D2DD5412}"/>
                </a:ext>
              </a:extLst>
            </p:cNvPr>
            <p:cNvCxnSpPr>
              <a:cxnSpLocks/>
            </p:cNvCxnSpPr>
            <p:nvPr userDrawn="1"/>
          </p:nvCxnSpPr>
          <p:spPr>
            <a:xfrm>
              <a:off x="658416" y="976313"/>
              <a:ext cx="8515350" cy="0"/>
            </a:xfrm>
            <a:prstGeom prst="line">
              <a:avLst/>
            </a:prstGeom>
            <a:ln w="12700">
              <a:solidFill>
                <a:srgbClr val="EF6822"/>
              </a:solidFill>
            </a:ln>
          </p:spPr>
          <p:style>
            <a:lnRef idx="1">
              <a:schemeClr val="accent2"/>
            </a:lnRef>
            <a:fillRef idx="0">
              <a:schemeClr val="accent2"/>
            </a:fillRef>
            <a:effectRef idx="0">
              <a:schemeClr val="accent2"/>
            </a:effectRef>
            <a:fontRef idx="minor">
              <a:schemeClr val="tx1"/>
            </a:fontRef>
          </p:style>
        </p:cxnSp>
        <p:sp>
          <p:nvSpPr>
            <p:cNvPr id="11" name="Rectangle 16">
              <a:extLst>
                <a:ext uri="{FF2B5EF4-FFF2-40B4-BE49-F238E27FC236}">
                  <a16:creationId xmlns:a16="http://schemas.microsoft.com/office/drawing/2014/main" id="{493F3B2B-DB62-14A2-A4DD-AB6FB735E219}"/>
                </a:ext>
              </a:extLst>
            </p:cNvPr>
            <p:cNvSpPr/>
            <p:nvPr userDrawn="1"/>
          </p:nvSpPr>
          <p:spPr>
            <a:xfrm flipH="1" flipV="1">
              <a:off x="-14287" y="837009"/>
              <a:ext cx="954881" cy="228601"/>
            </a:xfrm>
            <a:custGeom>
              <a:avLst/>
              <a:gdLst>
                <a:gd name="connsiteX0" fmla="*/ 0 w 2523344"/>
                <a:gd name="connsiteY0" fmla="*/ 0 h 482600"/>
                <a:gd name="connsiteX1" fmla="*/ 2523344 w 2523344"/>
                <a:gd name="connsiteY1" fmla="*/ 0 h 482600"/>
                <a:gd name="connsiteX2" fmla="*/ 2523344 w 2523344"/>
                <a:gd name="connsiteY2" fmla="*/ 482600 h 482600"/>
                <a:gd name="connsiteX3" fmla="*/ 0 w 2523344"/>
                <a:gd name="connsiteY3" fmla="*/ 482600 h 482600"/>
                <a:gd name="connsiteX4" fmla="*/ 0 w 2523344"/>
                <a:gd name="connsiteY4" fmla="*/ 0 h 482600"/>
                <a:gd name="connsiteX0" fmla="*/ 524655 w 2523344"/>
                <a:gd name="connsiteY0" fmla="*/ 14990 h 482600"/>
                <a:gd name="connsiteX1" fmla="*/ 2523344 w 2523344"/>
                <a:gd name="connsiteY1" fmla="*/ 0 h 482600"/>
                <a:gd name="connsiteX2" fmla="*/ 2523344 w 2523344"/>
                <a:gd name="connsiteY2" fmla="*/ 482600 h 482600"/>
                <a:gd name="connsiteX3" fmla="*/ 0 w 2523344"/>
                <a:gd name="connsiteY3" fmla="*/ 482600 h 482600"/>
                <a:gd name="connsiteX4" fmla="*/ 524655 w 2523344"/>
                <a:gd name="connsiteY4" fmla="*/ 14990 h 482600"/>
                <a:gd name="connsiteX0" fmla="*/ 404734 w 2523344"/>
                <a:gd name="connsiteY0" fmla="*/ 44971 h 482600"/>
                <a:gd name="connsiteX1" fmla="*/ 2523344 w 2523344"/>
                <a:gd name="connsiteY1" fmla="*/ 0 h 482600"/>
                <a:gd name="connsiteX2" fmla="*/ 2523344 w 2523344"/>
                <a:gd name="connsiteY2" fmla="*/ 482600 h 482600"/>
                <a:gd name="connsiteX3" fmla="*/ 0 w 2523344"/>
                <a:gd name="connsiteY3" fmla="*/ 482600 h 482600"/>
                <a:gd name="connsiteX4" fmla="*/ 404734 w 2523344"/>
                <a:gd name="connsiteY4" fmla="*/ 44971 h 482600"/>
                <a:gd name="connsiteX0" fmla="*/ 404734 w 2523344"/>
                <a:gd name="connsiteY0" fmla="*/ 0 h 482600"/>
                <a:gd name="connsiteX1" fmla="*/ 2523344 w 2523344"/>
                <a:gd name="connsiteY1" fmla="*/ 0 h 482600"/>
                <a:gd name="connsiteX2" fmla="*/ 2523344 w 2523344"/>
                <a:gd name="connsiteY2" fmla="*/ 482600 h 482600"/>
                <a:gd name="connsiteX3" fmla="*/ 0 w 2523344"/>
                <a:gd name="connsiteY3" fmla="*/ 482600 h 482600"/>
                <a:gd name="connsiteX4" fmla="*/ 404734 w 2523344"/>
                <a:gd name="connsiteY4" fmla="*/ 0 h 482600"/>
                <a:gd name="connsiteX0" fmla="*/ 493662 w 2523344"/>
                <a:gd name="connsiteY0" fmla="*/ 10816 h 482600"/>
                <a:gd name="connsiteX1" fmla="*/ 2523344 w 2523344"/>
                <a:gd name="connsiteY1" fmla="*/ 0 h 482600"/>
                <a:gd name="connsiteX2" fmla="*/ 2523344 w 2523344"/>
                <a:gd name="connsiteY2" fmla="*/ 482600 h 482600"/>
                <a:gd name="connsiteX3" fmla="*/ 0 w 2523344"/>
                <a:gd name="connsiteY3" fmla="*/ 482600 h 482600"/>
                <a:gd name="connsiteX4" fmla="*/ 493662 w 2523344"/>
                <a:gd name="connsiteY4" fmla="*/ 10816 h 482600"/>
                <a:gd name="connsiteX0" fmla="*/ 371386 w 2523344"/>
                <a:gd name="connsiteY0" fmla="*/ 10816 h 482600"/>
                <a:gd name="connsiteX1" fmla="*/ 2523344 w 2523344"/>
                <a:gd name="connsiteY1" fmla="*/ 0 h 482600"/>
                <a:gd name="connsiteX2" fmla="*/ 2523344 w 2523344"/>
                <a:gd name="connsiteY2" fmla="*/ 482600 h 482600"/>
                <a:gd name="connsiteX3" fmla="*/ 0 w 2523344"/>
                <a:gd name="connsiteY3" fmla="*/ 482600 h 482600"/>
                <a:gd name="connsiteX4" fmla="*/ 371386 w 2523344"/>
                <a:gd name="connsiteY4" fmla="*/ 10816 h 482600"/>
                <a:gd name="connsiteX0" fmla="*/ 406017 w 2557975"/>
                <a:gd name="connsiteY0" fmla="*/ 10816 h 488215"/>
                <a:gd name="connsiteX1" fmla="*/ 2557975 w 2557975"/>
                <a:gd name="connsiteY1" fmla="*/ 0 h 488215"/>
                <a:gd name="connsiteX2" fmla="*/ 2557975 w 2557975"/>
                <a:gd name="connsiteY2" fmla="*/ 482600 h 488215"/>
                <a:gd name="connsiteX3" fmla="*/ 0 w 2557975"/>
                <a:gd name="connsiteY3" fmla="*/ 488215 h 488215"/>
                <a:gd name="connsiteX4" fmla="*/ 406017 w 2557975"/>
                <a:gd name="connsiteY4" fmla="*/ 10816 h 488215"/>
                <a:gd name="connsiteX0" fmla="*/ 406017 w 4108665"/>
                <a:gd name="connsiteY0" fmla="*/ 10816 h 488215"/>
                <a:gd name="connsiteX1" fmla="*/ 2557975 w 4108665"/>
                <a:gd name="connsiteY1" fmla="*/ 0 h 488215"/>
                <a:gd name="connsiteX2" fmla="*/ 4108665 w 4108665"/>
                <a:gd name="connsiteY2" fmla="*/ 482600 h 488215"/>
                <a:gd name="connsiteX3" fmla="*/ 0 w 4108665"/>
                <a:gd name="connsiteY3" fmla="*/ 488215 h 488215"/>
                <a:gd name="connsiteX4" fmla="*/ 406017 w 4108665"/>
                <a:gd name="connsiteY4" fmla="*/ 10816 h 488215"/>
                <a:gd name="connsiteX0" fmla="*/ 406017 w 4108665"/>
                <a:gd name="connsiteY0" fmla="*/ 10816 h 488215"/>
                <a:gd name="connsiteX1" fmla="*/ 4108665 w 4108665"/>
                <a:gd name="connsiteY1" fmla="*/ 0 h 488215"/>
                <a:gd name="connsiteX2" fmla="*/ 4108665 w 4108665"/>
                <a:gd name="connsiteY2" fmla="*/ 482600 h 488215"/>
                <a:gd name="connsiteX3" fmla="*/ 0 w 4108665"/>
                <a:gd name="connsiteY3" fmla="*/ 488215 h 488215"/>
                <a:gd name="connsiteX4" fmla="*/ 406017 w 4108665"/>
                <a:gd name="connsiteY4" fmla="*/ 10816 h 488215"/>
                <a:gd name="connsiteX0" fmla="*/ 406017 w 4108665"/>
                <a:gd name="connsiteY0" fmla="*/ 0 h 477399"/>
                <a:gd name="connsiteX1" fmla="*/ 4108665 w 4108665"/>
                <a:gd name="connsiteY1" fmla="*/ 13519 h 477399"/>
                <a:gd name="connsiteX2" fmla="*/ 4108665 w 4108665"/>
                <a:gd name="connsiteY2" fmla="*/ 471784 h 477399"/>
                <a:gd name="connsiteX3" fmla="*/ 0 w 4108665"/>
                <a:gd name="connsiteY3" fmla="*/ 477399 h 477399"/>
                <a:gd name="connsiteX4" fmla="*/ 406017 w 4108665"/>
                <a:gd name="connsiteY4" fmla="*/ 0 h 477399"/>
                <a:gd name="connsiteX0" fmla="*/ 406017 w 4108665"/>
                <a:gd name="connsiteY0" fmla="*/ 0 h 477399"/>
                <a:gd name="connsiteX1" fmla="*/ 4108665 w 4108665"/>
                <a:gd name="connsiteY1" fmla="*/ 13519 h 477399"/>
                <a:gd name="connsiteX2" fmla="*/ 1881358 w 4108665"/>
                <a:gd name="connsiteY2" fmla="*/ 471784 h 477399"/>
                <a:gd name="connsiteX3" fmla="*/ 0 w 4108665"/>
                <a:gd name="connsiteY3" fmla="*/ 477399 h 477399"/>
                <a:gd name="connsiteX4" fmla="*/ 406017 w 4108665"/>
                <a:gd name="connsiteY4" fmla="*/ 0 h 477399"/>
                <a:gd name="connsiteX0" fmla="*/ 406017 w 1905053"/>
                <a:gd name="connsiteY0" fmla="*/ 0 h 477399"/>
                <a:gd name="connsiteX1" fmla="*/ 1905053 w 1905053"/>
                <a:gd name="connsiteY1" fmla="*/ 1993 h 477399"/>
                <a:gd name="connsiteX2" fmla="*/ 1881358 w 1905053"/>
                <a:gd name="connsiteY2" fmla="*/ 471784 h 477399"/>
                <a:gd name="connsiteX3" fmla="*/ 0 w 1905053"/>
                <a:gd name="connsiteY3" fmla="*/ 477399 h 477399"/>
                <a:gd name="connsiteX4" fmla="*/ 406017 w 1905053"/>
                <a:gd name="connsiteY4" fmla="*/ 0 h 477399"/>
                <a:gd name="connsiteX0" fmla="*/ 406017 w 1881358"/>
                <a:gd name="connsiteY0" fmla="*/ 0 h 477399"/>
                <a:gd name="connsiteX1" fmla="*/ 1845816 w 1881358"/>
                <a:gd name="connsiteY1" fmla="*/ 1993 h 477399"/>
                <a:gd name="connsiteX2" fmla="*/ 1881358 w 1881358"/>
                <a:gd name="connsiteY2" fmla="*/ 471784 h 477399"/>
                <a:gd name="connsiteX3" fmla="*/ 0 w 1881358"/>
                <a:gd name="connsiteY3" fmla="*/ 477399 h 477399"/>
                <a:gd name="connsiteX4" fmla="*/ 406017 w 1881358"/>
                <a:gd name="connsiteY4" fmla="*/ 0 h 477399"/>
                <a:gd name="connsiteX0" fmla="*/ 406017 w 1881358"/>
                <a:gd name="connsiteY0" fmla="*/ 0 h 477399"/>
                <a:gd name="connsiteX1" fmla="*/ 1869510 w 1881358"/>
                <a:gd name="connsiteY1" fmla="*/ 25047 h 477399"/>
                <a:gd name="connsiteX2" fmla="*/ 1881358 w 1881358"/>
                <a:gd name="connsiteY2" fmla="*/ 471784 h 477399"/>
                <a:gd name="connsiteX3" fmla="*/ 0 w 1881358"/>
                <a:gd name="connsiteY3" fmla="*/ 477399 h 477399"/>
                <a:gd name="connsiteX4" fmla="*/ 406017 w 1881358"/>
                <a:gd name="connsiteY4" fmla="*/ 0 h 477399"/>
                <a:gd name="connsiteX0" fmla="*/ 406017 w 1886825"/>
                <a:gd name="connsiteY0" fmla="*/ 14263 h 491662"/>
                <a:gd name="connsiteX1" fmla="*/ 1886825 w 1886825"/>
                <a:gd name="connsiteY1" fmla="*/ 0 h 491662"/>
                <a:gd name="connsiteX2" fmla="*/ 1881358 w 1886825"/>
                <a:gd name="connsiteY2" fmla="*/ 486047 h 491662"/>
                <a:gd name="connsiteX3" fmla="*/ 0 w 1886825"/>
                <a:gd name="connsiteY3" fmla="*/ 491662 h 491662"/>
                <a:gd name="connsiteX4" fmla="*/ 406017 w 1886825"/>
                <a:gd name="connsiteY4" fmla="*/ 14263 h 491662"/>
                <a:gd name="connsiteX0" fmla="*/ 406017 w 1881586"/>
                <a:gd name="connsiteY0" fmla="*/ 0 h 477399"/>
                <a:gd name="connsiteX1" fmla="*/ 1875281 w 1881586"/>
                <a:gd name="connsiteY1" fmla="*/ 8200 h 477399"/>
                <a:gd name="connsiteX2" fmla="*/ 1881358 w 1881586"/>
                <a:gd name="connsiteY2" fmla="*/ 471784 h 477399"/>
                <a:gd name="connsiteX3" fmla="*/ 0 w 1881586"/>
                <a:gd name="connsiteY3" fmla="*/ 477399 h 477399"/>
                <a:gd name="connsiteX4" fmla="*/ 406017 w 1881586"/>
                <a:gd name="connsiteY4" fmla="*/ 0 h 477399"/>
                <a:gd name="connsiteX0" fmla="*/ 406017 w 1881851"/>
                <a:gd name="connsiteY0" fmla="*/ 3031 h 480430"/>
                <a:gd name="connsiteX1" fmla="*/ 1881052 w 1881851"/>
                <a:gd name="connsiteY1" fmla="*/ 0 h 480430"/>
                <a:gd name="connsiteX2" fmla="*/ 1881358 w 1881851"/>
                <a:gd name="connsiteY2" fmla="*/ 474815 h 480430"/>
                <a:gd name="connsiteX3" fmla="*/ 0 w 1881851"/>
                <a:gd name="connsiteY3" fmla="*/ 480430 h 480430"/>
                <a:gd name="connsiteX4" fmla="*/ 406017 w 1881851"/>
                <a:gd name="connsiteY4" fmla="*/ 3031 h 480430"/>
                <a:gd name="connsiteX0" fmla="*/ 406017 w 1881052"/>
                <a:gd name="connsiteY0" fmla="*/ 3031 h 480984"/>
                <a:gd name="connsiteX1" fmla="*/ 1881052 w 1881052"/>
                <a:gd name="connsiteY1" fmla="*/ 0 h 480984"/>
                <a:gd name="connsiteX2" fmla="*/ 1500907 w 1881052"/>
                <a:gd name="connsiteY2" fmla="*/ 480984 h 480984"/>
                <a:gd name="connsiteX3" fmla="*/ 0 w 1881052"/>
                <a:gd name="connsiteY3" fmla="*/ 480430 h 480984"/>
                <a:gd name="connsiteX4" fmla="*/ 406017 w 1881052"/>
                <a:gd name="connsiteY4" fmla="*/ 3031 h 480984"/>
                <a:gd name="connsiteX0" fmla="*/ 406017 w 1506942"/>
                <a:gd name="connsiteY0" fmla="*/ 0 h 477953"/>
                <a:gd name="connsiteX1" fmla="*/ 1506942 w 1506942"/>
                <a:gd name="connsiteY1" fmla="*/ 3138 h 477953"/>
                <a:gd name="connsiteX2" fmla="*/ 1500907 w 1506942"/>
                <a:gd name="connsiteY2" fmla="*/ 477953 h 477953"/>
                <a:gd name="connsiteX3" fmla="*/ 0 w 1506942"/>
                <a:gd name="connsiteY3" fmla="*/ 477399 h 477953"/>
                <a:gd name="connsiteX4" fmla="*/ 406017 w 1506942"/>
                <a:gd name="connsiteY4" fmla="*/ 0 h 477953"/>
                <a:gd name="connsiteX0" fmla="*/ 406017 w 1500941"/>
                <a:gd name="connsiteY0" fmla="*/ 0 h 477953"/>
                <a:gd name="connsiteX1" fmla="*/ 1433224 w 1500941"/>
                <a:gd name="connsiteY1" fmla="*/ 8260 h 477953"/>
                <a:gd name="connsiteX2" fmla="*/ 1500907 w 1500941"/>
                <a:gd name="connsiteY2" fmla="*/ 477953 h 477953"/>
                <a:gd name="connsiteX3" fmla="*/ 0 w 1500941"/>
                <a:gd name="connsiteY3" fmla="*/ 477399 h 477953"/>
                <a:gd name="connsiteX4" fmla="*/ 406017 w 1500941"/>
                <a:gd name="connsiteY4" fmla="*/ 0 h 477953"/>
                <a:gd name="connsiteX0" fmla="*/ 406017 w 1433224"/>
                <a:gd name="connsiteY0" fmla="*/ 0 h 477953"/>
                <a:gd name="connsiteX1" fmla="*/ 1433224 w 1433224"/>
                <a:gd name="connsiteY1" fmla="*/ 8260 h 477953"/>
                <a:gd name="connsiteX2" fmla="*/ 1421926 w 1433224"/>
                <a:gd name="connsiteY2" fmla="*/ 477953 h 477953"/>
                <a:gd name="connsiteX3" fmla="*/ 0 w 1433224"/>
                <a:gd name="connsiteY3" fmla="*/ 477399 h 477953"/>
                <a:gd name="connsiteX4" fmla="*/ 406017 w 1433224"/>
                <a:gd name="connsiteY4" fmla="*/ 0 h 477953"/>
                <a:gd name="connsiteX0" fmla="*/ 248052 w 1275259"/>
                <a:gd name="connsiteY0" fmla="*/ 0 h 477953"/>
                <a:gd name="connsiteX1" fmla="*/ 1275259 w 1275259"/>
                <a:gd name="connsiteY1" fmla="*/ 8260 h 477953"/>
                <a:gd name="connsiteX2" fmla="*/ 1263961 w 1275259"/>
                <a:gd name="connsiteY2" fmla="*/ 477953 h 477953"/>
                <a:gd name="connsiteX3" fmla="*/ 0 w 1275259"/>
                <a:gd name="connsiteY3" fmla="*/ 287842 h 477953"/>
                <a:gd name="connsiteX4" fmla="*/ 248052 w 1275259"/>
                <a:gd name="connsiteY4" fmla="*/ 0 h 477953"/>
                <a:gd name="connsiteX0" fmla="*/ 248052 w 1275259"/>
                <a:gd name="connsiteY0" fmla="*/ 0 h 303765"/>
                <a:gd name="connsiteX1" fmla="*/ 1275259 w 1275259"/>
                <a:gd name="connsiteY1" fmla="*/ 8260 h 303765"/>
                <a:gd name="connsiteX2" fmla="*/ 1248164 w 1275259"/>
                <a:gd name="connsiteY2" fmla="*/ 303765 h 303765"/>
                <a:gd name="connsiteX3" fmla="*/ 0 w 1275259"/>
                <a:gd name="connsiteY3" fmla="*/ 287842 h 303765"/>
                <a:gd name="connsiteX4" fmla="*/ 248052 w 1275259"/>
                <a:gd name="connsiteY4" fmla="*/ 0 h 303765"/>
                <a:gd name="connsiteX0" fmla="*/ 248052 w 1248931"/>
                <a:gd name="connsiteY0" fmla="*/ 0 h 303765"/>
                <a:gd name="connsiteX1" fmla="*/ 1248931 w 1248931"/>
                <a:gd name="connsiteY1" fmla="*/ 3137 h 303765"/>
                <a:gd name="connsiteX2" fmla="*/ 1248164 w 1248931"/>
                <a:gd name="connsiteY2" fmla="*/ 303765 h 303765"/>
                <a:gd name="connsiteX3" fmla="*/ 0 w 1248931"/>
                <a:gd name="connsiteY3" fmla="*/ 287842 h 303765"/>
                <a:gd name="connsiteX4" fmla="*/ 248052 w 1248931"/>
                <a:gd name="connsiteY4" fmla="*/ 0 h 303765"/>
                <a:gd name="connsiteX0" fmla="*/ 248052 w 1252492"/>
                <a:gd name="connsiteY0" fmla="*/ 0 h 288121"/>
                <a:gd name="connsiteX1" fmla="*/ 1248931 w 1252492"/>
                <a:gd name="connsiteY1" fmla="*/ 3137 h 288121"/>
                <a:gd name="connsiteX2" fmla="*/ 1252183 w 1252492"/>
                <a:gd name="connsiteY2" fmla="*/ 288121 h 288121"/>
                <a:gd name="connsiteX3" fmla="*/ 0 w 1252492"/>
                <a:gd name="connsiteY3" fmla="*/ 287842 h 288121"/>
                <a:gd name="connsiteX4" fmla="*/ 248052 w 1252492"/>
                <a:gd name="connsiteY4" fmla="*/ 0 h 288121"/>
                <a:gd name="connsiteX0" fmla="*/ 248052 w 1252251"/>
                <a:gd name="connsiteY0" fmla="*/ 0 h 288121"/>
                <a:gd name="connsiteX1" fmla="*/ 1220794 w 1252251"/>
                <a:gd name="connsiteY1" fmla="*/ 95 h 288121"/>
                <a:gd name="connsiteX2" fmla="*/ 1252183 w 1252251"/>
                <a:gd name="connsiteY2" fmla="*/ 288121 h 288121"/>
                <a:gd name="connsiteX3" fmla="*/ 0 w 1252251"/>
                <a:gd name="connsiteY3" fmla="*/ 287842 h 288121"/>
                <a:gd name="connsiteX4" fmla="*/ 248052 w 1252251"/>
                <a:gd name="connsiteY4" fmla="*/ 0 h 288121"/>
                <a:gd name="connsiteX0" fmla="*/ 248052 w 1252694"/>
                <a:gd name="connsiteY0" fmla="*/ 2947 h 291068"/>
                <a:gd name="connsiteX1" fmla="*/ 1252058 w 1252694"/>
                <a:gd name="connsiteY1" fmla="*/ 0 h 291068"/>
                <a:gd name="connsiteX2" fmla="*/ 1252183 w 1252694"/>
                <a:gd name="connsiteY2" fmla="*/ 291068 h 291068"/>
                <a:gd name="connsiteX3" fmla="*/ 0 w 1252694"/>
                <a:gd name="connsiteY3" fmla="*/ 290789 h 291068"/>
                <a:gd name="connsiteX4" fmla="*/ 248052 w 1252694"/>
                <a:gd name="connsiteY4" fmla="*/ 2947 h 2910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2694" h="291068">
                  <a:moveTo>
                    <a:pt x="248052" y="2947"/>
                  </a:moveTo>
                  <a:lnTo>
                    <a:pt x="1252058" y="0"/>
                  </a:lnTo>
                  <a:cubicBezTo>
                    <a:pt x="1250236" y="162016"/>
                    <a:pt x="1254005" y="129052"/>
                    <a:pt x="1252183" y="291068"/>
                  </a:cubicBezTo>
                  <a:lnTo>
                    <a:pt x="0" y="290789"/>
                  </a:lnTo>
                  <a:lnTo>
                    <a:pt x="248052" y="2947"/>
                  </a:lnTo>
                  <a:close/>
                </a:path>
              </a:pathLst>
            </a:custGeom>
            <a:solidFill>
              <a:srgbClr val="18459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VN">
                <a:latin typeface="Arial" panose="020B0604020202020204" pitchFamily="34" charset="0"/>
                <a:cs typeface="Arial" panose="020B0604020202020204" pitchFamily="34" charset="0"/>
              </a:endParaRPr>
            </a:p>
          </p:txBody>
        </p:sp>
      </p:grpSp>
      <p:sp>
        <p:nvSpPr>
          <p:cNvPr id="20" name="Title 1">
            <a:extLst>
              <a:ext uri="{FF2B5EF4-FFF2-40B4-BE49-F238E27FC236}">
                <a16:creationId xmlns:a16="http://schemas.microsoft.com/office/drawing/2014/main" id="{3082A8D0-BC8D-405C-3B45-BE4A0FCE487B}"/>
              </a:ext>
            </a:extLst>
          </p:cNvPr>
          <p:cNvSpPr>
            <a:spLocks noGrp="1"/>
          </p:cNvSpPr>
          <p:nvPr>
            <p:ph type="title"/>
          </p:nvPr>
        </p:nvSpPr>
        <p:spPr>
          <a:xfrm>
            <a:off x="940594" y="226774"/>
            <a:ext cx="7574756" cy="481806"/>
          </a:xfrm>
        </p:spPr>
        <p:txBody>
          <a:bodyPr>
            <a:normAutofit/>
          </a:bodyPr>
          <a:lstStyle>
            <a:lvl1pPr>
              <a:defRPr sz="3000">
                <a:solidFill>
                  <a:srgbClr val="EF6822"/>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22" name="Footer Placeholder 4">
            <a:extLst>
              <a:ext uri="{FF2B5EF4-FFF2-40B4-BE49-F238E27FC236}">
                <a16:creationId xmlns:a16="http://schemas.microsoft.com/office/drawing/2014/main" id="{1C2F6F76-A8F7-DCEA-D2C3-1EA1790D6769}"/>
              </a:ext>
            </a:extLst>
          </p:cNvPr>
          <p:cNvSpPr>
            <a:spLocks noGrp="1"/>
          </p:cNvSpPr>
          <p:nvPr>
            <p:ph type="ftr" sz="quarter" idx="11"/>
          </p:nvPr>
        </p:nvSpPr>
        <p:spPr>
          <a:xfrm>
            <a:off x="7977" y="6432947"/>
            <a:ext cx="6026112" cy="282178"/>
          </a:xfrm>
        </p:spPr>
        <p:txBody>
          <a:bodyPr/>
          <a:lstStyle>
            <a:lvl1pPr algn="l">
              <a:defRPr>
                <a:latin typeface="Arial" panose="020B0604020202020204" pitchFamily="34" charset="0"/>
                <a:cs typeface="Arial" panose="020B0604020202020204" pitchFamily="34" charset="0"/>
              </a:defRPr>
            </a:lvl1pPr>
          </a:lstStyle>
          <a:p>
            <a:pPr>
              <a:defRPr/>
            </a:pPr>
            <a:r>
              <a:rPr lang="en-US"/>
              <a:t>Bài 5: Hàm</a:t>
            </a:r>
            <a:endParaRPr lang="en-VN"/>
          </a:p>
        </p:txBody>
      </p:sp>
      <p:grpSp>
        <p:nvGrpSpPr>
          <p:cNvPr id="23" name="Group 22">
            <a:extLst>
              <a:ext uri="{FF2B5EF4-FFF2-40B4-BE49-F238E27FC236}">
                <a16:creationId xmlns:a16="http://schemas.microsoft.com/office/drawing/2014/main" id="{03BACCD8-EC07-F9A4-B070-34F78190BF6A}"/>
              </a:ext>
            </a:extLst>
          </p:cNvPr>
          <p:cNvGrpSpPr/>
          <p:nvPr userDrawn="1"/>
        </p:nvGrpSpPr>
        <p:grpSpPr>
          <a:xfrm>
            <a:off x="0" y="6474619"/>
            <a:ext cx="9160669" cy="383381"/>
            <a:chOff x="0" y="5648325"/>
            <a:chExt cx="9160669" cy="383381"/>
          </a:xfrm>
        </p:grpSpPr>
        <p:cxnSp>
          <p:nvCxnSpPr>
            <p:cNvPr id="24" name="Straight Connector 23">
              <a:extLst>
                <a:ext uri="{FF2B5EF4-FFF2-40B4-BE49-F238E27FC236}">
                  <a16:creationId xmlns:a16="http://schemas.microsoft.com/office/drawing/2014/main" id="{F9172563-C260-18AE-F91C-67F9A9FE2BD3}"/>
                </a:ext>
              </a:extLst>
            </p:cNvPr>
            <p:cNvCxnSpPr>
              <a:cxnSpLocks/>
            </p:cNvCxnSpPr>
            <p:nvPr userDrawn="1"/>
          </p:nvCxnSpPr>
          <p:spPr>
            <a:xfrm>
              <a:off x="0" y="5904310"/>
              <a:ext cx="6054329" cy="0"/>
            </a:xfrm>
            <a:prstGeom prst="line">
              <a:avLst/>
            </a:prstGeom>
            <a:ln w="12700">
              <a:solidFill>
                <a:srgbClr val="18459E"/>
              </a:solidFill>
            </a:ln>
          </p:spPr>
          <p:style>
            <a:lnRef idx="1">
              <a:schemeClr val="accent2"/>
            </a:lnRef>
            <a:fillRef idx="0">
              <a:schemeClr val="accent2"/>
            </a:fillRef>
            <a:effectRef idx="0">
              <a:schemeClr val="accent2"/>
            </a:effectRef>
            <a:fontRef idx="minor">
              <a:schemeClr val="tx1"/>
            </a:fontRef>
          </p:style>
        </p:cxnSp>
        <p:cxnSp>
          <p:nvCxnSpPr>
            <p:cNvPr id="25" name="Straight Connector 24">
              <a:extLst>
                <a:ext uri="{FF2B5EF4-FFF2-40B4-BE49-F238E27FC236}">
                  <a16:creationId xmlns:a16="http://schemas.microsoft.com/office/drawing/2014/main" id="{C00EF588-0469-BC8A-9819-4329B1DC8649}"/>
                </a:ext>
              </a:extLst>
            </p:cNvPr>
            <p:cNvCxnSpPr>
              <a:cxnSpLocks/>
            </p:cNvCxnSpPr>
            <p:nvPr userDrawn="1"/>
          </p:nvCxnSpPr>
          <p:spPr>
            <a:xfrm flipV="1">
              <a:off x="6054329" y="5648326"/>
              <a:ext cx="208359" cy="255985"/>
            </a:xfrm>
            <a:prstGeom prst="line">
              <a:avLst/>
            </a:prstGeom>
            <a:ln w="12700">
              <a:solidFill>
                <a:srgbClr val="18459E"/>
              </a:solidFill>
            </a:ln>
          </p:spPr>
          <p:style>
            <a:lnRef idx="1">
              <a:schemeClr val="accent2"/>
            </a:lnRef>
            <a:fillRef idx="0">
              <a:schemeClr val="accent2"/>
            </a:fillRef>
            <a:effectRef idx="0">
              <a:schemeClr val="accent2"/>
            </a:effectRef>
            <a:fontRef idx="minor">
              <a:schemeClr val="tx1"/>
            </a:fontRef>
          </p:style>
        </p:cxnSp>
        <p:cxnSp>
          <p:nvCxnSpPr>
            <p:cNvPr id="26" name="Straight Connector 25">
              <a:extLst>
                <a:ext uri="{FF2B5EF4-FFF2-40B4-BE49-F238E27FC236}">
                  <a16:creationId xmlns:a16="http://schemas.microsoft.com/office/drawing/2014/main" id="{FBCB4DBD-43B9-3398-3C6C-67320A63535D}"/>
                </a:ext>
              </a:extLst>
            </p:cNvPr>
            <p:cNvCxnSpPr>
              <a:cxnSpLocks/>
            </p:cNvCxnSpPr>
            <p:nvPr userDrawn="1"/>
          </p:nvCxnSpPr>
          <p:spPr>
            <a:xfrm>
              <a:off x="6262689" y="5648325"/>
              <a:ext cx="2893219" cy="0"/>
            </a:xfrm>
            <a:prstGeom prst="line">
              <a:avLst/>
            </a:prstGeom>
            <a:ln w="12700">
              <a:solidFill>
                <a:srgbClr val="18459E"/>
              </a:solidFill>
            </a:ln>
          </p:spPr>
          <p:style>
            <a:lnRef idx="1">
              <a:schemeClr val="accent2"/>
            </a:lnRef>
            <a:fillRef idx="0">
              <a:schemeClr val="accent2"/>
            </a:fillRef>
            <a:effectRef idx="0">
              <a:schemeClr val="accent2"/>
            </a:effectRef>
            <a:fontRef idx="minor">
              <a:schemeClr val="tx1"/>
            </a:fontRef>
          </p:style>
        </p:cxnSp>
        <p:sp>
          <p:nvSpPr>
            <p:cNvPr id="27" name="Rectangle 16">
              <a:extLst>
                <a:ext uri="{FF2B5EF4-FFF2-40B4-BE49-F238E27FC236}">
                  <a16:creationId xmlns:a16="http://schemas.microsoft.com/office/drawing/2014/main" id="{796F6862-D740-9E67-DDD1-5335774477AC}"/>
                </a:ext>
              </a:extLst>
            </p:cNvPr>
            <p:cNvSpPr/>
            <p:nvPr userDrawn="1"/>
          </p:nvSpPr>
          <p:spPr>
            <a:xfrm>
              <a:off x="6085285" y="5745956"/>
              <a:ext cx="3075384" cy="285750"/>
            </a:xfrm>
            <a:custGeom>
              <a:avLst/>
              <a:gdLst>
                <a:gd name="connsiteX0" fmla="*/ 0 w 2523344"/>
                <a:gd name="connsiteY0" fmla="*/ 0 h 482600"/>
                <a:gd name="connsiteX1" fmla="*/ 2523344 w 2523344"/>
                <a:gd name="connsiteY1" fmla="*/ 0 h 482600"/>
                <a:gd name="connsiteX2" fmla="*/ 2523344 w 2523344"/>
                <a:gd name="connsiteY2" fmla="*/ 482600 h 482600"/>
                <a:gd name="connsiteX3" fmla="*/ 0 w 2523344"/>
                <a:gd name="connsiteY3" fmla="*/ 482600 h 482600"/>
                <a:gd name="connsiteX4" fmla="*/ 0 w 2523344"/>
                <a:gd name="connsiteY4" fmla="*/ 0 h 482600"/>
                <a:gd name="connsiteX0" fmla="*/ 524655 w 2523344"/>
                <a:gd name="connsiteY0" fmla="*/ 14990 h 482600"/>
                <a:gd name="connsiteX1" fmla="*/ 2523344 w 2523344"/>
                <a:gd name="connsiteY1" fmla="*/ 0 h 482600"/>
                <a:gd name="connsiteX2" fmla="*/ 2523344 w 2523344"/>
                <a:gd name="connsiteY2" fmla="*/ 482600 h 482600"/>
                <a:gd name="connsiteX3" fmla="*/ 0 w 2523344"/>
                <a:gd name="connsiteY3" fmla="*/ 482600 h 482600"/>
                <a:gd name="connsiteX4" fmla="*/ 524655 w 2523344"/>
                <a:gd name="connsiteY4" fmla="*/ 14990 h 482600"/>
                <a:gd name="connsiteX0" fmla="*/ 404734 w 2523344"/>
                <a:gd name="connsiteY0" fmla="*/ 44971 h 482600"/>
                <a:gd name="connsiteX1" fmla="*/ 2523344 w 2523344"/>
                <a:gd name="connsiteY1" fmla="*/ 0 h 482600"/>
                <a:gd name="connsiteX2" fmla="*/ 2523344 w 2523344"/>
                <a:gd name="connsiteY2" fmla="*/ 482600 h 482600"/>
                <a:gd name="connsiteX3" fmla="*/ 0 w 2523344"/>
                <a:gd name="connsiteY3" fmla="*/ 482600 h 482600"/>
                <a:gd name="connsiteX4" fmla="*/ 404734 w 2523344"/>
                <a:gd name="connsiteY4" fmla="*/ 44971 h 482600"/>
                <a:gd name="connsiteX0" fmla="*/ 404734 w 2523344"/>
                <a:gd name="connsiteY0" fmla="*/ 0 h 482600"/>
                <a:gd name="connsiteX1" fmla="*/ 2523344 w 2523344"/>
                <a:gd name="connsiteY1" fmla="*/ 0 h 482600"/>
                <a:gd name="connsiteX2" fmla="*/ 2523344 w 2523344"/>
                <a:gd name="connsiteY2" fmla="*/ 482600 h 482600"/>
                <a:gd name="connsiteX3" fmla="*/ 0 w 2523344"/>
                <a:gd name="connsiteY3" fmla="*/ 482600 h 482600"/>
                <a:gd name="connsiteX4" fmla="*/ 404734 w 2523344"/>
                <a:gd name="connsiteY4" fmla="*/ 0 h 482600"/>
                <a:gd name="connsiteX0" fmla="*/ 493662 w 2523344"/>
                <a:gd name="connsiteY0" fmla="*/ 10816 h 482600"/>
                <a:gd name="connsiteX1" fmla="*/ 2523344 w 2523344"/>
                <a:gd name="connsiteY1" fmla="*/ 0 h 482600"/>
                <a:gd name="connsiteX2" fmla="*/ 2523344 w 2523344"/>
                <a:gd name="connsiteY2" fmla="*/ 482600 h 482600"/>
                <a:gd name="connsiteX3" fmla="*/ 0 w 2523344"/>
                <a:gd name="connsiteY3" fmla="*/ 482600 h 482600"/>
                <a:gd name="connsiteX4" fmla="*/ 493662 w 2523344"/>
                <a:gd name="connsiteY4" fmla="*/ 10816 h 482600"/>
                <a:gd name="connsiteX0" fmla="*/ 371386 w 2523344"/>
                <a:gd name="connsiteY0" fmla="*/ 10816 h 482600"/>
                <a:gd name="connsiteX1" fmla="*/ 2523344 w 2523344"/>
                <a:gd name="connsiteY1" fmla="*/ 0 h 482600"/>
                <a:gd name="connsiteX2" fmla="*/ 2523344 w 2523344"/>
                <a:gd name="connsiteY2" fmla="*/ 482600 h 482600"/>
                <a:gd name="connsiteX3" fmla="*/ 0 w 2523344"/>
                <a:gd name="connsiteY3" fmla="*/ 482600 h 482600"/>
                <a:gd name="connsiteX4" fmla="*/ 371386 w 2523344"/>
                <a:gd name="connsiteY4" fmla="*/ 10816 h 482600"/>
                <a:gd name="connsiteX0" fmla="*/ 406017 w 2557975"/>
                <a:gd name="connsiteY0" fmla="*/ 10816 h 488215"/>
                <a:gd name="connsiteX1" fmla="*/ 2557975 w 2557975"/>
                <a:gd name="connsiteY1" fmla="*/ 0 h 488215"/>
                <a:gd name="connsiteX2" fmla="*/ 2557975 w 2557975"/>
                <a:gd name="connsiteY2" fmla="*/ 482600 h 488215"/>
                <a:gd name="connsiteX3" fmla="*/ 0 w 2557975"/>
                <a:gd name="connsiteY3" fmla="*/ 488215 h 488215"/>
                <a:gd name="connsiteX4" fmla="*/ 406017 w 2557975"/>
                <a:gd name="connsiteY4" fmla="*/ 10816 h 488215"/>
                <a:gd name="connsiteX0" fmla="*/ 406017 w 4108665"/>
                <a:gd name="connsiteY0" fmla="*/ 10816 h 488215"/>
                <a:gd name="connsiteX1" fmla="*/ 2557975 w 4108665"/>
                <a:gd name="connsiteY1" fmla="*/ 0 h 488215"/>
                <a:gd name="connsiteX2" fmla="*/ 4108665 w 4108665"/>
                <a:gd name="connsiteY2" fmla="*/ 482600 h 488215"/>
                <a:gd name="connsiteX3" fmla="*/ 0 w 4108665"/>
                <a:gd name="connsiteY3" fmla="*/ 488215 h 488215"/>
                <a:gd name="connsiteX4" fmla="*/ 406017 w 4108665"/>
                <a:gd name="connsiteY4" fmla="*/ 10816 h 488215"/>
                <a:gd name="connsiteX0" fmla="*/ 406017 w 4108665"/>
                <a:gd name="connsiteY0" fmla="*/ 10816 h 488215"/>
                <a:gd name="connsiteX1" fmla="*/ 4108665 w 4108665"/>
                <a:gd name="connsiteY1" fmla="*/ 0 h 488215"/>
                <a:gd name="connsiteX2" fmla="*/ 4108665 w 4108665"/>
                <a:gd name="connsiteY2" fmla="*/ 482600 h 488215"/>
                <a:gd name="connsiteX3" fmla="*/ 0 w 4108665"/>
                <a:gd name="connsiteY3" fmla="*/ 488215 h 488215"/>
                <a:gd name="connsiteX4" fmla="*/ 406017 w 4108665"/>
                <a:gd name="connsiteY4" fmla="*/ 10816 h 488215"/>
                <a:gd name="connsiteX0" fmla="*/ 406017 w 4108665"/>
                <a:gd name="connsiteY0" fmla="*/ 0 h 477399"/>
                <a:gd name="connsiteX1" fmla="*/ 4108665 w 4108665"/>
                <a:gd name="connsiteY1" fmla="*/ 13519 h 477399"/>
                <a:gd name="connsiteX2" fmla="*/ 4108665 w 4108665"/>
                <a:gd name="connsiteY2" fmla="*/ 471784 h 477399"/>
                <a:gd name="connsiteX3" fmla="*/ 0 w 4108665"/>
                <a:gd name="connsiteY3" fmla="*/ 477399 h 477399"/>
                <a:gd name="connsiteX4" fmla="*/ 406017 w 4108665"/>
                <a:gd name="connsiteY4" fmla="*/ 0 h 477399"/>
                <a:gd name="connsiteX0" fmla="*/ 289036 w 3991684"/>
                <a:gd name="connsiteY0" fmla="*/ 0 h 471784"/>
                <a:gd name="connsiteX1" fmla="*/ 3991684 w 3991684"/>
                <a:gd name="connsiteY1" fmla="*/ 13519 h 471784"/>
                <a:gd name="connsiteX2" fmla="*/ 3991684 w 3991684"/>
                <a:gd name="connsiteY2" fmla="*/ 471784 h 471784"/>
                <a:gd name="connsiteX3" fmla="*/ 0 w 3991684"/>
                <a:gd name="connsiteY3" fmla="*/ 356682 h 471784"/>
                <a:gd name="connsiteX4" fmla="*/ 289036 w 3991684"/>
                <a:gd name="connsiteY4" fmla="*/ 0 h 471784"/>
                <a:gd name="connsiteX0" fmla="*/ 274856 w 3977504"/>
                <a:gd name="connsiteY0" fmla="*/ 0 h 471784"/>
                <a:gd name="connsiteX1" fmla="*/ 3977504 w 3977504"/>
                <a:gd name="connsiteY1" fmla="*/ 13519 h 471784"/>
                <a:gd name="connsiteX2" fmla="*/ 3977504 w 3977504"/>
                <a:gd name="connsiteY2" fmla="*/ 471784 h 471784"/>
                <a:gd name="connsiteX3" fmla="*/ 0 w 3977504"/>
                <a:gd name="connsiteY3" fmla="*/ 360131 h 471784"/>
                <a:gd name="connsiteX4" fmla="*/ 274856 w 3977504"/>
                <a:gd name="connsiteY4" fmla="*/ 0 h 471784"/>
                <a:gd name="connsiteX0" fmla="*/ 292580 w 3995228"/>
                <a:gd name="connsiteY0" fmla="*/ 0 h 471784"/>
                <a:gd name="connsiteX1" fmla="*/ 3995228 w 3995228"/>
                <a:gd name="connsiteY1" fmla="*/ 13519 h 471784"/>
                <a:gd name="connsiteX2" fmla="*/ 3995228 w 3995228"/>
                <a:gd name="connsiteY2" fmla="*/ 471784 h 471784"/>
                <a:gd name="connsiteX3" fmla="*/ 0 w 3995228"/>
                <a:gd name="connsiteY3" fmla="*/ 367029 h 471784"/>
                <a:gd name="connsiteX4" fmla="*/ 292580 w 3995228"/>
                <a:gd name="connsiteY4" fmla="*/ 0 h 471784"/>
                <a:gd name="connsiteX0" fmla="*/ 292580 w 3995228"/>
                <a:gd name="connsiteY0" fmla="*/ 0 h 385558"/>
                <a:gd name="connsiteX1" fmla="*/ 3995228 w 3995228"/>
                <a:gd name="connsiteY1" fmla="*/ 13519 h 385558"/>
                <a:gd name="connsiteX2" fmla="*/ 3662009 w 3995228"/>
                <a:gd name="connsiteY2" fmla="*/ 385558 h 385558"/>
                <a:gd name="connsiteX3" fmla="*/ 0 w 3995228"/>
                <a:gd name="connsiteY3" fmla="*/ 367029 h 385558"/>
                <a:gd name="connsiteX4" fmla="*/ 292580 w 3995228"/>
                <a:gd name="connsiteY4" fmla="*/ 0 h 385558"/>
                <a:gd name="connsiteX0" fmla="*/ 292580 w 3995228"/>
                <a:gd name="connsiteY0" fmla="*/ 0 h 367029"/>
                <a:gd name="connsiteX1" fmla="*/ 3995228 w 3995228"/>
                <a:gd name="connsiteY1" fmla="*/ 13519 h 367029"/>
                <a:gd name="connsiteX2" fmla="*/ 3640740 w 3995228"/>
                <a:gd name="connsiteY2" fmla="*/ 347618 h 367029"/>
                <a:gd name="connsiteX3" fmla="*/ 0 w 3995228"/>
                <a:gd name="connsiteY3" fmla="*/ 367029 h 367029"/>
                <a:gd name="connsiteX4" fmla="*/ 292580 w 3995228"/>
                <a:gd name="connsiteY4" fmla="*/ 0 h 367029"/>
                <a:gd name="connsiteX0" fmla="*/ 292580 w 3995228"/>
                <a:gd name="connsiteY0" fmla="*/ 0 h 367029"/>
                <a:gd name="connsiteX1" fmla="*/ 3995228 w 3995228"/>
                <a:gd name="connsiteY1" fmla="*/ 13519 h 367029"/>
                <a:gd name="connsiteX2" fmla="*/ 3630105 w 3995228"/>
                <a:gd name="connsiteY2" fmla="*/ 213104 h 367029"/>
                <a:gd name="connsiteX3" fmla="*/ 0 w 3995228"/>
                <a:gd name="connsiteY3" fmla="*/ 367029 h 367029"/>
                <a:gd name="connsiteX4" fmla="*/ 292580 w 3995228"/>
                <a:gd name="connsiteY4" fmla="*/ 0 h 367029"/>
                <a:gd name="connsiteX0" fmla="*/ 292580 w 3995228"/>
                <a:gd name="connsiteY0" fmla="*/ 0 h 367029"/>
                <a:gd name="connsiteX1" fmla="*/ 3995228 w 3995228"/>
                <a:gd name="connsiteY1" fmla="*/ 13519 h 367029"/>
                <a:gd name="connsiteX2" fmla="*/ 3615926 w 3995228"/>
                <a:gd name="connsiteY2" fmla="*/ 354515 h 367029"/>
                <a:gd name="connsiteX3" fmla="*/ 0 w 3995228"/>
                <a:gd name="connsiteY3" fmla="*/ 367029 h 367029"/>
                <a:gd name="connsiteX4" fmla="*/ 292580 w 3995228"/>
                <a:gd name="connsiteY4" fmla="*/ 0 h 367029"/>
                <a:gd name="connsiteX0" fmla="*/ 278400 w 3981048"/>
                <a:gd name="connsiteY0" fmla="*/ 0 h 360131"/>
                <a:gd name="connsiteX1" fmla="*/ 3981048 w 3981048"/>
                <a:gd name="connsiteY1" fmla="*/ 13519 h 360131"/>
                <a:gd name="connsiteX2" fmla="*/ 3601746 w 3981048"/>
                <a:gd name="connsiteY2" fmla="*/ 354515 h 360131"/>
                <a:gd name="connsiteX3" fmla="*/ 0 w 3981048"/>
                <a:gd name="connsiteY3" fmla="*/ 360131 h 360131"/>
                <a:gd name="connsiteX4" fmla="*/ 278400 w 3981048"/>
                <a:gd name="connsiteY4" fmla="*/ 0 h 360131"/>
                <a:gd name="connsiteX0" fmla="*/ 285490 w 3988138"/>
                <a:gd name="connsiteY0" fmla="*/ 0 h 360131"/>
                <a:gd name="connsiteX1" fmla="*/ 3988138 w 3988138"/>
                <a:gd name="connsiteY1" fmla="*/ 13519 h 360131"/>
                <a:gd name="connsiteX2" fmla="*/ 3608836 w 3988138"/>
                <a:gd name="connsiteY2" fmla="*/ 354515 h 360131"/>
                <a:gd name="connsiteX3" fmla="*/ 0 w 3988138"/>
                <a:gd name="connsiteY3" fmla="*/ 360131 h 360131"/>
                <a:gd name="connsiteX4" fmla="*/ 285490 w 3988138"/>
                <a:gd name="connsiteY4" fmla="*/ 0 h 360131"/>
                <a:gd name="connsiteX0" fmla="*/ 299670 w 4002318"/>
                <a:gd name="connsiteY0" fmla="*/ 0 h 360131"/>
                <a:gd name="connsiteX1" fmla="*/ 4002318 w 4002318"/>
                <a:gd name="connsiteY1" fmla="*/ 13519 h 360131"/>
                <a:gd name="connsiteX2" fmla="*/ 3623016 w 4002318"/>
                <a:gd name="connsiteY2" fmla="*/ 354515 h 360131"/>
                <a:gd name="connsiteX3" fmla="*/ 0 w 4002318"/>
                <a:gd name="connsiteY3" fmla="*/ 360131 h 360131"/>
                <a:gd name="connsiteX4" fmla="*/ 299670 w 4002318"/>
                <a:gd name="connsiteY4" fmla="*/ 0 h 360131"/>
                <a:gd name="connsiteX0" fmla="*/ 299670 w 3623016"/>
                <a:gd name="connsiteY0" fmla="*/ 0 h 360131"/>
                <a:gd name="connsiteX1" fmla="*/ 3615926 w 3623016"/>
                <a:gd name="connsiteY1" fmla="*/ 10070 h 360131"/>
                <a:gd name="connsiteX2" fmla="*/ 3623016 w 3623016"/>
                <a:gd name="connsiteY2" fmla="*/ 354515 h 360131"/>
                <a:gd name="connsiteX3" fmla="*/ 0 w 3623016"/>
                <a:gd name="connsiteY3" fmla="*/ 360131 h 360131"/>
                <a:gd name="connsiteX4" fmla="*/ 299670 w 3623016"/>
                <a:gd name="connsiteY4" fmla="*/ 0 h 360131"/>
                <a:gd name="connsiteX0" fmla="*/ 299670 w 3630106"/>
                <a:gd name="connsiteY0" fmla="*/ 277 h 360408"/>
                <a:gd name="connsiteX1" fmla="*/ 3630106 w 3630106"/>
                <a:gd name="connsiteY1" fmla="*/ 0 h 360408"/>
                <a:gd name="connsiteX2" fmla="*/ 3623016 w 3630106"/>
                <a:gd name="connsiteY2" fmla="*/ 354792 h 360408"/>
                <a:gd name="connsiteX3" fmla="*/ 0 w 3630106"/>
                <a:gd name="connsiteY3" fmla="*/ 360408 h 360408"/>
                <a:gd name="connsiteX4" fmla="*/ 299670 w 3630106"/>
                <a:gd name="connsiteY4" fmla="*/ 277 h 360408"/>
                <a:gd name="connsiteX0" fmla="*/ 299670 w 4037066"/>
                <a:gd name="connsiteY0" fmla="*/ 277 h 360408"/>
                <a:gd name="connsiteX1" fmla="*/ 4037066 w 4037066"/>
                <a:gd name="connsiteY1" fmla="*/ 0 h 360408"/>
                <a:gd name="connsiteX2" fmla="*/ 3623016 w 4037066"/>
                <a:gd name="connsiteY2" fmla="*/ 354792 h 360408"/>
                <a:gd name="connsiteX3" fmla="*/ 0 w 4037066"/>
                <a:gd name="connsiteY3" fmla="*/ 360408 h 360408"/>
                <a:gd name="connsiteX4" fmla="*/ 299670 w 4037066"/>
                <a:gd name="connsiteY4" fmla="*/ 277 h 360408"/>
                <a:gd name="connsiteX0" fmla="*/ 299670 w 4040151"/>
                <a:gd name="connsiteY0" fmla="*/ 277 h 360408"/>
                <a:gd name="connsiteX1" fmla="*/ 4037066 w 4040151"/>
                <a:gd name="connsiteY1" fmla="*/ 0 h 360408"/>
                <a:gd name="connsiteX2" fmla="*/ 4040151 w 4040151"/>
                <a:gd name="connsiteY2" fmla="*/ 354792 h 360408"/>
                <a:gd name="connsiteX3" fmla="*/ 0 w 4040151"/>
                <a:gd name="connsiteY3" fmla="*/ 360408 h 360408"/>
                <a:gd name="connsiteX4" fmla="*/ 299670 w 4040151"/>
                <a:gd name="connsiteY4" fmla="*/ 277 h 360408"/>
                <a:gd name="connsiteX0" fmla="*/ 299670 w 4037234"/>
                <a:gd name="connsiteY0" fmla="*/ 277 h 364692"/>
                <a:gd name="connsiteX1" fmla="*/ 4037066 w 4037234"/>
                <a:gd name="connsiteY1" fmla="*/ 0 h 364692"/>
                <a:gd name="connsiteX2" fmla="*/ 4035064 w 4037234"/>
                <a:gd name="connsiteY2" fmla="*/ 364692 h 364692"/>
                <a:gd name="connsiteX3" fmla="*/ 0 w 4037234"/>
                <a:gd name="connsiteY3" fmla="*/ 360408 h 364692"/>
                <a:gd name="connsiteX4" fmla="*/ 299670 w 4037234"/>
                <a:gd name="connsiteY4" fmla="*/ 277 h 3646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37234" h="364692">
                  <a:moveTo>
                    <a:pt x="299670" y="277"/>
                  </a:moveTo>
                  <a:lnTo>
                    <a:pt x="4037066" y="0"/>
                  </a:lnTo>
                  <a:cubicBezTo>
                    <a:pt x="4038094" y="118264"/>
                    <a:pt x="4034036" y="246428"/>
                    <a:pt x="4035064" y="364692"/>
                  </a:cubicBezTo>
                  <a:lnTo>
                    <a:pt x="0" y="360408"/>
                  </a:lnTo>
                  <a:lnTo>
                    <a:pt x="299670" y="277"/>
                  </a:lnTo>
                  <a:close/>
                </a:path>
              </a:pathLst>
            </a:custGeom>
            <a:solidFill>
              <a:srgbClr val="EF682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VN">
                <a:latin typeface="Arial" panose="020B0604020202020204" pitchFamily="34" charset="0"/>
                <a:cs typeface="Arial" panose="020B0604020202020204" pitchFamily="34" charset="0"/>
              </a:endParaRPr>
            </a:p>
          </p:txBody>
        </p:sp>
      </p:grpSp>
      <p:sp>
        <p:nvSpPr>
          <p:cNvPr id="28" name="Slide Number Placeholder 5">
            <a:extLst>
              <a:ext uri="{FF2B5EF4-FFF2-40B4-BE49-F238E27FC236}">
                <a16:creationId xmlns:a16="http://schemas.microsoft.com/office/drawing/2014/main" id="{B6935880-8A5A-8F56-7A91-3FE26B19DFC5}"/>
              </a:ext>
            </a:extLst>
          </p:cNvPr>
          <p:cNvSpPr>
            <a:spLocks noGrp="1"/>
          </p:cNvSpPr>
          <p:nvPr>
            <p:ph type="sldNum" sz="quarter" idx="12"/>
          </p:nvPr>
        </p:nvSpPr>
        <p:spPr>
          <a:xfrm>
            <a:off x="7232097" y="6593881"/>
            <a:ext cx="1908332" cy="255190"/>
          </a:xfrm>
        </p:spPr>
        <p:txBody>
          <a:bodyPr/>
          <a:lstStyle>
            <a:lvl1pPr>
              <a:defRPr>
                <a:solidFill>
                  <a:schemeClr val="bg1"/>
                </a:solidFill>
                <a:latin typeface="Arial" panose="020B0604020202020204" pitchFamily="34" charset="0"/>
                <a:cs typeface="Arial" panose="020B0604020202020204" pitchFamily="34" charset="0"/>
              </a:defRPr>
            </a:lvl1pPr>
          </a:lstStyle>
          <a:p>
            <a:pPr>
              <a:defRPr/>
            </a:pPr>
            <a:fld id="{47A54EB7-AD52-4151-BFDC-C09D8FF73BF0}" type="slidenum">
              <a:rPr lang="en-VN"/>
              <a:pPr>
                <a:defRPr/>
              </a:pPr>
              <a:t>‹#›</a:t>
            </a:fld>
            <a:endParaRPr lang="en-VN"/>
          </a:p>
        </p:txBody>
      </p:sp>
    </p:spTree>
    <p:extLst>
      <p:ext uri="{BB962C8B-B14F-4D97-AF65-F5344CB8AC3E}">
        <p14:creationId xmlns:p14="http://schemas.microsoft.com/office/powerpoint/2010/main" val="22391261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29842" y="1366203"/>
            <a:ext cx="3868340" cy="823912"/>
          </a:xfrm>
        </p:spPr>
        <p:txBody>
          <a:bodyPr anchor="b">
            <a:normAutofit/>
          </a:bodyPr>
          <a:lstStyle>
            <a:lvl1pPr marL="0" indent="0" algn="ctr">
              <a:buNone/>
              <a:defRPr sz="2600" b="1">
                <a:solidFill>
                  <a:srgbClr val="EF682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29842" y="2190115"/>
            <a:ext cx="3868340" cy="3684588"/>
          </a:xfrm>
        </p:spPr>
        <p:txBody>
          <a:bodyPr vert="horz" lIns="91440" tIns="45720" rIns="91440" bIns="45720" rtlCol="0">
            <a:normAutofit/>
          </a:bodyPr>
          <a:lstStyle>
            <a:lvl1pPr>
              <a:defRPr lang="en-US" sz="2400" dirty="0"/>
            </a:lvl1pPr>
            <a:lvl2pPr>
              <a:defRPr lang="en-US" sz="2000" dirty="0"/>
            </a:lvl2pPr>
            <a:lvl3pPr>
              <a:defRPr lang="en-US" sz="1800" dirty="0"/>
            </a:lvl3pPr>
            <a:lvl4pPr>
              <a:defRPr lang="en-US" sz="1600" dirty="0"/>
            </a:lvl4pPr>
            <a:lvl5pPr>
              <a:defRPr lang="en-US" sz="1600" dirty="0"/>
            </a:lvl5pPr>
          </a:lstStyle>
          <a:p>
            <a:pPr lvl="0">
              <a:buFont typeface="Wingdings" pitchFamily="2" charset="2"/>
              <a:buChar char="§"/>
            </a:pPr>
            <a:r>
              <a:rPr lang="en-US" dirty="0"/>
              <a:t>Click to edit Master text styles</a:t>
            </a:r>
          </a:p>
          <a:p>
            <a:pPr lvl="1"/>
            <a:r>
              <a:rPr lang="en-US" dirty="0"/>
              <a:t>Second level</a:t>
            </a:r>
          </a:p>
          <a:p>
            <a:pPr lvl="2">
              <a:buFont typeface="Wingdings" pitchFamily="2" charset="2"/>
              <a:buChar char="ü"/>
            </a:pPr>
            <a:r>
              <a:rPr lang="en-US" dirty="0"/>
              <a:t>Third level</a:t>
            </a:r>
          </a:p>
          <a:p>
            <a:pPr lvl="3">
              <a:buFont typeface="Courier New" panose="02070309020205020404" pitchFamily="49" charset="0"/>
              <a:buChar char="o"/>
            </a:pPr>
            <a:r>
              <a:rPr lang="en-US" dirty="0"/>
              <a:t>Fourth level</a:t>
            </a:r>
          </a:p>
          <a:p>
            <a:pPr lvl="4">
              <a:buFont typeface="Courier New" panose="02070309020205020404" pitchFamily="49" charset="0"/>
              <a:buChar char="o"/>
            </a:pPr>
            <a:r>
              <a:rPr lang="en-US" dirty="0"/>
              <a:t>Fifth level</a:t>
            </a:r>
          </a:p>
        </p:txBody>
      </p:sp>
      <p:sp>
        <p:nvSpPr>
          <p:cNvPr id="5" name="Text Placeholder 4"/>
          <p:cNvSpPr>
            <a:spLocks noGrp="1"/>
          </p:cNvSpPr>
          <p:nvPr>
            <p:ph type="body" sz="quarter" idx="3"/>
          </p:nvPr>
        </p:nvSpPr>
        <p:spPr>
          <a:xfrm>
            <a:off x="4629150" y="1366203"/>
            <a:ext cx="3887391" cy="823912"/>
          </a:xfrm>
        </p:spPr>
        <p:txBody>
          <a:bodyPr anchor="b">
            <a:normAutofit/>
          </a:bodyPr>
          <a:lstStyle>
            <a:lvl1pPr marL="0" indent="0" algn="ctr">
              <a:buNone/>
              <a:defRPr sz="2600" b="1">
                <a:solidFill>
                  <a:srgbClr val="EF682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29150" y="2190115"/>
            <a:ext cx="3887391" cy="3684588"/>
          </a:xfrm>
        </p:spPr>
        <p:txBody>
          <a:bodyPr vert="horz" lIns="91440" tIns="45720" rIns="91440" bIns="45720" rtlCol="0">
            <a:normAutofit/>
          </a:bodyPr>
          <a:lstStyle>
            <a:lvl1pPr>
              <a:defRPr lang="en-US" sz="2400" dirty="0"/>
            </a:lvl1pPr>
            <a:lvl2pPr>
              <a:defRPr lang="en-US" sz="2000" dirty="0"/>
            </a:lvl2pPr>
            <a:lvl3pPr>
              <a:defRPr lang="en-US" sz="1800" dirty="0"/>
            </a:lvl3pPr>
            <a:lvl4pPr>
              <a:defRPr lang="en-US" sz="1600" dirty="0"/>
            </a:lvl4pPr>
            <a:lvl5pPr>
              <a:defRPr lang="en-US" sz="1600" dirty="0"/>
            </a:lvl5pPr>
          </a:lstStyle>
          <a:p>
            <a:pPr lvl="0">
              <a:buFont typeface="Wingdings" pitchFamily="2" charset="2"/>
              <a:buChar char="§"/>
            </a:pPr>
            <a:r>
              <a:rPr lang="en-US" dirty="0"/>
              <a:t>Click to edit Master text styles</a:t>
            </a:r>
          </a:p>
          <a:p>
            <a:pPr lvl="1"/>
            <a:r>
              <a:rPr lang="en-US" dirty="0"/>
              <a:t>Second level</a:t>
            </a:r>
          </a:p>
          <a:p>
            <a:pPr lvl="2">
              <a:buFont typeface="Wingdings" pitchFamily="2" charset="2"/>
              <a:buChar char="ü"/>
            </a:pPr>
            <a:r>
              <a:rPr lang="en-US" dirty="0"/>
              <a:t>Third level</a:t>
            </a:r>
          </a:p>
          <a:p>
            <a:pPr lvl="3">
              <a:buFont typeface="Courier New" panose="02070309020205020404" pitchFamily="49" charset="0"/>
              <a:buChar char="o"/>
            </a:pPr>
            <a:r>
              <a:rPr lang="en-US" dirty="0"/>
              <a:t>Fourth level</a:t>
            </a:r>
          </a:p>
          <a:p>
            <a:pPr lvl="4">
              <a:buFont typeface="Courier New" panose="02070309020205020404" pitchFamily="49" charset="0"/>
              <a:buChar char="o"/>
            </a:pPr>
            <a:r>
              <a:rPr lang="en-US" dirty="0"/>
              <a:t>Fifth level</a:t>
            </a:r>
          </a:p>
        </p:txBody>
      </p:sp>
      <p:grpSp>
        <p:nvGrpSpPr>
          <p:cNvPr id="10" name="Group 9">
            <a:extLst>
              <a:ext uri="{FF2B5EF4-FFF2-40B4-BE49-F238E27FC236}">
                <a16:creationId xmlns:a16="http://schemas.microsoft.com/office/drawing/2014/main" id="{D40CDF2A-0FA0-4504-7715-7A148011CD20}"/>
              </a:ext>
            </a:extLst>
          </p:cNvPr>
          <p:cNvGrpSpPr/>
          <p:nvPr userDrawn="1"/>
        </p:nvGrpSpPr>
        <p:grpSpPr>
          <a:xfrm>
            <a:off x="-14287" y="568960"/>
            <a:ext cx="9188053" cy="228601"/>
            <a:chOff x="-14287" y="837009"/>
            <a:chExt cx="9188053" cy="228601"/>
          </a:xfrm>
        </p:grpSpPr>
        <p:cxnSp>
          <p:nvCxnSpPr>
            <p:cNvPr id="11" name="Straight Connector 10">
              <a:extLst>
                <a:ext uri="{FF2B5EF4-FFF2-40B4-BE49-F238E27FC236}">
                  <a16:creationId xmlns:a16="http://schemas.microsoft.com/office/drawing/2014/main" id="{329F4116-206B-81DE-0729-C8A1A1E26143}"/>
                </a:ext>
              </a:extLst>
            </p:cNvPr>
            <p:cNvCxnSpPr>
              <a:cxnSpLocks/>
            </p:cNvCxnSpPr>
            <p:nvPr userDrawn="1"/>
          </p:nvCxnSpPr>
          <p:spPr>
            <a:xfrm>
              <a:off x="658416" y="976313"/>
              <a:ext cx="8515350" cy="0"/>
            </a:xfrm>
            <a:prstGeom prst="line">
              <a:avLst/>
            </a:prstGeom>
            <a:ln w="12700">
              <a:solidFill>
                <a:srgbClr val="EF6822"/>
              </a:solidFill>
            </a:ln>
          </p:spPr>
          <p:style>
            <a:lnRef idx="1">
              <a:schemeClr val="accent2"/>
            </a:lnRef>
            <a:fillRef idx="0">
              <a:schemeClr val="accent2"/>
            </a:fillRef>
            <a:effectRef idx="0">
              <a:schemeClr val="accent2"/>
            </a:effectRef>
            <a:fontRef idx="minor">
              <a:schemeClr val="tx1"/>
            </a:fontRef>
          </p:style>
        </p:cxnSp>
        <p:sp>
          <p:nvSpPr>
            <p:cNvPr id="12" name="Rectangle 16">
              <a:extLst>
                <a:ext uri="{FF2B5EF4-FFF2-40B4-BE49-F238E27FC236}">
                  <a16:creationId xmlns:a16="http://schemas.microsoft.com/office/drawing/2014/main" id="{3C2882CE-D6A0-9A38-519C-2A5BC4BABF48}"/>
                </a:ext>
              </a:extLst>
            </p:cNvPr>
            <p:cNvSpPr/>
            <p:nvPr userDrawn="1"/>
          </p:nvSpPr>
          <p:spPr>
            <a:xfrm flipH="1" flipV="1">
              <a:off x="-14287" y="837009"/>
              <a:ext cx="954881" cy="228601"/>
            </a:xfrm>
            <a:custGeom>
              <a:avLst/>
              <a:gdLst>
                <a:gd name="connsiteX0" fmla="*/ 0 w 2523344"/>
                <a:gd name="connsiteY0" fmla="*/ 0 h 482600"/>
                <a:gd name="connsiteX1" fmla="*/ 2523344 w 2523344"/>
                <a:gd name="connsiteY1" fmla="*/ 0 h 482600"/>
                <a:gd name="connsiteX2" fmla="*/ 2523344 w 2523344"/>
                <a:gd name="connsiteY2" fmla="*/ 482600 h 482600"/>
                <a:gd name="connsiteX3" fmla="*/ 0 w 2523344"/>
                <a:gd name="connsiteY3" fmla="*/ 482600 h 482600"/>
                <a:gd name="connsiteX4" fmla="*/ 0 w 2523344"/>
                <a:gd name="connsiteY4" fmla="*/ 0 h 482600"/>
                <a:gd name="connsiteX0" fmla="*/ 524655 w 2523344"/>
                <a:gd name="connsiteY0" fmla="*/ 14990 h 482600"/>
                <a:gd name="connsiteX1" fmla="*/ 2523344 w 2523344"/>
                <a:gd name="connsiteY1" fmla="*/ 0 h 482600"/>
                <a:gd name="connsiteX2" fmla="*/ 2523344 w 2523344"/>
                <a:gd name="connsiteY2" fmla="*/ 482600 h 482600"/>
                <a:gd name="connsiteX3" fmla="*/ 0 w 2523344"/>
                <a:gd name="connsiteY3" fmla="*/ 482600 h 482600"/>
                <a:gd name="connsiteX4" fmla="*/ 524655 w 2523344"/>
                <a:gd name="connsiteY4" fmla="*/ 14990 h 482600"/>
                <a:gd name="connsiteX0" fmla="*/ 404734 w 2523344"/>
                <a:gd name="connsiteY0" fmla="*/ 44971 h 482600"/>
                <a:gd name="connsiteX1" fmla="*/ 2523344 w 2523344"/>
                <a:gd name="connsiteY1" fmla="*/ 0 h 482600"/>
                <a:gd name="connsiteX2" fmla="*/ 2523344 w 2523344"/>
                <a:gd name="connsiteY2" fmla="*/ 482600 h 482600"/>
                <a:gd name="connsiteX3" fmla="*/ 0 w 2523344"/>
                <a:gd name="connsiteY3" fmla="*/ 482600 h 482600"/>
                <a:gd name="connsiteX4" fmla="*/ 404734 w 2523344"/>
                <a:gd name="connsiteY4" fmla="*/ 44971 h 482600"/>
                <a:gd name="connsiteX0" fmla="*/ 404734 w 2523344"/>
                <a:gd name="connsiteY0" fmla="*/ 0 h 482600"/>
                <a:gd name="connsiteX1" fmla="*/ 2523344 w 2523344"/>
                <a:gd name="connsiteY1" fmla="*/ 0 h 482600"/>
                <a:gd name="connsiteX2" fmla="*/ 2523344 w 2523344"/>
                <a:gd name="connsiteY2" fmla="*/ 482600 h 482600"/>
                <a:gd name="connsiteX3" fmla="*/ 0 w 2523344"/>
                <a:gd name="connsiteY3" fmla="*/ 482600 h 482600"/>
                <a:gd name="connsiteX4" fmla="*/ 404734 w 2523344"/>
                <a:gd name="connsiteY4" fmla="*/ 0 h 482600"/>
                <a:gd name="connsiteX0" fmla="*/ 493662 w 2523344"/>
                <a:gd name="connsiteY0" fmla="*/ 10816 h 482600"/>
                <a:gd name="connsiteX1" fmla="*/ 2523344 w 2523344"/>
                <a:gd name="connsiteY1" fmla="*/ 0 h 482600"/>
                <a:gd name="connsiteX2" fmla="*/ 2523344 w 2523344"/>
                <a:gd name="connsiteY2" fmla="*/ 482600 h 482600"/>
                <a:gd name="connsiteX3" fmla="*/ 0 w 2523344"/>
                <a:gd name="connsiteY3" fmla="*/ 482600 h 482600"/>
                <a:gd name="connsiteX4" fmla="*/ 493662 w 2523344"/>
                <a:gd name="connsiteY4" fmla="*/ 10816 h 482600"/>
                <a:gd name="connsiteX0" fmla="*/ 371386 w 2523344"/>
                <a:gd name="connsiteY0" fmla="*/ 10816 h 482600"/>
                <a:gd name="connsiteX1" fmla="*/ 2523344 w 2523344"/>
                <a:gd name="connsiteY1" fmla="*/ 0 h 482600"/>
                <a:gd name="connsiteX2" fmla="*/ 2523344 w 2523344"/>
                <a:gd name="connsiteY2" fmla="*/ 482600 h 482600"/>
                <a:gd name="connsiteX3" fmla="*/ 0 w 2523344"/>
                <a:gd name="connsiteY3" fmla="*/ 482600 h 482600"/>
                <a:gd name="connsiteX4" fmla="*/ 371386 w 2523344"/>
                <a:gd name="connsiteY4" fmla="*/ 10816 h 482600"/>
                <a:gd name="connsiteX0" fmla="*/ 406017 w 2557975"/>
                <a:gd name="connsiteY0" fmla="*/ 10816 h 488215"/>
                <a:gd name="connsiteX1" fmla="*/ 2557975 w 2557975"/>
                <a:gd name="connsiteY1" fmla="*/ 0 h 488215"/>
                <a:gd name="connsiteX2" fmla="*/ 2557975 w 2557975"/>
                <a:gd name="connsiteY2" fmla="*/ 482600 h 488215"/>
                <a:gd name="connsiteX3" fmla="*/ 0 w 2557975"/>
                <a:gd name="connsiteY3" fmla="*/ 488215 h 488215"/>
                <a:gd name="connsiteX4" fmla="*/ 406017 w 2557975"/>
                <a:gd name="connsiteY4" fmla="*/ 10816 h 488215"/>
                <a:gd name="connsiteX0" fmla="*/ 406017 w 4108665"/>
                <a:gd name="connsiteY0" fmla="*/ 10816 h 488215"/>
                <a:gd name="connsiteX1" fmla="*/ 2557975 w 4108665"/>
                <a:gd name="connsiteY1" fmla="*/ 0 h 488215"/>
                <a:gd name="connsiteX2" fmla="*/ 4108665 w 4108665"/>
                <a:gd name="connsiteY2" fmla="*/ 482600 h 488215"/>
                <a:gd name="connsiteX3" fmla="*/ 0 w 4108665"/>
                <a:gd name="connsiteY3" fmla="*/ 488215 h 488215"/>
                <a:gd name="connsiteX4" fmla="*/ 406017 w 4108665"/>
                <a:gd name="connsiteY4" fmla="*/ 10816 h 488215"/>
                <a:gd name="connsiteX0" fmla="*/ 406017 w 4108665"/>
                <a:gd name="connsiteY0" fmla="*/ 10816 h 488215"/>
                <a:gd name="connsiteX1" fmla="*/ 4108665 w 4108665"/>
                <a:gd name="connsiteY1" fmla="*/ 0 h 488215"/>
                <a:gd name="connsiteX2" fmla="*/ 4108665 w 4108665"/>
                <a:gd name="connsiteY2" fmla="*/ 482600 h 488215"/>
                <a:gd name="connsiteX3" fmla="*/ 0 w 4108665"/>
                <a:gd name="connsiteY3" fmla="*/ 488215 h 488215"/>
                <a:gd name="connsiteX4" fmla="*/ 406017 w 4108665"/>
                <a:gd name="connsiteY4" fmla="*/ 10816 h 488215"/>
                <a:gd name="connsiteX0" fmla="*/ 406017 w 4108665"/>
                <a:gd name="connsiteY0" fmla="*/ 0 h 477399"/>
                <a:gd name="connsiteX1" fmla="*/ 4108665 w 4108665"/>
                <a:gd name="connsiteY1" fmla="*/ 13519 h 477399"/>
                <a:gd name="connsiteX2" fmla="*/ 4108665 w 4108665"/>
                <a:gd name="connsiteY2" fmla="*/ 471784 h 477399"/>
                <a:gd name="connsiteX3" fmla="*/ 0 w 4108665"/>
                <a:gd name="connsiteY3" fmla="*/ 477399 h 477399"/>
                <a:gd name="connsiteX4" fmla="*/ 406017 w 4108665"/>
                <a:gd name="connsiteY4" fmla="*/ 0 h 477399"/>
                <a:gd name="connsiteX0" fmla="*/ 406017 w 4108665"/>
                <a:gd name="connsiteY0" fmla="*/ 0 h 477399"/>
                <a:gd name="connsiteX1" fmla="*/ 4108665 w 4108665"/>
                <a:gd name="connsiteY1" fmla="*/ 13519 h 477399"/>
                <a:gd name="connsiteX2" fmla="*/ 1881358 w 4108665"/>
                <a:gd name="connsiteY2" fmla="*/ 471784 h 477399"/>
                <a:gd name="connsiteX3" fmla="*/ 0 w 4108665"/>
                <a:gd name="connsiteY3" fmla="*/ 477399 h 477399"/>
                <a:gd name="connsiteX4" fmla="*/ 406017 w 4108665"/>
                <a:gd name="connsiteY4" fmla="*/ 0 h 477399"/>
                <a:gd name="connsiteX0" fmla="*/ 406017 w 1905053"/>
                <a:gd name="connsiteY0" fmla="*/ 0 h 477399"/>
                <a:gd name="connsiteX1" fmla="*/ 1905053 w 1905053"/>
                <a:gd name="connsiteY1" fmla="*/ 1993 h 477399"/>
                <a:gd name="connsiteX2" fmla="*/ 1881358 w 1905053"/>
                <a:gd name="connsiteY2" fmla="*/ 471784 h 477399"/>
                <a:gd name="connsiteX3" fmla="*/ 0 w 1905053"/>
                <a:gd name="connsiteY3" fmla="*/ 477399 h 477399"/>
                <a:gd name="connsiteX4" fmla="*/ 406017 w 1905053"/>
                <a:gd name="connsiteY4" fmla="*/ 0 h 477399"/>
                <a:gd name="connsiteX0" fmla="*/ 406017 w 1881358"/>
                <a:gd name="connsiteY0" fmla="*/ 0 h 477399"/>
                <a:gd name="connsiteX1" fmla="*/ 1845816 w 1881358"/>
                <a:gd name="connsiteY1" fmla="*/ 1993 h 477399"/>
                <a:gd name="connsiteX2" fmla="*/ 1881358 w 1881358"/>
                <a:gd name="connsiteY2" fmla="*/ 471784 h 477399"/>
                <a:gd name="connsiteX3" fmla="*/ 0 w 1881358"/>
                <a:gd name="connsiteY3" fmla="*/ 477399 h 477399"/>
                <a:gd name="connsiteX4" fmla="*/ 406017 w 1881358"/>
                <a:gd name="connsiteY4" fmla="*/ 0 h 477399"/>
                <a:gd name="connsiteX0" fmla="*/ 406017 w 1881358"/>
                <a:gd name="connsiteY0" fmla="*/ 0 h 477399"/>
                <a:gd name="connsiteX1" fmla="*/ 1869510 w 1881358"/>
                <a:gd name="connsiteY1" fmla="*/ 25047 h 477399"/>
                <a:gd name="connsiteX2" fmla="*/ 1881358 w 1881358"/>
                <a:gd name="connsiteY2" fmla="*/ 471784 h 477399"/>
                <a:gd name="connsiteX3" fmla="*/ 0 w 1881358"/>
                <a:gd name="connsiteY3" fmla="*/ 477399 h 477399"/>
                <a:gd name="connsiteX4" fmla="*/ 406017 w 1881358"/>
                <a:gd name="connsiteY4" fmla="*/ 0 h 477399"/>
                <a:gd name="connsiteX0" fmla="*/ 406017 w 1886825"/>
                <a:gd name="connsiteY0" fmla="*/ 14263 h 491662"/>
                <a:gd name="connsiteX1" fmla="*/ 1886825 w 1886825"/>
                <a:gd name="connsiteY1" fmla="*/ 0 h 491662"/>
                <a:gd name="connsiteX2" fmla="*/ 1881358 w 1886825"/>
                <a:gd name="connsiteY2" fmla="*/ 486047 h 491662"/>
                <a:gd name="connsiteX3" fmla="*/ 0 w 1886825"/>
                <a:gd name="connsiteY3" fmla="*/ 491662 h 491662"/>
                <a:gd name="connsiteX4" fmla="*/ 406017 w 1886825"/>
                <a:gd name="connsiteY4" fmla="*/ 14263 h 491662"/>
                <a:gd name="connsiteX0" fmla="*/ 406017 w 1881586"/>
                <a:gd name="connsiteY0" fmla="*/ 0 h 477399"/>
                <a:gd name="connsiteX1" fmla="*/ 1875281 w 1881586"/>
                <a:gd name="connsiteY1" fmla="*/ 8200 h 477399"/>
                <a:gd name="connsiteX2" fmla="*/ 1881358 w 1881586"/>
                <a:gd name="connsiteY2" fmla="*/ 471784 h 477399"/>
                <a:gd name="connsiteX3" fmla="*/ 0 w 1881586"/>
                <a:gd name="connsiteY3" fmla="*/ 477399 h 477399"/>
                <a:gd name="connsiteX4" fmla="*/ 406017 w 1881586"/>
                <a:gd name="connsiteY4" fmla="*/ 0 h 477399"/>
                <a:gd name="connsiteX0" fmla="*/ 406017 w 1881851"/>
                <a:gd name="connsiteY0" fmla="*/ 3031 h 480430"/>
                <a:gd name="connsiteX1" fmla="*/ 1881052 w 1881851"/>
                <a:gd name="connsiteY1" fmla="*/ 0 h 480430"/>
                <a:gd name="connsiteX2" fmla="*/ 1881358 w 1881851"/>
                <a:gd name="connsiteY2" fmla="*/ 474815 h 480430"/>
                <a:gd name="connsiteX3" fmla="*/ 0 w 1881851"/>
                <a:gd name="connsiteY3" fmla="*/ 480430 h 480430"/>
                <a:gd name="connsiteX4" fmla="*/ 406017 w 1881851"/>
                <a:gd name="connsiteY4" fmla="*/ 3031 h 480430"/>
                <a:gd name="connsiteX0" fmla="*/ 406017 w 1881052"/>
                <a:gd name="connsiteY0" fmla="*/ 3031 h 480984"/>
                <a:gd name="connsiteX1" fmla="*/ 1881052 w 1881052"/>
                <a:gd name="connsiteY1" fmla="*/ 0 h 480984"/>
                <a:gd name="connsiteX2" fmla="*/ 1500907 w 1881052"/>
                <a:gd name="connsiteY2" fmla="*/ 480984 h 480984"/>
                <a:gd name="connsiteX3" fmla="*/ 0 w 1881052"/>
                <a:gd name="connsiteY3" fmla="*/ 480430 h 480984"/>
                <a:gd name="connsiteX4" fmla="*/ 406017 w 1881052"/>
                <a:gd name="connsiteY4" fmla="*/ 3031 h 480984"/>
                <a:gd name="connsiteX0" fmla="*/ 406017 w 1506942"/>
                <a:gd name="connsiteY0" fmla="*/ 0 h 477953"/>
                <a:gd name="connsiteX1" fmla="*/ 1506942 w 1506942"/>
                <a:gd name="connsiteY1" fmla="*/ 3138 h 477953"/>
                <a:gd name="connsiteX2" fmla="*/ 1500907 w 1506942"/>
                <a:gd name="connsiteY2" fmla="*/ 477953 h 477953"/>
                <a:gd name="connsiteX3" fmla="*/ 0 w 1506942"/>
                <a:gd name="connsiteY3" fmla="*/ 477399 h 477953"/>
                <a:gd name="connsiteX4" fmla="*/ 406017 w 1506942"/>
                <a:gd name="connsiteY4" fmla="*/ 0 h 477953"/>
                <a:gd name="connsiteX0" fmla="*/ 406017 w 1500941"/>
                <a:gd name="connsiteY0" fmla="*/ 0 h 477953"/>
                <a:gd name="connsiteX1" fmla="*/ 1433224 w 1500941"/>
                <a:gd name="connsiteY1" fmla="*/ 8260 h 477953"/>
                <a:gd name="connsiteX2" fmla="*/ 1500907 w 1500941"/>
                <a:gd name="connsiteY2" fmla="*/ 477953 h 477953"/>
                <a:gd name="connsiteX3" fmla="*/ 0 w 1500941"/>
                <a:gd name="connsiteY3" fmla="*/ 477399 h 477953"/>
                <a:gd name="connsiteX4" fmla="*/ 406017 w 1500941"/>
                <a:gd name="connsiteY4" fmla="*/ 0 h 477953"/>
                <a:gd name="connsiteX0" fmla="*/ 406017 w 1433224"/>
                <a:gd name="connsiteY0" fmla="*/ 0 h 477953"/>
                <a:gd name="connsiteX1" fmla="*/ 1433224 w 1433224"/>
                <a:gd name="connsiteY1" fmla="*/ 8260 h 477953"/>
                <a:gd name="connsiteX2" fmla="*/ 1421926 w 1433224"/>
                <a:gd name="connsiteY2" fmla="*/ 477953 h 477953"/>
                <a:gd name="connsiteX3" fmla="*/ 0 w 1433224"/>
                <a:gd name="connsiteY3" fmla="*/ 477399 h 477953"/>
                <a:gd name="connsiteX4" fmla="*/ 406017 w 1433224"/>
                <a:gd name="connsiteY4" fmla="*/ 0 h 477953"/>
                <a:gd name="connsiteX0" fmla="*/ 248052 w 1275259"/>
                <a:gd name="connsiteY0" fmla="*/ 0 h 477953"/>
                <a:gd name="connsiteX1" fmla="*/ 1275259 w 1275259"/>
                <a:gd name="connsiteY1" fmla="*/ 8260 h 477953"/>
                <a:gd name="connsiteX2" fmla="*/ 1263961 w 1275259"/>
                <a:gd name="connsiteY2" fmla="*/ 477953 h 477953"/>
                <a:gd name="connsiteX3" fmla="*/ 0 w 1275259"/>
                <a:gd name="connsiteY3" fmla="*/ 287842 h 477953"/>
                <a:gd name="connsiteX4" fmla="*/ 248052 w 1275259"/>
                <a:gd name="connsiteY4" fmla="*/ 0 h 477953"/>
                <a:gd name="connsiteX0" fmla="*/ 248052 w 1275259"/>
                <a:gd name="connsiteY0" fmla="*/ 0 h 303765"/>
                <a:gd name="connsiteX1" fmla="*/ 1275259 w 1275259"/>
                <a:gd name="connsiteY1" fmla="*/ 8260 h 303765"/>
                <a:gd name="connsiteX2" fmla="*/ 1248164 w 1275259"/>
                <a:gd name="connsiteY2" fmla="*/ 303765 h 303765"/>
                <a:gd name="connsiteX3" fmla="*/ 0 w 1275259"/>
                <a:gd name="connsiteY3" fmla="*/ 287842 h 303765"/>
                <a:gd name="connsiteX4" fmla="*/ 248052 w 1275259"/>
                <a:gd name="connsiteY4" fmla="*/ 0 h 303765"/>
                <a:gd name="connsiteX0" fmla="*/ 248052 w 1248931"/>
                <a:gd name="connsiteY0" fmla="*/ 0 h 303765"/>
                <a:gd name="connsiteX1" fmla="*/ 1248931 w 1248931"/>
                <a:gd name="connsiteY1" fmla="*/ 3137 h 303765"/>
                <a:gd name="connsiteX2" fmla="*/ 1248164 w 1248931"/>
                <a:gd name="connsiteY2" fmla="*/ 303765 h 303765"/>
                <a:gd name="connsiteX3" fmla="*/ 0 w 1248931"/>
                <a:gd name="connsiteY3" fmla="*/ 287842 h 303765"/>
                <a:gd name="connsiteX4" fmla="*/ 248052 w 1248931"/>
                <a:gd name="connsiteY4" fmla="*/ 0 h 303765"/>
                <a:gd name="connsiteX0" fmla="*/ 248052 w 1252492"/>
                <a:gd name="connsiteY0" fmla="*/ 0 h 288121"/>
                <a:gd name="connsiteX1" fmla="*/ 1248931 w 1252492"/>
                <a:gd name="connsiteY1" fmla="*/ 3137 h 288121"/>
                <a:gd name="connsiteX2" fmla="*/ 1252183 w 1252492"/>
                <a:gd name="connsiteY2" fmla="*/ 288121 h 288121"/>
                <a:gd name="connsiteX3" fmla="*/ 0 w 1252492"/>
                <a:gd name="connsiteY3" fmla="*/ 287842 h 288121"/>
                <a:gd name="connsiteX4" fmla="*/ 248052 w 1252492"/>
                <a:gd name="connsiteY4" fmla="*/ 0 h 288121"/>
                <a:gd name="connsiteX0" fmla="*/ 248052 w 1252251"/>
                <a:gd name="connsiteY0" fmla="*/ 0 h 288121"/>
                <a:gd name="connsiteX1" fmla="*/ 1220794 w 1252251"/>
                <a:gd name="connsiteY1" fmla="*/ 95 h 288121"/>
                <a:gd name="connsiteX2" fmla="*/ 1252183 w 1252251"/>
                <a:gd name="connsiteY2" fmla="*/ 288121 h 288121"/>
                <a:gd name="connsiteX3" fmla="*/ 0 w 1252251"/>
                <a:gd name="connsiteY3" fmla="*/ 287842 h 288121"/>
                <a:gd name="connsiteX4" fmla="*/ 248052 w 1252251"/>
                <a:gd name="connsiteY4" fmla="*/ 0 h 288121"/>
                <a:gd name="connsiteX0" fmla="*/ 248052 w 1252694"/>
                <a:gd name="connsiteY0" fmla="*/ 2947 h 291068"/>
                <a:gd name="connsiteX1" fmla="*/ 1252058 w 1252694"/>
                <a:gd name="connsiteY1" fmla="*/ 0 h 291068"/>
                <a:gd name="connsiteX2" fmla="*/ 1252183 w 1252694"/>
                <a:gd name="connsiteY2" fmla="*/ 291068 h 291068"/>
                <a:gd name="connsiteX3" fmla="*/ 0 w 1252694"/>
                <a:gd name="connsiteY3" fmla="*/ 290789 h 291068"/>
                <a:gd name="connsiteX4" fmla="*/ 248052 w 1252694"/>
                <a:gd name="connsiteY4" fmla="*/ 2947 h 2910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2694" h="291068">
                  <a:moveTo>
                    <a:pt x="248052" y="2947"/>
                  </a:moveTo>
                  <a:lnTo>
                    <a:pt x="1252058" y="0"/>
                  </a:lnTo>
                  <a:cubicBezTo>
                    <a:pt x="1250236" y="162016"/>
                    <a:pt x="1254005" y="129052"/>
                    <a:pt x="1252183" y="291068"/>
                  </a:cubicBezTo>
                  <a:lnTo>
                    <a:pt x="0" y="290789"/>
                  </a:lnTo>
                  <a:lnTo>
                    <a:pt x="248052" y="2947"/>
                  </a:lnTo>
                  <a:close/>
                </a:path>
              </a:pathLst>
            </a:custGeom>
            <a:solidFill>
              <a:srgbClr val="18459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VN">
                <a:latin typeface="Arial" panose="020B0604020202020204" pitchFamily="34" charset="0"/>
                <a:cs typeface="Arial" panose="020B0604020202020204" pitchFamily="34" charset="0"/>
              </a:endParaRPr>
            </a:p>
          </p:txBody>
        </p:sp>
      </p:grpSp>
      <p:sp>
        <p:nvSpPr>
          <p:cNvPr id="14" name="Title 1">
            <a:extLst>
              <a:ext uri="{FF2B5EF4-FFF2-40B4-BE49-F238E27FC236}">
                <a16:creationId xmlns:a16="http://schemas.microsoft.com/office/drawing/2014/main" id="{274ECB49-2329-9923-853E-7D16E0476134}"/>
              </a:ext>
            </a:extLst>
          </p:cNvPr>
          <p:cNvSpPr>
            <a:spLocks noGrp="1"/>
          </p:cNvSpPr>
          <p:nvPr>
            <p:ph type="title"/>
          </p:nvPr>
        </p:nvSpPr>
        <p:spPr>
          <a:xfrm>
            <a:off x="940594" y="226774"/>
            <a:ext cx="7574756" cy="481806"/>
          </a:xfrm>
        </p:spPr>
        <p:txBody>
          <a:bodyPr>
            <a:normAutofit/>
          </a:bodyPr>
          <a:lstStyle>
            <a:lvl1pPr>
              <a:defRPr sz="3000">
                <a:solidFill>
                  <a:srgbClr val="EF6822"/>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15" name="Footer Placeholder 4">
            <a:extLst>
              <a:ext uri="{FF2B5EF4-FFF2-40B4-BE49-F238E27FC236}">
                <a16:creationId xmlns:a16="http://schemas.microsoft.com/office/drawing/2014/main" id="{3F1C049A-162E-8707-C763-69F98752F811}"/>
              </a:ext>
            </a:extLst>
          </p:cNvPr>
          <p:cNvSpPr>
            <a:spLocks noGrp="1"/>
          </p:cNvSpPr>
          <p:nvPr>
            <p:ph type="ftr" sz="quarter" idx="11"/>
          </p:nvPr>
        </p:nvSpPr>
        <p:spPr>
          <a:xfrm>
            <a:off x="7977" y="6432947"/>
            <a:ext cx="6026112" cy="282178"/>
          </a:xfrm>
        </p:spPr>
        <p:txBody>
          <a:bodyPr/>
          <a:lstStyle>
            <a:lvl1pPr algn="l">
              <a:defRPr>
                <a:latin typeface="Arial" panose="020B0604020202020204" pitchFamily="34" charset="0"/>
                <a:cs typeface="Arial" panose="020B0604020202020204" pitchFamily="34" charset="0"/>
              </a:defRPr>
            </a:lvl1pPr>
          </a:lstStyle>
          <a:p>
            <a:pPr>
              <a:defRPr/>
            </a:pPr>
            <a:r>
              <a:rPr lang="en-US"/>
              <a:t>Bài 5: Hàm</a:t>
            </a:r>
            <a:endParaRPr lang="en-VN"/>
          </a:p>
        </p:txBody>
      </p:sp>
      <p:grpSp>
        <p:nvGrpSpPr>
          <p:cNvPr id="16" name="Group 15">
            <a:extLst>
              <a:ext uri="{FF2B5EF4-FFF2-40B4-BE49-F238E27FC236}">
                <a16:creationId xmlns:a16="http://schemas.microsoft.com/office/drawing/2014/main" id="{D4AC7BBD-57C7-5F9C-EA35-D304BF3A5DB5}"/>
              </a:ext>
            </a:extLst>
          </p:cNvPr>
          <p:cNvGrpSpPr/>
          <p:nvPr userDrawn="1"/>
        </p:nvGrpSpPr>
        <p:grpSpPr>
          <a:xfrm>
            <a:off x="0" y="6474619"/>
            <a:ext cx="9160669" cy="383381"/>
            <a:chOff x="0" y="5648325"/>
            <a:chExt cx="9160669" cy="383381"/>
          </a:xfrm>
        </p:grpSpPr>
        <p:cxnSp>
          <p:nvCxnSpPr>
            <p:cNvPr id="17" name="Straight Connector 16">
              <a:extLst>
                <a:ext uri="{FF2B5EF4-FFF2-40B4-BE49-F238E27FC236}">
                  <a16:creationId xmlns:a16="http://schemas.microsoft.com/office/drawing/2014/main" id="{FEA1AEE7-772B-6592-D678-C460D9ED583F}"/>
                </a:ext>
              </a:extLst>
            </p:cNvPr>
            <p:cNvCxnSpPr>
              <a:cxnSpLocks/>
            </p:cNvCxnSpPr>
            <p:nvPr userDrawn="1"/>
          </p:nvCxnSpPr>
          <p:spPr>
            <a:xfrm>
              <a:off x="0" y="5904310"/>
              <a:ext cx="6054329" cy="0"/>
            </a:xfrm>
            <a:prstGeom prst="line">
              <a:avLst/>
            </a:prstGeom>
            <a:ln w="12700">
              <a:solidFill>
                <a:srgbClr val="18459E"/>
              </a:solidFill>
            </a:ln>
          </p:spPr>
          <p:style>
            <a:lnRef idx="1">
              <a:schemeClr val="accent2"/>
            </a:lnRef>
            <a:fillRef idx="0">
              <a:schemeClr val="accent2"/>
            </a:fillRef>
            <a:effectRef idx="0">
              <a:schemeClr val="accent2"/>
            </a:effectRef>
            <a:fontRef idx="minor">
              <a:schemeClr val="tx1"/>
            </a:fontRef>
          </p:style>
        </p:cxnSp>
        <p:cxnSp>
          <p:nvCxnSpPr>
            <p:cNvPr id="18" name="Straight Connector 17">
              <a:extLst>
                <a:ext uri="{FF2B5EF4-FFF2-40B4-BE49-F238E27FC236}">
                  <a16:creationId xmlns:a16="http://schemas.microsoft.com/office/drawing/2014/main" id="{CC2C9A01-F258-84B3-A502-9DA205CA5CAE}"/>
                </a:ext>
              </a:extLst>
            </p:cNvPr>
            <p:cNvCxnSpPr>
              <a:cxnSpLocks/>
            </p:cNvCxnSpPr>
            <p:nvPr userDrawn="1"/>
          </p:nvCxnSpPr>
          <p:spPr>
            <a:xfrm flipV="1">
              <a:off x="6054329" y="5648326"/>
              <a:ext cx="208359" cy="255985"/>
            </a:xfrm>
            <a:prstGeom prst="line">
              <a:avLst/>
            </a:prstGeom>
            <a:ln w="12700">
              <a:solidFill>
                <a:srgbClr val="18459E"/>
              </a:solidFill>
            </a:ln>
          </p:spPr>
          <p:style>
            <a:lnRef idx="1">
              <a:schemeClr val="accent2"/>
            </a:lnRef>
            <a:fillRef idx="0">
              <a:schemeClr val="accent2"/>
            </a:fillRef>
            <a:effectRef idx="0">
              <a:schemeClr val="accent2"/>
            </a:effectRef>
            <a:fontRef idx="minor">
              <a:schemeClr val="tx1"/>
            </a:fontRef>
          </p:style>
        </p:cxnSp>
        <p:cxnSp>
          <p:nvCxnSpPr>
            <p:cNvPr id="19" name="Straight Connector 18">
              <a:extLst>
                <a:ext uri="{FF2B5EF4-FFF2-40B4-BE49-F238E27FC236}">
                  <a16:creationId xmlns:a16="http://schemas.microsoft.com/office/drawing/2014/main" id="{B508C2BB-B487-2F35-5526-C74979EDEAAB}"/>
                </a:ext>
              </a:extLst>
            </p:cNvPr>
            <p:cNvCxnSpPr>
              <a:cxnSpLocks/>
            </p:cNvCxnSpPr>
            <p:nvPr userDrawn="1"/>
          </p:nvCxnSpPr>
          <p:spPr>
            <a:xfrm>
              <a:off x="6262689" y="5648325"/>
              <a:ext cx="2893219" cy="0"/>
            </a:xfrm>
            <a:prstGeom prst="line">
              <a:avLst/>
            </a:prstGeom>
            <a:ln w="12700">
              <a:solidFill>
                <a:srgbClr val="18459E"/>
              </a:solidFill>
            </a:ln>
          </p:spPr>
          <p:style>
            <a:lnRef idx="1">
              <a:schemeClr val="accent2"/>
            </a:lnRef>
            <a:fillRef idx="0">
              <a:schemeClr val="accent2"/>
            </a:fillRef>
            <a:effectRef idx="0">
              <a:schemeClr val="accent2"/>
            </a:effectRef>
            <a:fontRef idx="minor">
              <a:schemeClr val="tx1"/>
            </a:fontRef>
          </p:style>
        </p:cxnSp>
        <p:sp>
          <p:nvSpPr>
            <p:cNvPr id="20" name="Rectangle 16">
              <a:extLst>
                <a:ext uri="{FF2B5EF4-FFF2-40B4-BE49-F238E27FC236}">
                  <a16:creationId xmlns:a16="http://schemas.microsoft.com/office/drawing/2014/main" id="{A626AB2D-C8CF-DF2A-1EA8-E645639D502B}"/>
                </a:ext>
              </a:extLst>
            </p:cNvPr>
            <p:cNvSpPr/>
            <p:nvPr userDrawn="1"/>
          </p:nvSpPr>
          <p:spPr>
            <a:xfrm>
              <a:off x="6085285" y="5745956"/>
              <a:ext cx="3075384" cy="285750"/>
            </a:xfrm>
            <a:custGeom>
              <a:avLst/>
              <a:gdLst>
                <a:gd name="connsiteX0" fmla="*/ 0 w 2523344"/>
                <a:gd name="connsiteY0" fmla="*/ 0 h 482600"/>
                <a:gd name="connsiteX1" fmla="*/ 2523344 w 2523344"/>
                <a:gd name="connsiteY1" fmla="*/ 0 h 482600"/>
                <a:gd name="connsiteX2" fmla="*/ 2523344 w 2523344"/>
                <a:gd name="connsiteY2" fmla="*/ 482600 h 482600"/>
                <a:gd name="connsiteX3" fmla="*/ 0 w 2523344"/>
                <a:gd name="connsiteY3" fmla="*/ 482600 h 482600"/>
                <a:gd name="connsiteX4" fmla="*/ 0 w 2523344"/>
                <a:gd name="connsiteY4" fmla="*/ 0 h 482600"/>
                <a:gd name="connsiteX0" fmla="*/ 524655 w 2523344"/>
                <a:gd name="connsiteY0" fmla="*/ 14990 h 482600"/>
                <a:gd name="connsiteX1" fmla="*/ 2523344 w 2523344"/>
                <a:gd name="connsiteY1" fmla="*/ 0 h 482600"/>
                <a:gd name="connsiteX2" fmla="*/ 2523344 w 2523344"/>
                <a:gd name="connsiteY2" fmla="*/ 482600 h 482600"/>
                <a:gd name="connsiteX3" fmla="*/ 0 w 2523344"/>
                <a:gd name="connsiteY3" fmla="*/ 482600 h 482600"/>
                <a:gd name="connsiteX4" fmla="*/ 524655 w 2523344"/>
                <a:gd name="connsiteY4" fmla="*/ 14990 h 482600"/>
                <a:gd name="connsiteX0" fmla="*/ 404734 w 2523344"/>
                <a:gd name="connsiteY0" fmla="*/ 44971 h 482600"/>
                <a:gd name="connsiteX1" fmla="*/ 2523344 w 2523344"/>
                <a:gd name="connsiteY1" fmla="*/ 0 h 482600"/>
                <a:gd name="connsiteX2" fmla="*/ 2523344 w 2523344"/>
                <a:gd name="connsiteY2" fmla="*/ 482600 h 482600"/>
                <a:gd name="connsiteX3" fmla="*/ 0 w 2523344"/>
                <a:gd name="connsiteY3" fmla="*/ 482600 h 482600"/>
                <a:gd name="connsiteX4" fmla="*/ 404734 w 2523344"/>
                <a:gd name="connsiteY4" fmla="*/ 44971 h 482600"/>
                <a:gd name="connsiteX0" fmla="*/ 404734 w 2523344"/>
                <a:gd name="connsiteY0" fmla="*/ 0 h 482600"/>
                <a:gd name="connsiteX1" fmla="*/ 2523344 w 2523344"/>
                <a:gd name="connsiteY1" fmla="*/ 0 h 482600"/>
                <a:gd name="connsiteX2" fmla="*/ 2523344 w 2523344"/>
                <a:gd name="connsiteY2" fmla="*/ 482600 h 482600"/>
                <a:gd name="connsiteX3" fmla="*/ 0 w 2523344"/>
                <a:gd name="connsiteY3" fmla="*/ 482600 h 482600"/>
                <a:gd name="connsiteX4" fmla="*/ 404734 w 2523344"/>
                <a:gd name="connsiteY4" fmla="*/ 0 h 482600"/>
                <a:gd name="connsiteX0" fmla="*/ 493662 w 2523344"/>
                <a:gd name="connsiteY0" fmla="*/ 10816 h 482600"/>
                <a:gd name="connsiteX1" fmla="*/ 2523344 w 2523344"/>
                <a:gd name="connsiteY1" fmla="*/ 0 h 482600"/>
                <a:gd name="connsiteX2" fmla="*/ 2523344 w 2523344"/>
                <a:gd name="connsiteY2" fmla="*/ 482600 h 482600"/>
                <a:gd name="connsiteX3" fmla="*/ 0 w 2523344"/>
                <a:gd name="connsiteY3" fmla="*/ 482600 h 482600"/>
                <a:gd name="connsiteX4" fmla="*/ 493662 w 2523344"/>
                <a:gd name="connsiteY4" fmla="*/ 10816 h 482600"/>
                <a:gd name="connsiteX0" fmla="*/ 371386 w 2523344"/>
                <a:gd name="connsiteY0" fmla="*/ 10816 h 482600"/>
                <a:gd name="connsiteX1" fmla="*/ 2523344 w 2523344"/>
                <a:gd name="connsiteY1" fmla="*/ 0 h 482600"/>
                <a:gd name="connsiteX2" fmla="*/ 2523344 w 2523344"/>
                <a:gd name="connsiteY2" fmla="*/ 482600 h 482600"/>
                <a:gd name="connsiteX3" fmla="*/ 0 w 2523344"/>
                <a:gd name="connsiteY3" fmla="*/ 482600 h 482600"/>
                <a:gd name="connsiteX4" fmla="*/ 371386 w 2523344"/>
                <a:gd name="connsiteY4" fmla="*/ 10816 h 482600"/>
                <a:gd name="connsiteX0" fmla="*/ 406017 w 2557975"/>
                <a:gd name="connsiteY0" fmla="*/ 10816 h 488215"/>
                <a:gd name="connsiteX1" fmla="*/ 2557975 w 2557975"/>
                <a:gd name="connsiteY1" fmla="*/ 0 h 488215"/>
                <a:gd name="connsiteX2" fmla="*/ 2557975 w 2557975"/>
                <a:gd name="connsiteY2" fmla="*/ 482600 h 488215"/>
                <a:gd name="connsiteX3" fmla="*/ 0 w 2557975"/>
                <a:gd name="connsiteY3" fmla="*/ 488215 h 488215"/>
                <a:gd name="connsiteX4" fmla="*/ 406017 w 2557975"/>
                <a:gd name="connsiteY4" fmla="*/ 10816 h 488215"/>
                <a:gd name="connsiteX0" fmla="*/ 406017 w 4108665"/>
                <a:gd name="connsiteY0" fmla="*/ 10816 h 488215"/>
                <a:gd name="connsiteX1" fmla="*/ 2557975 w 4108665"/>
                <a:gd name="connsiteY1" fmla="*/ 0 h 488215"/>
                <a:gd name="connsiteX2" fmla="*/ 4108665 w 4108665"/>
                <a:gd name="connsiteY2" fmla="*/ 482600 h 488215"/>
                <a:gd name="connsiteX3" fmla="*/ 0 w 4108665"/>
                <a:gd name="connsiteY3" fmla="*/ 488215 h 488215"/>
                <a:gd name="connsiteX4" fmla="*/ 406017 w 4108665"/>
                <a:gd name="connsiteY4" fmla="*/ 10816 h 488215"/>
                <a:gd name="connsiteX0" fmla="*/ 406017 w 4108665"/>
                <a:gd name="connsiteY0" fmla="*/ 10816 h 488215"/>
                <a:gd name="connsiteX1" fmla="*/ 4108665 w 4108665"/>
                <a:gd name="connsiteY1" fmla="*/ 0 h 488215"/>
                <a:gd name="connsiteX2" fmla="*/ 4108665 w 4108665"/>
                <a:gd name="connsiteY2" fmla="*/ 482600 h 488215"/>
                <a:gd name="connsiteX3" fmla="*/ 0 w 4108665"/>
                <a:gd name="connsiteY3" fmla="*/ 488215 h 488215"/>
                <a:gd name="connsiteX4" fmla="*/ 406017 w 4108665"/>
                <a:gd name="connsiteY4" fmla="*/ 10816 h 488215"/>
                <a:gd name="connsiteX0" fmla="*/ 406017 w 4108665"/>
                <a:gd name="connsiteY0" fmla="*/ 0 h 477399"/>
                <a:gd name="connsiteX1" fmla="*/ 4108665 w 4108665"/>
                <a:gd name="connsiteY1" fmla="*/ 13519 h 477399"/>
                <a:gd name="connsiteX2" fmla="*/ 4108665 w 4108665"/>
                <a:gd name="connsiteY2" fmla="*/ 471784 h 477399"/>
                <a:gd name="connsiteX3" fmla="*/ 0 w 4108665"/>
                <a:gd name="connsiteY3" fmla="*/ 477399 h 477399"/>
                <a:gd name="connsiteX4" fmla="*/ 406017 w 4108665"/>
                <a:gd name="connsiteY4" fmla="*/ 0 h 477399"/>
                <a:gd name="connsiteX0" fmla="*/ 289036 w 3991684"/>
                <a:gd name="connsiteY0" fmla="*/ 0 h 471784"/>
                <a:gd name="connsiteX1" fmla="*/ 3991684 w 3991684"/>
                <a:gd name="connsiteY1" fmla="*/ 13519 h 471784"/>
                <a:gd name="connsiteX2" fmla="*/ 3991684 w 3991684"/>
                <a:gd name="connsiteY2" fmla="*/ 471784 h 471784"/>
                <a:gd name="connsiteX3" fmla="*/ 0 w 3991684"/>
                <a:gd name="connsiteY3" fmla="*/ 356682 h 471784"/>
                <a:gd name="connsiteX4" fmla="*/ 289036 w 3991684"/>
                <a:gd name="connsiteY4" fmla="*/ 0 h 471784"/>
                <a:gd name="connsiteX0" fmla="*/ 274856 w 3977504"/>
                <a:gd name="connsiteY0" fmla="*/ 0 h 471784"/>
                <a:gd name="connsiteX1" fmla="*/ 3977504 w 3977504"/>
                <a:gd name="connsiteY1" fmla="*/ 13519 h 471784"/>
                <a:gd name="connsiteX2" fmla="*/ 3977504 w 3977504"/>
                <a:gd name="connsiteY2" fmla="*/ 471784 h 471784"/>
                <a:gd name="connsiteX3" fmla="*/ 0 w 3977504"/>
                <a:gd name="connsiteY3" fmla="*/ 360131 h 471784"/>
                <a:gd name="connsiteX4" fmla="*/ 274856 w 3977504"/>
                <a:gd name="connsiteY4" fmla="*/ 0 h 471784"/>
                <a:gd name="connsiteX0" fmla="*/ 292580 w 3995228"/>
                <a:gd name="connsiteY0" fmla="*/ 0 h 471784"/>
                <a:gd name="connsiteX1" fmla="*/ 3995228 w 3995228"/>
                <a:gd name="connsiteY1" fmla="*/ 13519 h 471784"/>
                <a:gd name="connsiteX2" fmla="*/ 3995228 w 3995228"/>
                <a:gd name="connsiteY2" fmla="*/ 471784 h 471784"/>
                <a:gd name="connsiteX3" fmla="*/ 0 w 3995228"/>
                <a:gd name="connsiteY3" fmla="*/ 367029 h 471784"/>
                <a:gd name="connsiteX4" fmla="*/ 292580 w 3995228"/>
                <a:gd name="connsiteY4" fmla="*/ 0 h 471784"/>
                <a:gd name="connsiteX0" fmla="*/ 292580 w 3995228"/>
                <a:gd name="connsiteY0" fmla="*/ 0 h 385558"/>
                <a:gd name="connsiteX1" fmla="*/ 3995228 w 3995228"/>
                <a:gd name="connsiteY1" fmla="*/ 13519 h 385558"/>
                <a:gd name="connsiteX2" fmla="*/ 3662009 w 3995228"/>
                <a:gd name="connsiteY2" fmla="*/ 385558 h 385558"/>
                <a:gd name="connsiteX3" fmla="*/ 0 w 3995228"/>
                <a:gd name="connsiteY3" fmla="*/ 367029 h 385558"/>
                <a:gd name="connsiteX4" fmla="*/ 292580 w 3995228"/>
                <a:gd name="connsiteY4" fmla="*/ 0 h 385558"/>
                <a:gd name="connsiteX0" fmla="*/ 292580 w 3995228"/>
                <a:gd name="connsiteY0" fmla="*/ 0 h 367029"/>
                <a:gd name="connsiteX1" fmla="*/ 3995228 w 3995228"/>
                <a:gd name="connsiteY1" fmla="*/ 13519 h 367029"/>
                <a:gd name="connsiteX2" fmla="*/ 3640740 w 3995228"/>
                <a:gd name="connsiteY2" fmla="*/ 347618 h 367029"/>
                <a:gd name="connsiteX3" fmla="*/ 0 w 3995228"/>
                <a:gd name="connsiteY3" fmla="*/ 367029 h 367029"/>
                <a:gd name="connsiteX4" fmla="*/ 292580 w 3995228"/>
                <a:gd name="connsiteY4" fmla="*/ 0 h 367029"/>
                <a:gd name="connsiteX0" fmla="*/ 292580 w 3995228"/>
                <a:gd name="connsiteY0" fmla="*/ 0 h 367029"/>
                <a:gd name="connsiteX1" fmla="*/ 3995228 w 3995228"/>
                <a:gd name="connsiteY1" fmla="*/ 13519 h 367029"/>
                <a:gd name="connsiteX2" fmla="*/ 3630105 w 3995228"/>
                <a:gd name="connsiteY2" fmla="*/ 213104 h 367029"/>
                <a:gd name="connsiteX3" fmla="*/ 0 w 3995228"/>
                <a:gd name="connsiteY3" fmla="*/ 367029 h 367029"/>
                <a:gd name="connsiteX4" fmla="*/ 292580 w 3995228"/>
                <a:gd name="connsiteY4" fmla="*/ 0 h 367029"/>
                <a:gd name="connsiteX0" fmla="*/ 292580 w 3995228"/>
                <a:gd name="connsiteY0" fmla="*/ 0 h 367029"/>
                <a:gd name="connsiteX1" fmla="*/ 3995228 w 3995228"/>
                <a:gd name="connsiteY1" fmla="*/ 13519 h 367029"/>
                <a:gd name="connsiteX2" fmla="*/ 3615926 w 3995228"/>
                <a:gd name="connsiteY2" fmla="*/ 354515 h 367029"/>
                <a:gd name="connsiteX3" fmla="*/ 0 w 3995228"/>
                <a:gd name="connsiteY3" fmla="*/ 367029 h 367029"/>
                <a:gd name="connsiteX4" fmla="*/ 292580 w 3995228"/>
                <a:gd name="connsiteY4" fmla="*/ 0 h 367029"/>
                <a:gd name="connsiteX0" fmla="*/ 278400 w 3981048"/>
                <a:gd name="connsiteY0" fmla="*/ 0 h 360131"/>
                <a:gd name="connsiteX1" fmla="*/ 3981048 w 3981048"/>
                <a:gd name="connsiteY1" fmla="*/ 13519 h 360131"/>
                <a:gd name="connsiteX2" fmla="*/ 3601746 w 3981048"/>
                <a:gd name="connsiteY2" fmla="*/ 354515 h 360131"/>
                <a:gd name="connsiteX3" fmla="*/ 0 w 3981048"/>
                <a:gd name="connsiteY3" fmla="*/ 360131 h 360131"/>
                <a:gd name="connsiteX4" fmla="*/ 278400 w 3981048"/>
                <a:gd name="connsiteY4" fmla="*/ 0 h 360131"/>
                <a:gd name="connsiteX0" fmla="*/ 285490 w 3988138"/>
                <a:gd name="connsiteY0" fmla="*/ 0 h 360131"/>
                <a:gd name="connsiteX1" fmla="*/ 3988138 w 3988138"/>
                <a:gd name="connsiteY1" fmla="*/ 13519 h 360131"/>
                <a:gd name="connsiteX2" fmla="*/ 3608836 w 3988138"/>
                <a:gd name="connsiteY2" fmla="*/ 354515 h 360131"/>
                <a:gd name="connsiteX3" fmla="*/ 0 w 3988138"/>
                <a:gd name="connsiteY3" fmla="*/ 360131 h 360131"/>
                <a:gd name="connsiteX4" fmla="*/ 285490 w 3988138"/>
                <a:gd name="connsiteY4" fmla="*/ 0 h 360131"/>
                <a:gd name="connsiteX0" fmla="*/ 299670 w 4002318"/>
                <a:gd name="connsiteY0" fmla="*/ 0 h 360131"/>
                <a:gd name="connsiteX1" fmla="*/ 4002318 w 4002318"/>
                <a:gd name="connsiteY1" fmla="*/ 13519 h 360131"/>
                <a:gd name="connsiteX2" fmla="*/ 3623016 w 4002318"/>
                <a:gd name="connsiteY2" fmla="*/ 354515 h 360131"/>
                <a:gd name="connsiteX3" fmla="*/ 0 w 4002318"/>
                <a:gd name="connsiteY3" fmla="*/ 360131 h 360131"/>
                <a:gd name="connsiteX4" fmla="*/ 299670 w 4002318"/>
                <a:gd name="connsiteY4" fmla="*/ 0 h 360131"/>
                <a:gd name="connsiteX0" fmla="*/ 299670 w 3623016"/>
                <a:gd name="connsiteY0" fmla="*/ 0 h 360131"/>
                <a:gd name="connsiteX1" fmla="*/ 3615926 w 3623016"/>
                <a:gd name="connsiteY1" fmla="*/ 10070 h 360131"/>
                <a:gd name="connsiteX2" fmla="*/ 3623016 w 3623016"/>
                <a:gd name="connsiteY2" fmla="*/ 354515 h 360131"/>
                <a:gd name="connsiteX3" fmla="*/ 0 w 3623016"/>
                <a:gd name="connsiteY3" fmla="*/ 360131 h 360131"/>
                <a:gd name="connsiteX4" fmla="*/ 299670 w 3623016"/>
                <a:gd name="connsiteY4" fmla="*/ 0 h 360131"/>
                <a:gd name="connsiteX0" fmla="*/ 299670 w 3630106"/>
                <a:gd name="connsiteY0" fmla="*/ 277 h 360408"/>
                <a:gd name="connsiteX1" fmla="*/ 3630106 w 3630106"/>
                <a:gd name="connsiteY1" fmla="*/ 0 h 360408"/>
                <a:gd name="connsiteX2" fmla="*/ 3623016 w 3630106"/>
                <a:gd name="connsiteY2" fmla="*/ 354792 h 360408"/>
                <a:gd name="connsiteX3" fmla="*/ 0 w 3630106"/>
                <a:gd name="connsiteY3" fmla="*/ 360408 h 360408"/>
                <a:gd name="connsiteX4" fmla="*/ 299670 w 3630106"/>
                <a:gd name="connsiteY4" fmla="*/ 277 h 360408"/>
                <a:gd name="connsiteX0" fmla="*/ 299670 w 4037066"/>
                <a:gd name="connsiteY0" fmla="*/ 277 h 360408"/>
                <a:gd name="connsiteX1" fmla="*/ 4037066 w 4037066"/>
                <a:gd name="connsiteY1" fmla="*/ 0 h 360408"/>
                <a:gd name="connsiteX2" fmla="*/ 3623016 w 4037066"/>
                <a:gd name="connsiteY2" fmla="*/ 354792 h 360408"/>
                <a:gd name="connsiteX3" fmla="*/ 0 w 4037066"/>
                <a:gd name="connsiteY3" fmla="*/ 360408 h 360408"/>
                <a:gd name="connsiteX4" fmla="*/ 299670 w 4037066"/>
                <a:gd name="connsiteY4" fmla="*/ 277 h 360408"/>
                <a:gd name="connsiteX0" fmla="*/ 299670 w 4040151"/>
                <a:gd name="connsiteY0" fmla="*/ 277 h 360408"/>
                <a:gd name="connsiteX1" fmla="*/ 4037066 w 4040151"/>
                <a:gd name="connsiteY1" fmla="*/ 0 h 360408"/>
                <a:gd name="connsiteX2" fmla="*/ 4040151 w 4040151"/>
                <a:gd name="connsiteY2" fmla="*/ 354792 h 360408"/>
                <a:gd name="connsiteX3" fmla="*/ 0 w 4040151"/>
                <a:gd name="connsiteY3" fmla="*/ 360408 h 360408"/>
                <a:gd name="connsiteX4" fmla="*/ 299670 w 4040151"/>
                <a:gd name="connsiteY4" fmla="*/ 277 h 360408"/>
                <a:gd name="connsiteX0" fmla="*/ 299670 w 4037234"/>
                <a:gd name="connsiteY0" fmla="*/ 277 h 364692"/>
                <a:gd name="connsiteX1" fmla="*/ 4037066 w 4037234"/>
                <a:gd name="connsiteY1" fmla="*/ 0 h 364692"/>
                <a:gd name="connsiteX2" fmla="*/ 4035064 w 4037234"/>
                <a:gd name="connsiteY2" fmla="*/ 364692 h 364692"/>
                <a:gd name="connsiteX3" fmla="*/ 0 w 4037234"/>
                <a:gd name="connsiteY3" fmla="*/ 360408 h 364692"/>
                <a:gd name="connsiteX4" fmla="*/ 299670 w 4037234"/>
                <a:gd name="connsiteY4" fmla="*/ 277 h 3646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37234" h="364692">
                  <a:moveTo>
                    <a:pt x="299670" y="277"/>
                  </a:moveTo>
                  <a:lnTo>
                    <a:pt x="4037066" y="0"/>
                  </a:lnTo>
                  <a:cubicBezTo>
                    <a:pt x="4038094" y="118264"/>
                    <a:pt x="4034036" y="246428"/>
                    <a:pt x="4035064" y="364692"/>
                  </a:cubicBezTo>
                  <a:lnTo>
                    <a:pt x="0" y="360408"/>
                  </a:lnTo>
                  <a:lnTo>
                    <a:pt x="299670" y="277"/>
                  </a:lnTo>
                  <a:close/>
                </a:path>
              </a:pathLst>
            </a:custGeom>
            <a:solidFill>
              <a:srgbClr val="EF682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VN">
                <a:solidFill>
                  <a:schemeClr val="bg1"/>
                </a:solidFill>
                <a:latin typeface="Arial" panose="020B0604020202020204" pitchFamily="34" charset="0"/>
                <a:cs typeface="Arial" panose="020B0604020202020204" pitchFamily="34" charset="0"/>
              </a:endParaRPr>
            </a:p>
          </p:txBody>
        </p:sp>
      </p:grpSp>
      <p:sp>
        <p:nvSpPr>
          <p:cNvPr id="21" name="Slide Number Placeholder 5">
            <a:extLst>
              <a:ext uri="{FF2B5EF4-FFF2-40B4-BE49-F238E27FC236}">
                <a16:creationId xmlns:a16="http://schemas.microsoft.com/office/drawing/2014/main" id="{DE6C7A3E-725E-DF68-FEAA-7F4807650751}"/>
              </a:ext>
            </a:extLst>
          </p:cNvPr>
          <p:cNvSpPr>
            <a:spLocks noGrp="1"/>
          </p:cNvSpPr>
          <p:nvPr>
            <p:ph type="sldNum" sz="quarter" idx="12"/>
          </p:nvPr>
        </p:nvSpPr>
        <p:spPr>
          <a:xfrm>
            <a:off x="7232097" y="6593881"/>
            <a:ext cx="1908332" cy="255190"/>
          </a:xfrm>
        </p:spPr>
        <p:txBody>
          <a:bodyPr/>
          <a:lstStyle>
            <a:lvl1pPr>
              <a:defRPr>
                <a:solidFill>
                  <a:schemeClr val="bg1"/>
                </a:solidFill>
                <a:latin typeface="Arial" panose="020B0604020202020204" pitchFamily="34" charset="0"/>
                <a:cs typeface="Arial" panose="020B0604020202020204" pitchFamily="34" charset="0"/>
              </a:defRPr>
            </a:lvl1pPr>
          </a:lstStyle>
          <a:p>
            <a:pPr>
              <a:defRPr/>
            </a:pPr>
            <a:fld id="{47A54EB7-AD52-4151-BFDC-C09D8FF73BF0}" type="slidenum">
              <a:rPr lang="en-VN"/>
              <a:pPr>
                <a:defRPr/>
              </a:pPr>
              <a:t>‹#›</a:t>
            </a:fld>
            <a:endParaRPr lang="en-VN"/>
          </a:p>
        </p:txBody>
      </p:sp>
    </p:spTree>
    <p:extLst>
      <p:ext uri="{BB962C8B-B14F-4D97-AF65-F5344CB8AC3E}">
        <p14:creationId xmlns:p14="http://schemas.microsoft.com/office/powerpoint/2010/main" val="25584085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pic>
        <p:nvPicPr>
          <p:cNvPr id="9" name="Picture 8" descr="A picture containing gear, wheel&#10;&#10;Description automatically generated">
            <a:extLst>
              <a:ext uri="{FF2B5EF4-FFF2-40B4-BE49-F238E27FC236}">
                <a16:creationId xmlns:a16="http://schemas.microsoft.com/office/drawing/2014/main" id="{84140D8E-640B-7547-A627-D993010E966D}"/>
              </a:ext>
            </a:extLst>
          </p:cNvPr>
          <p:cNvPicPr>
            <a:picLocks noChangeAspect="1"/>
          </p:cNvPicPr>
          <p:nvPr userDrawn="1"/>
        </p:nvPicPr>
        <p:blipFill>
          <a:blip r:embed="rId2"/>
          <a:stretch>
            <a:fillRect/>
          </a:stretch>
        </p:blipFill>
        <p:spPr>
          <a:xfrm>
            <a:off x="6685227" y="2057400"/>
            <a:ext cx="2095500" cy="2743200"/>
          </a:xfrm>
          <a:prstGeom prst="rect">
            <a:avLst/>
          </a:prstGeom>
        </p:spPr>
      </p:pic>
      <p:grpSp>
        <p:nvGrpSpPr>
          <p:cNvPr id="8" name="Group 7">
            <a:extLst>
              <a:ext uri="{FF2B5EF4-FFF2-40B4-BE49-F238E27FC236}">
                <a16:creationId xmlns:a16="http://schemas.microsoft.com/office/drawing/2014/main" id="{10363613-354D-B586-0300-5571C0519C69}"/>
              </a:ext>
            </a:extLst>
          </p:cNvPr>
          <p:cNvGrpSpPr/>
          <p:nvPr userDrawn="1"/>
        </p:nvGrpSpPr>
        <p:grpSpPr>
          <a:xfrm>
            <a:off x="-14287" y="568960"/>
            <a:ext cx="9188053" cy="228601"/>
            <a:chOff x="-14287" y="837009"/>
            <a:chExt cx="9188053" cy="228601"/>
          </a:xfrm>
        </p:grpSpPr>
        <p:cxnSp>
          <p:nvCxnSpPr>
            <p:cNvPr id="10" name="Straight Connector 9">
              <a:extLst>
                <a:ext uri="{FF2B5EF4-FFF2-40B4-BE49-F238E27FC236}">
                  <a16:creationId xmlns:a16="http://schemas.microsoft.com/office/drawing/2014/main" id="{35B1C3F1-23A9-3C30-31FF-365C7C8EFEB3}"/>
                </a:ext>
              </a:extLst>
            </p:cNvPr>
            <p:cNvCxnSpPr>
              <a:cxnSpLocks/>
            </p:cNvCxnSpPr>
            <p:nvPr userDrawn="1"/>
          </p:nvCxnSpPr>
          <p:spPr>
            <a:xfrm>
              <a:off x="658416" y="976313"/>
              <a:ext cx="8515350" cy="0"/>
            </a:xfrm>
            <a:prstGeom prst="line">
              <a:avLst/>
            </a:prstGeom>
            <a:ln w="12700">
              <a:solidFill>
                <a:srgbClr val="EF6822"/>
              </a:solidFill>
            </a:ln>
          </p:spPr>
          <p:style>
            <a:lnRef idx="1">
              <a:schemeClr val="accent2"/>
            </a:lnRef>
            <a:fillRef idx="0">
              <a:schemeClr val="accent2"/>
            </a:fillRef>
            <a:effectRef idx="0">
              <a:schemeClr val="accent2"/>
            </a:effectRef>
            <a:fontRef idx="minor">
              <a:schemeClr val="tx1"/>
            </a:fontRef>
          </p:style>
        </p:cxnSp>
        <p:sp>
          <p:nvSpPr>
            <p:cNvPr id="11" name="Rectangle 16">
              <a:extLst>
                <a:ext uri="{FF2B5EF4-FFF2-40B4-BE49-F238E27FC236}">
                  <a16:creationId xmlns:a16="http://schemas.microsoft.com/office/drawing/2014/main" id="{BF88B540-CABB-D949-F941-21463757FD23}"/>
                </a:ext>
              </a:extLst>
            </p:cNvPr>
            <p:cNvSpPr/>
            <p:nvPr userDrawn="1"/>
          </p:nvSpPr>
          <p:spPr>
            <a:xfrm flipH="1" flipV="1">
              <a:off x="-14287" y="837009"/>
              <a:ext cx="954881" cy="228601"/>
            </a:xfrm>
            <a:custGeom>
              <a:avLst/>
              <a:gdLst>
                <a:gd name="connsiteX0" fmla="*/ 0 w 2523344"/>
                <a:gd name="connsiteY0" fmla="*/ 0 h 482600"/>
                <a:gd name="connsiteX1" fmla="*/ 2523344 w 2523344"/>
                <a:gd name="connsiteY1" fmla="*/ 0 h 482600"/>
                <a:gd name="connsiteX2" fmla="*/ 2523344 w 2523344"/>
                <a:gd name="connsiteY2" fmla="*/ 482600 h 482600"/>
                <a:gd name="connsiteX3" fmla="*/ 0 w 2523344"/>
                <a:gd name="connsiteY3" fmla="*/ 482600 h 482600"/>
                <a:gd name="connsiteX4" fmla="*/ 0 w 2523344"/>
                <a:gd name="connsiteY4" fmla="*/ 0 h 482600"/>
                <a:gd name="connsiteX0" fmla="*/ 524655 w 2523344"/>
                <a:gd name="connsiteY0" fmla="*/ 14990 h 482600"/>
                <a:gd name="connsiteX1" fmla="*/ 2523344 w 2523344"/>
                <a:gd name="connsiteY1" fmla="*/ 0 h 482600"/>
                <a:gd name="connsiteX2" fmla="*/ 2523344 w 2523344"/>
                <a:gd name="connsiteY2" fmla="*/ 482600 h 482600"/>
                <a:gd name="connsiteX3" fmla="*/ 0 w 2523344"/>
                <a:gd name="connsiteY3" fmla="*/ 482600 h 482600"/>
                <a:gd name="connsiteX4" fmla="*/ 524655 w 2523344"/>
                <a:gd name="connsiteY4" fmla="*/ 14990 h 482600"/>
                <a:gd name="connsiteX0" fmla="*/ 404734 w 2523344"/>
                <a:gd name="connsiteY0" fmla="*/ 44971 h 482600"/>
                <a:gd name="connsiteX1" fmla="*/ 2523344 w 2523344"/>
                <a:gd name="connsiteY1" fmla="*/ 0 h 482600"/>
                <a:gd name="connsiteX2" fmla="*/ 2523344 w 2523344"/>
                <a:gd name="connsiteY2" fmla="*/ 482600 h 482600"/>
                <a:gd name="connsiteX3" fmla="*/ 0 w 2523344"/>
                <a:gd name="connsiteY3" fmla="*/ 482600 h 482600"/>
                <a:gd name="connsiteX4" fmla="*/ 404734 w 2523344"/>
                <a:gd name="connsiteY4" fmla="*/ 44971 h 482600"/>
                <a:gd name="connsiteX0" fmla="*/ 404734 w 2523344"/>
                <a:gd name="connsiteY0" fmla="*/ 0 h 482600"/>
                <a:gd name="connsiteX1" fmla="*/ 2523344 w 2523344"/>
                <a:gd name="connsiteY1" fmla="*/ 0 h 482600"/>
                <a:gd name="connsiteX2" fmla="*/ 2523344 w 2523344"/>
                <a:gd name="connsiteY2" fmla="*/ 482600 h 482600"/>
                <a:gd name="connsiteX3" fmla="*/ 0 w 2523344"/>
                <a:gd name="connsiteY3" fmla="*/ 482600 h 482600"/>
                <a:gd name="connsiteX4" fmla="*/ 404734 w 2523344"/>
                <a:gd name="connsiteY4" fmla="*/ 0 h 482600"/>
                <a:gd name="connsiteX0" fmla="*/ 493662 w 2523344"/>
                <a:gd name="connsiteY0" fmla="*/ 10816 h 482600"/>
                <a:gd name="connsiteX1" fmla="*/ 2523344 w 2523344"/>
                <a:gd name="connsiteY1" fmla="*/ 0 h 482600"/>
                <a:gd name="connsiteX2" fmla="*/ 2523344 w 2523344"/>
                <a:gd name="connsiteY2" fmla="*/ 482600 h 482600"/>
                <a:gd name="connsiteX3" fmla="*/ 0 w 2523344"/>
                <a:gd name="connsiteY3" fmla="*/ 482600 h 482600"/>
                <a:gd name="connsiteX4" fmla="*/ 493662 w 2523344"/>
                <a:gd name="connsiteY4" fmla="*/ 10816 h 482600"/>
                <a:gd name="connsiteX0" fmla="*/ 371386 w 2523344"/>
                <a:gd name="connsiteY0" fmla="*/ 10816 h 482600"/>
                <a:gd name="connsiteX1" fmla="*/ 2523344 w 2523344"/>
                <a:gd name="connsiteY1" fmla="*/ 0 h 482600"/>
                <a:gd name="connsiteX2" fmla="*/ 2523344 w 2523344"/>
                <a:gd name="connsiteY2" fmla="*/ 482600 h 482600"/>
                <a:gd name="connsiteX3" fmla="*/ 0 w 2523344"/>
                <a:gd name="connsiteY3" fmla="*/ 482600 h 482600"/>
                <a:gd name="connsiteX4" fmla="*/ 371386 w 2523344"/>
                <a:gd name="connsiteY4" fmla="*/ 10816 h 482600"/>
                <a:gd name="connsiteX0" fmla="*/ 406017 w 2557975"/>
                <a:gd name="connsiteY0" fmla="*/ 10816 h 488215"/>
                <a:gd name="connsiteX1" fmla="*/ 2557975 w 2557975"/>
                <a:gd name="connsiteY1" fmla="*/ 0 h 488215"/>
                <a:gd name="connsiteX2" fmla="*/ 2557975 w 2557975"/>
                <a:gd name="connsiteY2" fmla="*/ 482600 h 488215"/>
                <a:gd name="connsiteX3" fmla="*/ 0 w 2557975"/>
                <a:gd name="connsiteY3" fmla="*/ 488215 h 488215"/>
                <a:gd name="connsiteX4" fmla="*/ 406017 w 2557975"/>
                <a:gd name="connsiteY4" fmla="*/ 10816 h 488215"/>
                <a:gd name="connsiteX0" fmla="*/ 406017 w 4108665"/>
                <a:gd name="connsiteY0" fmla="*/ 10816 h 488215"/>
                <a:gd name="connsiteX1" fmla="*/ 2557975 w 4108665"/>
                <a:gd name="connsiteY1" fmla="*/ 0 h 488215"/>
                <a:gd name="connsiteX2" fmla="*/ 4108665 w 4108665"/>
                <a:gd name="connsiteY2" fmla="*/ 482600 h 488215"/>
                <a:gd name="connsiteX3" fmla="*/ 0 w 4108665"/>
                <a:gd name="connsiteY3" fmla="*/ 488215 h 488215"/>
                <a:gd name="connsiteX4" fmla="*/ 406017 w 4108665"/>
                <a:gd name="connsiteY4" fmla="*/ 10816 h 488215"/>
                <a:gd name="connsiteX0" fmla="*/ 406017 w 4108665"/>
                <a:gd name="connsiteY0" fmla="*/ 10816 h 488215"/>
                <a:gd name="connsiteX1" fmla="*/ 4108665 w 4108665"/>
                <a:gd name="connsiteY1" fmla="*/ 0 h 488215"/>
                <a:gd name="connsiteX2" fmla="*/ 4108665 w 4108665"/>
                <a:gd name="connsiteY2" fmla="*/ 482600 h 488215"/>
                <a:gd name="connsiteX3" fmla="*/ 0 w 4108665"/>
                <a:gd name="connsiteY3" fmla="*/ 488215 h 488215"/>
                <a:gd name="connsiteX4" fmla="*/ 406017 w 4108665"/>
                <a:gd name="connsiteY4" fmla="*/ 10816 h 488215"/>
                <a:gd name="connsiteX0" fmla="*/ 406017 w 4108665"/>
                <a:gd name="connsiteY0" fmla="*/ 0 h 477399"/>
                <a:gd name="connsiteX1" fmla="*/ 4108665 w 4108665"/>
                <a:gd name="connsiteY1" fmla="*/ 13519 h 477399"/>
                <a:gd name="connsiteX2" fmla="*/ 4108665 w 4108665"/>
                <a:gd name="connsiteY2" fmla="*/ 471784 h 477399"/>
                <a:gd name="connsiteX3" fmla="*/ 0 w 4108665"/>
                <a:gd name="connsiteY3" fmla="*/ 477399 h 477399"/>
                <a:gd name="connsiteX4" fmla="*/ 406017 w 4108665"/>
                <a:gd name="connsiteY4" fmla="*/ 0 h 477399"/>
                <a:gd name="connsiteX0" fmla="*/ 406017 w 4108665"/>
                <a:gd name="connsiteY0" fmla="*/ 0 h 477399"/>
                <a:gd name="connsiteX1" fmla="*/ 4108665 w 4108665"/>
                <a:gd name="connsiteY1" fmla="*/ 13519 h 477399"/>
                <a:gd name="connsiteX2" fmla="*/ 1881358 w 4108665"/>
                <a:gd name="connsiteY2" fmla="*/ 471784 h 477399"/>
                <a:gd name="connsiteX3" fmla="*/ 0 w 4108665"/>
                <a:gd name="connsiteY3" fmla="*/ 477399 h 477399"/>
                <a:gd name="connsiteX4" fmla="*/ 406017 w 4108665"/>
                <a:gd name="connsiteY4" fmla="*/ 0 h 477399"/>
                <a:gd name="connsiteX0" fmla="*/ 406017 w 1905053"/>
                <a:gd name="connsiteY0" fmla="*/ 0 h 477399"/>
                <a:gd name="connsiteX1" fmla="*/ 1905053 w 1905053"/>
                <a:gd name="connsiteY1" fmla="*/ 1993 h 477399"/>
                <a:gd name="connsiteX2" fmla="*/ 1881358 w 1905053"/>
                <a:gd name="connsiteY2" fmla="*/ 471784 h 477399"/>
                <a:gd name="connsiteX3" fmla="*/ 0 w 1905053"/>
                <a:gd name="connsiteY3" fmla="*/ 477399 h 477399"/>
                <a:gd name="connsiteX4" fmla="*/ 406017 w 1905053"/>
                <a:gd name="connsiteY4" fmla="*/ 0 h 477399"/>
                <a:gd name="connsiteX0" fmla="*/ 406017 w 1881358"/>
                <a:gd name="connsiteY0" fmla="*/ 0 h 477399"/>
                <a:gd name="connsiteX1" fmla="*/ 1845816 w 1881358"/>
                <a:gd name="connsiteY1" fmla="*/ 1993 h 477399"/>
                <a:gd name="connsiteX2" fmla="*/ 1881358 w 1881358"/>
                <a:gd name="connsiteY2" fmla="*/ 471784 h 477399"/>
                <a:gd name="connsiteX3" fmla="*/ 0 w 1881358"/>
                <a:gd name="connsiteY3" fmla="*/ 477399 h 477399"/>
                <a:gd name="connsiteX4" fmla="*/ 406017 w 1881358"/>
                <a:gd name="connsiteY4" fmla="*/ 0 h 477399"/>
                <a:gd name="connsiteX0" fmla="*/ 406017 w 1881358"/>
                <a:gd name="connsiteY0" fmla="*/ 0 h 477399"/>
                <a:gd name="connsiteX1" fmla="*/ 1869510 w 1881358"/>
                <a:gd name="connsiteY1" fmla="*/ 25047 h 477399"/>
                <a:gd name="connsiteX2" fmla="*/ 1881358 w 1881358"/>
                <a:gd name="connsiteY2" fmla="*/ 471784 h 477399"/>
                <a:gd name="connsiteX3" fmla="*/ 0 w 1881358"/>
                <a:gd name="connsiteY3" fmla="*/ 477399 h 477399"/>
                <a:gd name="connsiteX4" fmla="*/ 406017 w 1881358"/>
                <a:gd name="connsiteY4" fmla="*/ 0 h 477399"/>
                <a:gd name="connsiteX0" fmla="*/ 406017 w 1886825"/>
                <a:gd name="connsiteY0" fmla="*/ 14263 h 491662"/>
                <a:gd name="connsiteX1" fmla="*/ 1886825 w 1886825"/>
                <a:gd name="connsiteY1" fmla="*/ 0 h 491662"/>
                <a:gd name="connsiteX2" fmla="*/ 1881358 w 1886825"/>
                <a:gd name="connsiteY2" fmla="*/ 486047 h 491662"/>
                <a:gd name="connsiteX3" fmla="*/ 0 w 1886825"/>
                <a:gd name="connsiteY3" fmla="*/ 491662 h 491662"/>
                <a:gd name="connsiteX4" fmla="*/ 406017 w 1886825"/>
                <a:gd name="connsiteY4" fmla="*/ 14263 h 491662"/>
                <a:gd name="connsiteX0" fmla="*/ 406017 w 1881586"/>
                <a:gd name="connsiteY0" fmla="*/ 0 h 477399"/>
                <a:gd name="connsiteX1" fmla="*/ 1875281 w 1881586"/>
                <a:gd name="connsiteY1" fmla="*/ 8200 h 477399"/>
                <a:gd name="connsiteX2" fmla="*/ 1881358 w 1881586"/>
                <a:gd name="connsiteY2" fmla="*/ 471784 h 477399"/>
                <a:gd name="connsiteX3" fmla="*/ 0 w 1881586"/>
                <a:gd name="connsiteY3" fmla="*/ 477399 h 477399"/>
                <a:gd name="connsiteX4" fmla="*/ 406017 w 1881586"/>
                <a:gd name="connsiteY4" fmla="*/ 0 h 477399"/>
                <a:gd name="connsiteX0" fmla="*/ 406017 w 1881851"/>
                <a:gd name="connsiteY0" fmla="*/ 3031 h 480430"/>
                <a:gd name="connsiteX1" fmla="*/ 1881052 w 1881851"/>
                <a:gd name="connsiteY1" fmla="*/ 0 h 480430"/>
                <a:gd name="connsiteX2" fmla="*/ 1881358 w 1881851"/>
                <a:gd name="connsiteY2" fmla="*/ 474815 h 480430"/>
                <a:gd name="connsiteX3" fmla="*/ 0 w 1881851"/>
                <a:gd name="connsiteY3" fmla="*/ 480430 h 480430"/>
                <a:gd name="connsiteX4" fmla="*/ 406017 w 1881851"/>
                <a:gd name="connsiteY4" fmla="*/ 3031 h 480430"/>
                <a:gd name="connsiteX0" fmla="*/ 406017 w 1881052"/>
                <a:gd name="connsiteY0" fmla="*/ 3031 h 480984"/>
                <a:gd name="connsiteX1" fmla="*/ 1881052 w 1881052"/>
                <a:gd name="connsiteY1" fmla="*/ 0 h 480984"/>
                <a:gd name="connsiteX2" fmla="*/ 1500907 w 1881052"/>
                <a:gd name="connsiteY2" fmla="*/ 480984 h 480984"/>
                <a:gd name="connsiteX3" fmla="*/ 0 w 1881052"/>
                <a:gd name="connsiteY3" fmla="*/ 480430 h 480984"/>
                <a:gd name="connsiteX4" fmla="*/ 406017 w 1881052"/>
                <a:gd name="connsiteY4" fmla="*/ 3031 h 480984"/>
                <a:gd name="connsiteX0" fmla="*/ 406017 w 1506942"/>
                <a:gd name="connsiteY0" fmla="*/ 0 h 477953"/>
                <a:gd name="connsiteX1" fmla="*/ 1506942 w 1506942"/>
                <a:gd name="connsiteY1" fmla="*/ 3138 h 477953"/>
                <a:gd name="connsiteX2" fmla="*/ 1500907 w 1506942"/>
                <a:gd name="connsiteY2" fmla="*/ 477953 h 477953"/>
                <a:gd name="connsiteX3" fmla="*/ 0 w 1506942"/>
                <a:gd name="connsiteY3" fmla="*/ 477399 h 477953"/>
                <a:gd name="connsiteX4" fmla="*/ 406017 w 1506942"/>
                <a:gd name="connsiteY4" fmla="*/ 0 h 477953"/>
                <a:gd name="connsiteX0" fmla="*/ 406017 w 1500941"/>
                <a:gd name="connsiteY0" fmla="*/ 0 h 477953"/>
                <a:gd name="connsiteX1" fmla="*/ 1433224 w 1500941"/>
                <a:gd name="connsiteY1" fmla="*/ 8260 h 477953"/>
                <a:gd name="connsiteX2" fmla="*/ 1500907 w 1500941"/>
                <a:gd name="connsiteY2" fmla="*/ 477953 h 477953"/>
                <a:gd name="connsiteX3" fmla="*/ 0 w 1500941"/>
                <a:gd name="connsiteY3" fmla="*/ 477399 h 477953"/>
                <a:gd name="connsiteX4" fmla="*/ 406017 w 1500941"/>
                <a:gd name="connsiteY4" fmla="*/ 0 h 477953"/>
                <a:gd name="connsiteX0" fmla="*/ 406017 w 1433224"/>
                <a:gd name="connsiteY0" fmla="*/ 0 h 477953"/>
                <a:gd name="connsiteX1" fmla="*/ 1433224 w 1433224"/>
                <a:gd name="connsiteY1" fmla="*/ 8260 h 477953"/>
                <a:gd name="connsiteX2" fmla="*/ 1421926 w 1433224"/>
                <a:gd name="connsiteY2" fmla="*/ 477953 h 477953"/>
                <a:gd name="connsiteX3" fmla="*/ 0 w 1433224"/>
                <a:gd name="connsiteY3" fmla="*/ 477399 h 477953"/>
                <a:gd name="connsiteX4" fmla="*/ 406017 w 1433224"/>
                <a:gd name="connsiteY4" fmla="*/ 0 h 477953"/>
                <a:gd name="connsiteX0" fmla="*/ 248052 w 1275259"/>
                <a:gd name="connsiteY0" fmla="*/ 0 h 477953"/>
                <a:gd name="connsiteX1" fmla="*/ 1275259 w 1275259"/>
                <a:gd name="connsiteY1" fmla="*/ 8260 h 477953"/>
                <a:gd name="connsiteX2" fmla="*/ 1263961 w 1275259"/>
                <a:gd name="connsiteY2" fmla="*/ 477953 h 477953"/>
                <a:gd name="connsiteX3" fmla="*/ 0 w 1275259"/>
                <a:gd name="connsiteY3" fmla="*/ 287842 h 477953"/>
                <a:gd name="connsiteX4" fmla="*/ 248052 w 1275259"/>
                <a:gd name="connsiteY4" fmla="*/ 0 h 477953"/>
                <a:gd name="connsiteX0" fmla="*/ 248052 w 1275259"/>
                <a:gd name="connsiteY0" fmla="*/ 0 h 303765"/>
                <a:gd name="connsiteX1" fmla="*/ 1275259 w 1275259"/>
                <a:gd name="connsiteY1" fmla="*/ 8260 h 303765"/>
                <a:gd name="connsiteX2" fmla="*/ 1248164 w 1275259"/>
                <a:gd name="connsiteY2" fmla="*/ 303765 h 303765"/>
                <a:gd name="connsiteX3" fmla="*/ 0 w 1275259"/>
                <a:gd name="connsiteY3" fmla="*/ 287842 h 303765"/>
                <a:gd name="connsiteX4" fmla="*/ 248052 w 1275259"/>
                <a:gd name="connsiteY4" fmla="*/ 0 h 303765"/>
                <a:gd name="connsiteX0" fmla="*/ 248052 w 1248931"/>
                <a:gd name="connsiteY0" fmla="*/ 0 h 303765"/>
                <a:gd name="connsiteX1" fmla="*/ 1248931 w 1248931"/>
                <a:gd name="connsiteY1" fmla="*/ 3137 h 303765"/>
                <a:gd name="connsiteX2" fmla="*/ 1248164 w 1248931"/>
                <a:gd name="connsiteY2" fmla="*/ 303765 h 303765"/>
                <a:gd name="connsiteX3" fmla="*/ 0 w 1248931"/>
                <a:gd name="connsiteY3" fmla="*/ 287842 h 303765"/>
                <a:gd name="connsiteX4" fmla="*/ 248052 w 1248931"/>
                <a:gd name="connsiteY4" fmla="*/ 0 h 303765"/>
                <a:gd name="connsiteX0" fmla="*/ 248052 w 1252492"/>
                <a:gd name="connsiteY0" fmla="*/ 0 h 288121"/>
                <a:gd name="connsiteX1" fmla="*/ 1248931 w 1252492"/>
                <a:gd name="connsiteY1" fmla="*/ 3137 h 288121"/>
                <a:gd name="connsiteX2" fmla="*/ 1252183 w 1252492"/>
                <a:gd name="connsiteY2" fmla="*/ 288121 h 288121"/>
                <a:gd name="connsiteX3" fmla="*/ 0 w 1252492"/>
                <a:gd name="connsiteY3" fmla="*/ 287842 h 288121"/>
                <a:gd name="connsiteX4" fmla="*/ 248052 w 1252492"/>
                <a:gd name="connsiteY4" fmla="*/ 0 h 288121"/>
                <a:gd name="connsiteX0" fmla="*/ 248052 w 1252251"/>
                <a:gd name="connsiteY0" fmla="*/ 0 h 288121"/>
                <a:gd name="connsiteX1" fmla="*/ 1220794 w 1252251"/>
                <a:gd name="connsiteY1" fmla="*/ 95 h 288121"/>
                <a:gd name="connsiteX2" fmla="*/ 1252183 w 1252251"/>
                <a:gd name="connsiteY2" fmla="*/ 288121 h 288121"/>
                <a:gd name="connsiteX3" fmla="*/ 0 w 1252251"/>
                <a:gd name="connsiteY3" fmla="*/ 287842 h 288121"/>
                <a:gd name="connsiteX4" fmla="*/ 248052 w 1252251"/>
                <a:gd name="connsiteY4" fmla="*/ 0 h 288121"/>
                <a:gd name="connsiteX0" fmla="*/ 248052 w 1252694"/>
                <a:gd name="connsiteY0" fmla="*/ 2947 h 291068"/>
                <a:gd name="connsiteX1" fmla="*/ 1252058 w 1252694"/>
                <a:gd name="connsiteY1" fmla="*/ 0 h 291068"/>
                <a:gd name="connsiteX2" fmla="*/ 1252183 w 1252694"/>
                <a:gd name="connsiteY2" fmla="*/ 291068 h 291068"/>
                <a:gd name="connsiteX3" fmla="*/ 0 w 1252694"/>
                <a:gd name="connsiteY3" fmla="*/ 290789 h 291068"/>
                <a:gd name="connsiteX4" fmla="*/ 248052 w 1252694"/>
                <a:gd name="connsiteY4" fmla="*/ 2947 h 2910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2694" h="291068">
                  <a:moveTo>
                    <a:pt x="248052" y="2947"/>
                  </a:moveTo>
                  <a:lnTo>
                    <a:pt x="1252058" y="0"/>
                  </a:lnTo>
                  <a:cubicBezTo>
                    <a:pt x="1250236" y="162016"/>
                    <a:pt x="1254005" y="129052"/>
                    <a:pt x="1252183" y="291068"/>
                  </a:cubicBezTo>
                  <a:lnTo>
                    <a:pt x="0" y="290789"/>
                  </a:lnTo>
                  <a:lnTo>
                    <a:pt x="248052" y="2947"/>
                  </a:lnTo>
                  <a:close/>
                </a:path>
              </a:pathLst>
            </a:custGeom>
            <a:solidFill>
              <a:srgbClr val="18459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VN">
                <a:latin typeface="Arial" panose="020B0604020202020204" pitchFamily="34" charset="0"/>
                <a:cs typeface="Arial" panose="020B0604020202020204" pitchFamily="34" charset="0"/>
              </a:endParaRPr>
            </a:p>
          </p:txBody>
        </p:sp>
      </p:grpSp>
      <p:sp>
        <p:nvSpPr>
          <p:cNvPr id="12" name="Title 1">
            <a:extLst>
              <a:ext uri="{FF2B5EF4-FFF2-40B4-BE49-F238E27FC236}">
                <a16:creationId xmlns:a16="http://schemas.microsoft.com/office/drawing/2014/main" id="{23A79D62-1052-3A31-DFF0-90C0D18A101E}"/>
              </a:ext>
            </a:extLst>
          </p:cNvPr>
          <p:cNvSpPr>
            <a:spLocks noGrp="1"/>
          </p:cNvSpPr>
          <p:nvPr>
            <p:ph type="title"/>
          </p:nvPr>
        </p:nvSpPr>
        <p:spPr>
          <a:xfrm>
            <a:off x="940594" y="226774"/>
            <a:ext cx="7574756" cy="481806"/>
          </a:xfrm>
        </p:spPr>
        <p:txBody>
          <a:bodyPr>
            <a:normAutofit/>
          </a:bodyPr>
          <a:lstStyle>
            <a:lvl1pPr>
              <a:defRPr sz="3000">
                <a:solidFill>
                  <a:srgbClr val="EF6822"/>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13" name="Footer Placeholder 4">
            <a:extLst>
              <a:ext uri="{FF2B5EF4-FFF2-40B4-BE49-F238E27FC236}">
                <a16:creationId xmlns:a16="http://schemas.microsoft.com/office/drawing/2014/main" id="{064FC8B5-CE8A-5E9D-FA20-4BF0109EA22D}"/>
              </a:ext>
            </a:extLst>
          </p:cNvPr>
          <p:cNvSpPr>
            <a:spLocks noGrp="1"/>
          </p:cNvSpPr>
          <p:nvPr>
            <p:ph type="ftr" sz="quarter" idx="11"/>
          </p:nvPr>
        </p:nvSpPr>
        <p:spPr>
          <a:xfrm>
            <a:off x="7977" y="6432947"/>
            <a:ext cx="6026112" cy="282178"/>
          </a:xfrm>
        </p:spPr>
        <p:txBody>
          <a:bodyPr/>
          <a:lstStyle>
            <a:lvl1pPr algn="l">
              <a:defRPr>
                <a:latin typeface="Arial" panose="020B0604020202020204" pitchFamily="34" charset="0"/>
                <a:cs typeface="Arial" panose="020B0604020202020204" pitchFamily="34" charset="0"/>
              </a:defRPr>
            </a:lvl1pPr>
          </a:lstStyle>
          <a:p>
            <a:pPr>
              <a:defRPr/>
            </a:pPr>
            <a:r>
              <a:rPr lang="en-US"/>
              <a:t>Bài 5: Hàm</a:t>
            </a:r>
            <a:endParaRPr lang="en-VN"/>
          </a:p>
        </p:txBody>
      </p:sp>
      <p:grpSp>
        <p:nvGrpSpPr>
          <p:cNvPr id="14" name="Group 13">
            <a:extLst>
              <a:ext uri="{FF2B5EF4-FFF2-40B4-BE49-F238E27FC236}">
                <a16:creationId xmlns:a16="http://schemas.microsoft.com/office/drawing/2014/main" id="{2F4869C0-607B-5DA0-15B0-03DAB650D8CE}"/>
              </a:ext>
            </a:extLst>
          </p:cNvPr>
          <p:cNvGrpSpPr/>
          <p:nvPr userDrawn="1"/>
        </p:nvGrpSpPr>
        <p:grpSpPr>
          <a:xfrm>
            <a:off x="0" y="6474619"/>
            <a:ext cx="9160669" cy="383381"/>
            <a:chOff x="0" y="5648325"/>
            <a:chExt cx="9160669" cy="383381"/>
          </a:xfrm>
        </p:grpSpPr>
        <p:cxnSp>
          <p:nvCxnSpPr>
            <p:cNvPr id="15" name="Straight Connector 14">
              <a:extLst>
                <a:ext uri="{FF2B5EF4-FFF2-40B4-BE49-F238E27FC236}">
                  <a16:creationId xmlns:a16="http://schemas.microsoft.com/office/drawing/2014/main" id="{9373E623-B97F-A39E-F489-41A79AF5D10E}"/>
                </a:ext>
              </a:extLst>
            </p:cNvPr>
            <p:cNvCxnSpPr>
              <a:cxnSpLocks/>
            </p:cNvCxnSpPr>
            <p:nvPr userDrawn="1"/>
          </p:nvCxnSpPr>
          <p:spPr>
            <a:xfrm>
              <a:off x="0" y="5904310"/>
              <a:ext cx="6054329" cy="0"/>
            </a:xfrm>
            <a:prstGeom prst="line">
              <a:avLst/>
            </a:prstGeom>
            <a:ln w="12700">
              <a:solidFill>
                <a:srgbClr val="18459E"/>
              </a:solidFill>
            </a:ln>
          </p:spPr>
          <p:style>
            <a:lnRef idx="1">
              <a:schemeClr val="accent2"/>
            </a:lnRef>
            <a:fillRef idx="0">
              <a:schemeClr val="accent2"/>
            </a:fillRef>
            <a:effectRef idx="0">
              <a:schemeClr val="accent2"/>
            </a:effectRef>
            <a:fontRef idx="minor">
              <a:schemeClr val="tx1"/>
            </a:fontRef>
          </p:style>
        </p:cxnSp>
        <p:cxnSp>
          <p:nvCxnSpPr>
            <p:cNvPr id="16" name="Straight Connector 15">
              <a:extLst>
                <a:ext uri="{FF2B5EF4-FFF2-40B4-BE49-F238E27FC236}">
                  <a16:creationId xmlns:a16="http://schemas.microsoft.com/office/drawing/2014/main" id="{FE0304D1-58D8-1A29-C3F7-DA1F57605C47}"/>
                </a:ext>
              </a:extLst>
            </p:cNvPr>
            <p:cNvCxnSpPr>
              <a:cxnSpLocks/>
            </p:cNvCxnSpPr>
            <p:nvPr userDrawn="1"/>
          </p:nvCxnSpPr>
          <p:spPr>
            <a:xfrm flipV="1">
              <a:off x="6054329" y="5648326"/>
              <a:ext cx="208359" cy="255985"/>
            </a:xfrm>
            <a:prstGeom prst="line">
              <a:avLst/>
            </a:prstGeom>
            <a:ln w="12700">
              <a:solidFill>
                <a:srgbClr val="18459E"/>
              </a:solidFill>
            </a:ln>
          </p:spPr>
          <p:style>
            <a:lnRef idx="1">
              <a:schemeClr val="accent2"/>
            </a:lnRef>
            <a:fillRef idx="0">
              <a:schemeClr val="accent2"/>
            </a:fillRef>
            <a:effectRef idx="0">
              <a:schemeClr val="accent2"/>
            </a:effectRef>
            <a:fontRef idx="minor">
              <a:schemeClr val="tx1"/>
            </a:fontRef>
          </p:style>
        </p:cxnSp>
        <p:cxnSp>
          <p:nvCxnSpPr>
            <p:cNvPr id="17" name="Straight Connector 16">
              <a:extLst>
                <a:ext uri="{FF2B5EF4-FFF2-40B4-BE49-F238E27FC236}">
                  <a16:creationId xmlns:a16="http://schemas.microsoft.com/office/drawing/2014/main" id="{117C99E0-39BE-F631-F277-DA20E7A034A6}"/>
                </a:ext>
              </a:extLst>
            </p:cNvPr>
            <p:cNvCxnSpPr>
              <a:cxnSpLocks/>
            </p:cNvCxnSpPr>
            <p:nvPr userDrawn="1"/>
          </p:nvCxnSpPr>
          <p:spPr>
            <a:xfrm>
              <a:off x="6262689" y="5648325"/>
              <a:ext cx="2893219" cy="0"/>
            </a:xfrm>
            <a:prstGeom prst="line">
              <a:avLst/>
            </a:prstGeom>
            <a:ln w="12700">
              <a:solidFill>
                <a:srgbClr val="18459E"/>
              </a:solidFill>
            </a:ln>
          </p:spPr>
          <p:style>
            <a:lnRef idx="1">
              <a:schemeClr val="accent2"/>
            </a:lnRef>
            <a:fillRef idx="0">
              <a:schemeClr val="accent2"/>
            </a:fillRef>
            <a:effectRef idx="0">
              <a:schemeClr val="accent2"/>
            </a:effectRef>
            <a:fontRef idx="minor">
              <a:schemeClr val="tx1"/>
            </a:fontRef>
          </p:style>
        </p:cxnSp>
        <p:sp>
          <p:nvSpPr>
            <p:cNvPr id="18" name="Rectangle 16">
              <a:extLst>
                <a:ext uri="{FF2B5EF4-FFF2-40B4-BE49-F238E27FC236}">
                  <a16:creationId xmlns:a16="http://schemas.microsoft.com/office/drawing/2014/main" id="{E51B37F3-5BA1-6E5D-E77E-562DC23E1347}"/>
                </a:ext>
              </a:extLst>
            </p:cNvPr>
            <p:cNvSpPr/>
            <p:nvPr userDrawn="1"/>
          </p:nvSpPr>
          <p:spPr>
            <a:xfrm>
              <a:off x="6085285" y="5745956"/>
              <a:ext cx="3075384" cy="285750"/>
            </a:xfrm>
            <a:custGeom>
              <a:avLst/>
              <a:gdLst>
                <a:gd name="connsiteX0" fmla="*/ 0 w 2523344"/>
                <a:gd name="connsiteY0" fmla="*/ 0 h 482600"/>
                <a:gd name="connsiteX1" fmla="*/ 2523344 w 2523344"/>
                <a:gd name="connsiteY1" fmla="*/ 0 h 482600"/>
                <a:gd name="connsiteX2" fmla="*/ 2523344 w 2523344"/>
                <a:gd name="connsiteY2" fmla="*/ 482600 h 482600"/>
                <a:gd name="connsiteX3" fmla="*/ 0 w 2523344"/>
                <a:gd name="connsiteY3" fmla="*/ 482600 h 482600"/>
                <a:gd name="connsiteX4" fmla="*/ 0 w 2523344"/>
                <a:gd name="connsiteY4" fmla="*/ 0 h 482600"/>
                <a:gd name="connsiteX0" fmla="*/ 524655 w 2523344"/>
                <a:gd name="connsiteY0" fmla="*/ 14990 h 482600"/>
                <a:gd name="connsiteX1" fmla="*/ 2523344 w 2523344"/>
                <a:gd name="connsiteY1" fmla="*/ 0 h 482600"/>
                <a:gd name="connsiteX2" fmla="*/ 2523344 w 2523344"/>
                <a:gd name="connsiteY2" fmla="*/ 482600 h 482600"/>
                <a:gd name="connsiteX3" fmla="*/ 0 w 2523344"/>
                <a:gd name="connsiteY3" fmla="*/ 482600 h 482600"/>
                <a:gd name="connsiteX4" fmla="*/ 524655 w 2523344"/>
                <a:gd name="connsiteY4" fmla="*/ 14990 h 482600"/>
                <a:gd name="connsiteX0" fmla="*/ 404734 w 2523344"/>
                <a:gd name="connsiteY0" fmla="*/ 44971 h 482600"/>
                <a:gd name="connsiteX1" fmla="*/ 2523344 w 2523344"/>
                <a:gd name="connsiteY1" fmla="*/ 0 h 482600"/>
                <a:gd name="connsiteX2" fmla="*/ 2523344 w 2523344"/>
                <a:gd name="connsiteY2" fmla="*/ 482600 h 482600"/>
                <a:gd name="connsiteX3" fmla="*/ 0 w 2523344"/>
                <a:gd name="connsiteY3" fmla="*/ 482600 h 482600"/>
                <a:gd name="connsiteX4" fmla="*/ 404734 w 2523344"/>
                <a:gd name="connsiteY4" fmla="*/ 44971 h 482600"/>
                <a:gd name="connsiteX0" fmla="*/ 404734 w 2523344"/>
                <a:gd name="connsiteY0" fmla="*/ 0 h 482600"/>
                <a:gd name="connsiteX1" fmla="*/ 2523344 w 2523344"/>
                <a:gd name="connsiteY1" fmla="*/ 0 h 482600"/>
                <a:gd name="connsiteX2" fmla="*/ 2523344 w 2523344"/>
                <a:gd name="connsiteY2" fmla="*/ 482600 h 482600"/>
                <a:gd name="connsiteX3" fmla="*/ 0 w 2523344"/>
                <a:gd name="connsiteY3" fmla="*/ 482600 h 482600"/>
                <a:gd name="connsiteX4" fmla="*/ 404734 w 2523344"/>
                <a:gd name="connsiteY4" fmla="*/ 0 h 482600"/>
                <a:gd name="connsiteX0" fmla="*/ 493662 w 2523344"/>
                <a:gd name="connsiteY0" fmla="*/ 10816 h 482600"/>
                <a:gd name="connsiteX1" fmla="*/ 2523344 w 2523344"/>
                <a:gd name="connsiteY1" fmla="*/ 0 h 482600"/>
                <a:gd name="connsiteX2" fmla="*/ 2523344 w 2523344"/>
                <a:gd name="connsiteY2" fmla="*/ 482600 h 482600"/>
                <a:gd name="connsiteX3" fmla="*/ 0 w 2523344"/>
                <a:gd name="connsiteY3" fmla="*/ 482600 h 482600"/>
                <a:gd name="connsiteX4" fmla="*/ 493662 w 2523344"/>
                <a:gd name="connsiteY4" fmla="*/ 10816 h 482600"/>
                <a:gd name="connsiteX0" fmla="*/ 371386 w 2523344"/>
                <a:gd name="connsiteY0" fmla="*/ 10816 h 482600"/>
                <a:gd name="connsiteX1" fmla="*/ 2523344 w 2523344"/>
                <a:gd name="connsiteY1" fmla="*/ 0 h 482600"/>
                <a:gd name="connsiteX2" fmla="*/ 2523344 w 2523344"/>
                <a:gd name="connsiteY2" fmla="*/ 482600 h 482600"/>
                <a:gd name="connsiteX3" fmla="*/ 0 w 2523344"/>
                <a:gd name="connsiteY3" fmla="*/ 482600 h 482600"/>
                <a:gd name="connsiteX4" fmla="*/ 371386 w 2523344"/>
                <a:gd name="connsiteY4" fmla="*/ 10816 h 482600"/>
                <a:gd name="connsiteX0" fmla="*/ 406017 w 2557975"/>
                <a:gd name="connsiteY0" fmla="*/ 10816 h 488215"/>
                <a:gd name="connsiteX1" fmla="*/ 2557975 w 2557975"/>
                <a:gd name="connsiteY1" fmla="*/ 0 h 488215"/>
                <a:gd name="connsiteX2" fmla="*/ 2557975 w 2557975"/>
                <a:gd name="connsiteY2" fmla="*/ 482600 h 488215"/>
                <a:gd name="connsiteX3" fmla="*/ 0 w 2557975"/>
                <a:gd name="connsiteY3" fmla="*/ 488215 h 488215"/>
                <a:gd name="connsiteX4" fmla="*/ 406017 w 2557975"/>
                <a:gd name="connsiteY4" fmla="*/ 10816 h 488215"/>
                <a:gd name="connsiteX0" fmla="*/ 406017 w 4108665"/>
                <a:gd name="connsiteY0" fmla="*/ 10816 h 488215"/>
                <a:gd name="connsiteX1" fmla="*/ 2557975 w 4108665"/>
                <a:gd name="connsiteY1" fmla="*/ 0 h 488215"/>
                <a:gd name="connsiteX2" fmla="*/ 4108665 w 4108665"/>
                <a:gd name="connsiteY2" fmla="*/ 482600 h 488215"/>
                <a:gd name="connsiteX3" fmla="*/ 0 w 4108665"/>
                <a:gd name="connsiteY3" fmla="*/ 488215 h 488215"/>
                <a:gd name="connsiteX4" fmla="*/ 406017 w 4108665"/>
                <a:gd name="connsiteY4" fmla="*/ 10816 h 488215"/>
                <a:gd name="connsiteX0" fmla="*/ 406017 w 4108665"/>
                <a:gd name="connsiteY0" fmla="*/ 10816 h 488215"/>
                <a:gd name="connsiteX1" fmla="*/ 4108665 w 4108665"/>
                <a:gd name="connsiteY1" fmla="*/ 0 h 488215"/>
                <a:gd name="connsiteX2" fmla="*/ 4108665 w 4108665"/>
                <a:gd name="connsiteY2" fmla="*/ 482600 h 488215"/>
                <a:gd name="connsiteX3" fmla="*/ 0 w 4108665"/>
                <a:gd name="connsiteY3" fmla="*/ 488215 h 488215"/>
                <a:gd name="connsiteX4" fmla="*/ 406017 w 4108665"/>
                <a:gd name="connsiteY4" fmla="*/ 10816 h 488215"/>
                <a:gd name="connsiteX0" fmla="*/ 406017 w 4108665"/>
                <a:gd name="connsiteY0" fmla="*/ 0 h 477399"/>
                <a:gd name="connsiteX1" fmla="*/ 4108665 w 4108665"/>
                <a:gd name="connsiteY1" fmla="*/ 13519 h 477399"/>
                <a:gd name="connsiteX2" fmla="*/ 4108665 w 4108665"/>
                <a:gd name="connsiteY2" fmla="*/ 471784 h 477399"/>
                <a:gd name="connsiteX3" fmla="*/ 0 w 4108665"/>
                <a:gd name="connsiteY3" fmla="*/ 477399 h 477399"/>
                <a:gd name="connsiteX4" fmla="*/ 406017 w 4108665"/>
                <a:gd name="connsiteY4" fmla="*/ 0 h 477399"/>
                <a:gd name="connsiteX0" fmla="*/ 289036 w 3991684"/>
                <a:gd name="connsiteY0" fmla="*/ 0 h 471784"/>
                <a:gd name="connsiteX1" fmla="*/ 3991684 w 3991684"/>
                <a:gd name="connsiteY1" fmla="*/ 13519 h 471784"/>
                <a:gd name="connsiteX2" fmla="*/ 3991684 w 3991684"/>
                <a:gd name="connsiteY2" fmla="*/ 471784 h 471784"/>
                <a:gd name="connsiteX3" fmla="*/ 0 w 3991684"/>
                <a:gd name="connsiteY3" fmla="*/ 356682 h 471784"/>
                <a:gd name="connsiteX4" fmla="*/ 289036 w 3991684"/>
                <a:gd name="connsiteY4" fmla="*/ 0 h 471784"/>
                <a:gd name="connsiteX0" fmla="*/ 274856 w 3977504"/>
                <a:gd name="connsiteY0" fmla="*/ 0 h 471784"/>
                <a:gd name="connsiteX1" fmla="*/ 3977504 w 3977504"/>
                <a:gd name="connsiteY1" fmla="*/ 13519 h 471784"/>
                <a:gd name="connsiteX2" fmla="*/ 3977504 w 3977504"/>
                <a:gd name="connsiteY2" fmla="*/ 471784 h 471784"/>
                <a:gd name="connsiteX3" fmla="*/ 0 w 3977504"/>
                <a:gd name="connsiteY3" fmla="*/ 360131 h 471784"/>
                <a:gd name="connsiteX4" fmla="*/ 274856 w 3977504"/>
                <a:gd name="connsiteY4" fmla="*/ 0 h 471784"/>
                <a:gd name="connsiteX0" fmla="*/ 292580 w 3995228"/>
                <a:gd name="connsiteY0" fmla="*/ 0 h 471784"/>
                <a:gd name="connsiteX1" fmla="*/ 3995228 w 3995228"/>
                <a:gd name="connsiteY1" fmla="*/ 13519 h 471784"/>
                <a:gd name="connsiteX2" fmla="*/ 3995228 w 3995228"/>
                <a:gd name="connsiteY2" fmla="*/ 471784 h 471784"/>
                <a:gd name="connsiteX3" fmla="*/ 0 w 3995228"/>
                <a:gd name="connsiteY3" fmla="*/ 367029 h 471784"/>
                <a:gd name="connsiteX4" fmla="*/ 292580 w 3995228"/>
                <a:gd name="connsiteY4" fmla="*/ 0 h 471784"/>
                <a:gd name="connsiteX0" fmla="*/ 292580 w 3995228"/>
                <a:gd name="connsiteY0" fmla="*/ 0 h 385558"/>
                <a:gd name="connsiteX1" fmla="*/ 3995228 w 3995228"/>
                <a:gd name="connsiteY1" fmla="*/ 13519 h 385558"/>
                <a:gd name="connsiteX2" fmla="*/ 3662009 w 3995228"/>
                <a:gd name="connsiteY2" fmla="*/ 385558 h 385558"/>
                <a:gd name="connsiteX3" fmla="*/ 0 w 3995228"/>
                <a:gd name="connsiteY3" fmla="*/ 367029 h 385558"/>
                <a:gd name="connsiteX4" fmla="*/ 292580 w 3995228"/>
                <a:gd name="connsiteY4" fmla="*/ 0 h 385558"/>
                <a:gd name="connsiteX0" fmla="*/ 292580 w 3995228"/>
                <a:gd name="connsiteY0" fmla="*/ 0 h 367029"/>
                <a:gd name="connsiteX1" fmla="*/ 3995228 w 3995228"/>
                <a:gd name="connsiteY1" fmla="*/ 13519 h 367029"/>
                <a:gd name="connsiteX2" fmla="*/ 3640740 w 3995228"/>
                <a:gd name="connsiteY2" fmla="*/ 347618 h 367029"/>
                <a:gd name="connsiteX3" fmla="*/ 0 w 3995228"/>
                <a:gd name="connsiteY3" fmla="*/ 367029 h 367029"/>
                <a:gd name="connsiteX4" fmla="*/ 292580 w 3995228"/>
                <a:gd name="connsiteY4" fmla="*/ 0 h 367029"/>
                <a:gd name="connsiteX0" fmla="*/ 292580 w 3995228"/>
                <a:gd name="connsiteY0" fmla="*/ 0 h 367029"/>
                <a:gd name="connsiteX1" fmla="*/ 3995228 w 3995228"/>
                <a:gd name="connsiteY1" fmla="*/ 13519 h 367029"/>
                <a:gd name="connsiteX2" fmla="*/ 3630105 w 3995228"/>
                <a:gd name="connsiteY2" fmla="*/ 213104 h 367029"/>
                <a:gd name="connsiteX3" fmla="*/ 0 w 3995228"/>
                <a:gd name="connsiteY3" fmla="*/ 367029 h 367029"/>
                <a:gd name="connsiteX4" fmla="*/ 292580 w 3995228"/>
                <a:gd name="connsiteY4" fmla="*/ 0 h 367029"/>
                <a:gd name="connsiteX0" fmla="*/ 292580 w 3995228"/>
                <a:gd name="connsiteY0" fmla="*/ 0 h 367029"/>
                <a:gd name="connsiteX1" fmla="*/ 3995228 w 3995228"/>
                <a:gd name="connsiteY1" fmla="*/ 13519 h 367029"/>
                <a:gd name="connsiteX2" fmla="*/ 3615926 w 3995228"/>
                <a:gd name="connsiteY2" fmla="*/ 354515 h 367029"/>
                <a:gd name="connsiteX3" fmla="*/ 0 w 3995228"/>
                <a:gd name="connsiteY3" fmla="*/ 367029 h 367029"/>
                <a:gd name="connsiteX4" fmla="*/ 292580 w 3995228"/>
                <a:gd name="connsiteY4" fmla="*/ 0 h 367029"/>
                <a:gd name="connsiteX0" fmla="*/ 278400 w 3981048"/>
                <a:gd name="connsiteY0" fmla="*/ 0 h 360131"/>
                <a:gd name="connsiteX1" fmla="*/ 3981048 w 3981048"/>
                <a:gd name="connsiteY1" fmla="*/ 13519 h 360131"/>
                <a:gd name="connsiteX2" fmla="*/ 3601746 w 3981048"/>
                <a:gd name="connsiteY2" fmla="*/ 354515 h 360131"/>
                <a:gd name="connsiteX3" fmla="*/ 0 w 3981048"/>
                <a:gd name="connsiteY3" fmla="*/ 360131 h 360131"/>
                <a:gd name="connsiteX4" fmla="*/ 278400 w 3981048"/>
                <a:gd name="connsiteY4" fmla="*/ 0 h 360131"/>
                <a:gd name="connsiteX0" fmla="*/ 285490 w 3988138"/>
                <a:gd name="connsiteY0" fmla="*/ 0 h 360131"/>
                <a:gd name="connsiteX1" fmla="*/ 3988138 w 3988138"/>
                <a:gd name="connsiteY1" fmla="*/ 13519 h 360131"/>
                <a:gd name="connsiteX2" fmla="*/ 3608836 w 3988138"/>
                <a:gd name="connsiteY2" fmla="*/ 354515 h 360131"/>
                <a:gd name="connsiteX3" fmla="*/ 0 w 3988138"/>
                <a:gd name="connsiteY3" fmla="*/ 360131 h 360131"/>
                <a:gd name="connsiteX4" fmla="*/ 285490 w 3988138"/>
                <a:gd name="connsiteY4" fmla="*/ 0 h 360131"/>
                <a:gd name="connsiteX0" fmla="*/ 299670 w 4002318"/>
                <a:gd name="connsiteY0" fmla="*/ 0 h 360131"/>
                <a:gd name="connsiteX1" fmla="*/ 4002318 w 4002318"/>
                <a:gd name="connsiteY1" fmla="*/ 13519 h 360131"/>
                <a:gd name="connsiteX2" fmla="*/ 3623016 w 4002318"/>
                <a:gd name="connsiteY2" fmla="*/ 354515 h 360131"/>
                <a:gd name="connsiteX3" fmla="*/ 0 w 4002318"/>
                <a:gd name="connsiteY3" fmla="*/ 360131 h 360131"/>
                <a:gd name="connsiteX4" fmla="*/ 299670 w 4002318"/>
                <a:gd name="connsiteY4" fmla="*/ 0 h 360131"/>
                <a:gd name="connsiteX0" fmla="*/ 299670 w 3623016"/>
                <a:gd name="connsiteY0" fmla="*/ 0 h 360131"/>
                <a:gd name="connsiteX1" fmla="*/ 3615926 w 3623016"/>
                <a:gd name="connsiteY1" fmla="*/ 10070 h 360131"/>
                <a:gd name="connsiteX2" fmla="*/ 3623016 w 3623016"/>
                <a:gd name="connsiteY2" fmla="*/ 354515 h 360131"/>
                <a:gd name="connsiteX3" fmla="*/ 0 w 3623016"/>
                <a:gd name="connsiteY3" fmla="*/ 360131 h 360131"/>
                <a:gd name="connsiteX4" fmla="*/ 299670 w 3623016"/>
                <a:gd name="connsiteY4" fmla="*/ 0 h 360131"/>
                <a:gd name="connsiteX0" fmla="*/ 299670 w 3630106"/>
                <a:gd name="connsiteY0" fmla="*/ 277 h 360408"/>
                <a:gd name="connsiteX1" fmla="*/ 3630106 w 3630106"/>
                <a:gd name="connsiteY1" fmla="*/ 0 h 360408"/>
                <a:gd name="connsiteX2" fmla="*/ 3623016 w 3630106"/>
                <a:gd name="connsiteY2" fmla="*/ 354792 h 360408"/>
                <a:gd name="connsiteX3" fmla="*/ 0 w 3630106"/>
                <a:gd name="connsiteY3" fmla="*/ 360408 h 360408"/>
                <a:gd name="connsiteX4" fmla="*/ 299670 w 3630106"/>
                <a:gd name="connsiteY4" fmla="*/ 277 h 360408"/>
                <a:gd name="connsiteX0" fmla="*/ 299670 w 4037066"/>
                <a:gd name="connsiteY0" fmla="*/ 277 h 360408"/>
                <a:gd name="connsiteX1" fmla="*/ 4037066 w 4037066"/>
                <a:gd name="connsiteY1" fmla="*/ 0 h 360408"/>
                <a:gd name="connsiteX2" fmla="*/ 3623016 w 4037066"/>
                <a:gd name="connsiteY2" fmla="*/ 354792 h 360408"/>
                <a:gd name="connsiteX3" fmla="*/ 0 w 4037066"/>
                <a:gd name="connsiteY3" fmla="*/ 360408 h 360408"/>
                <a:gd name="connsiteX4" fmla="*/ 299670 w 4037066"/>
                <a:gd name="connsiteY4" fmla="*/ 277 h 360408"/>
                <a:gd name="connsiteX0" fmla="*/ 299670 w 4040151"/>
                <a:gd name="connsiteY0" fmla="*/ 277 h 360408"/>
                <a:gd name="connsiteX1" fmla="*/ 4037066 w 4040151"/>
                <a:gd name="connsiteY1" fmla="*/ 0 h 360408"/>
                <a:gd name="connsiteX2" fmla="*/ 4040151 w 4040151"/>
                <a:gd name="connsiteY2" fmla="*/ 354792 h 360408"/>
                <a:gd name="connsiteX3" fmla="*/ 0 w 4040151"/>
                <a:gd name="connsiteY3" fmla="*/ 360408 h 360408"/>
                <a:gd name="connsiteX4" fmla="*/ 299670 w 4040151"/>
                <a:gd name="connsiteY4" fmla="*/ 277 h 360408"/>
                <a:gd name="connsiteX0" fmla="*/ 299670 w 4037234"/>
                <a:gd name="connsiteY0" fmla="*/ 277 h 364692"/>
                <a:gd name="connsiteX1" fmla="*/ 4037066 w 4037234"/>
                <a:gd name="connsiteY1" fmla="*/ 0 h 364692"/>
                <a:gd name="connsiteX2" fmla="*/ 4035064 w 4037234"/>
                <a:gd name="connsiteY2" fmla="*/ 364692 h 364692"/>
                <a:gd name="connsiteX3" fmla="*/ 0 w 4037234"/>
                <a:gd name="connsiteY3" fmla="*/ 360408 h 364692"/>
                <a:gd name="connsiteX4" fmla="*/ 299670 w 4037234"/>
                <a:gd name="connsiteY4" fmla="*/ 277 h 3646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37234" h="364692">
                  <a:moveTo>
                    <a:pt x="299670" y="277"/>
                  </a:moveTo>
                  <a:lnTo>
                    <a:pt x="4037066" y="0"/>
                  </a:lnTo>
                  <a:cubicBezTo>
                    <a:pt x="4038094" y="118264"/>
                    <a:pt x="4034036" y="246428"/>
                    <a:pt x="4035064" y="364692"/>
                  </a:cubicBezTo>
                  <a:lnTo>
                    <a:pt x="0" y="360408"/>
                  </a:lnTo>
                  <a:lnTo>
                    <a:pt x="299670" y="277"/>
                  </a:lnTo>
                  <a:close/>
                </a:path>
              </a:pathLst>
            </a:custGeom>
            <a:solidFill>
              <a:srgbClr val="EF682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VN">
                <a:latin typeface="Arial" panose="020B0604020202020204" pitchFamily="34" charset="0"/>
                <a:cs typeface="Arial" panose="020B0604020202020204" pitchFamily="34" charset="0"/>
              </a:endParaRPr>
            </a:p>
          </p:txBody>
        </p:sp>
      </p:grpSp>
      <p:sp>
        <p:nvSpPr>
          <p:cNvPr id="19" name="Slide Number Placeholder 5">
            <a:extLst>
              <a:ext uri="{FF2B5EF4-FFF2-40B4-BE49-F238E27FC236}">
                <a16:creationId xmlns:a16="http://schemas.microsoft.com/office/drawing/2014/main" id="{0E976D90-C513-3417-4214-9730E98D8E71}"/>
              </a:ext>
            </a:extLst>
          </p:cNvPr>
          <p:cNvSpPr>
            <a:spLocks noGrp="1"/>
          </p:cNvSpPr>
          <p:nvPr>
            <p:ph type="sldNum" sz="quarter" idx="12"/>
          </p:nvPr>
        </p:nvSpPr>
        <p:spPr>
          <a:xfrm>
            <a:off x="7232097" y="6593881"/>
            <a:ext cx="1908332" cy="255190"/>
          </a:xfrm>
        </p:spPr>
        <p:txBody>
          <a:bodyPr/>
          <a:lstStyle>
            <a:lvl1pPr>
              <a:defRPr>
                <a:solidFill>
                  <a:schemeClr val="bg1"/>
                </a:solidFill>
                <a:latin typeface="Arial" panose="020B0604020202020204" pitchFamily="34" charset="0"/>
                <a:cs typeface="Arial" panose="020B0604020202020204" pitchFamily="34" charset="0"/>
              </a:defRPr>
            </a:lvl1pPr>
          </a:lstStyle>
          <a:p>
            <a:pPr>
              <a:defRPr/>
            </a:pPr>
            <a:fld id="{47A54EB7-AD52-4151-BFDC-C09D8FF73BF0}" type="slidenum">
              <a:rPr lang="en-VN"/>
              <a:pPr>
                <a:defRPr/>
              </a:pPr>
              <a:t>‹#›</a:t>
            </a:fld>
            <a:endParaRPr lang="en-VN"/>
          </a:p>
        </p:txBody>
      </p:sp>
      <p:sp>
        <p:nvSpPr>
          <p:cNvPr id="21" name="Content Placeholder 2">
            <a:extLst>
              <a:ext uri="{FF2B5EF4-FFF2-40B4-BE49-F238E27FC236}">
                <a16:creationId xmlns:a16="http://schemas.microsoft.com/office/drawing/2014/main" id="{418BA751-F20E-E923-63C4-38A81D87E9D1}"/>
              </a:ext>
            </a:extLst>
          </p:cNvPr>
          <p:cNvSpPr>
            <a:spLocks noGrp="1"/>
          </p:cNvSpPr>
          <p:nvPr>
            <p:ph idx="1"/>
          </p:nvPr>
        </p:nvSpPr>
        <p:spPr>
          <a:xfrm>
            <a:off x="628650" y="1295400"/>
            <a:ext cx="6054329" cy="4267201"/>
          </a:xfrm>
        </p:spPr>
        <p:txBody>
          <a:bodyPr>
            <a:normAutofit/>
          </a:bodyPr>
          <a:lstStyle>
            <a:lvl1pPr marL="228600" indent="-228600">
              <a:buFont typeface="Wingdings" pitchFamily="2" charset="2"/>
              <a:buChar char="§"/>
              <a:defRPr sz="2400">
                <a:latin typeface="Arial" panose="020B0604020202020204" pitchFamily="34" charset="0"/>
                <a:cs typeface="Arial" panose="020B0604020202020204" pitchFamily="34" charset="0"/>
              </a:defRPr>
            </a:lvl1pPr>
            <a:lvl2pPr>
              <a:defRPr sz="2000">
                <a:latin typeface="Arial" panose="020B0604020202020204" pitchFamily="34" charset="0"/>
                <a:cs typeface="Arial" panose="020B0604020202020204" pitchFamily="34" charset="0"/>
              </a:defRPr>
            </a:lvl2pPr>
            <a:lvl3pPr marL="1143000" indent="-228600">
              <a:buFont typeface="Wingdings" pitchFamily="2" charset="2"/>
              <a:buChar char="ü"/>
              <a:defRPr sz="1800">
                <a:latin typeface="Arial" panose="020B0604020202020204" pitchFamily="34" charset="0"/>
                <a:cs typeface="Arial" panose="020B0604020202020204" pitchFamily="34" charset="0"/>
              </a:defRPr>
            </a:lvl3pPr>
            <a:lvl4pPr marL="1600200" indent="-228600">
              <a:buFont typeface="Courier New" panose="02070309020205020404" pitchFamily="49" charset="0"/>
              <a:buChar char="o"/>
              <a:defRPr sz="1600">
                <a:latin typeface="Arial" panose="020B0604020202020204" pitchFamily="34" charset="0"/>
                <a:cs typeface="Arial" panose="020B0604020202020204" pitchFamily="34" charset="0"/>
              </a:defRPr>
            </a:lvl4pPr>
            <a:lvl5pPr marL="2057400" indent="-228600">
              <a:buFont typeface="Courier New" panose="02070309020205020404" pitchFamily="49" charset="0"/>
              <a:buChar char="o"/>
              <a:defRPr sz="1600">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72652213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latin typeface="Arial" panose="020B0604020202020204" pitchFamily="34" charset="0"/>
                <a:cs typeface="Arial" panose="020B0604020202020204" pitchFamily="34" charset="0"/>
              </a:defRPr>
            </a:lvl1pPr>
          </a:lstStyle>
          <a:p>
            <a:pPr>
              <a:defRPr/>
            </a:pPr>
            <a:endParaRPr lang="en-VN"/>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latin typeface="Arial" panose="020B0604020202020204" pitchFamily="34" charset="0"/>
                <a:cs typeface="Arial" panose="020B0604020202020204" pitchFamily="34" charset="0"/>
              </a:defRPr>
            </a:lvl1pPr>
          </a:lstStyle>
          <a:p>
            <a:pPr>
              <a:defRPr/>
            </a:pPr>
            <a:r>
              <a:rPr lang="en-US"/>
              <a:t>Bài 5: Hàm</a:t>
            </a:r>
            <a:endParaRPr lang="en-VN"/>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latin typeface="Arial" panose="020B0604020202020204" pitchFamily="34" charset="0"/>
                <a:cs typeface="Arial" panose="020B0604020202020204" pitchFamily="34" charset="0"/>
              </a:defRPr>
            </a:lvl1pPr>
          </a:lstStyle>
          <a:p>
            <a:pPr>
              <a:defRPr/>
            </a:pPr>
            <a:fld id="{81C8220F-C5FA-43A9-87EF-9E9251B32EE6}" type="slidenum">
              <a:rPr lang="en-VN"/>
              <a:pPr>
                <a:defRPr/>
              </a:pPr>
              <a:t>‹#›</a:t>
            </a:fld>
            <a:endParaRPr lang="en-VN"/>
          </a:p>
        </p:txBody>
      </p:sp>
    </p:spTree>
    <p:extLst>
      <p:ext uri="{BB962C8B-B14F-4D97-AF65-F5344CB8AC3E}">
        <p14:creationId xmlns:p14="http://schemas.microsoft.com/office/powerpoint/2010/main" val="3606943067"/>
      </p:ext>
    </p:extLst>
  </p:cSld>
  <p:clrMap bg1="lt1" tx1="dk1" bg2="lt2" tx2="dk2" accent1="accent1" accent2="accent2" accent3="accent3" accent4="accent4" accent5="accent5" accent6="accent6" hlink="hlink" folHlink="folHlink"/>
  <p:sldLayoutIdLst>
    <p:sldLayoutId id="2147483649" r:id="rId1"/>
    <p:sldLayoutId id="2147483662" r:id="rId2"/>
    <p:sldLayoutId id="2147483664" r:id="rId3"/>
    <p:sldLayoutId id="2147483665" r:id="rId4"/>
    <p:sldLayoutId id="2147483667" r:id="rId5"/>
  </p:sldLayoutIdLst>
  <p:hf hdr="0" dt="0"/>
  <p:txStyles>
    <p:title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1.xml"/><Relationship Id="rId5" Type="http://schemas.microsoft.com/office/2007/relationships/hdphoto" Target="../media/hdphoto1.wdp"/><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2775" y="2614871"/>
            <a:ext cx="7918450" cy="1214179"/>
          </a:xfrm>
        </p:spPr>
        <p:txBody>
          <a:bodyPr/>
          <a:lstStyle/>
          <a:p>
            <a:r>
              <a:rPr lang="en-US"/>
              <a:t>Bài 5</a:t>
            </a:r>
            <a:br>
              <a:rPr lang="en-US"/>
            </a:br>
            <a:r>
              <a:rPr lang="vi-VN"/>
              <a:t>Hàm</a:t>
            </a:r>
            <a:endParaRPr lang="en-US"/>
          </a:p>
        </p:txBody>
      </p:sp>
      <p:sp>
        <p:nvSpPr>
          <p:cNvPr id="4" name="Text Placeholder 3">
            <a:extLst>
              <a:ext uri="{FF2B5EF4-FFF2-40B4-BE49-F238E27FC236}">
                <a16:creationId xmlns:a16="http://schemas.microsoft.com/office/drawing/2014/main" id="{FB84735A-F5BB-4C4D-93E0-8DCF8CEA9FB1}"/>
              </a:ext>
            </a:extLst>
          </p:cNvPr>
          <p:cNvSpPr>
            <a:spLocks noGrp="1"/>
          </p:cNvSpPr>
          <p:nvPr>
            <p:ph type="subTitle" idx="1"/>
          </p:nvPr>
        </p:nvSpPr>
        <p:spPr>
          <a:xfrm>
            <a:off x="611999" y="3872437"/>
            <a:ext cx="7920000" cy="360000"/>
          </a:xfrm>
        </p:spPr>
        <p:txBody>
          <a:bodyPr vert="horz" wrap="square" tIns="0" anchor="ctr">
            <a:normAutofit/>
          </a:bodyPr>
          <a:lstStyle/>
          <a:p>
            <a:pPr marL="0" indent="0">
              <a:buNone/>
            </a:pPr>
            <a:r>
              <a:rPr lang="en-US"/>
              <a:t>Biên soạn: </a:t>
            </a:r>
            <a:r>
              <a:rPr lang="en-US" b="1"/>
              <a:t>ThS. Huỳnh Thành Lộc </a:t>
            </a:r>
            <a:r>
              <a:rPr lang="en-US" i="1"/>
              <a:t>(locht@huflit.edu.vn)</a:t>
            </a:r>
          </a:p>
        </p:txBody>
      </p:sp>
      <p:sp>
        <p:nvSpPr>
          <p:cNvPr id="6" name="Text Placeholder 3">
            <a:extLst>
              <a:ext uri="{FF2B5EF4-FFF2-40B4-BE49-F238E27FC236}">
                <a16:creationId xmlns:a16="http://schemas.microsoft.com/office/drawing/2014/main" id="{4FEBBFF9-93B0-4C1B-3209-2310D7A4D2B5}"/>
              </a:ext>
            </a:extLst>
          </p:cNvPr>
          <p:cNvSpPr txBox="1">
            <a:spLocks/>
          </p:cNvSpPr>
          <p:nvPr/>
        </p:nvSpPr>
        <p:spPr>
          <a:xfrm>
            <a:off x="0" y="6277656"/>
            <a:ext cx="2605541"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lang="en-US" sz="1500" kern="1200" dirty="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Font typeface="Arial" panose="020B0604020202020204" pitchFamily="34" charset="0"/>
              <a:buNone/>
            </a:pPr>
            <a:r>
              <a:rPr lang="en-US" i="1"/>
              <a:t>Cập nhật: tháng 09/2023</a:t>
            </a:r>
            <a:endParaRPr lang="en-US" b="1" i="1"/>
          </a:p>
        </p:txBody>
      </p:sp>
    </p:spTree>
    <p:extLst>
      <p:ext uri="{BB962C8B-B14F-4D97-AF65-F5344CB8AC3E}">
        <p14:creationId xmlns:p14="http://schemas.microsoft.com/office/powerpoint/2010/main" val="40957580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7B5CBE-3939-F54D-A22C-69B71CE11473}"/>
              </a:ext>
            </a:extLst>
          </p:cNvPr>
          <p:cNvSpPr>
            <a:spLocks noGrp="1"/>
          </p:cNvSpPr>
          <p:nvPr>
            <p:ph type="title"/>
          </p:nvPr>
        </p:nvSpPr>
        <p:spPr/>
        <p:txBody>
          <a:bodyPr>
            <a:normAutofit fontScale="90000"/>
          </a:bodyPr>
          <a:lstStyle/>
          <a:p>
            <a:r>
              <a:rPr lang="en-VN"/>
              <a:t>NỘI DUNG</a:t>
            </a:r>
          </a:p>
        </p:txBody>
      </p:sp>
      <p:sp>
        <p:nvSpPr>
          <p:cNvPr id="3" name="Content Placeholder 2">
            <a:extLst>
              <a:ext uri="{FF2B5EF4-FFF2-40B4-BE49-F238E27FC236}">
                <a16:creationId xmlns:a16="http://schemas.microsoft.com/office/drawing/2014/main" id="{F68C27CE-6A1E-0840-BC2F-D1738F041307}"/>
              </a:ext>
            </a:extLst>
          </p:cNvPr>
          <p:cNvSpPr>
            <a:spLocks noGrp="1"/>
          </p:cNvSpPr>
          <p:nvPr>
            <p:ph idx="1"/>
          </p:nvPr>
        </p:nvSpPr>
        <p:spPr/>
        <p:txBody>
          <a:bodyPr/>
          <a:lstStyle/>
          <a:p>
            <a:r>
              <a:rPr lang="en-VN" sz="2400"/>
              <a:t>Giới thiệu </a:t>
            </a:r>
            <a:r>
              <a:rPr lang="en-VN" sz="2400">
                <a:solidFill>
                  <a:srgbClr val="EF6822"/>
                </a:solidFill>
              </a:rPr>
              <a:t>Hàm</a:t>
            </a:r>
          </a:p>
          <a:p>
            <a:r>
              <a:rPr lang="en-VN" sz="2400"/>
              <a:t>Định nghĩa và gọi </a:t>
            </a:r>
            <a:r>
              <a:rPr lang="en-VN" sz="2400">
                <a:solidFill>
                  <a:srgbClr val="EF6822"/>
                </a:solidFill>
              </a:rPr>
              <a:t>Hàm</a:t>
            </a:r>
          </a:p>
          <a:p>
            <a:r>
              <a:rPr lang="en-VN" sz="2400"/>
              <a:t>Các </a:t>
            </a:r>
            <a:r>
              <a:rPr lang="en-VN">
                <a:solidFill>
                  <a:srgbClr val="EF6822"/>
                </a:solidFill>
              </a:rPr>
              <a:t>dạng</a:t>
            </a:r>
            <a:r>
              <a:rPr lang="en-VN" sz="2400">
                <a:solidFill>
                  <a:srgbClr val="EF6822"/>
                </a:solidFill>
              </a:rPr>
              <a:t> tham số </a:t>
            </a:r>
            <a:r>
              <a:rPr lang="en-VN" sz="2400"/>
              <a:t>của Hàm</a:t>
            </a:r>
          </a:p>
          <a:p>
            <a:r>
              <a:rPr lang="en-VN"/>
              <a:t>Bài tập vận dụng</a:t>
            </a:r>
            <a:endParaRPr lang="en-VN">
              <a:solidFill>
                <a:srgbClr val="17459E"/>
              </a:solidFill>
            </a:endParaRPr>
          </a:p>
        </p:txBody>
      </p:sp>
      <p:sp>
        <p:nvSpPr>
          <p:cNvPr id="5" name="Footer Placeholder 4">
            <a:extLst>
              <a:ext uri="{FF2B5EF4-FFF2-40B4-BE49-F238E27FC236}">
                <a16:creationId xmlns:a16="http://schemas.microsoft.com/office/drawing/2014/main" id="{DC2E42D6-F01F-DA42-B0A3-CE37CE665C24}"/>
              </a:ext>
            </a:extLst>
          </p:cNvPr>
          <p:cNvSpPr>
            <a:spLocks noGrp="1"/>
          </p:cNvSpPr>
          <p:nvPr>
            <p:ph type="ftr" sz="quarter" idx="11"/>
          </p:nvPr>
        </p:nvSpPr>
        <p:spPr/>
        <p:txBody>
          <a:bodyPr/>
          <a:lstStyle/>
          <a:p>
            <a:r>
              <a:rPr lang="en-US"/>
              <a:t>Bài 5: Hàm</a:t>
            </a:r>
          </a:p>
        </p:txBody>
      </p:sp>
      <p:sp>
        <p:nvSpPr>
          <p:cNvPr id="4" name="Slide Number Placeholder 3">
            <a:extLst>
              <a:ext uri="{FF2B5EF4-FFF2-40B4-BE49-F238E27FC236}">
                <a16:creationId xmlns:a16="http://schemas.microsoft.com/office/drawing/2014/main" id="{CFD01898-2CF1-854E-A08F-C040C05D39B6}"/>
              </a:ext>
            </a:extLst>
          </p:cNvPr>
          <p:cNvSpPr>
            <a:spLocks noGrp="1"/>
          </p:cNvSpPr>
          <p:nvPr>
            <p:ph type="sldNum" sz="quarter" idx="12"/>
          </p:nvPr>
        </p:nvSpPr>
        <p:spPr/>
        <p:txBody>
          <a:bodyPr/>
          <a:lstStyle/>
          <a:p>
            <a:fld id="{1AD93096-5B34-4342-9326-69289CEAE4C2}" type="slidenum">
              <a:rPr lang="en-US" smtClean="0"/>
              <a:pPr/>
              <a:t>2</a:t>
            </a:fld>
            <a:endParaRPr lang="en-US"/>
          </a:p>
        </p:txBody>
      </p:sp>
    </p:spTree>
    <p:extLst>
      <p:ext uri="{BB962C8B-B14F-4D97-AF65-F5344CB8AC3E}">
        <p14:creationId xmlns:p14="http://schemas.microsoft.com/office/powerpoint/2010/main" val="16148175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111DD4-D6F5-0741-8C18-D64693B57757}"/>
              </a:ext>
            </a:extLst>
          </p:cNvPr>
          <p:cNvSpPr>
            <a:spLocks noGrp="1"/>
          </p:cNvSpPr>
          <p:nvPr>
            <p:ph type="title"/>
          </p:nvPr>
        </p:nvSpPr>
        <p:spPr/>
        <p:txBody>
          <a:bodyPr>
            <a:normAutofit fontScale="90000"/>
          </a:bodyPr>
          <a:lstStyle/>
          <a:p>
            <a:r>
              <a:rPr lang="vi-VN"/>
              <a:t>GIỚI THIỆU HÀM</a:t>
            </a:r>
            <a:endParaRPr lang="en-VN"/>
          </a:p>
        </p:txBody>
      </p:sp>
      <p:sp>
        <p:nvSpPr>
          <p:cNvPr id="3" name="Content Placeholder 2">
            <a:extLst>
              <a:ext uri="{FF2B5EF4-FFF2-40B4-BE49-F238E27FC236}">
                <a16:creationId xmlns:a16="http://schemas.microsoft.com/office/drawing/2014/main" id="{7F7DFE1E-8A2D-6145-BBE1-74889E55A8BD}"/>
              </a:ext>
            </a:extLst>
          </p:cNvPr>
          <p:cNvSpPr>
            <a:spLocks noGrp="1"/>
          </p:cNvSpPr>
          <p:nvPr>
            <p:ph idx="1"/>
          </p:nvPr>
        </p:nvSpPr>
        <p:spPr/>
        <p:txBody>
          <a:bodyPr/>
          <a:lstStyle/>
          <a:p>
            <a:pPr algn="just"/>
            <a:r>
              <a:rPr lang="en-VN"/>
              <a:t>Viết chương trình </a:t>
            </a:r>
            <a:r>
              <a:rPr lang="en-VN">
                <a:solidFill>
                  <a:srgbClr val="17459E"/>
                </a:solidFill>
              </a:rPr>
              <a:t>nhập vào 4 số nguyên a, b, n, m</a:t>
            </a:r>
            <a:r>
              <a:rPr lang="en-VN"/>
              <a:t>. Tính tổng </a:t>
            </a:r>
            <a:r>
              <a:rPr lang="en-VN">
                <a:solidFill>
                  <a:srgbClr val="EF6822"/>
                </a:solidFill>
              </a:rPr>
              <a:t>s = a</a:t>
            </a:r>
            <a:r>
              <a:rPr lang="en-VN" baseline="30000">
                <a:solidFill>
                  <a:srgbClr val="EF6822"/>
                </a:solidFill>
              </a:rPr>
              <a:t>n</a:t>
            </a:r>
            <a:r>
              <a:rPr lang="en-VN">
                <a:solidFill>
                  <a:srgbClr val="EF6822"/>
                </a:solidFill>
              </a:rPr>
              <a:t> + b</a:t>
            </a:r>
            <a:r>
              <a:rPr lang="en-VN" baseline="30000">
                <a:solidFill>
                  <a:srgbClr val="EF6822"/>
                </a:solidFill>
              </a:rPr>
              <a:t>m</a:t>
            </a:r>
          </a:p>
        </p:txBody>
      </p:sp>
      <p:sp>
        <p:nvSpPr>
          <p:cNvPr id="4" name="Footer Placeholder 3">
            <a:extLst>
              <a:ext uri="{FF2B5EF4-FFF2-40B4-BE49-F238E27FC236}">
                <a16:creationId xmlns:a16="http://schemas.microsoft.com/office/drawing/2014/main" id="{3DF2F3A0-B11D-C945-844B-13BB2613F0DD}"/>
              </a:ext>
            </a:extLst>
          </p:cNvPr>
          <p:cNvSpPr>
            <a:spLocks noGrp="1"/>
          </p:cNvSpPr>
          <p:nvPr>
            <p:ph type="ftr" sz="quarter" idx="11"/>
          </p:nvPr>
        </p:nvSpPr>
        <p:spPr/>
        <p:txBody>
          <a:bodyPr/>
          <a:lstStyle/>
          <a:p>
            <a:r>
              <a:rPr lang="vi-VN" dirty="0"/>
              <a:t>Bài 5: Hàm</a:t>
            </a:r>
            <a:endParaRPr lang="en-US" dirty="0"/>
          </a:p>
        </p:txBody>
      </p:sp>
      <p:sp>
        <p:nvSpPr>
          <p:cNvPr id="5" name="Slide Number Placeholder 4">
            <a:extLst>
              <a:ext uri="{FF2B5EF4-FFF2-40B4-BE49-F238E27FC236}">
                <a16:creationId xmlns:a16="http://schemas.microsoft.com/office/drawing/2014/main" id="{6641DB1D-7358-424D-B951-08DDA864648D}"/>
              </a:ext>
            </a:extLst>
          </p:cNvPr>
          <p:cNvSpPr>
            <a:spLocks noGrp="1"/>
          </p:cNvSpPr>
          <p:nvPr>
            <p:ph type="sldNum" sz="quarter" idx="12"/>
          </p:nvPr>
        </p:nvSpPr>
        <p:spPr/>
        <p:txBody>
          <a:bodyPr/>
          <a:lstStyle/>
          <a:p>
            <a:fld id="{1AD93096-5B34-4342-9326-69289CEAE4C2}" type="slidenum">
              <a:rPr lang="en-US" smtClean="0"/>
              <a:pPr/>
              <a:t>3</a:t>
            </a:fld>
            <a:endParaRPr lang="en-US" dirty="0"/>
          </a:p>
        </p:txBody>
      </p:sp>
      <p:sp>
        <p:nvSpPr>
          <p:cNvPr id="27" name="Content Placeholder 5">
            <a:extLst>
              <a:ext uri="{FF2B5EF4-FFF2-40B4-BE49-F238E27FC236}">
                <a16:creationId xmlns:a16="http://schemas.microsoft.com/office/drawing/2014/main" id="{1E2D6E77-77BF-3847-A05B-2C5AEF2B23B8}"/>
              </a:ext>
            </a:extLst>
          </p:cNvPr>
          <p:cNvSpPr txBox="1">
            <a:spLocks/>
          </p:cNvSpPr>
          <p:nvPr/>
        </p:nvSpPr>
        <p:spPr>
          <a:xfrm>
            <a:off x="429025" y="2131401"/>
            <a:ext cx="5184016" cy="4030235"/>
          </a:xfrm>
          <a:prstGeom prst="rect">
            <a:avLst/>
          </a:prstGeom>
        </p:spPr>
        <p:style>
          <a:lnRef idx="2">
            <a:schemeClr val="accent2"/>
          </a:lnRef>
          <a:fillRef idx="1">
            <a:schemeClr val="lt1"/>
          </a:fillRef>
          <a:effectRef idx="0">
            <a:schemeClr val="accent2"/>
          </a:effectRef>
          <a:fontRef idx="minor">
            <a:schemeClr val="dk1"/>
          </a:fontRef>
        </p:style>
        <p:txBody>
          <a:bodyPr>
            <a:noAutofit/>
          </a:bodyPr>
          <a:lstStyle>
            <a:lvl1pPr marL="308610" indent="-257175" algn="l" rtl="0" eaLnBrk="1" latinLnBrk="0" hangingPunct="1">
              <a:spcBef>
                <a:spcPts val="525"/>
              </a:spcBef>
              <a:buSzPct val="95000"/>
              <a:buFont typeface="Wingdings"/>
              <a:buChar char=""/>
              <a:defRPr sz="1500" kern="1200" spc="0">
                <a:solidFill>
                  <a:schemeClr val="tx1"/>
                </a:solidFill>
                <a:latin typeface="+mn-lt"/>
                <a:ea typeface="+mn-ea"/>
                <a:cs typeface="Arial" pitchFamily="34" charset="0"/>
              </a:defRPr>
            </a:lvl1pPr>
            <a:lvl2pPr marL="555498" indent="-214313" algn="l" rtl="0" eaLnBrk="1" latinLnBrk="0" hangingPunct="1">
              <a:spcBef>
                <a:spcPct val="20000"/>
              </a:spcBef>
              <a:buClr>
                <a:schemeClr val="accent2"/>
              </a:buClr>
              <a:buSzPct val="90000"/>
              <a:buFont typeface="Wingdings"/>
              <a:buChar char=""/>
              <a:defRPr sz="1350" kern="1200" spc="0">
                <a:solidFill>
                  <a:schemeClr val="tx1"/>
                </a:solidFill>
                <a:latin typeface="+mn-lt"/>
                <a:ea typeface="+mn-ea"/>
                <a:cs typeface="Arial" pitchFamily="34" charset="0"/>
              </a:defRPr>
            </a:lvl2pPr>
            <a:lvl3pPr marL="747522" indent="-171450" algn="l" rtl="0" eaLnBrk="1" latinLnBrk="0" hangingPunct="1">
              <a:spcBef>
                <a:spcPct val="20000"/>
              </a:spcBef>
              <a:buClr>
                <a:schemeClr val="accent2"/>
              </a:buClr>
              <a:buFont typeface="Wingdings 2"/>
              <a:buChar char=""/>
              <a:defRPr sz="1200" kern="1200" spc="0">
                <a:solidFill>
                  <a:schemeClr val="tx1"/>
                </a:solidFill>
                <a:latin typeface="+mn-lt"/>
                <a:ea typeface="+mn-ea"/>
                <a:cs typeface="Arial" pitchFamily="34" charset="0"/>
              </a:defRPr>
            </a:lvl3pPr>
            <a:lvl4pPr marL="946404" indent="-171450" algn="l" rtl="0" eaLnBrk="1" latinLnBrk="0" hangingPunct="1">
              <a:spcBef>
                <a:spcPct val="20000"/>
              </a:spcBef>
              <a:buClr>
                <a:schemeClr val="accent3"/>
              </a:buClr>
              <a:buFont typeface="Wingdings 3"/>
              <a:buChar char=""/>
              <a:defRPr sz="1200" kern="1200" spc="0">
                <a:solidFill>
                  <a:schemeClr val="tx1"/>
                </a:solidFill>
                <a:latin typeface="+mn-lt"/>
                <a:ea typeface="+mn-ea"/>
                <a:cs typeface="Arial" pitchFamily="34" charset="0"/>
              </a:defRPr>
            </a:lvl4pPr>
            <a:lvl5pPr marL="1110996" indent="-157734" algn="l" rtl="0" eaLnBrk="1" latinLnBrk="0" hangingPunct="1">
              <a:spcBef>
                <a:spcPct val="20000"/>
              </a:spcBef>
              <a:buClr>
                <a:schemeClr val="accent3"/>
              </a:buClr>
              <a:buFont typeface="Wingdings 2"/>
              <a:buChar char=""/>
              <a:defRPr sz="1050" kern="1200" spc="0">
                <a:solidFill>
                  <a:schemeClr val="tx1"/>
                </a:solidFill>
                <a:latin typeface="+mn-lt"/>
                <a:ea typeface="+mn-ea"/>
                <a:cs typeface="Arial" pitchFamily="34" charset="0"/>
              </a:defRPr>
            </a:lvl5pPr>
            <a:lvl6pPr marL="1282446" indent="-157734" algn="l" rtl="0" eaLnBrk="1" latinLnBrk="0" hangingPunct="1">
              <a:spcBef>
                <a:spcPct val="20000"/>
              </a:spcBef>
              <a:buClr>
                <a:schemeClr val="accent3"/>
              </a:buClr>
              <a:buFont typeface="Wingdings 2"/>
              <a:buChar char=""/>
              <a:defRPr sz="1350" kern="1200">
                <a:solidFill>
                  <a:schemeClr val="tx1"/>
                </a:solidFill>
                <a:latin typeface="+mn-lt"/>
                <a:ea typeface="+mn-ea"/>
                <a:cs typeface="+mn-cs"/>
              </a:defRPr>
            </a:lvl6pPr>
            <a:lvl7pPr marL="1426464"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7pPr>
            <a:lvl8pPr marL="1570482"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8pPr>
            <a:lvl9pPr marL="1714500"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9pPr>
            <a:extLst/>
          </a:lstStyle>
          <a:p>
            <a:pPr marL="51435" indent="0" algn="just">
              <a:spcBef>
                <a:spcPts val="0"/>
              </a:spcBef>
              <a:buNone/>
            </a:pPr>
            <a:r>
              <a:rPr lang="en-US" sz="1600">
                <a:solidFill>
                  <a:srgbClr val="0000FF"/>
                </a:solidFill>
                <a:latin typeface="Consolas" panose="020B0609020204030204" pitchFamily="49" charset="0"/>
              </a:rPr>
              <a:t>static</a:t>
            </a:r>
            <a:r>
              <a:rPr lang="en-US" sz="1600">
                <a:latin typeface="Consolas" panose="020B0609020204030204" pitchFamily="49" charset="0"/>
              </a:rPr>
              <a:t> </a:t>
            </a:r>
            <a:r>
              <a:rPr lang="en-US" sz="1600">
                <a:solidFill>
                  <a:srgbClr val="0000FF"/>
                </a:solidFill>
                <a:latin typeface="Consolas" panose="020B0609020204030204" pitchFamily="49" charset="0"/>
              </a:rPr>
              <a:t>void</a:t>
            </a:r>
            <a:r>
              <a:rPr lang="en-US" sz="1600">
                <a:latin typeface="Consolas" panose="020B0609020204030204" pitchFamily="49" charset="0"/>
              </a:rPr>
              <a:t> </a:t>
            </a:r>
            <a:r>
              <a:rPr lang="en-US" sz="1600">
                <a:solidFill>
                  <a:srgbClr val="FEA400"/>
                </a:solidFill>
                <a:latin typeface="Consolas" panose="020B0609020204030204" pitchFamily="49" charset="0"/>
              </a:rPr>
              <a:t>Main</a:t>
            </a:r>
            <a:r>
              <a:rPr lang="en-US" sz="1600">
                <a:solidFill>
                  <a:schemeClr val="bg1"/>
                </a:solidFill>
                <a:latin typeface="Consolas" panose="020B0609020204030204" pitchFamily="49" charset="0"/>
              </a:rPr>
              <a:t>(</a:t>
            </a:r>
            <a:r>
              <a:rPr lang="en-US" sz="1600">
                <a:solidFill>
                  <a:srgbClr val="0000FF"/>
                </a:solidFill>
                <a:latin typeface="Consolas" panose="020B0609020204030204" pitchFamily="49" charset="0"/>
              </a:rPr>
              <a:t>string</a:t>
            </a:r>
            <a:r>
              <a:rPr lang="en-US" sz="1600">
                <a:solidFill>
                  <a:schemeClr val="bg1"/>
                </a:solidFill>
                <a:latin typeface="Consolas" panose="020B0609020204030204" pitchFamily="49" charset="0"/>
              </a:rPr>
              <a:t>[] args)</a:t>
            </a:r>
          </a:p>
          <a:p>
            <a:pPr marL="51435" indent="0" algn="just">
              <a:spcBef>
                <a:spcPts val="0"/>
              </a:spcBef>
              <a:buNone/>
            </a:pPr>
            <a:r>
              <a:rPr lang="en-US" sz="1600">
                <a:latin typeface="Consolas" panose="020B0609020204030204" pitchFamily="49" charset="0"/>
              </a:rPr>
              <a:t>{</a:t>
            </a:r>
          </a:p>
          <a:p>
            <a:pPr marL="51435" indent="0" algn="just">
              <a:spcBef>
                <a:spcPts val="0"/>
              </a:spcBef>
              <a:buNone/>
            </a:pPr>
            <a:r>
              <a:rPr lang="en-US" sz="1600">
                <a:solidFill>
                  <a:srgbClr val="0432FF"/>
                </a:solidFill>
                <a:latin typeface="Consolas" panose="020B0609020204030204" pitchFamily="49" charset="0"/>
              </a:rPr>
              <a:t>    int</a:t>
            </a:r>
            <a:r>
              <a:rPr lang="en-US" sz="1600">
                <a:solidFill>
                  <a:schemeClr val="bg1"/>
                </a:solidFill>
                <a:latin typeface="Consolas" panose="020B0609020204030204" pitchFamily="49" charset="0"/>
              </a:rPr>
              <a:t> </a:t>
            </a:r>
            <a:r>
              <a:rPr lang="en-US" sz="1600">
                <a:solidFill>
                  <a:schemeClr val="accent6">
                    <a:lumMod val="75000"/>
                  </a:schemeClr>
                </a:solidFill>
                <a:latin typeface="Consolas" panose="020B0609020204030204" pitchFamily="49" charset="0"/>
              </a:rPr>
              <a:t>a </a:t>
            </a:r>
            <a:r>
              <a:rPr lang="en-US" sz="1600">
                <a:latin typeface="Consolas" panose="020B0609020204030204" pitchFamily="49" charset="0"/>
              </a:rPr>
              <a:t>= </a:t>
            </a:r>
            <a:r>
              <a:rPr lang="en-US" sz="1600">
                <a:solidFill>
                  <a:srgbClr val="0432FF"/>
                </a:solidFill>
                <a:latin typeface="Consolas" panose="020B0609020204030204" pitchFamily="49" charset="0"/>
              </a:rPr>
              <a:t>int</a:t>
            </a:r>
            <a:r>
              <a:rPr lang="en-US" sz="1600">
                <a:latin typeface="Consolas" panose="020B0609020204030204" pitchFamily="49" charset="0"/>
              </a:rPr>
              <a:t>.</a:t>
            </a:r>
            <a:r>
              <a:rPr lang="en-US" sz="1600">
                <a:solidFill>
                  <a:srgbClr val="FEA400"/>
                </a:solidFill>
                <a:latin typeface="Consolas" panose="020B0609020204030204" pitchFamily="49" charset="0"/>
              </a:rPr>
              <a:t>Parse</a:t>
            </a:r>
            <a:r>
              <a:rPr lang="en-US" sz="1600">
                <a:latin typeface="Consolas" panose="020B0609020204030204" pitchFamily="49" charset="0"/>
              </a:rPr>
              <a:t>(</a:t>
            </a:r>
            <a:r>
              <a:rPr lang="en-US" sz="1600">
                <a:solidFill>
                  <a:srgbClr val="2B91AF"/>
                </a:solidFill>
                <a:latin typeface="Consolas" panose="020B0609020204030204" pitchFamily="49" charset="0"/>
              </a:rPr>
              <a:t>Console</a:t>
            </a:r>
            <a:r>
              <a:rPr lang="en-US" sz="1600">
                <a:latin typeface="Consolas" panose="020B0609020204030204" pitchFamily="49" charset="0"/>
              </a:rPr>
              <a:t>.</a:t>
            </a:r>
            <a:r>
              <a:rPr lang="en-US" sz="1600">
                <a:solidFill>
                  <a:srgbClr val="FEA400"/>
                </a:solidFill>
                <a:latin typeface="Consolas" panose="020B0609020204030204" pitchFamily="49" charset="0"/>
              </a:rPr>
              <a:t>ReadLine</a:t>
            </a:r>
            <a:r>
              <a:rPr lang="en-US" sz="1600">
                <a:latin typeface="Consolas" panose="020B0609020204030204" pitchFamily="49" charset="0"/>
              </a:rPr>
              <a:t>());</a:t>
            </a:r>
          </a:p>
          <a:p>
            <a:pPr marL="51435" indent="0" algn="just">
              <a:spcBef>
                <a:spcPts val="0"/>
              </a:spcBef>
              <a:buNone/>
            </a:pPr>
            <a:r>
              <a:rPr lang="en-US" sz="1600">
                <a:solidFill>
                  <a:srgbClr val="0432FF"/>
                </a:solidFill>
                <a:latin typeface="Consolas" panose="020B0609020204030204" pitchFamily="49" charset="0"/>
              </a:rPr>
              <a:t>    int</a:t>
            </a:r>
            <a:r>
              <a:rPr lang="en-US" sz="1600">
                <a:solidFill>
                  <a:schemeClr val="bg1"/>
                </a:solidFill>
                <a:latin typeface="Consolas" panose="020B0609020204030204" pitchFamily="49" charset="0"/>
              </a:rPr>
              <a:t>.</a:t>
            </a:r>
            <a:r>
              <a:rPr lang="en-US" sz="1600">
                <a:solidFill>
                  <a:schemeClr val="accent6">
                    <a:lumMod val="75000"/>
                  </a:schemeClr>
                </a:solidFill>
                <a:latin typeface="Consolas" panose="020B0609020204030204" pitchFamily="49" charset="0"/>
              </a:rPr>
              <a:t>b </a:t>
            </a:r>
            <a:r>
              <a:rPr lang="en-US" sz="1600">
                <a:latin typeface="Consolas" panose="020B0609020204030204" pitchFamily="49" charset="0"/>
              </a:rPr>
              <a:t>= </a:t>
            </a:r>
            <a:r>
              <a:rPr lang="en-US" sz="1600">
                <a:solidFill>
                  <a:srgbClr val="0432FF"/>
                </a:solidFill>
                <a:latin typeface="Consolas" panose="020B0609020204030204" pitchFamily="49" charset="0"/>
              </a:rPr>
              <a:t>int</a:t>
            </a:r>
            <a:r>
              <a:rPr lang="en-US" sz="1600">
                <a:latin typeface="Consolas" panose="020B0609020204030204" pitchFamily="49" charset="0"/>
              </a:rPr>
              <a:t>.</a:t>
            </a:r>
            <a:r>
              <a:rPr lang="en-US" sz="1600">
                <a:solidFill>
                  <a:srgbClr val="FEA400"/>
                </a:solidFill>
                <a:latin typeface="Consolas" panose="020B0609020204030204" pitchFamily="49" charset="0"/>
              </a:rPr>
              <a:t>Parse</a:t>
            </a:r>
            <a:r>
              <a:rPr lang="en-US" sz="1600">
                <a:latin typeface="Consolas" panose="020B0609020204030204" pitchFamily="49" charset="0"/>
              </a:rPr>
              <a:t>(</a:t>
            </a:r>
            <a:r>
              <a:rPr lang="en-US" sz="1600">
                <a:solidFill>
                  <a:srgbClr val="2B91AF"/>
                </a:solidFill>
                <a:latin typeface="Consolas" panose="020B0609020204030204" pitchFamily="49" charset="0"/>
              </a:rPr>
              <a:t>Console</a:t>
            </a:r>
            <a:r>
              <a:rPr lang="en-US" sz="1600">
                <a:latin typeface="Consolas" panose="020B0609020204030204" pitchFamily="49" charset="0"/>
              </a:rPr>
              <a:t>.</a:t>
            </a:r>
            <a:r>
              <a:rPr lang="en-US" sz="1600">
                <a:solidFill>
                  <a:srgbClr val="FEA400"/>
                </a:solidFill>
                <a:latin typeface="Consolas" panose="020B0609020204030204" pitchFamily="49" charset="0"/>
              </a:rPr>
              <a:t>ReadLine</a:t>
            </a:r>
            <a:r>
              <a:rPr lang="en-US" sz="1600">
                <a:latin typeface="Consolas" panose="020B0609020204030204" pitchFamily="49" charset="0"/>
              </a:rPr>
              <a:t>());</a:t>
            </a:r>
          </a:p>
          <a:p>
            <a:pPr marL="51435" indent="0">
              <a:spcBef>
                <a:spcPts val="0"/>
              </a:spcBef>
              <a:buNone/>
            </a:pPr>
            <a:r>
              <a:rPr lang="en-US" sz="1600">
                <a:solidFill>
                  <a:srgbClr val="0432FF"/>
                </a:solidFill>
                <a:latin typeface="Consolas" panose="020B0609020204030204" pitchFamily="49" charset="0"/>
              </a:rPr>
              <a:t>    int</a:t>
            </a:r>
            <a:r>
              <a:rPr lang="en-US" sz="1600">
                <a:solidFill>
                  <a:schemeClr val="bg1"/>
                </a:solidFill>
                <a:latin typeface="Consolas" panose="020B0609020204030204" pitchFamily="49" charset="0"/>
              </a:rPr>
              <a:t> </a:t>
            </a:r>
            <a:r>
              <a:rPr lang="en-US" sz="1600">
                <a:solidFill>
                  <a:schemeClr val="accent6">
                    <a:lumMod val="75000"/>
                  </a:schemeClr>
                </a:solidFill>
                <a:latin typeface="Consolas" panose="020B0609020204030204" pitchFamily="49" charset="0"/>
              </a:rPr>
              <a:t>n </a:t>
            </a:r>
            <a:r>
              <a:rPr lang="en-US" sz="1600">
                <a:latin typeface="Consolas" panose="020B0609020204030204" pitchFamily="49" charset="0"/>
              </a:rPr>
              <a:t>= </a:t>
            </a:r>
            <a:r>
              <a:rPr lang="en-US" sz="1600">
                <a:solidFill>
                  <a:srgbClr val="0432FF"/>
                </a:solidFill>
                <a:latin typeface="Consolas" panose="020B0609020204030204" pitchFamily="49" charset="0"/>
              </a:rPr>
              <a:t>int</a:t>
            </a:r>
            <a:r>
              <a:rPr lang="en-US" sz="1600">
                <a:latin typeface="Consolas" panose="020B0609020204030204" pitchFamily="49" charset="0"/>
              </a:rPr>
              <a:t>.</a:t>
            </a:r>
            <a:r>
              <a:rPr lang="en-US" sz="1600">
                <a:solidFill>
                  <a:srgbClr val="FEA400"/>
                </a:solidFill>
                <a:latin typeface="Consolas" panose="020B0609020204030204" pitchFamily="49" charset="0"/>
              </a:rPr>
              <a:t>Parse</a:t>
            </a:r>
            <a:r>
              <a:rPr lang="en-US" sz="1600">
                <a:latin typeface="Consolas" panose="020B0609020204030204" pitchFamily="49" charset="0"/>
              </a:rPr>
              <a:t>(</a:t>
            </a:r>
            <a:r>
              <a:rPr lang="en-US" sz="1600">
                <a:solidFill>
                  <a:srgbClr val="2B91AF"/>
                </a:solidFill>
                <a:latin typeface="Consolas" panose="020B0609020204030204" pitchFamily="49" charset="0"/>
              </a:rPr>
              <a:t>Console</a:t>
            </a:r>
            <a:r>
              <a:rPr lang="en-US" sz="1600">
                <a:latin typeface="Consolas" panose="020B0609020204030204" pitchFamily="49" charset="0"/>
              </a:rPr>
              <a:t>.</a:t>
            </a:r>
            <a:r>
              <a:rPr lang="en-US" sz="1600">
                <a:solidFill>
                  <a:srgbClr val="FEA400"/>
                </a:solidFill>
                <a:latin typeface="Consolas" panose="020B0609020204030204" pitchFamily="49" charset="0"/>
              </a:rPr>
              <a:t>ReadLine</a:t>
            </a:r>
            <a:r>
              <a:rPr lang="en-US" sz="1600">
                <a:latin typeface="Consolas" panose="020B0609020204030204" pitchFamily="49" charset="0"/>
              </a:rPr>
              <a:t>());</a:t>
            </a:r>
          </a:p>
          <a:p>
            <a:pPr marL="51435" indent="0">
              <a:spcBef>
                <a:spcPts val="0"/>
              </a:spcBef>
              <a:buNone/>
            </a:pPr>
            <a:r>
              <a:rPr lang="en-US" sz="1600">
                <a:solidFill>
                  <a:srgbClr val="0432FF"/>
                </a:solidFill>
                <a:latin typeface="Consolas" panose="020B0609020204030204" pitchFamily="49" charset="0"/>
              </a:rPr>
              <a:t>    int</a:t>
            </a:r>
            <a:r>
              <a:rPr lang="en-US" sz="1600">
                <a:solidFill>
                  <a:schemeClr val="bg1"/>
                </a:solidFill>
                <a:latin typeface="Consolas" panose="020B0609020204030204" pitchFamily="49" charset="0"/>
              </a:rPr>
              <a:t> </a:t>
            </a:r>
            <a:r>
              <a:rPr lang="en-US" sz="1600">
                <a:solidFill>
                  <a:schemeClr val="accent6">
                    <a:lumMod val="75000"/>
                  </a:schemeClr>
                </a:solidFill>
                <a:latin typeface="Consolas" panose="020B0609020204030204" pitchFamily="49" charset="0"/>
              </a:rPr>
              <a:t>m </a:t>
            </a:r>
            <a:r>
              <a:rPr lang="en-US" sz="1600">
                <a:latin typeface="Consolas" panose="020B0609020204030204" pitchFamily="49" charset="0"/>
              </a:rPr>
              <a:t>= </a:t>
            </a:r>
            <a:r>
              <a:rPr lang="en-US" sz="1600">
                <a:solidFill>
                  <a:srgbClr val="0432FF"/>
                </a:solidFill>
                <a:latin typeface="Consolas" panose="020B0609020204030204" pitchFamily="49" charset="0"/>
              </a:rPr>
              <a:t>int</a:t>
            </a:r>
            <a:r>
              <a:rPr lang="en-US" sz="1600">
                <a:latin typeface="Consolas" panose="020B0609020204030204" pitchFamily="49" charset="0"/>
              </a:rPr>
              <a:t>.</a:t>
            </a:r>
            <a:r>
              <a:rPr lang="en-US" sz="1600">
                <a:solidFill>
                  <a:srgbClr val="FEA400"/>
                </a:solidFill>
                <a:latin typeface="Consolas" panose="020B0609020204030204" pitchFamily="49" charset="0"/>
              </a:rPr>
              <a:t>Parse</a:t>
            </a:r>
            <a:r>
              <a:rPr lang="en-US" sz="1600">
                <a:latin typeface="Consolas" panose="020B0609020204030204" pitchFamily="49" charset="0"/>
              </a:rPr>
              <a:t>(</a:t>
            </a:r>
            <a:r>
              <a:rPr lang="en-US" sz="1600">
                <a:solidFill>
                  <a:srgbClr val="2B91AF"/>
                </a:solidFill>
                <a:latin typeface="Consolas" panose="020B0609020204030204" pitchFamily="49" charset="0"/>
              </a:rPr>
              <a:t>Console</a:t>
            </a:r>
            <a:r>
              <a:rPr lang="en-US" sz="1600">
                <a:latin typeface="Consolas" panose="020B0609020204030204" pitchFamily="49" charset="0"/>
              </a:rPr>
              <a:t>.</a:t>
            </a:r>
            <a:r>
              <a:rPr lang="en-US" sz="1600">
                <a:solidFill>
                  <a:srgbClr val="FEA400"/>
                </a:solidFill>
                <a:latin typeface="Consolas" panose="020B0609020204030204" pitchFamily="49" charset="0"/>
              </a:rPr>
              <a:t>ReadLine</a:t>
            </a:r>
            <a:r>
              <a:rPr lang="en-US" sz="1600">
                <a:latin typeface="Consolas" panose="020B0609020204030204" pitchFamily="49" charset="0"/>
              </a:rPr>
              <a:t>());</a:t>
            </a:r>
          </a:p>
          <a:p>
            <a:pPr marL="51435" indent="0" algn="just">
              <a:spcBef>
                <a:spcPts val="0"/>
              </a:spcBef>
              <a:buNone/>
            </a:pPr>
            <a:r>
              <a:rPr lang="en-US" sz="1600">
                <a:solidFill>
                  <a:schemeClr val="bg1"/>
                </a:solidFill>
                <a:latin typeface="Consolas" panose="020B0609020204030204" pitchFamily="49" charset="0"/>
              </a:rPr>
              <a:t>    </a:t>
            </a:r>
            <a:r>
              <a:rPr lang="en-US" sz="1600">
                <a:solidFill>
                  <a:srgbClr val="0432FF"/>
                </a:solidFill>
                <a:latin typeface="Consolas" panose="020B0609020204030204" pitchFamily="49" charset="0"/>
              </a:rPr>
              <a:t>int</a:t>
            </a:r>
            <a:r>
              <a:rPr lang="en-US" sz="1600">
                <a:solidFill>
                  <a:schemeClr val="bg1"/>
                </a:solidFill>
                <a:latin typeface="Consolas" panose="020B0609020204030204" pitchFamily="49" charset="0"/>
              </a:rPr>
              <a:t> </a:t>
            </a:r>
            <a:r>
              <a:rPr lang="en-US" sz="1600">
                <a:solidFill>
                  <a:schemeClr val="accent6">
                    <a:lumMod val="75000"/>
                  </a:schemeClr>
                </a:solidFill>
                <a:latin typeface="Consolas" panose="020B0609020204030204" pitchFamily="49" charset="0"/>
              </a:rPr>
              <a:t>an</a:t>
            </a:r>
            <a:r>
              <a:rPr lang="en-US" sz="1600">
                <a:solidFill>
                  <a:schemeClr val="bg1"/>
                </a:solidFill>
                <a:latin typeface="Consolas" panose="020B0609020204030204" pitchFamily="49" charset="0"/>
              </a:rPr>
              <a:t> </a:t>
            </a:r>
            <a:r>
              <a:rPr lang="en-US" sz="1600">
                <a:latin typeface="Consolas" panose="020B0609020204030204" pitchFamily="49" charset="0"/>
              </a:rPr>
              <a:t>= 1, </a:t>
            </a:r>
            <a:r>
              <a:rPr lang="en-US" sz="1600">
                <a:solidFill>
                  <a:schemeClr val="accent6">
                    <a:lumMod val="75000"/>
                  </a:schemeClr>
                </a:solidFill>
                <a:latin typeface="Consolas" panose="020B0609020204030204" pitchFamily="49" charset="0"/>
              </a:rPr>
              <a:t>bm</a:t>
            </a:r>
            <a:r>
              <a:rPr lang="en-US" sz="1600">
                <a:solidFill>
                  <a:schemeClr val="bg1"/>
                </a:solidFill>
                <a:latin typeface="Consolas" panose="020B0609020204030204" pitchFamily="49" charset="0"/>
              </a:rPr>
              <a:t> </a:t>
            </a:r>
            <a:r>
              <a:rPr lang="en-US" sz="1600">
                <a:latin typeface="Consolas" panose="020B0609020204030204" pitchFamily="49" charset="0"/>
              </a:rPr>
              <a:t>= 1, </a:t>
            </a:r>
            <a:r>
              <a:rPr lang="en-US" sz="1600">
                <a:solidFill>
                  <a:schemeClr val="accent6">
                    <a:lumMod val="75000"/>
                  </a:schemeClr>
                </a:solidFill>
                <a:latin typeface="Consolas" panose="020B0609020204030204" pitchFamily="49" charset="0"/>
              </a:rPr>
              <a:t>s</a:t>
            </a:r>
            <a:r>
              <a:rPr lang="en-US" sz="1600">
                <a:solidFill>
                  <a:schemeClr val="bg1"/>
                </a:solidFill>
                <a:latin typeface="Consolas" panose="020B0609020204030204" pitchFamily="49" charset="0"/>
                <a:cs typeface="Consolas" panose="020B0609020204030204" pitchFamily="49" charset="0"/>
              </a:rPr>
              <a:t> </a:t>
            </a:r>
            <a:r>
              <a:rPr lang="en-US" sz="1600">
                <a:latin typeface="Consolas" panose="020B0609020204030204" pitchFamily="49" charset="0"/>
              </a:rPr>
              <a:t>= 0;</a:t>
            </a:r>
          </a:p>
          <a:p>
            <a:pPr marL="51435" indent="0">
              <a:spcBef>
                <a:spcPts val="0"/>
              </a:spcBef>
              <a:buNone/>
            </a:pPr>
            <a:r>
              <a:rPr lang="en-US" sz="1600">
                <a:solidFill>
                  <a:schemeClr val="bg1"/>
                </a:solidFill>
                <a:latin typeface="Consolas" panose="020B0609020204030204" pitchFamily="49" charset="0"/>
              </a:rPr>
              <a:t>    </a:t>
            </a:r>
          </a:p>
          <a:p>
            <a:pPr marL="51435" indent="0">
              <a:spcBef>
                <a:spcPts val="0"/>
              </a:spcBef>
              <a:buNone/>
            </a:pPr>
            <a:r>
              <a:rPr lang="en-US" sz="1600">
                <a:solidFill>
                  <a:schemeClr val="bg1"/>
                </a:solidFill>
                <a:latin typeface="Consolas" panose="020B0609020204030204" pitchFamily="49" charset="0"/>
              </a:rPr>
              <a:t>    </a:t>
            </a:r>
            <a:r>
              <a:rPr lang="en-US" sz="1600">
                <a:solidFill>
                  <a:srgbClr val="0432FF"/>
                </a:solidFill>
                <a:latin typeface="Consolas" panose="020B0609020204030204" pitchFamily="49" charset="0"/>
              </a:rPr>
              <a:t>for</a:t>
            </a:r>
            <a:r>
              <a:rPr lang="en-US" sz="1600">
                <a:latin typeface="Consolas" panose="020B0609020204030204" pitchFamily="49" charset="0"/>
              </a:rPr>
              <a:t> (</a:t>
            </a:r>
            <a:r>
              <a:rPr lang="en-US" sz="1600">
                <a:solidFill>
                  <a:srgbClr val="0432FF"/>
                </a:solidFill>
                <a:latin typeface="Consolas" panose="020B0609020204030204" pitchFamily="49" charset="0"/>
              </a:rPr>
              <a:t>int </a:t>
            </a:r>
            <a:r>
              <a:rPr lang="en-US" sz="1600">
                <a:solidFill>
                  <a:schemeClr val="accent6">
                    <a:lumMod val="75000"/>
                  </a:schemeClr>
                </a:solidFill>
                <a:latin typeface="Consolas" panose="020B0609020204030204" pitchFamily="49" charset="0"/>
              </a:rPr>
              <a:t>i </a:t>
            </a:r>
            <a:r>
              <a:rPr lang="en-US" sz="1600">
                <a:latin typeface="Consolas" panose="020B0609020204030204" pitchFamily="49" charset="0"/>
              </a:rPr>
              <a:t>= 1;</a:t>
            </a:r>
            <a:r>
              <a:rPr lang="en-US" sz="1600">
                <a:solidFill>
                  <a:schemeClr val="bg1"/>
                </a:solidFill>
                <a:latin typeface="Consolas" panose="020B0609020204030204" pitchFamily="49" charset="0"/>
              </a:rPr>
              <a:t> </a:t>
            </a:r>
            <a:r>
              <a:rPr lang="en-US" sz="1600">
                <a:solidFill>
                  <a:schemeClr val="accent6">
                    <a:lumMod val="75000"/>
                  </a:schemeClr>
                </a:solidFill>
                <a:latin typeface="Consolas" panose="020B0609020204030204" pitchFamily="49" charset="0"/>
              </a:rPr>
              <a:t>i </a:t>
            </a:r>
            <a:r>
              <a:rPr lang="en-US" sz="1600">
                <a:latin typeface="Consolas" panose="020B0609020204030204" pitchFamily="49" charset="0"/>
              </a:rPr>
              <a:t>&lt;=</a:t>
            </a:r>
            <a:r>
              <a:rPr lang="en-US" sz="1600">
                <a:solidFill>
                  <a:schemeClr val="bg1"/>
                </a:solidFill>
                <a:latin typeface="Consolas" panose="020B0609020204030204" pitchFamily="49" charset="0"/>
              </a:rPr>
              <a:t> </a:t>
            </a:r>
            <a:r>
              <a:rPr lang="en-US" sz="1600">
                <a:solidFill>
                  <a:schemeClr val="accent6">
                    <a:lumMod val="75000"/>
                  </a:schemeClr>
                </a:solidFill>
                <a:latin typeface="Consolas" panose="020B0609020204030204" pitchFamily="49" charset="0"/>
              </a:rPr>
              <a:t>n</a:t>
            </a:r>
            <a:r>
              <a:rPr lang="en-US" sz="1600">
                <a:latin typeface="Consolas" panose="020B0609020204030204" pitchFamily="49" charset="0"/>
              </a:rPr>
              <a:t>; </a:t>
            </a:r>
            <a:r>
              <a:rPr lang="en-US" sz="1600">
                <a:solidFill>
                  <a:schemeClr val="accent6">
                    <a:lumMod val="75000"/>
                  </a:schemeClr>
                </a:solidFill>
                <a:latin typeface="Consolas" panose="020B0609020204030204" pitchFamily="49" charset="0"/>
              </a:rPr>
              <a:t>i++</a:t>
            </a:r>
            <a:r>
              <a:rPr lang="en-US" sz="1600">
                <a:latin typeface="Consolas" panose="020B0609020204030204" pitchFamily="49" charset="0"/>
              </a:rPr>
              <a:t>)</a:t>
            </a:r>
            <a:br>
              <a:rPr lang="en-US" sz="1600">
                <a:solidFill>
                  <a:schemeClr val="bg1"/>
                </a:solidFill>
                <a:latin typeface="Consolas" panose="020B0609020204030204" pitchFamily="49" charset="0"/>
              </a:rPr>
            </a:br>
            <a:r>
              <a:rPr lang="en-US" sz="1600">
                <a:solidFill>
                  <a:schemeClr val="bg1"/>
                </a:solidFill>
                <a:latin typeface="Consolas" panose="020B0609020204030204" pitchFamily="49" charset="0"/>
              </a:rPr>
              <a:t>        </a:t>
            </a:r>
            <a:r>
              <a:rPr lang="en-US" sz="1600">
                <a:solidFill>
                  <a:schemeClr val="accent6">
                    <a:lumMod val="75000"/>
                  </a:schemeClr>
                </a:solidFill>
                <a:latin typeface="Consolas" panose="020B0609020204030204" pitchFamily="49" charset="0"/>
              </a:rPr>
              <a:t>an </a:t>
            </a:r>
            <a:r>
              <a:rPr lang="en-US" sz="1600">
                <a:latin typeface="Consolas" panose="020B0609020204030204" pitchFamily="49" charset="0"/>
              </a:rPr>
              <a:t>*= </a:t>
            </a:r>
            <a:r>
              <a:rPr lang="en-US" sz="1600">
                <a:solidFill>
                  <a:schemeClr val="accent6">
                    <a:lumMod val="75000"/>
                  </a:schemeClr>
                </a:solidFill>
                <a:latin typeface="Consolas" panose="020B0609020204030204" pitchFamily="49" charset="0"/>
              </a:rPr>
              <a:t>a</a:t>
            </a:r>
            <a:r>
              <a:rPr lang="en-US" sz="1600">
                <a:latin typeface="Consolas" panose="020B0609020204030204" pitchFamily="49" charset="0"/>
              </a:rPr>
              <a:t>;</a:t>
            </a:r>
          </a:p>
          <a:p>
            <a:pPr marL="51435" indent="0">
              <a:spcBef>
                <a:spcPts val="0"/>
              </a:spcBef>
              <a:buNone/>
            </a:pPr>
            <a:r>
              <a:rPr lang="en-US" sz="1600">
                <a:solidFill>
                  <a:schemeClr val="bg1"/>
                </a:solidFill>
                <a:latin typeface="Consolas" panose="020B0609020204030204" pitchFamily="49" charset="0"/>
              </a:rPr>
              <a:t>    </a:t>
            </a:r>
            <a:r>
              <a:rPr lang="en-US" sz="1600">
                <a:solidFill>
                  <a:srgbClr val="0432FF"/>
                </a:solidFill>
                <a:latin typeface="Consolas" panose="020B0609020204030204" pitchFamily="49" charset="0"/>
              </a:rPr>
              <a:t>for</a:t>
            </a:r>
            <a:r>
              <a:rPr lang="en-US" sz="1600">
                <a:latin typeface="Consolas" panose="020B0609020204030204" pitchFamily="49" charset="0"/>
              </a:rPr>
              <a:t> (</a:t>
            </a:r>
            <a:r>
              <a:rPr lang="en-US" sz="1600">
                <a:solidFill>
                  <a:srgbClr val="0432FF"/>
                </a:solidFill>
                <a:latin typeface="Consolas" panose="020B0609020204030204" pitchFamily="49" charset="0"/>
              </a:rPr>
              <a:t>int </a:t>
            </a:r>
            <a:r>
              <a:rPr lang="en-US" sz="1600">
                <a:solidFill>
                  <a:schemeClr val="accent6">
                    <a:lumMod val="75000"/>
                  </a:schemeClr>
                </a:solidFill>
                <a:latin typeface="Consolas" panose="020B0609020204030204" pitchFamily="49" charset="0"/>
              </a:rPr>
              <a:t>i </a:t>
            </a:r>
            <a:r>
              <a:rPr lang="en-US" sz="1600">
                <a:latin typeface="Consolas" panose="020B0609020204030204" pitchFamily="49" charset="0"/>
              </a:rPr>
              <a:t>= 1; </a:t>
            </a:r>
            <a:r>
              <a:rPr lang="en-US" sz="1600">
                <a:solidFill>
                  <a:schemeClr val="accent6">
                    <a:lumMod val="75000"/>
                  </a:schemeClr>
                </a:solidFill>
                <a:latin typeface="Consolas" panose="020B0609020204030204" pitchFamily="49" charset="0"/>
              </a:rPr>
              <a:t>i </a:t>
            </a:r>
            <a:r>
              <a:rPr lang="en-US" sz="1600">
                <a:latin typeface="Consolas" panose="020B0609020204030204" pitchFamily="49" charset="0"/>
              </a:rPr>
              <a:t>&lt;=</a:t>
            </a:r>
            <a:r>
              <a:rPr lang="en-US" sz="1600">
                <a:solidFill>
                  <a:schemeClr val="bg1"/>
                </a:solidFill>
                <a:latin typeface="Consolas" panose="020B0609020204030204" pitchFamily="49" charset="0"/>
              </a:rPr>
              <a:t> </a:t>
            </a:r>
            <a:r>
              <a:rPr lang="en-US" sz="1600">
                <a:solidFill>
                  <a:schemeClr val="accent6">
                    <a:lumMod val="75000"/>
                  </a:schemeClr>
                </a:solidFill>
                <a:latin typeface="Consolas" panose="020B0609020204030204" pitchFamily="49" charset="0"/>
              </a:rPr>
              <a:t>m</a:t>
            </a:r>
            <a:r>
              <a:rPr lang="en-US" sz="1600">
                <a:latin typeface="Consolas" panose="020B0609020204030204" pitchFamily="49" charset="0"/>
              </a:rPr>
              <a:t>; </a:t>
            </a:r>
            <a:r>
              <a:rPr lang="en-US" sz="1600">
                <a:solidFill>
                  <a:schemeClr val="accent6">
                    <a:lumMod val="75000"/>
                  </a:schemeClr>
                </a:solidFill>
                <a:latin typeface="Consolas" panose="020B0609020204030204" pitchFamily="49" charset="0"/>
              </a:rPr>
              <a:t>i++</a:t>
            </a:r>
            <a:r>
              <a:rPr lang="en-US" sz="1600">
                <a:latin typeface="Consolas" panose="020B0609020204030204" pitchFamily="49" charset="0"/>
              </a:rPr>
              <a:t>)</a:t>
            </a:r>
            <a:br>
              <a:rPr lang="en-US" sz="1600">
                <a:solidFill>
                  <a:schemeClr val="bg1"/>
                </a:solidFill>
                <a:latin typeface="Consolas" panose="020B0609020204030204" pitchFamily="49" charset="0"/>
              </a:rPr>
            </a:br>
            <a:r>
              <a:rPr lang="en-US" sz="1600">
                <a:solidFill>
                  <a:schemeClr val="bg1"/>
                </a:solidFill>
                <a:latin typeface="Consolas" panose="020B0609020204030204" pitchFamily="49" charset="0"/>
              </a:rPr>
              <a:t>        </a:t>
            </a:r>
            <a:r>
              <a:rPr lang="en-US" sz="1600">
                <a:solidFill>
                  <a:schemeClr val="accent6">
                    <a:lumMod val="75000"/>
                  </a:schemeClr>
                </a:solidFill>
                <a:latin typeface="Consolas" panose="020B0609020204030204" pitchFamily="49" charset="0"/>
              </a:rPr>
              <a:t>bm </a:t>
            </a:r>
            <a:r>
              <a:rPr lang="en-US" sz="1600">
                <a:latin typeface="Consolas" panose="020B0609020204030204" pitchFamily="49" charset="0"/>
              </a:rPr>
              <a:t>*= </a:t>
            </a:r>
            <a:r>
              <a:rPr lang="en-US" sz="1600">
                <a:solidFill>
                  <a:schemeClr val="accent6">
                    <a:lumMod val="75000"/>
                  </a:schemeClr>
                </a:solidFill>
                <a:latin typeface="Consolas" panose="020B0609020204030204" pitchFamily="49" charset="0"/>
              </a:rPr>
              <a:t>b</a:t>
            </a:r>
            <a:r>
              <a:rPr lang="en-US" sz="1600">
                <a:latin typeface="Consolas" panose="020B0609020204030204" pitchFamily="49" charset="0"/>
              </a:rPr>
              <a:t>;</a:t>
            </a:r>
          </a:p>
          <a:p>
            <a:pPr marL="51435" indent="0" algn="just">
              <a:spcBef>
                <a:spcPts val="0"/>
              </a:spcBef>
              <a:buNone/>
            </a:pPr>
            <a:r>
              <a:rPr lang="en-US" sz="1600">
                <a:latin typeface="Consolas" panose="020B0609020204030204" pitchFamily="49" charset="0"/>
              </a:rPr>
              <a:t>    </a:t>
            </a:r>
          </a:p>
          <a:p>
            <a:pPr marL="51435" indent="0" algn="just">
              <a:spcBef>
                <a:spcPts val="0"/>
              </a:spcBef>
              <a:buNone/>
            </a:pPr>
            <a:r>
              <a:rPr lang="en-US" sz="1600">
                <a:solidFill>
                  <a:schemeClr val="bg1"/>
                </a:solidFill>
                <a:latin typeface="Consolas" panose="020B0609020204030204" pitchFamily="49" charset="0"/>
              </a:rPr>
              <a:t>    </a:t>
            </a:r>
            <a:r>
              <a:rPr lang="en-US" sz="1600">
                <a:solidFill>
                  <a:schemeClr val="accent6">
                    <a:lumMod val="75000"/>
                  </a:schemeClr>
                </a:solidFill>
                <a:latin typeface="Consolas" panose="020B0609020204030204" pitchFamily="49" charset="0"/>
              </a:rPr>
              <a:t>s</a:t>
            </a:r>
            <a:r>
              <a:rPr lang="en-US" sz="1600">
                <a:solidFill>
                  <a:schemeClr val="bg1"/>
                </a:solidFill>
                <a:latin typeface="Consolas" panose="020B0609020204030204" pitchFamily="49" charset="0"/>
                <a:cs typeface="Consolas" panose="020B0609020204030204" pitchFamily="49" charset="0"/>
              </a:rPr>
              <a:t> </a:t>
            </a:r>
            <a:r>
              <a:rPr lang="en-US" sz="1600">
                <a:latin typeface="Consolas" panose="020B0609020204030204" pitchFamily="49" charset="0"/>
              </a:rPr>
              <a:t>= </a:t>
            </a:r>
            <a:r>
              <a:rPr lang="en-US" sz="1600">
                <a:solidFill>
                  <a:schemeClr val="accent6">
                    <a:lumMod val="75000"/>
                  </a:schemeClr>
                </a:solidFill>
                <a:latin typeface="Consolas" panose="020B0609020204030204" pitchFamily="49" charset="0"/>
              </a:rPr>
              <a:t>an</a:t>
            </a:r>
            <a:r>
              <a:rPr lang="en-US" sz="1600">
                <a:solidFill>
                  <a:schemeClr val="bg1"/>
                </a:solidFill>
                <a:latin typeface="Consolas" panose="020B0609020204030204" pitchFamily="49" charset="0"/>
              </a:rPr>
              <a:t> </a:t>
            </a:r>
            <a:r>
              <a:rPr lang="en-US" sz="1600">
                <a:latin typeface="Consolas" panose="020B0609020204030204" pitchFamily="49" charset="0"/>
              </a:rPr>
              <a:t>+</a:t>
            </a:r>
            <a:r>
              <a:rPr lang="en-US" sz="1600">
                <a:solidFill>
                  <a:schemeClr val="accent6">
                    <a:lumMod val="75000"/>
                  </a:schemeClr>
                </a:solidFill>
                <a:latin typeface="Consolas" panose="020B0609020204030204" pitchFamily="49" charset="0"/>
              </a:rPr>
              <a:t> bm</a:t>
            </a:r>
            <a:r>
              <a:rPr lang="en-US" sz="1600">
                <a:latin typeface="Consolas" panose="020B0609020204030204" pitchFamily="49" charset="0"/>
              </a:rPr>
              <a:t>;</a:t>
            </a:r>
          </a:p>
          <a:p>
            <a:pPr marL="51435" indent="0">
              <a:spcBef>
                <a:spcPts val="0"/>
              </a:spcBef>
              <a:buNone/>
            </a:pPr>
            <a:r>
              <a:rPr lang="en-US" sz="1600">
                <a:solidFill>
                  <a:srgbClr val="2B91AF"/>
                </a:solidFill>
                <a:latin typeface="Consolas" panose="020B0609020204030204" pitchFamily="49" charset="0"/>
              </a:rPr>
              <a:t>    Console</a:t>
            </a:r>
            <a:r>
              <a:rPr lang="en-US" sz="1600">
                <a:latin typeface="Consolas" panose="020B0609020204030204" pitchFamily="49" charset="0"/>
              </a:rPr>
              <a:t>.</a:t>
            </a:r>
            <a:r>
              <a:rPr lang="en-US" sz="1600">
                <a:solidFill>
                  <a:srgbClr val="FEA400"/>
                </a:solidFill>
                <a:latin typeface="Consolas" panose="020B0609020204030204" pitchFamily="49" charset="0"/>
              </a:rPr>
              <a:t>WriteLine</a:t>
            </a:r>
            <a:r>
              <a:rPr lang="en-US" sz="1600">
                <a:latin typeface="Consolas" panose="020B0609020204030204" pitchFamily="49" charset="0"/>
              </a:rPr>
              <a:t>(</a:t>
            </a:r>
            <a:r>
              <a:rPr lang="en-US" sz="1600">
                <a:solidFill>
                  <a:schemeClr val="accent6">
                    <a:lumMod val="75000"/>
                  </a:schemeClr>
                </a:solidFill>
                <a:latin typeface="Consolas" panose="020B0609020204030204" pitchFamily="49" charset="0"/>
              </a:rPr>
              <a:t>s</a:t>
            </a:r>
            <a:r>
              <a:rPr lang="en-US" sz="1600">
                <a:latin typeface="Consolas" panose="020B0609020204030204" pitchFamily="49" charset="0"/>
              </a:rPr>
              <a:t>);</a:t>
            </a:r>
          </a:p>
          <a:p>
            <a:pPr marL="51435" indent="0" algn="just">
              <a:spcBef>
                <a:spcPts val="0"/>
              </a:spcBef>
              <a:buNone/>
            </a:pPr>
            <a:r>
              <a:rPr lang="en-US" sz="1600">
                <a:latin typeface="Consolas" panose="020B0609020204030204" pitchFamily="49" charset="0"/>
              </a:rPr>
              <a:t>}</a:t>
            </a:r>
          </a:p>
        </p:txBody>
      </p:sp>
      <p:sp>
        <p:nvSpPr>
          <p:cNvPr id="28" name="Rectangle 27">
            <a:extLst>
              <a:ext uri="{FF2B5EF4-FFF2-40B4-BE49-F238E27FC236}">
                <a16:creationId xmlns:a16="http://schemas.microsoft.com/office/drawing/2014/main" id="{8C7789AB-3A9B-8A4A-872C-63277A73E746}"/>
              </a:ext>
            </a:extLst>
          </p:cNvPr>
          <p:cNvSpPr/>
          <p:nvPr/>
        </p:nvSpPr>
        <p:spPr>
          <a:xfrm>
            <a:off x="940594" y="4002403"/>
            <a:ext cx="3615673" cy="1249270"/>
          </a:xfrm>
          <a:prstGeom prst="rect">
            <a:avLst/>
          </a:prstGeom>
          <a:solidFill>
            <a:srgbClr val="FFFF00">
              <a:alpha val="26391"/>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9" name="Line Callout 1 28">
            <a:extLst>
              <a:ext uri="{FF2B5EF4-FFF2-40B4-BE49-F238E27FC236}">
                <a16:creationId xmlns:a16="http://schemas.microsoft.com/office/drawing/2014/main" id="{56154BFF-28CF-1348-809E-1355D2634970}"/>
              </a:ext>
            </a:extLst>
          </p:cNvPr>
          <p:cNvSpPr/>
          <p:nvPr/>
        </p:nvSpPr>
        <p:spPr>
          <a:xfrm>
            <a:off x="5053857" y="1666797"/>
            <a:ext cx="3760337" cy="929208"/>
          </a:xfrm>
          <a:prstGeom prst="borderCallout1">
            <a:avLst>
              <a:gd name="adj1" fmla="val 101557"/>
              <a:gd name="adj2" fmla="val 51029"/>
              <a:gd name="adj3" fmla="val 316250"/>
              <a:gd name="adj4" fmla="val -12784"/>
            </a:avLst>
          </a:prstGeom>
          <a:ln/>
        </p:spPr>
        <p:style>
          <a:lnRef idx="1">
            <a:schemeClr val="accent2"/>
          </a:lnRef>
          <a:fillRef idx="2">
            <a:schemeClr val="accent2"/>
          </a:fillRef>
          <a:effectRef idx="1">
            <a:schemeClr val="accent2"/>
          </a:effectRef>
          <a:fontRef idx="minor">
            <a:schemeClr val="dk1"/>
          </a:fontRef>
        </p:style>
        <p:txBody>
          <a:bodyPr rtlCol="0" anchor="ctr"/>
          <a:lstStyle/>
          <a:p>
            <a:pPr algn="just"/>
            <a:r>
              <a:rPr lang="vi-VN" sz="1600" i="1" dirty="0">
                <a:solidFill>
                  <a:schemeClr val="tx1"/>
                </a:solidFill>
                <a:latin typeface="Consolas" pitchFamily="49" charset="0"/>
                <a:cs typeface="Consolas" pitchFamily="49" charset="0"/>
              </a:rPr>
              <a:t>Cách tính a</a:t>
            </a:r>
            <a:r>
              <a:rPr lang="vi-VN" sz="1600" i="1" baseline="30000" dirty="0">
                <a:solidFill>
                  <a:schemeClr val="tx1"/>
                </a:solidFill>
                <a:latin typeface="Consolas" pitchFamily="49" charset="0"/>
                <a:cs typeface="Consolas" pitchFamily="49" charset="0"/>
              </a:rPr>
              <a:t>n</a:t>
            </a:r>
            <a:r>
              <a:rPr lang="vi-VN" sz="1600" i="1" dirty="0">
                <a:solidFill>
                  <a:schemeClr val="tx1"/>
                </a:solidFill>
                <a:latin typeface="Consolas" pitchFamily="49" charset="0"/>
                <a:cs typeface="Consolas" pitchFamily="49" charset="0"/>
              </a:rPr>
              <a:t> và b</a:t>
            </a:r>
            <a:r>
              <a:rPr lang="vi-VN" sz="1600" i="1" baseline="30000" dirty="0">
                <a:solidFill>
                  <a:schemeClr val="tx1"/>
                </a:solidFill>
                <a:latin typeface="Consolas" pitchFamily="49" charset="0"/>
                <a:cs typeface="Consolas" pitchFamily="49" charset="0"/>
              </a:rPr>
              <a:t>m</a:t>
            </a:r>
            <a:r>
              <a:rPr lang="vi-VN" sz="1600" i="1" dirty="0">
                <a:solidFill>
                  <a:schemeClr val="tx1"/>
                </a:solidFill>
                <a:latin typeface="Consolas" pitchFamily="49" charset="0"/>
                <a:cs typeface="Consolas" pitchFamily="49" charset="0"/>
              </a:rPr>
              <a:t> giống nhau nhưng phải viết 2 đoạn lệnh khác nhau để tính</a:t>
            </a:r>
            <a:endParaRPr lang="en-GB" sz="1600" dirty="0">
              <a:solidFill>
                <a:schemeClr val="tx1"/>
              </a:solidFill>
              <a:latin typeface="Consolas" pitchFamily="49" charset="0"/>
              <a:cs typeface="Consolas" pitchFamily="49" charset="0"/>
            </a:endParaRPr>
          </a:p>
        </p:txBody>
      </p:sp>
      <p:sp>
        <p:nvSpPr>
          <p:cNvPr id="30" name="Cloud Callout 29">
            <a:extLst>
              <a:ext uri="{FF2B5EF4-FFF2-40B4-BE49-F238E27FC236}">
                <a16:creationId xmlns:a16="http://schemas.microsoft.com/office/drawing/2014/main" id="{049A18B4-E692-8046-A715-0C3D5AA5F6DE}"/>
              </a:ext>
            </a:extLst>
          </p:cNvPr>
          <p:cNvSpPr/>
          <p:nvPr/>
        </p:nvSpPr>
        <p:spPr>
          <a:xfrm>
            <a:off x="4737842" y="4002403"/>
            <a:ext cx="3474896" cy="1608134"/>
          </a:xfrm>
          <a:prstGeom prst="cloudCallout">
            <a:avLst>
              <a:gd name="adj1" fmla="val 55812"/>
              <a:gd name="adj2" fmla="val 50198"/>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VN"/>
              <a:t>Có cách nào chỉ </a:t>
            </a:r>
            <a:r>
              <a:rPr lang="en-VN">
                <a:solidFill>
                  <a:srgbClr val="0432FF"/>
                </a:solidFill>
              </a:rPr>
              <a:t>viết đoạn lệnh 1 lần duy nhất</a:t>
            </a:r>
            <a:r>
              <a:rPr lang="en-VN"/>
              <a:t> nhưng có thể tính x</a:t>
            </a:r>
            <a:r>
              <a:rPr lang="en-VN" baseline="30000"/>
              <a:t>n</a:t>
            </a:r>
            <a:r>
              <a:rPr lang="en-VN"/>
              <a:t> bất kỳ?</a:t>
            </a:r>
            <a:endParaRPr lang="en-VN" baseline="30000"/>
          </a:p>
        </p:txBody>
      </p:sp>
      <p:pic>
        <p:nvPicPr>
          <p:cNvPr id="38" name="Picture 37" descr="Text&#10;&#10;Description automatically generated with medium confidence">
            <a:extLst>
              <a:ext uri="{FF2B5EF4-FFF2-40B4-BE49-F238E27FC236}">
                <a16:creationId xmlns:a16="http://schemas.microsoft.com/office/drawing/2014/main" id="{607A03C8-723C-644B-93E3-57A742D6B618}"/>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10000" b="90000" l="10000" r="90000"/>
                    </a14:imgEffect>
                  </a14:imgLayer>
                </a14:imgProps>
              </a:ext>
            </a:extLst>
          </a:blip>
          <a:stretch>
            <a:fillRect/>
          </a:stretch>
        </p:blipFill>
        <p:spPr>
          <a:xfrm>
            <a:off x="7440636" y="4338595"/>
            <a:ext cx="2448272" cy="2448272"/>
          </a:xfrm>
          <a:prstGeom prst="rect">
            <a:avLst/>
          </a:prstGeom>
        </p:spPr>
      </p:pic>
    </p:spTree>
    <p:custDataLst>
      <p:tags r:id="rId1"/>
    </p:custDataLst>
    <p:extLst>
      <p:ext uri="{BB962C8B-B14F-4D97-AF65-F5344CB8AC3E}">
        <p14:creationId xmlns:p14="http://schemas.microsoft.com/office/powerpoint/2010/main" val="3361564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dissolve">
                                      <p:cBhvr>
                                        <p:cTn id="7" dur="500"/>
                                        <p:tgtEl>
                                          <p:spTgt spid="29"/>
                                        </p:tgtEl>
                                      </p:cBhvr>
                                    </p:animEffect>
                                  </p:childTnLst>
                                </p:cTn>
                              </p:par>
                              <p:par>
                                <p:cTn id="8" presetID="9" presetClass="entr" presetSubtype="0" fill="hold" grpId="0"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dissolve">
                                      <p:cBhvr>
                                        <p:cTn id="10" dur="500"/>
                                        <p:tgtEl>
                                          <p:spTgt spid="28"/>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6" fill="hold" nodeType="clickEffect">
                                  <p:stCondLst>
                                    <p:cond delay="0"/>
                                  </p:stCondLst>
                                  <p:childTnLst>
                                    <p:set>
                                      <p:cBhvr>
                                        <p:cTn id="14" dur="1" fill="hold">
                                          <p:stCondLst>
                                            <p:cond delay="0"/>
                                          </p:stCondLst>
                                        </p:cTn>
                                        <p:tgtEl>
                                          <p:spTgt spid="38"/>
                                        </p:tgtEl>
                                        <p:attrNameLst>
                                          <p:attrName>style.visibility</p:attrName>
                                        </p:attrNameLst>
                                      </p:cBhvr>
                                      <p:to>
                                        <p:strVal val="visible"/>
                                      </p:to>
                                    </p:set>
                                    <p:anim calcmode="lin" valueType="num">
                                      <p:cBhvr additive="base">
                                        <p:cTn id="15" dur="500" fill="hold"/>
                                        <p:tgtEl>
                                          <p:spTgt spid="38"/>
                                        </p:tgtEl>
                                        <p:attrNameLst>
                                          <p:attrName>ppt_x</p:attrName>
                                        </p:attrNameLst>
                                      </p:cBhvr>
                                      <p:tavLst>
                                        <p:tav tm="0">
                                          <p:val>
                                            <p:strVal val="1+#ppt_w/2"/>
                                          </p:val>
                                        </p:tav>
                                        <p:tav tm="100000">
                                          <p:val>
                                            <p:strVal val="#ppt_x"/>
                                          </p:val>
                                        </p:tav>
                                      </p:tavLst>
                                    </p:anim>
                                    <p:anim calcmode="lin" valueType="num">
                                      <p:cBhvr additive="base">
                                        <p:cTn id="16" dur="500" fill="hold"/>
                                        <p:tgtEl>
                                          <p:spTgt spid="38"/>
                                        </p:tgtEl>
                                        <p:attrNameLst>
                                          <p:attrName>ppt_y</p:attrName>
                                        </p:attrNameLst>
                                      </p:cBhvr>
                                      <p:tavLst>
                                        <p:tav tm="0">
                                          <p:val>
                                            <p:strVal val="1+#ppt_h/2"/>
                                          </p:val>
                                        </p:tav>
                                        <p:tav tm="100000">
                                          <p:val>
                                            <p:strVal val="#ppt_y"/>
                                          </p:val>
                                        </p:tav>
                                      </p:tavLst>
                                    </p:anim>
                                  </p:childTnLst>
                                </p:cTn>
                              </p:par>
                            </p:childTnLst>
                          </p:cTn>
                        </p:par>
                        <p:par>
                          <p:cTn id="17" fill="hold">
                            <p:stCondLst>
                              <p:cond delay="500"/>
                            </p:stCondLst>
                            <p:childTnLst>
                              <p:par>
                                <p:cTn id="18" presetID="9" presetClass="entr" presetSubtype="0" fill="hold" grpId="0" nodeType="afterEffect">
                                  <p:stCondLst>
                                    <p:cond delay="0"/>
                                  </p:stCondLst>
                                  <p:childTnLst>
                                    <p:set>
                                      <p:cBhvr>
                                        <p:cTn id="19" dur="1" fill="hold">
                                          <p:stCondLst>
                                            <p:cond delay="0"/>
                                          </p:stCondLst>
                                        </p:cTn>
                                        <p:tgtEl>
                                          <p:spTgt spid="30"/>
                                        </p:tgtEl>
                                        <p:attrNameLst>
                                          <p:attrName>style.visibility</p:attrName>
                                        </p:attrNameLst>
                                      </p:cBhvr>
                                      <p:to>
                                        <p:strVal val="visible"/>
                                      </p:to>
                                    </p:set>
                                    <p:animEffect transition="in" filter="dissolve">
                                      <p:cBhvr>
                                        <p:cTn id="20"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9" grpId="0" animBg="1"/>
      <p:bldP spid="30"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6479E2-C0D6-904F-B5C5-2271728A96C3}"/>
              </a:ext>
            </a:extLst>
          </p:cNvPr>
          <p:cNvSpPr>
            <a:spLocks noGrp="1"/>
          </p:cNvSpPr>
          <p:nvPr>
            <p:ph type="title"/>
          </p:nvPr>
        </p:nvSpPr>
        <p:spPr/>
        <p:txBody>
          <a:bodyPr>
            <a:normAutofit fontScale="90000"/>
          </a:bodyPr>
          <a:lstStyle/>
          <a:p>
            <a:r>
              <a:rPr lang="vi-VN"/>
              <a:t>GIỚI THIỆU HÀM</a:t>
            </a:r>
            <a:endParaRPr lang="en-VN"/>
          </a:p>
        </p:txBody>
      </p:sp>
      <p:sp>
        <p:nvSpPr>
          <p:cNvPr id="3" name="Content Placeholder 2">
            <a:extLst>
              <a:ext uri="{FF2B5EF4-FFF2-40B4-BE49-F238E27FC236}">
                <a16:creationId xmlns:a16="http://schemas.microsoft.com/office/drawing/2014/main" id="{C0C21A69-FB3A-5848-81E0-17A1514E605F}"/>
              </a:ext>
            </a:extLst>
          </p:cNvPr>
          <p:cNvSpPr>
            <a:spLocks noGrp="1"/>
          </p:cNvSpPr>
          <p:nvPr>
            <p:ph idx="1"/>
          </p:nvPr>
        </p:nvSpPr>
        <p:spPr/>
        <p:txBody>
          <a:bodyPr>
            <a:normAutofit/>
          </a:bodyPr>
          <a:lstStyle/>
          <a:p>
            <a:pPr algn="just"/>
            <a:r>
              <a:rPr lang="en-VN">
                <a:solidFill>
                  <a:srgbClr val="EF6822"/>
                </a:solidFill>
              </a:rPr>
              <a:t>Hàm</a:t>
            </a:r>
            <a:r>
              <a:rPr lang="en-VN">
                <a:solidFill>
                  <a:srgbClr val="FFC000"/>
                </a:solidFill>
              </a:rPr>
              <a:t> </a:t>
            </a:r>
            <a:r>
              <a:rPr lang="en-VN">
                <a:sym typeface="Wingdings" pitchFamily="2" charset="2"/>
              </a:rPr>
              <a:t>(</a:t>
            </a:r>
            <a:r>
              <a:rPr lang="en-VN">
                <a:solidFill>
                  <a:srgbClr val="EF6822"/>
                </a:solidFill>
                <a:sym typeface="Wingdings" pitchFamily="2" charset="2"/>
              </a:rPr>
              <a:t>method</a:t>
            </a:r>
            <a:r>
              <a:rPr lang="en-VN">
                <a:sym typeface="Wingdings" pitchFamily="2" charset="2"/>
              </a:rPr>
              <a:t>):</a:t>
            </a:r>
          </a:p>
          <a:p>
            <a:pPr lvl="1" algn="just"/>
            <a:r>
              <a:rPr lang="en-VN"/>
              <a:t>Là </a:t>
            </a:r>
            <a:r>
              <a:rPr lang="en-VN">
                <a:solidFill>
                  <a:srgbClr val="17459E"/>
                </a:solidFill>
              </a:rPr>
              <a:t>đoạn chương trình thực hiện một chức năng xác định</a:t>
            </a:r>
            <a:r>
              <a:rPr lang="en-VN">
                <a:solidFill>
                  <a:srgbClr val="000000"/>
                </a:solidFill>
              </a:rPr>
              <a:t>;</a:t>
            </a:r>
          </a:p>
          <a:p>
            <a:pPr lvl="1" algn="just"/>
            <a:r>
              <a:rPr lang="en-VN"/>
              <a:t>Chỉ </a:t>
            </a:r>
            <a:r>
              <a:rPr lang="en-VN">
                <a:solidFill>
                  <a:srgbClr val="17459E"/>
                </a:solidFill>
              </a:rPr>
              <a:t>thực thi khi có lời gọi </a:t>
            </a:r>
            <a:r>
              <a:rPr lang="en-VN"/>
              <a:t>Hàm;</a:t>
            </a:r>
          </a:p>
          <a:p>
            <a:pPr lvl="1" algn="just"/>
            <a:r>
              <a:rPr lang="en-VN"/>
              <a:t>Mỗi lần thực thi </a:t>
            </a:r>
            <a:r>
              <a:rPr lang="en-VN">
                <a:solidFill>
                  <a:srgbClr val="17459E"/>
                </a:solidFill>
              </a:rPr>
              <a:t>có thể truyền dữ liệu vào Hàm </a:t>
            </a:r>
            <a:r>
              <a:rPr lang="en-VN"/>
              <a:t>thông qua các tham số.</a:t>
            </a:r>
          </a:p>
        </p:txBody>
      </p:sp>
      <p:sp>
        <p:nvSpPr>
          <p:cNvPr id="4" name="Footer Placeholder 3">
            <a:extLst>
              <a:ext uri="{FF2B5EF4-FFF2-40B4-BE49-F238E27FC236}">
                <a16:creationId xmlns:a16="http://schemas.microsoft.com/office/drawing/2014/main" id="{961813DB-F3F2-A844-9A22-9324D7622836}"/>
              </a:ext>
            </a:extLst>
          </p:cNvPr>
          <p:cNvSpPr>
            <a:spLocks noGrp="1"/>
          </p:cNvSpPr>
          <p:nvPr>
            <p:ph type="ftr" sz="quarter" idx="11"/>
          </p:nvPr>
        </p:nvSpPr>
        <p:spPr/>
        <p:txBody>
          <a:bodyPr/>
          <a:lstStyle/>
          <a:p>
            <a:r>
              <a:rPr lang="vi-VN" dirty="0"/>
              <a:t>Bài 5: Hàm</a:t>
            </a:r>
            <a:endParaRPr lang="en-US" dirty="0"/>
          </a:p>
        </p:txBody>
      </p:sp>
      <p:sp>
        <p:nvSpPr>
          <p:cNvPr id="5" name="Slide Number Placeholder 4">
            <a:extLst>
              <a:ext uri="{FF2B5EF4-FFF2-40B4-BE49-F238E27FC236}">
                <a16:creationId xmlns:a16="http://schemas.microsoft.com/office/drawing/2014/main" id="{D78C7F57-CA11-D14F-8EC5-88FA71DFB91F}"/>
              </a:ext>
            </a:extLst>
          </p:cNvPr>
          <p:cNvSpPr>
            <a:spLocks noGrp="1"/>
          </p:cNvSpPr>
          <p:nvPr>
            <p:ph type="sldNum" sz="quarter" idx="12"/>
          </p:nvPr>
        </p:nvSpPr>
        <p:spPr/>
        <p:txBody>
          <a:bodyPr/>
          <a:lstStyle/>
          <a:p>
            <a:fld id="{1AD93096-5B34-4342-9326-69289CEAE4C2}" type="slidenum">
              <a:rPr lang="en-US" smtClean="0"/>
              <a:pPr/>
              <a:t>4</a:t>
            </a:fld>
            <a:endParaRPr lang="en-US" dirty="0"/>
          </a:p>
        </p:txBody>
      </p:sp>
      <p:grpSp>
        <p:nvGrpSpPr>
          <p:cNvPr id="10" name="Group 9">
            <a:extLst>
              <a:ext uri="{FF2B5EF4-FFF2-40B4-BE49-F238E27FC236}">
                <a16:creationId xmlns:a16="http://schemas.microsoft.com/office/drawing/2014/main" id="{7702DA9D-D833-6154-C828-0F75D9156570}"/>
              </a:ext>
            </a:extLst>
          </p:cNvPr>
          <p:cNvGrpSpPr/>
          <p:nvPr/>
        </p:nvGrpSpPr>
        <p:grpSpPr>
          <a:xfrm>
            <a:off x="2462323" y="2901792"/>
            <a:ext cx="4219353" cy="3283771"/>
            <a:chOff x="5686027" y="1183669"/>
            <a:chExt cx="4219353" cy="3283771"/>
          </a:xfrm>
        </p:grpSpPr>
        <p:grpSp>
          <p:nvGrpSpPr>
            <p:cNvPr id="9" name="Group 8">
              <a:extLst>
                <a:ext uri="{FF2B5EF4-FFF2-40B4-BE49-F238E27FC236}">
                  <a16:creationId xmlns:a16="http://schemas.microsoft.com/office/drawing/2014/main" id="{724E9AD3-9E77-3CFA-7A7D-A5DAAE81154D}"/>
                </a:ext>
              </a:extLst>
            </p:cNvPr>
            <p:cNvGrpSpPr/>
            <p:nvPr/>
          </p:nvGrpSpPr>
          <p:grpSpPr>
            <a:xfrm>
              <a:off x="5686027" y="1183669"/>
              <a:ext cx="4219353" cy="3283771"/>
              <a:chOff x="5686027" y="1183669"/>
              <a:chExt cx="4219353" cy="3283771"/>
            </a:xfrm>
          </p:grpSpPr>
          <p:graphicFrame>
            <p:nvGraphicFramePr>
              <p:cNvPr id="6" name="Content Placeholder 5">
                <a:extLst>
                  <a:ext uri="{FF2B5EF4-FFF2-40B4-BE49-F238E27FC236}">
                    <a16:creationId xmlns:a16="http://schemas.microsoft.com/office/drawing/2014/main" id="{878586ED-82B8-624D-85DB-6E8B60ECF47F}"/>
                  </a:ext>
                </a:extLst>
              </p:cNvPr>
              <p:cNvGraphicFramePr>
                <a:graphicFrameLocks/>
              </p:cNvGraphicFramePr>
              <p:nvPr>
                <p:extLst>
                  <p:ext uri="{D42A27DB-BD31-4B8C-83A1-F6EECF244321}">
                    <p14:modId xmlns:p14="http://schemas.microsoft.com/office/powerpoint/2010/main" val="1098582191"/>
                  </p:ext>
                </p:extLst>
              </p:nvPr>
            </p:nvGraphicFramePr>
            <p:xfrm>
              <a:off x="5686027" y="1848411"/>
              <a:ext cx="4219353" cy="261902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Down Arrow Callout 6">
                <a:extLst>
                  <a:ext uri="{FF2B5EF4-FFF2-40B4-BE49-F238E27FC236}">
                    <a16:creationId xmlns:a16="http://schemas.microsoft.com/office/drawing/2014/main" id="{71DFCC42-F639-A143-9EBC-FD19533C65C8}"/>
                  </a:ext>
                </a:extLst>
              </p:cNvPr>
              <p:cNvSpPr/>
              <p:nvPr/>
            </p:nvSpPr>
            <p:spPr>
              <a:xfrm>
                <a:off x="6842716" y="1183669"/>
                <a:ext cx="1905976" cy="786822"/>
              </a:xfrm>
              <a:prstGeom prst="downArrowCallou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VN" sz="3000"/>
                  <a:t>Input</a:t>
                </a:r>
              </a:p>
            </p:txBody>
          </p:sp>
        </p:grpSp>
        <p:sp>
          <p:nvSpPr>
            <p:cNvPr id="8" name="TextBox 7">
              <a:extLst>
                <a:ext uri="{FF2B5EF4-FFF2-40B4-BE49-F238E27FC236}">
                  <a16:creationId xmlns:a16="http://schemas.microsoft.com/office/drawing/2014/main" id="{31FF0724-880E-0E45-BF6A-6809379EC09C}"/>
                </a:ext>
              </a:extLst>
            </p:cNvPr>
            <p:cNvSpPr txBox="1"/>
            <p:nvPr/>
          </p:nvSpPr>
          <p:spPr>
            <a:xfrm>
              <a:off x="6893996" y="2810193"/>
              <a:ext cx="1854696" cy="553998"/>
            </a:xfrm>
            <a:prstGeom prst="rect">
              <a:avLst/>
            </a:prstGeom>
            <a:noFill/>
          </p:spPr>
          <p:txBody>
            <a:bodyPr wrap="square" rtlCol="0">
              <a:spAutoFit/>
            </a:bodyPr>
            <a:lstStyle/>
            <a:p>
              <a:pPr algn="ctr"/>
              <a:r>
                <a:rPr lang="en-VN" sz="3000" b="1" spc="50">
                  <a:ln w="9525" cmpd="sng">
                    <a:solidFill>
                      <a:srgbClr val="FFFF00"/>
                    </a:solidFill>
                    <a:prstDash val="solid"/>
                  </a:ln>
                  <a:solidFill>
                    <a:srgbClr val="FF0000"/>
                  </a:solidFill>
                  <a:effectLst>
                    <a:glow rad="38100">
                      <a:schemeClr val="accent1">
                        <a:alpha val="40000"/>
                      </a:schemeClr>
                    </a:glow>
                  </a:effectLst>
                </a:rPr>
                <a:t>METHOD</a:t>
              </a:r>
            </a:p>
          </p:txBody>
        </p:sp>
      </p:grpSp>
    </p:spTree>
    <p:extLst>
      <p:ext uri="{BB962C8B-B14F-4D97-AF65-F5344CB8AC3E}">
        <p14:creationId xmlns:p14="http://schemas.microsoft.com/office/powerpoint/2010/main" val="9899887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6479E2-C0D6-904F-B5C5-2271728A96C3}"/>
              </a:ext>
            </a:extLst>
          </p:cNvPr>
          <p:cNvSpPr>
            <a:spLocks noGrp="1"/>
          </p:cNvSpPr>
          <p:nvPr>
            <p:ph type="title"/>
          </p:nvPr>
        </p:nvSpPr>
        <p:spPr/>
        <p:txBody>
          <a:bodyPr>
            <a:normAutofit fontScale="90000"/>
          </a:bodyPr>
          <a:lstStyle/>
          <a:p>
            <a:r>
              <a:rPr lang="vi-VN"/>
              <a:t>GIỚI THIỆU HÀM</a:t>
            </a:r>
            <a:endParaRPr lang="en-VN"/>
          </a:p>
        </p:txBody>
      </p:sp>
      <p:sp>
        <p:nvSpPr>
          <p:cNvPr id="3" name="Content Placeholder 2">
            <a:extLst>
              <a:ext uri="{FF2B5EF4-FFF2-40B4-BE49-F238E27FC236}">
                <a16:creationId xmlns:a16="http://schemas.microsoft.com/office/drawing/2014/main" id="{C0C21A69-FB3A-5848-81E0-17A1514E605F}"/>
              </a:ext>
            </a:extLst>
          </p:cNvPr>
          <p:cNvSpPr>
            <a:spLocks noGrp="1"/>
          </p:cNvSpPr>
          <p:nvPr>
            <p:ph idx="1"/>
          </p:nvPr>
        </p:nvSpPr>
        <p:spPr/>
        <p:txBody>
          <a:bodyPr>
            <a:normAutofit/>
          </a:bodyPr>
          <a:lstStyle/>
          <a:p>
            <a:pPr algn="just"/>
            <a:r>
              <a:rPr lang="en-VN"/>
              <a:t>Một số hàm được định nghĩa sẵn trong C# như: </a:t>
            </a:r>
            <a:r>
              <a:rPr lang="en-VN">
                <a:solidFill>
                  <a:srgbClr val="EF6822"/>
                </a:solidFill>
              </a:rPr>
              <a:t>ReadLine</a:t>
            </a:r>
            <a:r>
              <a:rPr lang="en-VN"/>
              <a:t>(), </a:t>
            </a:r>
            <a:r>
              <a:rPr lang="en-VN">
                <a:solidFill>
                  <a:srgbClr val="EF6822"/>
                </a:solidFill>
              </a:rPr>
              <a:t>WriteLine</a:t>
            </a:r>
            <a:r>
              <a:rPr lang="en-VN"/>
              <a:t>(…), </a:t>
            </a:r>
            <a:r>
              <a:rPr lang="en-VN">
                <a:solidFill>
                  <a:srgbClr val="EF6822"/>
                </a:solidFill>
              </a:rPr>
              <a:t>Parse</a:t>
            </a:r>
            <a:r>
              <a:rPr lang="en-VN"/>
              <a:t>(…),…</a:t>
            </a:r>
          </a:p>
          <a:p>
            <a:pPr algn="just"/>
            <a:r>
              <a:rPr lang="en-VN"/>
              <a:t>Mỗi chương trình C# đều có </a:t>
            </a:r>
            <a:r>
              <a:rPr lang="en-VN">
                <a:solidFill>
                  <a:srgbClr val="EF6822"/>
                </a:solidFill>
              </a:rPr>
              <a:t>duy nhất 1 hàm Main sẽ được gọi tự động khi thực thi</a:t>
            </a:r>
            <a:r>
              <a:rPr lang="en-VN"/>
              <a:t> chương trình.</a:t>
            </a:r>
          </a:p>
        </p:txBody>
      </p:sp>
      <p:sp>
        <p:nvSpPr>
          <p:cNvPr id="4" name="Footer Placeholder 3">
            <a:extLst>
              <a:ext uri="{FF2B5EF4-FFF2-40B4-BE49-F238E27FC236}">
                <a16:creationId xmlns:a16="http://schemas.microsoft.com/office/drawing/2014/main" id="{961813DB-F3F2-A844-9A22-9324D7622836}"/>
              </a:ext>
            </a:extLst>
          </p:cNvPr>
          <p:cNvSpPr>
            <a:spLocks noGrp="1"/>
          </p:cNvSpPr>
          <p:nvPr>
            <p:ph type="ftr" sz="quarter" idx="11"/>
          </p:nvPr>
        </p:nvSpPr>
        <p:spPr/>
        <p:txBody>
          <a:bodyPr/>
          <a:lstStyle/>
          <a:p>
            <a:r>
              <a:rPr lang="vi-VN" dirty="0"/>
              <a:t>Bài 5: Hàm</a:t>
            </a:r>
            <a:endParaRPr lang="en-US" dirty="0"/>
          </a:p>
        </p:txBody>
      </p:sp>
      <p:sp>
        <p:nvSpPr>
          <p:cNvPr id="5" name="Slide Number Placeholder 4">
            <a:extLst>
              <a:ext uri="{FF2B5EF4-FFF2-40B4-BE49-F238E27FC236}">
                <a16:creationId xmlns:a16="http://schemas.microsoft.com/office/drawing/2014/main" id="{D78C7F57-CA11-D14F-8EC5-88FA71DFB91F}"/>
              </a:ext>
            </a:extLst>
          </p:cNvPr>
          <p:cNvSpPr>
            <a:spLocks noGrp="1"/>
          </p:cNvSpPr>
          <p:nvPr>
            <p:ph type="sldNum" sz="quarter" idx="12"/>
          </p:nvPr>
        </p:nvSpPr>
        <p:spPr/>
        <p:txBody>
          <a:bodyPr/>
          <a:lstStyle/>
          <a:p>
            <a:fld id="{1AD93096-5B34-4342-9326-69289CEAE4C2}" type="slidenum">
              <a:rPr lang="en-US" smtClean="0"/>
              <a:pPr/>
              <a:t>5</a:t>
            </a:fld>
            <a:endParaRPr lang="en-US" dirty="0"/>
          </a:p>
        </p:txBody>
      </p:sp>
      <p:sp>
        <p:nvSpPr>
          <p:cNvPr id="9" name="Content Placeholder 5">
            <a:extLst>
              <a:ext uri="{FF2B5EF4-FFF2-40B4-BE49-F238E27FC236}">
                <a16:creationId xmlns:a16="http://schemas.microsoft.com/office/drawing/2014/main" id="{58E60DC8-92D9-1518-9FAC-4BA4B58F4D65}"/>
              </a:ext>
            </a:extLst>
          </p:cNvPr>
          <p:cNvSpPr txBox="1">
            <a:spLocks/>
          </p:cNvSpPr>
          <p:nvPr/>
        </p:nvSpPr>
        <p:spPr>
          <a:xfrm>
            <a:off x="1026518" y="2654216"/>
            <a:ext cx="7488832" cy="3725134"/>
          </a:xfrm>
          <a:prstGeom prst="rect">
            <a:avLst/>
          </a:prstGeom>
        </p:spPr>
        <p:style>
          <a:lnRef idx="2">
            <a:schemeClr val="accent1"/>
          </a:lnRef>
          <a:fillRef idx="1">
            <a:schemeClr val="lt1"/>
          </a:fillRef>
          <a:effectRef idx="0">
            <a:schemeClr val="accent1"/>
          </a:effectRef>
          <a:fontRef idx="minor">
            <a:schemeClr val="dk1"/>
          </a:fontRef>
        </p:style>
        <p:txBody>
          <a:bodyPr>
            <a:noAutofit/>
          </a:bodyPr>
          <a:lstStyle>
            <a:lvl1pPr marL="308610" indent="-257175" algn="l" rtl="0" eaLnBrk="1" latinLnBrk="0" hangingPunct="1">
              <a:spcBef>
                <a:spcPts val="525"/>
              </a:spcBef>
              <a:buSzPct val="95000"/>
              <a:buFont typeface="Wingdings"/>
              <a:buChar char=""/>
              <a:defRPr sz="1500" kern="1200" spc="0">
                <a:solidFill>
                  <a:schemeClr val="tx1"/>
                </a:solidFill>
                <a:latin typeface="+mn-lt"/>
                <a:ea typeface="+mn-ea"/>
                <a:cs typeface="Arial" pitchFamily="34" charset="0"/>
              </a:defRPr>
            </a:lvl1pPr>
            <a:lvl2pPr marL="555498" indent="-214313" algn="l" rtl="0" eaLnBrk="1" latinLnBrk="0" hangingPunct="1">
              <a:spcBef>
                <a:spcPct val="20000"/>
              </a:spcBef>
              <a:buClr>
                <a:schemeClr val="accent2"/>
              </a:buClr>
              <a:buSzPct val="90000"/>
              <a:buFont typeface="Wingdings"/>
              <a:buChar char=""/>
              <a:defRPr sz="1350" kern="1200" spc="0">
                <a:solidFill>
                  <a:schemeClr val="tx1"/>
                </a:solidFill>
                <a:latin typeface="+mn-lt"/>
                <a:ea typeface="+mn-ea"/>
                <a:cs typeface="Arial" pitchFamily="34" charset="0"/>
              </a:defRPr>
            </a:lvl2pPr>
            <a:lvl3pPr marL="747522" indent="-171450" algn="l" rtl="0" eaLnBrk="1" latinLnBrk="0" hangingPunct="1">
              <a:spcBef>
                <a:spcPct val="20000"/>
              </a:spcBef>
              <a:buClr>
                <a:schemeClr val="accent2"/>
              </a:buClr>
              <a:buFont typeface="Wingdings 2"/>
              <a:buChar char=""/>
              <a:defRPr sz="1200" kern="1200" spc="0">
                <a:solidFill>
                  <a:schemeClr val="tx1"/>
                </a:solidFill>
                <a:latin typeface="+mn-lt"/>
                <a:ea typeface="+mn-ea"/>
                <a:cs typeface="Arial" pitchFamily="34" charset="0"/>
              </a:defRPr>
            </a:lvl3pPr>
            <a:lvl4pPr marL="946404" indent="-171450" algn="l" rtl="0" eaLnBrk="1" latinLnBrk="0" hangingPunct="1">
              <a:spcBef>
                <a:spcPct val="20000"/>
              </a:spcBef>
              <a:buClr>
                <a:schemeClr val="accent3"/>
              </a:buClr>
              <a:buFont typeface="Wingdings 3"/>
              <a:buChar char=""/>
              <a:defRPr sz="1200" kern="1200" spc="0">
                <a:solidFill>
                  <a:schemeClr val="tx1"/>
                </a:solidFill>
                <a:latin typeface="+mn-lt"/>
                <a:ea typeface="+mn-ea"/>
                <a:cs typeface="Arial" pitchFamily="34" charset="0"/>
              </a:defRPr>
            </a:lvl4pPr>
            <a:lvl5pPr marL="1110996" indent="-157734" algn="l" rtl="0" eaLnBrk="1" latinLnBrk="0" hangingPunct="1">
              <a:spcBef>
                <a:spcPct val="20000"/>
              </a:spcBef>
              <a:buClr>
                <a:schemeClr val="accent3"/>
              </a:buClr>
              <a:buFont typeface="Wingdings 2"/>
              <a:buChar char=""/>
              <a:defRPr sz="1050" kern="1200" spc="0">
                <a:solidFill>
                  <a:schemeClr val="tx1"/>
                </a:solidFill>
                <a:latin typeface="+mn-lt"/>
                <a:ea typeface="+mn-ea"/>
                <a:cs typeface="Arial" pitchFamily="34" charset="0"/>
              </a:defRPr>
            </a:lvl5pPr>
            <a:lvl6pPr marL="1282446" indent="-157734" algn="l" rtl="0" eaLnBrk="1" latinLnBrk="0" hangingPunct="1">
              <a:spcBef>
                <a:spcPct val="20000"/>
              </a:spcBef>
              <a:buClr>
                <a:schemeClr val="accent3"/>
              </a:buClr>
              <a:buFont typeface="Wingdings 2"/>
              <a:buChar char=""/>
              <a:defRPr sz="1350" kern="1200">
                <a:solidFill>
                  <a:schemeClr val="tx1"/>
                </a:solidFill>
                <a:latin typeface="+mn-lt"/>
                <a:ea typeface="+mn-ea"/>
                <a:cs typeface="+mn-cs"/>
              </a:defRPr>
            </a:lvl6pPr>
            <a:lvl7pPr marL="1426464"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7pPr>
            <a:lvl8pPr marL="1570482"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8pPr>
            <a:lvl9pPr marL="1714500"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9pPr>
            <a:extLst/>
          </a:lstStyle>
          <a:p>
            <a:pPr marL="51435" indent="0">
              <a:buNone/>
            </a:pPr>
            <a:r>
              <a:rPr lang="en-US" sz="1800">
                <a:solidFill>
                  <a:srgbClr val="0000FF"/>
                </a:solidFill>
                <a:latin typeface="Cascadia Mono" panose="020B0609020000020004" pitchFamily="49" charset="0"/>
              </a:rPr>
              <a:t>using</a:t>
            </a:r>
            <a:r>
              <a:rPr lang="en-US" sz="1800">
                <a:solidFill>
                  <a:srgbClr val="000000"/>
                </a:solidFill>
                <a:latin typeface="Cascadia Mono" panose="020B0609020000020004" pitchFamily="49" charset="0"/>
              </a:rPr>
              <a:t> System;</a:t>
            </a:r>
          </a:p>
          <a:p>
            <a:pPr marL="51435" indent="0">
              <a:buNone/>
            </a:pPr>
            <a:r>
              <a:rPr lang="en-US" sz="1800">
                <a:solidFill>
                  <a:srgbClr val="0000FF"/>
                </a:solidFill>
                <a:latin typeface="Cascadia Mono" panose="020B0609020000020004" pitchFamily="49" charset="0"/>
              </a:rPr>
              <a:t>namespace</a:t>
            </a:r>
            <a:r>
              <a:rPr lang="en-US" sz="1800">
                <a:solidFill>
                  <a:srgbClr val="000000"/>
                </a:solidFill>
                <a:latin typeface="Cascadia Mono" panose="020B0609020000020004" pitchFamily="49" charset="0"/>
              </a:rPr>
              <a:t> </a:t>
            </a:r>
            <a:r>
              <a:rPr lang="en-US" sz="1800" err="1">
                <a:solidFill>
                  <a:srgbClr val="000000"/>
                </a:solidFill>
                <a:latin typeface="Cascadia Mono" panose="020B0609020000020004" pitchFamily="49" charset="0"/>
              </a:rPr>
              <a:t>MyFirstCSharpProject</a:t>
            </a:r>
            <a:endParaRPr lang="en-US" sz="1800">
              <a:solidFill>
                <a:srgbClr val="000000"/>
              </a:solidFill>
              <a:latin typeface="Cascadia Mono" panose="020B0609020000020004" pitchFamily="49" charset="0"/>
            </a:endParaRPr>
          </a:p>
          <a:p>
            <a:pPr marL="51435" indent="0">
              <a:buNone/>
            </a:pPr>
            <a:r>
              <a:rPr lang="en-US" sz="1800">
                <a:solidFill>
                  <a:srgbClr val="000000"/>
                </a:solidFill>
                <a:latin typeface="Cascadia Mono" panose="020B0609020000020004" pitchFamily="49" charset="0"/>
              </a:rPr>
              <a:t>{</a:t>
            </a:r>
          </a:p>
          <a:p>
            <a:pPr marL="51435" indent="0">
              <a:buNone/>
            </a:pPr>
            <a:r>
              <a:rPr lang="en-US" sz="1800">
                <a:solidFill>
                  <a:srgbClr val="000000"/>
                </a:solidFill>
                <a:latin typeface="Cascadia Mono" panose="020B0609020000020004" pitchFamily="49" charset="0"/>
              </a:rPr>
              <a:t>	</a:t>
            </a:r>
            <a:r>
              <a:rPr lang="en-US" sz="1800">
                <a:solidFill>
                  <a:srgbClr val="0000FF"/>
                </a:solidFill>
                <a:latin typeface="Cascadia Mono" panose="020B0609020000020004" pitchFamily="49" charset="0"/>
              </a:rPr>
              <a:t>class</a:t>
            </a:r>
            <a:r>
              <a:rPr lang="en-US" sz="1800">
                <a:solidFill>
                  <a:srgbClr val="000000"/>
                </a:solidFill>
                <a:latin typeface="Cascadia Mono" panose="020B0609020000020004" pitchFamily="49" charset="0"/>
              </a:rPr>
              <a:t> </a:t>
            </a:r>
            <a:r>
              <a:rPr lang="en-US" sz="1800">
                <a:solidFill>
                  <a:srgbClr val="2B91AF"/>
                </a:solidFill>
                <a:latin typeface="Cascadia Mono" panose="020B0609020000020004" pitchFamily="49" charset="0"/>
              </a:rPr>
              <a:t>Program</a:t>
            </a:r>
            <a:endParaRPr lang="en-US" sz="1800">
              <a:solidFill>
                <a:srgbClr val="000000"/>
              </a:solidFill>
              <a:latin typeface="Cascadia Mono" panose="020B0609020000020004" pitchFamily="49" charset="0"/>
            </a:endParaRPr>
          </a:p>
          <a:p>
            <a:pPr marL="51435" indent="0">
              <a:buNone/>
            </a:pPr>
            <a:r>
              <a:rPr lang="en-US" sz="1800">
                <a:solidFill>
                  <a:srgbClr val="000000"/>
                </a:solidFill>
                <a:latin typeface="Cascadia Mono" panose="020B0609020000020004" pitchFamily="49" charset="0"/>
              </a:rPr>
              <a:t>	{</a:t>
            </a:r>
          </a:p>
          <a:p>
            <a:pPr marL="51435" indent="0">
              <a:buNone/>
            </a:pPr>
            <a:r>
              <a:rPr lang="en-US" sz="1800">
                <a:solidFill>
                  <a:srgbClr val="000000"/>
                </a:solidFill>
                <a:latin typeface="Cascadia Mono" panose="020B0609020000020004" pitchFamily="49" charset="0"/>
              </a:rPr>
              <a:t>        	</a:t>
            </a:r>
            <a:r>
              <a:rPr lang="en-US" sz="1800">
                <a:solidFill>
                  <a:srgbClr val="0000FF"/>
                </a:solidFill>
                <a:latin typeface="Cascadia Mono" panose="020B0609020000020004" pitchFamily="49" charset="0"/>
              </a:rPr>
              <a:t>static</a:t>
            </a:r>
            <a:r>
              <a:rPr lang="en-US" sz="1800">
                <a:solidFill>
                  <a:srgbClr val="000000"/>
                </a:solidFill>
                <a:latin typeface="Cascadia Mono" panose="020B0609020000020004" pitchFamily="49" charset="0"/>
              </a:rPr>
              <a:t> </a:t>
            </a:r>
            <a:r>
              <a:rPr lang="en-US" sz="1800">
                <a:solidFill>
                  <a:srgbClr val="0000FF"/>
                </a:solidFill>
                <a:latin typeface="Cascadia Mono" panose="020B0609020000020004" pitchFamily="49" charset="0"/>
              </a:rPr>
              <a:t>void</a:t>
            </a:r>
            <a:r>
              <a:rPr lang="en-US" sz="1800">
                <a:solidFill>
                  <a:srgbClr val="000000"/>
                </a:solidFill>
                <a:latin typeface="Cascadia Mono" panose="020B0609020000020004" pitchFamily="49" charset="0"/>
              </a:rPr>
              <a:t> Main(</a:t>
            </a:r>
            <a:r>
              <a:rPr lang="en-US" sz="1800">
                <a:solidFill>
                  <a:srgbClr val="0000FF"/>
                </a:solidFill>
                <a:latin typeface="Cascadia Mono" panose="020B0609020000020004" pitchFamily="49" charset="0"/>
              </a:rPr>
              <a:t>string</a:t>
            </a:r>
            <a:r>
              <a:rPr lang="en-US" sz="1800">
                <a:solidFill>
                  <a:srgbClr val="000000"/>
                </a:solidFill>
                <a:latin typeface="Cascadia Mono" panose="020B0609020000020004" pitchFamily="49" charset="0"/>
              </a:rPr>
              <a:t>[] </a:t>
            </a:r>
            <a:r>
              <a:rPr lang="en-US" sz="1800" err="1">
                <a:solidFill>
                  <a:srgbClr val="000000"/>
                </a:solidFill>
                <a:latin typeface="Cascadia Mono" panose="020B0609020000020004" pitchFamily="49" charset="0"/>
              </a:rPr>
              <a:t>args</a:t>
            </a:r>
            <a:r>
              <a:rPr lang="en-US" sz="1800">
                <a:solidFill>
                  <a:srgbClr val="000000"/>
                </a:solidFill>
                <a:latin typeface="Cascadia Mono" panose="020B0609020000020004" pitchFamily="49" charset="0"/>
              </a:rPr>
              <a:t>)</a:t>
            </a:r>
          </a:p>
          <a:p>
            <a:pPr marL="51435" indent="0">
              <a:buNone/>
            </a:pPr>
            <a:r>
              <a:rPr lang="en-US" sz="1800">
                <a:solidFill>
                  <a:srgbClr val="000000"/>
                </a:solidFill>
                <a:latin typeface="Cascadia Mono" panose="020B0609020000020004" pitchFamily="49" charset="0"/>
              </a:rPr>
              <a:t>		{</a:t>
            </a:r>
          </a:p>
          <a:p>
            <a:pPr marL="51435" indent="0">
              <a:buNone/>
            </a:pPr>
            <a:r>
              <a:rPr lang="en-US" sz="1800">
                <a:solidFill>
                  <a:srgbClr val="000000"/>
                </a:solidFill>
                <a:latin typeface="Cascadia Mono" panose="020B0609020000020004" pitchFamily="49" charset="0"/>
              </a:rPr>
              <a:t>			</a:t>
            </a:r>
            <a:r>
              <a:rPr lang="en-US" sz="1650" err="1">
                <a:solidFill>
                  <a:srgbClr val="000000"/>
                </a:solidFill>
                <a:latin typeface="Cascadia Mono" panose="020B0609020000020004" pitchFamily="49" charset="0"/>
              </a:rPr>
              <a:t>Console.WriteLine</a:t>
            </a:r>
            <a:r>
              <a:rPr lang="en-US" sz="1650">
                <a:solidFill>
                  <a:srgbClr val="000000"/>
                </a:solidFill>
                <a:latin typeface="Cascadia Mono" panose="020B0609020000020004" pitchFamily="49" charset="0"/>
              </a:rPr>
              <a:t>(</a:t>
            </a:r>
            <a:r>
              <a:rPr lang="en-US" sz="1650">
                <a:solidFill>
                  <a:srgbClr val="A31515"/>
                </a:solidFill>
                <a:latin typeface="Cascadia Mono" panose="020B0609020000020004" pitchFamily="49" charset="0"/>
              </a:rPr>
              <a:t>"Hello World!"</a:t>
            </a:r>
            <a:r>
              <a:rPr lang="en-US" sz="1650">
                <a:solidFill>
                  <a:srgbClr val="000000"/>
                </a:solidFill>
                <a:latin typeface="Cascadia Mono" panose="020B0609020000020004" pitchFamily="49" charset="0"/>
              </a:rPr>
              <a:t>);</a:t>
            </a:r>
          </a:p>
          <a:p>
            <a:pPr marL="51435" indent="0">
              <a:buNone/>
            </a:pPr>
            <a:r>
              <a:rPr lang="en-US" sz="1800">
                <a:solidFill>
                  <a:srgbClr val="000000"/>
                </a:solidFill>
                <a:latin typeface="Cascadia Mono" panose="020B0609020000020004" pitchFamily="49" charset="0"/>
              </a:rPr>
              <a:t>		}</a:t>
            </a:r>
          </a:p>
          <a:p>
            <a:pPr marL="298323" lvl="1" indent="0">
              <a:buNone/>
            </a:pPr>
            <a:r>
              <a:rPr lang="en-US" sz="1650">
                <a:solidFill>
                  <a:srgbClr val="000000"/>
                </a:solidFill>
                <a:latin typeface="Cascadia Mono" panose="020B0609020000020004" pitchFamily="49" charset="0"/>
              </a:rPr>
              <a:t>    }</a:t>
            </a:r>
          </a:p>
          <a:p>
            <a:pPr marL="51435" indent="0">
              <a:buNone/>
            </a:pPr>
            <a:r>
              <a:rPr lang="en-US" sz="1800">
                <a:solidFill>
                  <a:srgbClr val="000000"/>
                </a:solidFill>
                <a:latin typeface="Cascadia Mono" panose="020B0609020000020004" pitchFamily="49" charset="0"/>
              </a:rPr>
              <a:t>}</a:t>
            </a:r>
          </a:p>
        </p:txBody>
      </p:sp>
      <p:sp>
        <p:nvSpPr>
          <p:cNvPr id="10" name="Rectangle 9">
            <a:extLst>
              <a:ext uri="{FF2B5EF4-FFF2-40B4-BE49-F238E27FC236}">
                <a16:creationId xmlns:a16="http://schemas.microsoft.com/office/drawing/2014/main" id="{A3EE21F9-DFA9-503B-CB26-0A1697BB7E63}"/>
              </a:ext>
            </a:extLst>
          </p:cNvPr>
          <p:cNvSpPr/>
          <p:nvPr/>
        </p:nvSpPr>
        <p:spPr>
          <a:xfrm>
            <a:off x="1936377" y="4276462"/>
            <a:ext cx="5271246" cy="1542916"/>
          </a:xfrm>
          <a:prstGeom prst="rect">
            <a:avLst/>
          </a:prstGeom>
          <a:solidFill>
            <a:srgbClr val="FFFF00">
              <a:alpha val="24195"/>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Tree>
    <p:extLst>
      <p:ext uri="{BB962C8B-B14F-4D97-AF65-F5344CB8AC3E}">
        <p14:creationId xmlns:p14="http://schemas.microsoft.com/office/powerpoint/2010/main" val="41911460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197F3-7A13-3347-AE92-8D502625A344}"/>
              </a:ext>
            </a:extLst>
          </p:cNvPr>
          <p:cNvSpPr>
            <a:spLocks noGrp="1"/>
          </p:cNvSpPr>
          <p:nvPr>
            <p:ph type="title"/>
          </p:nvPr>
        </p:nvSpPr>
        <p:spPr/>
        <p:txBody>
          <a:bodyPr>
            <a:normAutofit fontScale="90000"/>
          </a:bodyPr>
          <a:lstStyle/>
          <a:p>
            <a:r>
              <a:rPr lang="vi-VN"/>
              <a:t>GIỚI THIỆU HÀM</a:t>
            </a:r>
            <a:endParaRPr lang="en-VN"/>
          </a:p>
        </p:txBody>
      </p:sp>
      <p:sp>
        <p:nvSpPr>
          <p:cNvPr id="4" name="Footer Placeholder 3">
            <a:extLst>
              <a:ext uri="{FF2B5EF4-FFF2-40B4-BE49-F238E27FC236}">
                <a16:creationId xmlns:a16="http://schemas.microsoft.com/office/drawing/2014/main" id="{8940B50C-4F26-A849-B35C-D5CA8A07E169}"/>
              </a:ext>
            </a:extLst>
          </p:cNvPr>
          <p:cNvSpPr>
            <a:spLocks noGrp="1"/>
          </p:cNvSpPr>
          <p:nvPr>
            <p:ph type="ftr" sz="quarter" idx="11"/>
          </p:nvPr>
        </p:nvSpPr>
        <p:spPr/>
        <p:txBody>
          <a:bodyPr/>
          <a:lstStyle/>
          <a:p>
            <a:r>
              <a:rPr lang="vi-VN" dirty="0"/>
              <a:t>Bài 5: Hàm</a:t>
            </a:r>
            <a:endParaRPr lang="en-US" dirty="0"/>
          </a:p>
        </p:txBody>
      </p:sp>
      <p:sp>
        <p:nvSpPr>
          <p:cNvPr id="9" name="Slide Number Placeholder 8">
            <a:extLst>
              <a:ext uri="{FF2B5EF4-FFF2-40B4-BE49-F238E27FC236}">
                <a16:creationId xmlns:a16="http://schemas.microsoft.com/office/drawing/2014/main" id="{FC4C16B3-B625-3949-B2F8-E60374D6D11D}"/>
              </a:ext>
            </a:extLst>
          </p:cNvPr>
          <p:cNvSpPr>
            <a:spLocks noGrp="1"/>
          </p:cNvSpPr>
          <p:nvPr>
            <p:ph type="sldNum" sz="quarter" idx="12"/>
          </p:nvPr>
        </p:nvSpPr>
        <p:spPr/>
        <p:txBody>
          <a:bodyPr/>
          <a:lstStyle/>
          <a:p>
            <a:fld id="{1AD93096-5B34-4342-9326-69289CEAE4C2}" type="slidenum">
              <a:rPr lang="en-US" smtClean="0"/>
              <a:pPr/>
              <a:t>6</a:t>
            </a:fld>
            <a:endParaRPr lang="en-US" dirty="0"/>
          </a:p>
        </p:txBody>
      </p:sp>
      <p:sp>
        <p:nvSpPr>
          <p:cNvPr id="5" name="Content Placeholder 4">
            <a:extLst>
              <a:ext uri="{FF2B5EF4-FFF2-40B4-BE49-F238E27FC236}">
                <a16:creationId xmlns:a16="http://schemas.microsoft.com/office/drawing/2014/main" id="{B0FD307D-5F0E-770C-2B94-EC5615B82FB9}"/>
              </a:ext>
            </a:extLst>
          </p:cNvPr>
          <p:cNvSpPr>
            <a:spLocks noGrp="1"/>
          </p:cNvSpPr>
          <p:nvPr>
            <p:ph idx="1"/>
          </p:nvPr>
        </p:nvSpPr>
        <p:spPr/>
        <p:txBody>
          <a:bodyPr/>
          <a:lstStyle/>
          <a:p>
            <a:r>
              <a:rPr lang="en-VN"/>
              <a:t>Lợi ích của Hàm:</a:t>
            </a:r>
          </a:p>
          <a:p>
            <a:endParaRPr lang="en-VN"/>
          </a:p>
        </p:txBody>
      </p:sp>
      <p:graphicFrame>
        <p:nvGraphicFramePr>
          <p:cNvPr id="6" name="Content Placeholder 7">
            <a:extLst>
              <a:ext uri="{FF2B5EF4-FFF2-40B4-BE49-F238E27FC236}">
                <a16:creationId xmlns:a16="http://schemas.microsoft.com/office/drawing/2014/main" id="{15817379-4040-27F7-AE3E-312AA94FF67C}"/>
              </a:ext>
            </a:extLst>
          </p:cNvPr>
          <p:cNvGraphicFramePr>
            <a:graphicFrameLocks/>
          </p:cNvGraphicFramePr>
          <p:nvPr>
            <p:extLst>
              <p:ext uri="{D42A27DB-BD31-4B8C-83A1-F6EECF244321}">
                <p14:modId xmlns:p14="http://schemas.microsoft.com/office/powerpoint/2010/main" val="2702525307"/>
              </p:ext>
            </p:extLst>
          </p:nvPr>
        </p:nvGraphicFramePr>
        <p:xfrm>
          <a:off x="1052188" y="1524556"/>
          <a:ext cx="7351568" cy="46402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171542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77CC4D-F5BD-D34C-8F83-3D9C63A6941F}"/>
              </a:ext>
            </a:extLst>
          </p:cNvPr>
          <p:cNvSpPr>
            <a:spLocks noGrp="1"/>
          </p:cNvSpPr>
          <p:nvPr>
            <p:ph type="title"/>
          </p:nvPr>
        </p:nvSpPr>
        <p:spPr/>
        <p:txBody>
          <a:bodyPr>
            <a:normAutofit fontScale="90000"/>
          </a:bodyPr>
          <a:lstStyle/>
          <a:p>
            <a:r>
              <a:rPr lang="en-US"/>
              <a:t>ĐỊNH NGHĨA HÀM</a:t>
            </a:r>
            <a:endParaRPr lang="en-VN"/>
          </a:p>
        </p:txBody>
      </p:sp>
      <p:sp>
        <p:nvSpPr>
          <p:cNvPr id="3" name="Content Placeholder 2">
            <a:extLst>
              <a:ext uri="{FF2B5EF4-FFF2-40B4-BE49-F238E27FC236}">
                <a16:creationId xmlns:a16="http://schemas.microsoft.com/office/drawing/2014/main" id="{26BE6A67-FCA1-284D-985A-35883DFE6502}"/>
              </a:ext>
            </a:extLst>
          </p:cNvPr>
          <p:cNvSpPr>
            <a:spLocks noGrp="1"/>
          </p:cNvSpPr>
          <p:nvPr>
            <p:ph idx="1"/>
          </p:nvPr>
        </p:nvSpPr>
        <p:spPr/>
        <p:txBody>
          <a:bodyPr>
            <a:normAutofit/>
          </a:bodyPr>
          <a:lstStyle/>
          <a:p>
            <a:r>
              <a:rPr lang="en-VN">
                <a:solidFill>
                  <a:srgbClr val="EF6822"/>
                </a:solidFill>
              </a:rPr>
              <a:t>Chữ ký hàm </a:t>
            </a:r>
            <a:r>
              <a:rPr lang="en-VN"/>
              <a:t>(</a:t>
            </a:r>
            <a:r>
              <a:rPr lang="en-VN">
                <a:solidFill>
                  <a:srgbClr val="17459E"/>
                </a:solidFill>
              </a:rPr>
              <a:t>method signature</a:t>
            </a:r>
            <a:r>
              <a:rPr lang="en-VN"/>
              <a:t>):</a:t>
            </a:r>
            <a:endParaRPr lang="en-VN">
              <a:solidFill>
                <a:srgbClr val="FFC000"/>
              </a:solidFill>
            </a:endParaRPr>
          </a:p>
          <a:p>
            <a:endParaRPr lang="en-VN">
              <a:solidFill>
                <a:srgbClr val="FFC000"/>
              </a:solidFill>
            </a:endParaRPr>
          </a:p>
          <a:p>
            <a:endParaRPr lang="en-VN">
              <a:solidFill>
                <a:srgbClr val="FFC000"/>
              </a:solidFill>
            </a:endParaRPr>
          </a:p>
          <a:p>
            <a:endParaRPr lang="en-VN">
              <a:solidFill>
                <a:srgbClr val="FFC000"/>
              </a:solidFill>
            </a:endParaRPr>
          </a:p>
          <a:p>
            <a:endParaRPr lang="en-VN">
              <a:solidFill>
                <a:srgbClr val="FFC000"/>
              </a:solidFill>
            </a:endParaRPr>
          </a:p>
          <a:p>
            <a:endParaRPr lang="en-VN">
              <a:solidFill>
                <a:srgbClr val="FFC000"/>
              </a:solidFill>
            </a:endParaRPr>
          </a:p>
          <a:p>
            <a:r>
              <a:rPr lang="en-VN" b="1"/>
              <a:t>Từ khóa static: </a:t>
            </a:r>
            <a:endParaRPr lang="en-VN">
              <a:solidFill>
                <a:srgbClr val="FFC000"/>
              </a:solidFill>
            </a:endParaRPr>
          </a:p>
          <a:p>
            <a:pPr lvl="1">
              <a:lnSpc>
                <a:spcPct val="114000"/>
              </a:lnSpc>
            </a:pPr>
            <a:r>
              <a:rPr lang="en-VN" b="1" u="sng">
                <a:solidFill>
                  <a:srgbClr val="FF0000"/>
                </a:solidFill>
              </a:rPr>
              <a:t>Tạm thời định nghĩa tất cả các hàm đều bắt đầu bằng từ khóa static </a:t>
            </a:r>
            <a:r>
              <a:rPr lang="en-VN"/>
              <a:t>để có thể gọi hàm trực tiếp trong hàm </a:t>
            </a:r>
            <a:r>
              <a:rPr lang="en-VN" b="1"/>
              <a:t>Main() </a:t>
            </a:r>
          </a:p>
          <a:p>
            <a:pPr lvl="1">
              <a:lnSpc>
                <a:spcPct val="114000"/>
              </a:lnSpc>
            </a:pPr>
            <a:r>
              <a:rPr lang="en-VN"/>
              <a:t>Cách sử dụng từ khóa này sẽ được đề cập trong phần </a:t>
            </a:r>
            <a:r>
              <a:rPr lang="en-VN" i="1"/>
              <a:t>Lập trình hướng đối tượng </a:t>
            </a:r>
            <a:r>
              <a:rPr lang="en-VN"/>
              <a:t>của học phần </a:t>
            </a:r>
            <a:r>
              <a:rPr lang="en-VN" i="1"/>
              <a:t>Kỹ thuật lập trình</a:t>
            </a:r>
          </a:p>
          <a:p>
            <a:pPr marL="341185" lvl="1" indent="0">
              <a:buNone/>
            </a:pPr>
            <a:endParaRPr lang="en-VN" b="1" i="1"/>
          </a:p>
        </p:txBody>
      </p:sp>
      <p:sp>
        <p:nvSpPr>
          <p:cNvPr id="4" name="Footer Placeholder 3">
            <a:extLst>
              <a:ext uri="{FF2B5EF4-FFF2-40B4-BE49-F238E27FC236}">
                <a16:creationId xmlns:a16="http://schemas.microsoft.com/office/drawing/2014/main" id="{09113DD4-CC4D-514E-8A24-3895D5D85ED5}"/>
              </a:ext>
            </a:extLst>
          </p:cNvPr>
          <p:cNvSpPr>
            <a:spLocks noGrp="1"/>
          </p:cNvSpPr>
          <p:nvPr>
            <p:ph type="ftr" sz="quarter" idx="11"/>
          </p:nvPr>
        </p:nvSpPr>
        <p:spPr/>
        <p:txBody>
          <a:bodyPr/>
          <a:lstStyle/>
          <a:p>
            <a:r>
              <a:rPr lang="vi-VN" dirty="0"/>
              <a:t>Bài 5: Hàm</a:t>
            </a:r>
            <a:endParaRPr lang="en-US" dirty="0"/>
          </a:p>
        </p:txBody>
      </p:sp>
      <p:sp>
        <p:nvSpPr>
          <p:cNvPr id="5" name="Slide Number Placeholder 4">
            <a:extLst>
              <a:ext uri="{FF2B5EF4-FFF2-40B4-BE49-F238E27FC236}">
                <a16:creationId xmlns:a16="http://schemas.microsoft.com/office/drawing/2014/main" id="{5524D0C4-EAE8-0D46-B045-500C48738E3A}"/>
              </a:ext>
            </a:extLst>
          </p:cNvPr>
          <p:cNvSpPr>
            <a:spLocks noGrp="1"/>
          </p:cNvSpPr>
          <p:nvPr>
            <p:ph type="sldNum" sz="quarter" idx="12"/>
          </p:nvPr>
        </p:nvSpPr>
        <p:spPr/>
        <p:txBody>
          <a:bodyPr/>
          <a:lstStyle/>
          <a:p>
            <a:fld id="{1AD93096-5B34-4342-9326-69289CEAE4C2}" type="slidenum">
              <a:rPr lang="en-US" smtClean="0"/>
              <a:pPr/>
              <a:t>7</a:t>
            </a:fld>
            <a:endParaRPr lang="en-US" dirty="0"/>
          </a:p>
        </p:txBody>
      </p:sp>
      <p:sp>
        <p:nvSpPr>
          <p:cNvPr id="14" name="Content Placeholder 8">
            <a:extLst>
              <a:ext uri="{FF2B5EF4-FFF2-40B4-BE49-F238E27FC236}">
                <a16:creationId xmlns:a16="http://schemas.microsoft.com/office/drawing/2014/main" id="{32B938ED-FEB0-B346-B946-C57073A836A8}"/>
              </a:ext>
            </a:extLst>
          </p:cNvPr>
          <p:cNvSpPr txBox="1">
            <a:spLocks/>
          </p:cNvSpPr>
          <p:nvPr/>
        </p:nvSpPr>
        <p:spPr>
          <a:xfrm>
            <a:off x="1260184" y="1606383"/>
            <a:ext cx="6624736" cy="1644330"/>
          </a:xfrm>
          <a:prstGeom prst="rect">
            <a:avLst/>
          </a:prstGeom>
        </p:spPr>
        <p:style>
          <a:lnRef idx="2">
            <a:schemeClr val="accent4"/>
          </a:lnRef>
          <a:fillRef idx="1">
            <a:schemeClr val="lt1"/>
          </a:fillRef>
          <a:effectRef idx="0">
            <a:schemeClr val="accent4"/>
          </a:effectRef>
          <a:fontRef idx="minor">
            <a:schemeClr val="dk1"/>
          </a:fontRef>
        </p:style>
        <p:txBody>
          <a:bodyPr>
            <a:noAutofit/>
          </a:bodyPr>
          <a:lstStyle>
            <a:lvl1pPr marL="308610" indent="-257175" algn="l" rtl="0" eaLnBrk="1" latinLnBrk="0" hangingPunct="1">
              <a:spcBef>
                <a:spcPts val="525"/>
              </a:spcBef>
              <a:buSzPct val="95000"/>
              <a:buFont typeface="Wingdings"/>
              <a:buChar char=""/>
              <a:defRPr sz="1500" kern="1200" spc="0">
                <a:solidFill>
                  <a:schemeClr val="tx1"/>
                </a:solidFill>
                <a:latin typeface="+mn-lt"/>
                <a:ea typeface="+mn-ea"/>
                <a:cs typeface="Arial" pitchFamily="34" charset="0"/>
              </a:defRPr>
            </a:lvl1pPr>
            <a:lvl2pPr marL="555498" indent="-214313" algn="l" rtl="0" eaLnBrk="1" latinLnBrk="0" hangingPunct="1">
              <a:spcBef>
                <a:spcPct val="20000"/>
              </a:spcBef>
              <a:buClr>
                <a:schemeClr val="accent2"/>
              </a:buClr>
              <a:buSzPct val="90000"/>
              <a:buFont typeface="Wingdings"/>
              <a:buChar char=""/>
              <a:defRPr sz="1350" kern="1200" spc="0">
                <a:solidFill>
                  <a:schemeClr val="tx1"/>
                </a:solidFill>
                <a:latin typeface="+mn-lt"/>
                <a:ea typeface="+mn-ea"/>
                <a:cs typeface="Arial" pitchFamily="34" charset="0"/>
              </a:defRPr>
            </a:lvl2pPr>
            <a:lvl3pPr marL="747522" indent="-171450" algn="l" rtl="0" eaLnBrk="1" latinLnBrk="0" hangingPunct="1">
              <a:spcBef>
                <a:spcPct val="20000"/>
              </a:spcBef>
              <a:buClr>
                <a:schemeClr val="accent2"/>
              </a:buClr>
              <a:buFont typeface="Wingdings 2"/>
              <a:buChar char=""/>
              <a:defRPr sz="1200" kern="1200" spc="0">
                <a:solidFill>
                  <a:schemeClr val="tx1"/>
                </a:solidFill>
                <a:latin typeface="+mn-lt"/>
                <a:ea typeface="+mn-ea"/>
                <a:cs typeface="Arial" pitchFamily="34" charset="0"/>
              </a:defRPr>
            </a:lvl3pPr>
            <a:lvl4pPr marL="946404" indent="-171450" algn="l" rtl="0" eaLnBrk="1" latinLnBrk="0" hangingPunct="1">
              <a:spcBef>
                <a:spcPct val="20000"/>
              </a:spcBef>
              <a:buClr>
                <a:schemeClr val="accent3"/>
              </a:buClr>
              <a:buFont typeface="Wingdings 3"/>
              <a:buChar char=""/>
              <a:defRPr sz="1200" kern="1200" spc="0">
                <a:solidFill>
                  <a:schemeClr val="tx1"/>
                </a:solidFill>
                <a:latin typeface="+mn-lt"/>
                <a:ea typeface="+mn-ea"/>
                <a:cs typeface="Arial" pitchFamily="34" charset="0"/>
              </a:defRPr>
            </a:lvl4pPr>
            <a:lvl5pPr marL="1110996" indent="-157734" algn="l" rtl="0" eaLnBrk="1" latinLnBrk="0" hangingPunct="1">
              <a:spcBef>
                <a:spcPct val="20000"/>
              </a:spcBef>
              <a:buClr>
                <a:schemeClr val="accent3"/>
              </a:buClr>
              <a:buFont typeface="Wingdings 2"/>
              <a:buChar char=""/>
              <a:defRPr sz="1050" kern="1200" spc="0">
                <a:solidFill>
                  <a:schemeClr val="tx1"/>
                </a:solidFill>
                <a:latin typeface="+mn-lt"/>
                <a:ea typeface="+mn-ea"/>
                <a:cs typeface="Arial" pitchFamily="34" charset="0"/>
              </a:defRPr>
            </a:lvl5pPr>
            <a:lvl6pPr marL="1282446" indent="-157734" algn="l" rtl="0" eaLnBrk="1" latinLnBrk="0" hangingPunct="1">
              <a:spcBef>
                <a:spcPct val="20000"/>
              </a:spcBef>
              <a:buClr>
                <a:schemeClr val="accent3"/>
              </a:buClr>
              <a:buFont typeface="Wingdings 2"/>
              <a:buChar char=""/>
              <a:defRPr sz="1350" kern="1200">
                <a:solidFill>
                  <a:schemeClr val="tx1"/>
                </a:solidFill>
                <a:latin typeface="+mn-lt"/>
                <a:ea typeface="+mn-ea"/>
                <a:cs typeface="+mn-cs"/>
              </a:defRPr>
            </a:lvl6pPr>
            <a:lvl7pPr marL="1426464"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7pPr>
            <a:lvl8pPr marL="1570482"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8pPr>
            <a:lvl9pPr marL="1714500"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9pPr>
            <a:extLst/>
          </a:lstStyle>
          <a:p>
            <a:pPr marL="51435" indent="0">
              <a:buNone/>
            </a:pPr>
            <a:r>
              <a:rPr lang="en-US" sz="2000" b="1" dirty="0">
                <a:latin typeface="Consolas" pitchFamily="49" charset="0"/>
                <a:cs typeface="Consolas" pitchFamily="49" charset="0"/>
              </a:rPr>
              <a:t>static</a:t>
            </a:r>
            <a:r>
              <a:rPr lang="en-US" sz="2000" i="1" dirty="0">
                <a:latin typeface="Consolas" pitchFamily="49" charset="0"/>
                <a:cs typeface="Consolas" pitchFamily="49" charset="0"/>
              </a:rPr>
              <a:t> </a:t>
            </a:r>
            <a:r>
              <a:rPr lang="en-US" sz="2000" dirty="0">
                <a:solidFill>
                  <a:srgbClr val="0432FF"/>
                </a:solidFill>
                <a:latin typeface="Consolas" pitchFamily="49" charset="0"/>
                <a:cs typeface="Consolas" pitchFamily="49" charset="0"/>
              </a:rPr>
              <a:t>return-type</a:t>
            </a:r>
            <a:r>
              <a:rPr lang="en-US" sz="2000" dirty="0">
                <a:latin typeface="Consolas" pitchFamily="49" charset="0"/>
                <a:cs typeface="Consolas" pitchFamily="49" charset="0"/>
              </a:rPr>
              <a:t> </a:t>
            </a:r>
            <a:r>
              <a:rPr lang="en-US" sz="2000" dirty="0">
                <a:solidFill>
                  <a:srgbClr val="FF0000"/>
                </a:solidFill>
                <a:latin typeface="Consolas" pitchFamily="49" charset="0"/>
                <a:cs typeface="Consolas" pitchFamily="49" charset="0"/>
              </a:rPr>
              <a:t>method-name</a:t>
            </a:r>
            <a:r>
              <a:rPr lang="en-US" sz="2000" dirty="0">
                <a:latin typeface="Consolas" pitchFamily="49" charset="0"/>
                <a:cs typeface="Consolas" pitchFamily="49" charset="0"/>
              </a:rPr>
              <a:t> (</a:t>
            </a:r>
            <a:r>
              <a:rPr lang="en-US" sz="2000" i="1" dirty="0">
                <a:solidFill>
                  <a:srgbClr val="EF6822"/>
                </a:solidFill>
                <a:latin typeface="Consolas" pitchFamily="49" charset="0"/>
                <a:cs typeface="Consolas" pitchFamily="49" charset="0"/>
              </a:rPr>
              <a:t>parameters</a:t>
            </a:r>
            <a:r>
              <a:rPr lang="en-US" sz="2000" dirty="0">
                <a:latin typeface="Consolas" pitchFamily="49" charset="0"/>
                <a:cs typeface="Consolas" pitchFamily="49" charset="0"/>
              </a:rPr>
              <a:t>)</a:t>
            </a:r>
            <a:endParaRPr lang="en-GB" sz="2000" dirty="0">
              <a:latin typeface="Consolas" pitchFamily="49" charset="0"/>
              <a:cs typeface="Consolas" pitchFamily="49" charset="0"/>
            </a:endParaRPr>
          </a:p>
          <a:p>
            <a:pPr marL="51435" indent="0">
              <a:buNone/>
            </a:pPr>
            <a:r>
              <a:rPr lang="en-GB" sz="2000" dirty="0">
                <a:latin typeface="Consolas" pitchFamily="49" charset="0"/>
                <a:cs typeface="Consolas" pitchFamily="49" charset="0"/>
              </a:rPr>
              <a:t>{</a:t>
            </a:r>
            <a:br>
              <a:rPr lang="en-GB" sz="2000" dirty="0">
                <a:latin typeface="Consolas" pitchFamily="49" charset="0"/>
                <a:cs typeface="Consolas" pitchFamily="49" charset="0"/>
              </a:rPr>
            </a:br>
            <a:r>
              <a:rPr lang="en-GB" sz="2000" dirty="0">
                <a:latin typeface="Consolas" pitchFamily="49" charset="0"/>
                <a:cs typeface="Consolas" pitchFamily="49" charset="0"/>
              </a:rPr>
              <a:t>   </a:t>
            </a:r>
            <a:r>
              <a:rPr lang="en-GB" sz="2000" i="1" dirty="0">
                <a:latin typeface="Consolas" pitchFamily="49" charset="0"/>
                <a:cs typeface="Consolas" pitchFamily="49" charset="0"/>
              </a:rPr>
              <a:t>//Method body</a:t>
            </a:r>
            <a:endParaRPr lang="en-GB" sz="2000" dirty="0">
              <a:latin typeface="Consolas" pitchFamily="49" charset="0"/>
              <a:cs typeface="Consolas" pitchFamily="49" charset="0"/>
            </a:endParaRPr>
          </a:p>
          <a:p>
            <a:pPr marL="51435" indent="0">
              <a:buNone/>
            </a:pPr>
            <a:r>
              <a:rPr lang="en-US" sz="2000" dirty="0">
                <a:latin typeface="Consolas" pitchFamily="49" charset="0"/>
                <a:cs typeface="Consolas" pitchFamily="49" charset="0"/>
              </a:rPr>
              <a:t>}</a:t>
            </a:r>
            <a:endParaRPr lang="en-GB" sz="2000" dirty="0">
              <a:latin typeface="Consolas" pitchFamily="49" charset="0"/>
              <a:cs typeface="Consolas" pitchFamily="49" charset="0"/>
            </a:endParaRPr>
          </a:p>
        </p:txBody>
      </p:sp>
      <p:sp>
        <p:nvSpPr>
          <p:cNvPr id="7" name="Rectangle 6">
            <a:extLst>
              <a:ext uri="{FF2B5EF4-FFF2-40B4-BE49-F238E27FC236}">
                <a16:creationId xmlns:a16="http://schemas.microsoft.com/office/drawing/2014/main" id="{0CC7C25E-3C51-6744-A8C8-E0F115EFC715}"/>
              </a:ext>
            </a:extLst>
          </p:cNvPr>
          <p:cNvSpPr/>
          <p:nvPr/>
        </p:nvSpPr>
        <p:spPr>
          <a:xfrm>
            <a:off x="1259080" y="1606383"/>
            <a:ext cx="1079568" cy="395042"/>
          </a:xfrm>
          <a:prstGeom prst="rect">
            <a:avLst/>
          </a:prstGeom>
          <a:solidFill>
            <a:srgbClr val="FFFF00">
              <a:alpha val="26391"/>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Tree>
    <p:extLst>
      <p:ext uri="{BB962C8B-B14F-4D97-AF65-F5344CB8AC3E}">
        <p14:creationId xmlns:p14="http://schemas.microsoft.com/office/powerpoint/2010/main" val="23771250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77CC4D-F5BD-D34C-8F83-3D9C63A6941F}"/>
              </a:ext>
            </a:extLst>
          </p:cNvPr>
          <p:cNvSpPr>
            <a:spLocks noGrp="1"/>
          </p:cNvSpPr>
          <p:nvPr>
            <p:ph type="title"/>
          </p:nvPr>
        </p:nvSpPr>
        <p:spPr/>
        <p:txBody>
          <a:bodyPr>
            <a:normAutofit fontScale="90000"/>
          </a:bodyPr>
          <a:lstStyle/>
          <a:p>
            <a:r>
              <a:rPr lang="en-US"/>
              <a:t>ĐỊNH NGHĨA HÀM</a:t>
            </a:r>
            <a:endParaRPr lang="en-VN"/>
          </a:p>
        </p:txBody>
      </p:sp>
      <p:sp>
        <p:nvSpPr>
          <p:cNvPr id="3" name="Content Placeholder 2">
            <a:extLst>
              <a:ext uri="{FF2B5EF4-FFF2-40B4-BE49-F238E27FC236}">
                <a16:creationId xmlns:a16="http://schemas.microsoft.com/office/drawing/2014/main" id="{26BE6A67-FCA1-284D-985A-35883DFE6502}"/>
              </a:ext>
            </a:extLst>
          </p:cNvPr>
          <p:cNvSpPr>
            <a:spLocks noGrp="1"/>
          </p:cNvSpPr>
          <p:nvPr>
            <p:ph idx="1"/>
          </p:nvPr>
        </p:nvSpPr>
        <p:spPr>
          <a:xfrm>
            <a:off x="628650" y="1038622"/>
            <a:ext cx="7886700" cy="5394325"/>
          </a:xfrm>
        </p:spPr>
        <p:txBody>
          <a:bodyPr>
            <a:normAutofit fontScale="92500" lnSpcReduction="20000"/>
          </a:bodyPr>
          <a:lstStyle/>
          <a:p>
            <a:r>
              <a:rPr lang="en-VN">
                <a:solidFill>
                  <a:srgbClr val="EF6822"/>
                </a:solidFill>
              </a:rPr>
              <a:t>Chữ ký hàm </a:t>
            </a:r>
            <a:r>
              <a:rPr lang="en-VN"/>
              <a:t>(</a:t>
            </a:r>
            <a:r>
              <a:rPr lang="en-VN">
                <a:solidFill>
                  <a:srgbClr val="17459E"/>
                </a:solidFill>
              </a:rPr>
              <a:t>method signature</a:t>
            </a:r>
            <a:r>
              <a:rPr lang="en-VN"/>
              <a:t>):</a:t>
            </a:r>
            <a:endParaRPr lang="en-VN">
              <a:solidFill>
                <a:srgbClr val="FFC000"/>
              </a:solidFill>
            </a:endParaRPr>
          </a:p>
          <a:p>
            <a:endParaRPr lang="en-VN">
              <a:solidFill>
                <a:srgbClr val="FFC000"/>
              </a:solidFill>
            </a:endParaRPr>
          </a:p>
          <a:p>
            <a:endParaRPr lang="en-VN">
              <a:solidFill>
                <a:srgbClr val="FFC000"/>
              </a:solidFill>
            </a:endParaRPr>
          </a:p>
          <a:p>
            <a:endParaRPr lang="en-VN">
              <a:solidFill>
                <a:srgbClr val="FFC000"/>
              </a:solidFill>
            </a:endParaRPr>
          </a:p>
          <a:p>
            <a:endParaRPr lang="en-VN">
              <a:solidFill>
                <a:srgbClr val="FFC000"/>
              </a:solidFill>
            </a:endParaRPr>
          </a:p>
          <a:p>
            <a:endParaRPr lang="en-VN">
              <a:solidFill>
                <a:srgbClr val="FFC000"/>
              </a:solidFill>
            </a:endParaRPr>
          </a:p>
          <a:p>
            <a:endParaRPr lang="en-VN">
              <a:solidFill>
                <a:srgbClr val="FFC000"/>
              </a:solidFill>
            </a:endParaRPr>
          </a:p>
          <a:p>
            <a:r>
              <a:rPr lang="en-US" b="1">
                <a:solidFill>
                  <a:srgbClr val="0432FF"/>
                </a:solidFill>
              </a:rPr>
              <a:t>r</a:t>
            </a:r>
            <a:r>
              <a:rPr lang="en-VN" b="1">
                <a:solidFill>
                  <a:srgbClr val="0432FF"/>
                </a:solidFill>
              </a:rPr>
              <a:t>eturn-type</a:t>
            </a:r>
            <a:r>
              <a:rPr lang="en-VN" i="1"/>
              <a:t>:</a:t>
            </a:r>
            <a:r>
              <a:rPr lang="en-VN" i="1">
                <a:solidFill>
                  <a:srgbClr val="0432FF"/>
                </a:solidFill>
              </a:rPr>
              <a:t> </a:t>
            </a:r>
            <a:r>
              <a:rPr lang="en-VN" i="1">
                <a:solidFill>
                  <a:srgbClr val="FF0000"/>
                </a:solidFill>
              </a:rPr>
              <a:t>kiểu dữ liệu của kết quả trả về </a:t>
            </a:r>
            <a:r>
              <a:rPr lang="en-VN" i="1"/>
              <a:t>khi</a:t>
            </a:r>
            <a:r>
              <a:rPr lang="en-VN" i="1">
                <a:solidFill>
                  <a:srgbClr val="FF0000"/>
                </a:solidFill>
              </a:rPr>
              <a:t> </a:t>
            </a:r>
            <a:r>
              <a:rPr lang="en-VN" i="1"/>
              <a:t>hàm thực thi xong.</a:t>
            </a:r>
            <a:endParaRPr lang="en-VN"/>
          </a:p>
          <a:p>
            <a:pPr lvl="1">
              <a:lnSpc>
                <a:spcPct val="110000"/>
              </a:lnSpc>
            </a:pPr>
            <a:r>
              <a:rPr lang="en-VN" b="1">
                <a:solidFill>
                  <a:srgbClr val="EF6822"/>
                </a:solidFill>
              </a:rPr>
              <a:t>Hàm có kết quả trả về</a:t>
            </a:r>
            <a:r>
              <a:rPr lang="en-VN"/>
              <a:t>:</a:t>
            </a:r>
          </a:p>
          <a:p>
            <a:pPr lvl="2">
              <a:lnSpc>
                <a:spcPct val="110000"/>
              </a:lnSpc>
            </a:pPr>
            <a:r>
              <a:rPr lang="en-VN"/>
              <a:t>Hàm </a:t>
            </a:r>
            <a:r>
              <a:rPr lang="en-VN">
                <a:solidFill>
                  <a:srgbClr val="EF6822"/>
                </a:solidFill>
              </a:rPr>
              <a:t>Console</a:t>
            </a:r>
            <a:r>
              <a:rPr lang="en-VN"/>
              <a:t>.</a:t>
            </a:r>
            <a:r>
              <a:rPr lang="en-VN">
                <a:solidFill>
                  <a:srgbClr val="EF6822"/>
                </a:solidFill>
              </a:rPr>
              <a:t>ReadLine</a:t>
            </a:r>
            <a:r>
              <a:rPr lang="en-VN"/>
              <a:t>() khi thực thi xong sẽ có </a:t>
            </a:r>
            <a:r>
              <a:rPr lang="en-VN" b="1"/>
              <a:t>kết quả trả về là một chuỗi ký tự</a:t>
            </a:r>
            <a:r>
              <a:rPr lang="en-VN"/>
              <a:t> </a:t>
            </a:r>
            <a:r>
              <a:rPr lang="en-VN">
                <a:sym typeface="Wingdings" pitchFamily="2" charset="2"/>
              </a:rPr>
              <a:t> </a:t>
            </a:r>
            <a:r>
              <a:rPr lang="en-VN" b="1">
                <a:solidFill>
                  <a:srgbClr val="0432FF"/>
                </a:solidFill>
                <a:sym typeface="Wingdings" pitchFamily="2" charset="2"/>
              </a:rPr>
              <a:t>return-type</a:t>
            </a:r>
            <a:r>
              <a:rPr lang="en-VN" b="1">
                <a:sym typeface="Wingdings" pitchFamily="2" charset="2"/>
              </a:rPr>
              <a:t> là </a:t>
            </a:r>
            <a:r>
              <a:rPr lang="en-VN" b="1">
                <a:solidFill>
                  <a:srgbClr val="0432FF"/>
                </a:solidFill>
                <a:sym typeface="Wingdings" pitchFamily="2" charset="2"/>
              </a:rPr>
              <a:t>string</a:t>
            </a:r>
          </a:p>
          <a:p>
            <a:pPr lvl="2">
              <a:lnSpc>
                <a:spcPct val="110000"/>
              </a:lnSpc>
            </a:pPr>
            <a:r>
              <a:rPr lang="en-VN"/>
              <a:t>Hàm </a:t>
            </a:r>
            <a:r>
              <a:rPr lang="en-VN">
                <a:solidFill>
                  <a:srgbClr val="EF6822"/>
                </a:solidFill>
              </a:rPr>
              <a:t>Convert</a:t>
            </a:r>
            <a:r>
              <a:rPr lang="en-VN"/>
              <a:t>.</a:t>
            </a:r>
            <a:r>
              <a:rPr lang="en-VN">
                <a:solidFill>
                  <a:srgbClr val="EF6822"/>
                </a:solidFill>
              </a:rPr>
              <a:t>ToInt32</a:t>
            </a:r>
            <a:r>
              <a:rPr lang="en-VN"/>
              <a:t>(…) khi thực thi xong sẽ có </a:t>
            </a:r>
            <a:r>
              <a:rPr lang="en-VN" b="1"/>
              <a:t>kết quả  trả về là một số nguyên </a:t>
            </a:r>
            <a:r>
              <a:rPr lang="en-VN">
                <a:sym typeface="Wingdings" pitchFamily="2" charset="2"/>
              </a:rPr>
              <a:t> </a:t>
            </a:r>
            <a:r>
              <a:rPr lang="en-VN" b="1">
                <a:solidFill>
                  <a:srgbClr val="0432FF"/>
                </a:solidFill>
                <a:sym typeface="Wingdings" pitchFamily="2" charset="2"/>
              </a:rPr>
              <a:t>return-type</a:t>
            </a:r>
            <a:r>
              <a:rPr lang="en-VN" b="1">
                <a:sym typeface="Wingdings" pitchFamily="2" charset="2"/>
              </a:rPr>
              <a:t> là </a:t>
            </a:r>
            <a:r>
              <a:rPr lang="en-VN" b="1">
                <a:solidFill>
                  <a:srgbClr val="0432FF"/>
                </a:solidFill>
                <a:sym typeface="Wingdings" pitchFamily="2" charset="2"/>
              </a:rPr>
              <a:t>int</a:t>
            </a:r>
          </a:p>
          <a:p>
            <a:pPr lvl="1">
              <a:lnSpc>
                <a:spcPct val="110000"/>
              </a:lnSpc>
            </a:pPr>
            <a:r>
              <a:rPr lang="en-VN" b="1">
                <a:solidFill>
                  <a:srgbClr val="EF6822"/>
                </a:solidFill>
                <a:highlight>
                  <a:srgbClr val="FFFF00"/>
                </a:highlight>
                <a:sym typeface="Wingdings" pitchFamily="2" charset="2"/>
              </a:rPr>
              <a:t>Hàm không có kết quả trả về</a:t>
            </a:r>
            <a:r>
              <a:rPr lang="en-VN">
                <a:highlight>
                  <a:srgbClr val="FFFF00"/>
                </a:highlight>
                <a:sym typeface="Wingdings" pitchFamily="2" charset="2"/>
              </a:rPr>
              <a:t>:</a:t>
            </a:r>
            <a:r>
              <a:rPr lang="en-VN">
                <a:solidFill>
                  <a:srgbClr val="0432FF"/>
                </a:solidFill>
                <a:highlight>
                  <a:srgbClr val="FFFF00"/>
                </a:highlight>
                <a:sym typeface="Wingdings" pitchFamily="2" charset="2"/>
              </a:rPr>
              <a:t> void</a:t>
            </a:r>
          </a:p>
          <a:p>
            <a:pPr lvl="2">
              <a:lnSpc>
                <a:spcPct val="110000"/>
              </a:lnSpc>
            </a:pPr>
            <a:r>
              <a:rPr lang="en-VN"/>
              <a:t>Hàm </a:t>
            </a:r>
            <a:r>
              <a:rPr lang="en-VN">
                <a:solidFill>
                  <a:srgbClr val="EF6822"/>
                </a:solidFill>
              </a:rPr>
              <a:t>Console</a:t>
            </a:r>
            <a:r>
              <a:rPr lang="en-VN"/>
              <a:t>.</a:t>
            </a:r>
            <a:r>
              <a:rPr lang="en-VN">
                <a:solidFill>
                  <a:srgbClr val="EF6822"/>
                </a:solidFill>
              </a:rPr>
              <a:t>WriteLine</a:t>
            </a:r>
            <a:r>
              <a:rPr lang="en-VN"/>
              <a:t>() khi thực thi xong </a:t>
            </a:r>
            <a:r>
              <a:rPr lang="en-VN" b="1"/>
              <a:t>không trả về bất cứ kết quả gì</a:t>
            </a:r>
            <a:r>
              <a:rPr lang="en-VN"/>
              <a:t> </a:t>
            </a:r>
            <a:r>
              <a:rPr lang="en-VN">
                <a:sym typeface="Wingdings" pitchFamily="2" charset="2"/>
              </a:rPr>
              <a:t> </a:t>
            </a:r>
            <a:r>
              <a:rPr lang="en-VN" b="1">
                <a:solidFill>
                  <a:srgbClr val="0432FF"/>
                </a:solidFill>
                <a:highlight>
                  <a:srgbClr val="FFFF00"/>
                </a:highlight>
                <a:sym typeface="Wingdings" pitchFamily="2" charset="2"/>
              </a:rPr>
              <a:t>return-type</a:t>
            </a:r>
            <a:r>
              <a:rPr lang="en-VN" b="1">
                <a:highlight>
                  <a:srgbClr val="FFFF00"/>
                </a:highlight>
                <a:sym typeface="Wingdings" pitchFamily="2" charset="2"/>
              </a:rPr>
              <a:t> là </a:t>
            </a:r>
            <a:r>
              <a:rPr lang="en-VN" b="1">
                <a:solidFill>
                  <a:srgbClr val="0432FF"/>
                </a:solidFill>
                <a:highlight>
                  <a:srgbClr val="FFFF00"/>
                </a:highlight>
                <a:sym typeface="Wingdings" pitchFamily="2" charset="2"/>
              </a:rPr>
              <a:t>void</a:t>
            </a:r>
          </a:p>
          <a:p>
            <a:pPr lvl="2"/>
            <a:endParaRPr lang="en-VN" b="1">
              <a:solidFill>
                <a:srgbClr val="0432FF"/>
              </a:solidFill>
            </a:endParaRPr>
          </a:p>
          <a:p>
            <a:pPr lvl="1"/>
            <a:endParaRPr lang="en-VN" b="1">
              <a:solidFill>
                <a:srgbClr val="0432FF"/>
              </a:solidFill>
            </a:endParaRPr>
          </a:p>
          <a:p>
            <a:pPr marL="341185" lvl="1" indent="0">
              <a:buNone/>
            </a:pPr>
            <a:endParaRPr lang="en-VN" b="1" i="1"/>
          </a:p>
        </p:txBody>
      </p:sp>
      <p:sp>
        <p:nvSpPr>
          <p:cNvPr id="4" name="Footer Placeholder 3">
            <a:extLst>
              <a:ext uri="{FF2B5EF4-FFF2-40B4-BE49-F238E27FC236}">
                <a16:creationId xmlns:a16="http://schemas.microsoft.com/office/drawing/2014/main" id="{09113DD4-CC4D-514E-8A24-3895D5D85ED5}"/>
              </a:ext>
            </a:extLst>
          </p:cNvPr>
          <p:cNvSpPr>
            <a:spLocks noGrp="1"/>
          </p:cNvSpPr>
          <p:nvPr>
            <p:ph type="ftr" sz="quarter" idx="11"/>
          </p:nvPr>
        </p:nvSpPr>
        <p:spPr/>
        <p:txBody>
          <a:bodyPr/>
          <a:lstStyle/>
          <a:p>
            <a:r>
              <a:rPr lang="vi-VN" dirty="0"/>
              <a:t>Bài 5: Hàm</a:t>
            </a:r>
            <a:endParaRPr lang="en-US" dirty="0"/>
          </a:p>
        </p:txBody>
      </p:sp>
      <p:sp>
        <p:nvSpPr>
          <p:cNvPr id="5" name="Slide Number Placeholder 4">
            <a:extLst>
              <a:ext uri="{FF2B5EF4-FFF2-40B4-BE49-F238E27FC236}">
                <a16:creationId xmlns:a16="http://schemas.microsoft.com/office/drawing/2014/main" id="{5524D0C4-EAE8-0D46-B045-500C48738E3A}"/>
              </a:ext>
            </a:extLst>
          </p:cNvPr>
          <p:cNvSpPr>
            <a:spLocks noGrp="1"/>
          </p:cNvSpPr>
          <p:nvPr>
            <p:ph type="sldNum" sz="quarter" idx="12"/>
          </p:nvPr>
        </p:nvSpPr>
        <p:spPr/>
        <p:txBody>
          <a:bodyPr/>
          <a:lstStyle/>
          <a:p>
            <a:fld id="{1AD93096-5B34-4342-9326-69289CEAE4C2}" type="slidenum">
              <a:rPr lang="en-US" smtClean="0"/>
              <a:pPr/>
              <a:t>8</a:t>
            </a:fld>
            <a:endParaRPr lang="en-US" dirty="0"/>
          </a:p>
        </p:txBody>
      </p:sp>
      <p:sp>
        <p:nvSpPr>
          <p:cNvPr id="14" name="Content Placeholder 8">
            <a:extLst>
              <a:ext uri="{FF2B5EF4-FFF2-40B4-BE49-F238E27FC236}">
                <a16:creationId xmlns:a16="http://schemas.microsoft.com/office/drawing/2014/main" id="{32B938ED-FEB0-B346-B946-C57073A836A8}"/>
              </a:ext>
            </a:extLst>
          </p:cNvPr>
          <p:cNvSpPr txBox="1">
            <a:spLocks/>
          </p:cNvSpPr>
          <p:nvPr/>
        </p:nvSpPr>
        <p:spPr>
          <a:xfrm>
            <a:off x="1260184" y="1606383"/>
            <a:ext cx="6624736" cy="1644330"/>
          </a:xfrm>
          <a:prstGeom prst="rect">
            <a:avLst/>
          </a:prstGeom>
        </p:spPr>
        <p:style>
          <a:lnRef idx="2">
            <a:schemeClr val="accent4"/>
          </a:lnRef>
          <a:fillRef idx="1">
            <a:schemeClr val="lt1"/>
          </a:fillRef>
          <a:effectRef idx="0">
            <a:schemeClr val="accent4"/>
          </a:effectRef>
          <a:fontRef idx="minor">
            <a:schemeClr val="dk1"/>
          </a:fontRef>
        </p:style>
        <p:txBody>
          <a:bodyPr>
            <a:noAutofit/>
          </a:bodyPr>
          <a:lstStyle>
            <a:lvl1pPr marL="308610" indent="-257175" algn="l" rtl="0" eaLnBrk="1" latinLnBrk="0" hangingPunct="1">
              <a:spcBef>
                <a:spcPts val="525"/>
              </a:spcBef>
              <a:buSzPct val="95000"/>
              <a:buFont typeface="Wingdings"/>
              <a:buChar char=""/>
              <a:defRPr sz="1500" kern="1200" spc="0">
                <a:solidFill>
                  <a:schemeClr val="tx1"/>
                </a:solidFill>
                <a:latin typeface="+mn-lt"/>
                <a:ea typeface="+mn-ea"/>
                <a:cs typeface="Arial" pitchFamily="34" charset="0"/>
              </a:defRPr>
            </a:lvl1pPr>
            <a:lvl2pPr marL="555498" indent="-214313" algn="l" rtl="0" eaLnBrk="1" latinLnBrk="0" hangingPunct="1">
              <a:spcBef>
                <a:spcPct val="20000"/>
              </a:spcBef>
              <a:buClr>
                <a:schemeClr val="accent2"/>
              </a:buClr>
              <a:buSzPct val="90000"/>
              <a:buFont typeface="Wingdings"/>
              <a:buChar char=""/>
              <a:defRPr sz="1350" kern="1200" spc="0">
                <a:solidFill>
                  <a:schemeClr val="tx1"/>
                </a:solidFill>
                <a:latin typeface="+mn-lt"/>
                <a:ea typeface="+mn-ea"/>
                <a:cs typeface="Arial" pitchFamily="34" charset="0"/>
              </a:defRPr>
            </a:lvl2pPr>
            <a:lvl3pPr marL="747522" indent="-171450" algn="l" rtl="0" eaLnBrk="1" latinLnBrk="0" hangingPunct="1">
              <a:spcBef>
                <a:spcPct val="20000"/>
              </a:spcBef>
              <a:buClr>
                <a:schemeClr val="accent2"/>
              </a:buClr>
              <a:buFont typeface="Wingdings 2"/>
              <a:buChar char=""/>
              <a:defRPr sz="1200" kern="1200" spc="0">
                <a:solidFill>
                  <a:schemeClr val="tx1"/>
                </a:solidFill>
                <a:latin typeface="+mn-lt"/>
                <a:ea typeface="+mn-ea"/>
                <a:cs typeface="Arial" pitchFamily="34" charset="0"/>
              </a:defRPr>
            </a:lvl3pPr>
            <a:lvl4pPr marL="946404" indent="-171450" algn="l" rtl="0" eaLnBrk="1" latinLnBrk="0" hangingPunct="1">
              <a:spcBef>
                <a:spcPct val="20000"/>
              </a:spcBef>
              <a:buClr>
                <a:schemeClr val="accent3"/>
              </a:buClr>
              <a:buFont typeface="Wingdings 3"/>
              <a:buChar char=""/>
              <a:defRPr sz="1200" kern="1200" spc="0">
                <a:solidFill>
                  <a:schemeClr val="tx1"/>
                </a:solidFill>
                <a:latin typeface="+mn-lt"/>
                <a:ea typeface="+mn-ea"/>
                <a:cs typeface="Arial" pitchFamily="34" charset="0"/>
              </a:defRPr>
            </a:lvl4pPr>
            <a:lvl5pPr marL="1110996" indent="-157734" algn="l" rtl="0" eaLnBrk="1" latinLnBrk="0" hangingPunct="1">
              <a:spcBef>
                <a:spcPct val="20000"/>
              </a:spcBef>
              <a:buClr>
                <a:schemeClr val="accent3"/>
              </a:buClr>
              <a:buFont typeface="Wingdings 2"/>
              <a:buChar char=""/>
              <a:defRPr sz="1050" kern="1200" spc="0">
                <a:solidFill>
                  <a:schemeClr val="tx1"/>
                </a:solidFill>
                <a:latin typeface="+mn-lt"/>
                <a:ea typeface="+mn-ea"/>
                <a:cs typeface="Arial" pitchFamily="34" charset="0"/>
              </a:defRPr>
            </a:lvl5pPr>
            <a:lvl6pPr marL="1282446" indent="-157734" algn="l" rtl="0" eaLnBrk="1" latinLnBrk="0" hangingPunct="1">
              <a:spcBef>
                <a:spcPct val="20000"/>
              </a:spcBef>
              <a:buClr>
                <a:schemeClr val="accent3"/>
              </a:buClr>
              <a:buFont typeface="Wingdings 2"/>
              <a:buChar char=""/>
              <a:defRPr sz="1350" kern="1200">
                <a:solidFill>
                  <a:schemeClr val="tx1"/>
                </a:solidFill>
                <a:latin typeface="+mn-lt"/>
                <a:ea typeface="+mn-ea"/>
                <a:cs typeface="+mn-cs"/>
              </a:defRPr>
            </a:lvl6pPr>
            <a:lvl7pPr marL="1426464"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7pPr>
            <a:lvl8pPr marL="1570482"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8pPr>
            <a:lvl9pPr marL="1714500"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9pPr>
            <a:extLst/>
          </a:lstStyle>
          <a:p>
            <a:pPr marL="51435" indent="0">
              <a:buNone/>
            </a:pPr>
            <a:r>
              <a:rPr lang="en-US" sz="2000" b="1" dirty="0">
                <a:latin typeface="Consolas" pitchFamily="49" charset="0"/>
                <a:cs typeface="Consolas" pitchFamily="49" charset="0"/>
              </a:rPr>
              <a:t>static</a:t>
            </a:r>
            <a:r>
              <a:rPr lang="en-US" sz="2000" i="1" dirty="0">
                <a:latin typeface="Consolas" pitchFamily="49" charset="0"/>
                <a:cs typeface="Consolas" pitchFamily="49" charset="0"/>
              </a:rPr>
              <a:t> </a:t>
            </a:r>
            <a:r>
              <a:rPr lang="en-US" sz="2000" dirty="0">
                <a:solidFill>
                  <a:srgbClr val="0432FF"/>
                </a:solidFill>
                <a:latin typeface="Consolas" pitchFamily="49" charset="0"/>
                <a:cs typeface="Consolas" pitchFamily="49" charset="0"/>
              </a:rPr>
              <a:t>return-type</a:t>
            </a:r>
            <a:r>
              <a:rPr lang="en-US" sz="2000" dirty="0">
                <a:latin typeface="Consolas" pitchFamily="49" charset="0"/>
                <a:cs typeface="Consolas" pitchFamily="49" charset="0"/>
              </a:rPr>
              <a:t> </a:t>
            </a:r>
            <a:r>
              <a:rPr lang="en-US" sz="2000" dirty="0">
                <a:solidFill>
                  <a:srgbClr val="FF0000"/>
                </a:solidFill>
                <a:latin typeface="Consolas" pitchFamily="49" charset="0"/>
                <a:cs typeface="Consolas" pitchFamily="49" charset="0"/>
              </a:rPr>
              <a:t>method-name</a:t>
            </a:r>
            <a:r>
              <a:rPr lang="en-US" sz="2000" dirty="0">
                <a:latin typeface="Consolas" pitchFamily="49" charset="0"/>
                <a:cs typeface="Consolas" pitchFamily="49" charset="0"/>
              </a:rPr>
              <a:t> (</a:t>
            </a:r>
            <a:r>
              <a:rPr lang="en-US" sz="2000" i="1" dirty="0">
                <a:solidFill>
                  <a:srgbClr val="EF6822"/>
                </a:solidFill>
                <a:latin typeface="Consolas" pitchFamily="49" charset="0"/>
                <a:cs typeface="Consolas" pitchFamily="49" charset="0"/>
              </a:rPr>
              <a:t>parameters</a:t>
            </a:r>
            <a:r>
              <a:rPr lang="en-US" sz="2000" dirty="0">
                <a:latin typeface="Consolas" pitchFamily="49" charset="0"/>
                <a:cs typeface="Consolas" pitchFamily="49" charset="0"/>
              </a:rPr>
              <a:t>)</a:t>
            </a:r>
            <a:endParaRPr lang="en-GB" sz="2000" dirty="0">
              <a:latin typeface="Consolas" pitchFamily="49" charset="0"/>
              <a:cs typeface="Consolas" pitchFamily="49" charset="0"/>
            </a:endParaRPr>
          </a:p>
          <a:p>
            <a:pPr marL="51435" indent="0">
              <a:buNone/>
            </a:pPr>
            <a:r>
              <a:rPr lang="en-GB" sz="2000" dirty="0">
                <a:latin typeface="Consolas" pitchFamily="49" charset="0"/>
                <a:cs typeface="Consolas" pitchFamily="49" charset="0"/>
              </a:rPr>
              <a:t>{</a:t>
            </a:r>
            <a:br>
              <a:rPr lang="en-GB" sz="2000" dirty="0">
                <a:latin typeface="Consolas" pitchFamily="49" charset="0"/>
                <a:cs typeface="Consolas" pitchFamily="49" charset="0"/>
              </a:rPr>
            </a:br>
            <a:r>
              <a:rPr lang="en-GB" sz="2000" dirty="0">
                <a:latin typeface="Consolas" pitchFamily="49" charset="0"/>
                <a:cs typeface="Consolas" pitchFamily="49" charset="0"/>
              </a:rPr>
              <a:t>   </a:t>
            </a:r>
            <a:r>
              <a:rPr lang="en-GB" sz="2000" i="1" dirty="0">
                <a:latin typeface="Consolas" pitchFamily="49" charset="0"/>
                <a:cs typeface="Consolas" pitchFamily="49" charset="0"/>
              </a:rPr>
              <a:t>//Method body</a:t>
            </a:r>
            <a:endParaRPr lang="en-GB" sz="2000" dirty="0">
              <a:latin typeface="Consolas" pitchFamily="49" charset="0"/>
              <a:cs typeface="Consolas" pitchFamily="49" charset="0"/>
            </a:endParaRPr>
          </a:p>
          <a:p>
            <a:pPr marL="51435" indent="0">
              <a:buNone/>
            </a:pPr>
            <a:r>
              <a:rPr lang="en-US" sz="2000" dirty="0">
                <a:latin typeface="Consolas" pitchFamily="49" charset="0"/>
                <a:cs typeface="Consolas" pitchFamily="49" charset="0"/>
              </a:rPr>
              <a:t>}</a:t>
            </a:r>
            <a:endParaRPr lang="en-GB" sz="2000" dirty="0">
              <a:latin typeface="Consolas" pitchFamily="49" charset="0"/>
              <a:cs typeface="Consolas" pitchFamily="49" charset="0"/>
            </a:endParaRPr>
          </a:p>
        </p:txBody>
      </p:sp>
      <p:sp>
        <p:nvSpPr>
          <p:cNvPr id="7" name="Rectangle 6">
            <a:extLst>
              <a:ext uri="{FF2B5EF4-FFF2-40B4-BE49-F238E27FC236}">
                <a16:creationId xmlns:a16="http://schemas.microsoft.com/office/drawing/2014/main" id="{0CC7C25E-3C51-6744-A8C8-E0F115EFC715}"/>
              </a:ext>
            </a:extLst>
          </p:cNvPr>
          <p:cNvSpPr/>
          <p:nvPr/>
        </p:nvSpPr>
        <p:spPr>
          <a:xfrm>
            <a:off x="1259080" y="1606383"/>
            <a:ext cx="1079568" cy="395042"/>
          </a:xfrm>
          <a:prstGeom prst="rect">
            <a:avLst/>
          </a:prstGeom>
          <a:solidFill>
            <a:srgbClr val="FFFF00">
              <a:alpha val="26391"/>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Tree>
    <p:extLst>
      <p:ext uri="{BB962C8B-B14F-4D97-AF65-F5344CB8AC3E}">
        <p14:creationId xmlns:p14="http://schemas.microsoft.com/office/powerpoint/2010/main" val="23470458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77CC4D-F5BD-D34C-8F83-3D9C63A6941F}"/>
              </a:ext>
            </a:extLst>
          </p:cNvPr>
          <p:cNvSpPr>
            <a:spLocks noGrp="1"/>
          </p:cNvSpPr>
          <p:nvPr>
            <p:ph type="title"/>
          </p:nvPr>
        </p:nvSpPr>
        <p:spPr/>
        <p:txBody>
          <a:bodyPr>
            <a:normAutofit fontScale="90000"/>
          </a:bodyPr>
          <a:lstStyle/>
          <a:p>
            <a:r>
              <a:rPr lang="en-US"/>
              <a:t>ĐỊNH NGHĨA HÀM</a:t>
            </a:r>
            <a:endParaRPr lang="en-VN"/>
          </a:p>
        </p:txBody>
      </p:sp>
      <p:sp>
        <p:nvSpPr>
          <p:cNvPr id="3" name="Content Placeholder 2">
            <a:extLst>
              <a:ext uri="{FF2B5EF4-FFF2-40B4-BE49-F238E27FC236}">
                <a16:creationId xmlns:a16="http://schemas.microsoft.com/office/drawing/2014/main" id="{26BE6A67-FCA1-284D-985A-35883DFE6502}"/>
              </a:ext>
            </a:extLst>
          </p:cNvPr>
          <p:cNvSpPr>
            <a:spLocks noGrp="1"/>
          </p:cNvSpPr>
          <p:nvPr>
            <p:ph idx="1"/>
          </p:nvPr>
        </p:nvSpPr>
        <p:spPr/>
        <p:txBody>
          <a:bodyPr>
            <a:normAutofit/>
          </a:bodyPr>
          <a:lstStyle/>
          <a:p>
            <a:r>
              <a:rPr lang="en-VN">
                <a:solidFill>
                  <a:srgbClr val="EF6822"/>
                </a:solidFill>
              </a:rPr>
              <a:t>Chữ ký hàm </a:t>
            </a:r>
            <a:r>
              <a:rPr lang="en-VN"/>
              <a:t>(</a:t>
            </a:r>
            <a:r>
              <a:rPr lang="en-VN">
                <a:solidFill>
                  <a:srgbClr val="17459E"/>
                </a:solidFill>
              </a:rPr>
              <a:t>method signature</a:t>
            </a:r>
            <a:r>
              <a:rPr lang="en-VN"/>
              <a:t>):</a:t>
            </a:r>
            <a:endParaRPr lang="en-VN">
              <a:solidFill>
                <a:srgbClr val="FFC000"/>
              </a:solidFill>
            </a:endParaRPr>
          </a:p>
          <a:p>
            <a:endParaRPr lang="en-VN">
              <a:solidFill>
                <a:srgbClr val="FFC000"/>
              </a:solidFill>
            </a:endParaRPr>
          </a:p>
          <a:p>
            <a:endParaRPr lang="en-VN">
              <a:solidFill>
                <a:srgbClr val="FFC000"/>
              </a:solidFill>
            </a:endParaRPr>
          </a:p>
          <a:p>
            <a:endParaRPr lang="en-VN">
              <a:solidFill>
                <a:srgbClr val="FFC000"/>
              </a:solidFill>
            </a:endParaRPr>
          </a:p>
          <a:p>
            <a:endParaRPr lang="en-VN">
              <a:solidFill>
                <a:srgbClr val="FFC000"/>
              </a:solidFill>
            </a:endParaRPr>
          </a:p>
          <a:p>
            <a:endParaRPr lang="en-VN">
              <a:solidFill>
                <a:srgbClr val="FFC000"/>
              </a:solidFill>
            </a:endParaRPr>
          </a:p>
          <a:p>
            <a:r>
              <a:rPr lang="en-US" b="1" i="1">
                <a:solidFill>
                  <a:srgbClr val="FF0000"/>
                </a:solidFill>
              </a:rPr>
              <a:t>method-name</a:t>
            </a:r>
            <a:r>
              <a:rPr lang="en-VN" i="1"/>
              <a:t>:</a:t>
            </a:r>
            <a:r>
              <a:rPr lang="en-VN" i="1">
                <a:solidFill>
                  <a:srgbClr val="0432FF"/>
                </a:solidFill>
              </a:rPr>
              <a:t> </a:t>
            </a:r>
            <a:r>
              <a:rPr lang="en-VN" i="1">
                <a:solidFill>
                  <a:srgbClr val="FF0000"/>
                </a:solidFill>
              </a:rPr>
              <a:t>tên gọi của hàm </a:t>
            </a:r>
            <a:r>
              <a:rPr lang="en-VN" i="1">
                <a:sym typeface="Wingdings" pitchFamily="2" charset="2"/>
              </a:rPr>
              <a:t> dùng để gọi hàm</a:t>
            </a:r>
          </a:p>
          <a:p>
            <a:pPr lvl="1"/>
            <a:r>
              <a:rPr lang="en-VN" i="1">
                <a:sym typeface="Wingdings" pitchFamily="2" charset="2"/>
              </a:rPr>
              <a:t>Quy ước đặt tên hàm: </a:t>
            </a:r>
            <a:r>
              <a:rPr lang="en-VN" b="1" i="1">
                <a:sym typeface="Wingdings" pitchFamily="2" charset="2"/>
              </a:rPr>
              <a:t>viết hoa chữ các đầu của mỗi từ </a:t>
            </a:r>
            <a:r>
              <a:rPr lang="en-VN" i="1">
                <a:sym typeface="Wingdings" pitchFamily="2" charset="2"/>
              </a:rPr>
              <a:t>trong tên hàm. Ví dụ: </a:t>
            </a:r>
            <a:r>
              <a:rPr lang="en-VN" b="1" i="1">
                <a:sym typeface="Wingdings" pitchFamily="2" charset="2"/>
              </a:rPr>
              <a:t>W</a:t>
            </a:r>
            <a:r>
              <a:rPr lang="en-VN" i="1">
                <a:sym typeface="Wingdings" pitchFamily="2" charset="2"/>
              </a:rPr>
              <a:t>rite</a:t>
            </a:r>
            <a:r>
              <a:rPr lang="en-VN" b="1" i="1">
                <a:sym typeface="Wingdings" pitchFamily="2" charset="2"/>
              </a:rPr>
              <a:t>L</a:t>
            </a:r>
            <a:r>
              <a:rPr lang="en-VN" i="1">
                <a:sym typeface="Wingdings" pitchFamily="2" charset="2"/>
              </a:rPr>
              <a:t>ine(), </a:t>
            </a:r>
            <a:r>
              <a:rPr lang="en-VN" b="1" i="1">
                <a:sym typeface="Wingdings" pitchFamily="2" charset="2"/>
              </a:rPr>
              <a:t>R</a:t>
            </a:r>
            <a:r>
              <a:rPr lang="en-VN" i="1">
                <a:sym typeface="Wingdings" pitchFamily="2" charset="2"/>
              </a:rPr>
              <a:t>ead</a:t>
            </a:r>
            <a:r>
              <a:rPr lang="en-VN" b="1" i="1">
                <a:sym typeface="Wingdings" pitchFamily="2" charset="2"/>
              </a:rPr>
              <a:t>L</a:t>
            </a:r>
            <a:r>
              <a:rPr lang="en-VN" i="1">
                <a:sym typeface="Wingdings" pitchFamily="2" charset="2"/>
              </a:rPr>
              <a:t>ine(), </a:t>
            </a:r>
            <a:r>
              <a:rPr lang="en-VN" b="1" i="1">
                <a:sym typeface="Wingdings" pitchFamily="2" charset="2"/>
              </a:rPr>
              <a:t>T</a:t>
            </a:r>
            <a:r>
              <a:rPr lang="en-VN" i="1">
                <a:sym typeface="Wingdings" pitchFamily="2" charset="2"/>
              </a:rPr>
              <a:t>o</a:t>
            </a:r>
            <a:r>
              <a:rPr lang="en-VN" b="1" i="1">
                <a:sym typeface="Wingdings" pitchFamily="2" charset="2"/>
              </a:rPr>
              <a:t>I</a:t>
            </a:r>
            <a:r>
              <a:rPr lang="en-VN" i="1">
                <a:sym typeface="Wingdings" pitchFamily="2" charset="2"/>
              </a:rPr>
              <a:t>nt32(),…</a:t>
            </a:r>
            <a:endParaRPr lang="en-VN"/>
          </a:p>
          <a:p>
            <a:pPr marL="341185" lvl="1" indent="0">
              <a:buNone/>
            </a:pPr>
            <a:endParaRPr lang="en-VN" b="1" i="1"/>
          </a:p>
        </p:txBody>
      </p:sp>
      <p:sp>
        <p:nvSpPr>
          <p:cNvPr id="4" name="Footer Placeholder 3">
            <a:extLst>
              <a:ext uri="{FF2B5EF4-FFF2-40B4-BE49-F238E27FC236}">
                <a16:creationId xmlns:a16="http://schemas.microsoft.com/office/drawing/2014/main" id="{09113DD4-CC4D-514E-8A24-3895D5D85ED5}"/>
              </a:ext>
            </a:extLst>
          </p:cNvPr>
          <p:cNvSpPr>
            <a:spLocks noGrp="1"/>
          </p:cNvSpPr>
          <p:nvPr>
            <p:ph type="ftr" sz="quarter" idx="11"/>
          </p:nvPr>
        </p:nvSpPr>
        <p:spPr/>
        <p:txBody>
          <a:bodyPr/>
          <a:lstStyle/>
          <a:p>
            <a:r>
              <a:rPr lang="vi-VN" dirty="0"/>
              <a:t>Bài 5: Hàm</a:t>
            </a:r>
            <a:endParaRPr lang="en-US" dirty="0"/>
          </a:p>
        </p:txBody>
      </p:sp>
      <p:sp>
        <p:nvSpPr>
          <p:cNvPr id="5" name="Slide Number Placeholder 4">
            <a:extLst>
              <a:ext uri="{FF2B5EF4-FFF2-40B4-BE49-F238E27FC236}">
                <a16:creationId xmlns:a16="http://schemas.microsoft.com/office/drawing/2014/main" id="{5524D0C4-EAE8-0D46-B045-500C48738E3A}"/>
              </a:ext>
            </a:extLst>
          </p:cNvPr>
          <p:cNvSpPr>
            <a:spLocks noGrp="1"/>
          </p:cNvSpPr>
          <p:nvPr>
            <p:ph type="sldNum" sz="quarter" idx="12"/>
          </p:nvPr>
        </p:nvSpPr>
        <p:spPr/>
        <p:txBody>
          <a:bodyPr/>
          <a:lstStyle/>
          <a:p>
            <a:fld id="{1AD93096-5B34-4342-9326-69289CEAE4C2}" type="slidenum">
              <a:rPr lang="en-US" smtClean="0"/>
              <a:pPr/>
              <a:t>9</a:t>
            </a:fld>
            <a:endParaRPr lang="en-US" dirty="0"/>
          </a:p>
        </p:txBody>
      </p:sp>
      <p:sp>
        <p:nvSpPr>
          <p:cNvPr id="14" name="Content Placeholder 8">
            <a:extLst>
              <a:ext uri="{FF2B5EF4-FFF2-40B4-BE49-F238E27FC236}">
                <a16:creationId xmlns:a16="http://schemas.microsoft.com/office/drawing/2014/main" id="{32B938ED-FEB0-B346-B946-C57073A836A8}"/>
              </a:ext>
            </a:extLst>
          </p:cNvPr>
          <p:cNvSpPr txBox="1">
            <a:spLocks/>
          </p:cNvSpPr>
          <p:nvPr/>
        </p:nvSpPr>
        <p:spPr>
          <a:xfrm>
            <a:off x="1260184" y="1606383"/>
            <a:ext cx="6624736" cy="1644330"/>
          </a:xfrm>
          <a:prstGeom prst="rect">
            <a:avLst/>
          </a:prstGeom>
        </p:spPr>
        <p:style>
          <a:lnRef idx="2">
            <a:schemeClr val="accent4"/>
          </a:lnRef>
          <a:fillRef idx="1">
            <a:schemeClr val="lt1"/>
          </a:fillRef>
          <a:effectRef idx="0">
            <a:schemeClr val="accent4"/>
          </a:effectRef>
          <a:fontRef idx="minor">
            <a:schemeClr val="dk1"/>
          </a:fontRef>
        </p:style>
        <p:txBody>
          <a:bodyPr>
            <a:noAutofit/>
          </a:bodyPr>
          <a:lstStyle>
            <a:lvl1pPr marL="308610" indent="-257175" algn="l" rtl="0" eaLnBrk="1" latinLnBrk="0" hangingPunct="1">
              <a:spcBef>
                <a:spcPts val="525"/>
              </a:spcBef>
              <a:buSzPct val="95000"/>
              <a:buFont typeface="Wingdings"/>
              <a:buChar char=""/>
              <a:defRPr sz="1500" kern="1200" spc="0">
                <a:solidFill>
                  <a:schemeClr val="tx1"/>
                </a:solidFill>
                <a:latin typeface="+mn-lt"/>
                <a:ea typeface="+mn-ea"/>
                <a:cs typeface="Arial" pitchFamily="34" charset="0"/>
              </a:defRPr>
            </a:lvl1pPr>
            <a:lvl2pPr marL="555498" indent="-214313" algn="l" rtl="0" eaLnBrk="1" latinLnBrk="0" hangingPunct="1">
              <a:spcBef>
                <a:spcPct val="20000"/>
              </a:spcBef>
              <a:buClr>
                <a:schemeClr val="accent2"/>
              </a:buClr>
              <a:buSzPct val="90000"/>
              <a:buFont typeface="Wingdings"/>
              <a:buChar char=""/>
              <a:defRPr sz="1350" kern="1200" spc="0">
                <a:solidFill>
                  <a:schemeClr val="tx1"/>
                </a:solidFill>
                <a:latin typeface="+mn-lt"/>
                <a:ea typeface="+mn-ea"/>
                <a:cs typeface="Arial" pitchFamily="34" charset="0"/>
              </a:defRPr>
            </a:lvl2pPr>
            <a:lvl3pPr marL="747522" indent="-171450" algn="l" rtl="0" eaLnBrk="1" latinLnBrk="0" hangingPunct="1">
              <a:spcBef>
                <a:spcPct val="20000"/>
              </a:spcBef>
              <a:buClr>
                <a:schemeClr val="accent2"/>
              </a:buClr>
              <a:buFont typeface="Wingdings 2"/>
              <a:buChar char=""/>
              <a:defRPr sz="1200" kern="1200" spc="0">
                <a:solidFill>
                  <a:schemeClr val="tx1"/>
                </a:solidFill>
                <a:latin typeface="+mn-lt"/>
                <a:ea typeface="+mn-ea"/>
                <a:cs typeface="Arial" pitchFamily="34" charset="0"/>
              </a:defRPr>
            </a:lvl3pPr>
            <a:lvl4pPr marL="946404" indent="-171450" algn="l" rtl="0" eaLnBrk="1" latinLnBrk="0" hangingPunct="1">
              <a:spcBef>
                <a:spcPct val="20000"/>
              </a:spcBef>
              <a:buClr>
                <a:schemeClr val="accent3"/>
              </a:buClr>
              <a:buFont typeface="Wingdings 3"/>
              <a:buChar char=""/>
              <a:defRPr sz="1200" kern="1200" spc="0">
                <a:solidFill>
                  <a:schemeClr val="tx1"/>
                </a:solidFill>
                <a:latin typeface="+mn-lt"/>
                <a:ea typeface="+mn-ea"/>
                <a:cs typeface="Arial" pitchFamily="34" charset="0"/>
              </a:defRPr>
            </a:lvl4pPr>
            <a:lvl5pPr marL="1110996" indent="-157734" algn="l" rtl="0" eaLnBrk="1" latinLnBrk="0" hangingPunct="1">
              <a:spcBef>
                <a:spcPct val="20000"/>
              </a:spcBef>
              <a:buClr>
                <a:schemeClr val="accent3"/>
              </a:buClr>
              <a:buFont typeface="Wingdings 2"/>
              <a:buChar char=""/>
              <a:defRPr sz="1050" kern="1200" spc="0">
                <a:solidFill>
                  <a:schemeClr val="tx1"/>
                </a:solidFill>
                <a:latin typeface="+mn-lt"/>
                <a:ea typeface="+mn-ea"/>
                <a:cs typeface="Arial" pitchFamily="34" charset="0"/>
              </a:defRPr>
            </a:lvl5pPr>
            <a:lvl6pPr marL="1282446" indent="-157734" algn="l" rtl="0" eaLnBrk="1" latinLnBrk="0" hangingPunct="1">
              <a:spcBef>
                <a:spcPct val="20000"/>
              </a:spcBef>
              <a:buClr>
                <a:schemeClr val="accent3"/>
              </a:buClr>
              <a:buFont typeface="Wingdings 2"/>
              <a:buChar char=""/>
              <a:defRPr sz="1350" kern="1200">
                <a:solidFill>
                  <a:schemeClr val="tx1"/>
                </a:solidFill>
                <a:latin typeface="+mn-lt"/>
                <a:ea typeface="+mn-ea"/>
                <a:cs typeface="+mn-cs"/>
              </a:defRPr>
            </a:lvl6pPr>
            <a:lvl7pPr marL="1426464"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7pPr>
            <a:lvl8pPr marL="1570482"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8pPr>
            <a:lvl9pPr marL="1714500"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9pPr>
            <a:extLst/>
          </a:lstStyle>
          <a:p>
            <a:pPr marL="51435" indent="0">
              <a:buNone/>
            </a:pPr>
            <a:r>
              <a:rPr lang="en-US" sz="2000" b="1" dirty="0">
                <a:latin typeface="Consolas" pitchFamily="49" charset="0"/>
                <a:cs typeface="Consolas" pitchFamily="49" charset="0"/>
              </a:rPr>
              <a:t>static</a:t>
            </a:r>
            <a:r>
              <a:rPr lang="en-US" sz="2000" i="1" dirty="0">
                <a:latin typeface="Consolas" pitchFamily="49" charset="0"/>
                <a:cs typeface="Consolas" pitchFamily="49" charset="0"/>
              </a:rPr>
              <a:t> </a:t>
            </a:r>
            <a:r>
              <a:rPr lang="en-US" sz="2000" dirty="0">
                <a:solidFill>
                  <a:srgbClr val="0432FF"/>
                </a:solidFill>
                <a:latin typeface="Consolas" pitchFamily="49" charset="0"/>
                <a:cs typeface="Consolas" pitchFamily="49" charset="0"/>
              </a:rPr>
              <a:t>return-type</a:t>
            </a:r>
            <a:r>
              <a:rPr lang="en-US" sz="2000" dirty="0">
                <a:latin typeface="Consolas" pitchFamily="49" charset="0"/>
                <a:cs typeface="Consolas" pitchFamily="49" charset="0"/>
              </a:rPr>
              <a:t> </a:t>
            </a:r>
            <a:r>
              <a:rPr lang="en-US" sz="2000" dirty="0">
                <a:solidFill>
                  <a:srgbClr val="FF0000"/>
                </a:solidFill>
                <a:latin typeface="Consolas" pitchFamily="49" charset="0"/>
                <a:cs typeface="Consolas" pitchFamily="49" charset="0"/>
              </a:rPr>
              <a:t>method-name</a:t>
            </a:r>
            <a:r>
              <a:rPr lang="en-US" sz="2000" dirty="0">
                <a:latin typeface="Consolas" pitchFamily="49" charset="0"/>
                <a:cs typeface="Consolas" pitchFamily="49" charset="0"/>
              </a:rPr>
              <a:t> (</a:t>
            </a:r>
            <a:r>
              <a:rPr lang="en-US" sz="2000" i="1" dirty="0">
                <a:solidFill>
                  <a:srgbClr val="EF6822"/>
                </a:solidFill>
                <a:latin typeface="Consolas" pitchFamily="49" charset="0"/>
                <a:cs typeface="Consolas" pitchFamily="49" charset="0"/>
              </a:rPr>
              <a:t>parameters</a:t>
            </a:r>
            <a:r>
              <a:rPr lang="en-US" sz="2000" dirty="0">
                <a:latin typeface="Consolas" pitchFamily="49" charset="0"/>
                <a:cs typeface="Consolas" pitchFamily="49" charset="0"/>
              </a:rPr>
              <a:t>)</a:t>
            </a:r>
            <a:endParaRPr lang="en-GB" sz="2000" dirty="0">
              <a:latin typeface="Consolas" pitchFamily="49" charset="0"/>
              <a:cs typeface="Consolas" pitchFamily="49" charset="0"/>
            </a:endParaRPr>
          </a:p>
          <a:p>
            <a:pPr marL="51435" indent="0">
              <a:buNone/>
            </a:pPr>
            <a:r>
              <a:rPr lang="en-GB" sz="2000" dirty="0">
                <a:latin typeface="Consolas" pitchFamily="49" charset="0"/>
                <a:cs typeface="Consolas" pitchFamily="49" charset="0"/>
              </a:rPr>
              <a:t>{</a:t>
            </a:r>
            <a:br>
              <a:rPr lang="en-GB" sz="2000" dirty="0">
                <a:latin typeface="Consolas" pitchFamily="49" charset="0"/>
                <a:cs typeface="Consolas" pitchFamily="49" charset="0"/>
              </a:rPr>
            </a:br>
            <a:r>
              <a:rPr lang="en-GB" sz="2000" dirty="0">
                <a:latin typeface="Consolas" pitchFamily="49" charset="0"/>
                <a:cs typeface="Consolas" pitchFamily="49" charset="0"/>
              </a:rPr>
              <a:t>   </a:t>
            </a:r>
            <a:r>
              <a:rPr lang="en-GB" sz="2000" i="1" dirty="0">
                <a:latin typeface="Consolas" pitchFamily="49" charset="0"/>
                <a:cs typeface="Consolas" pitchFamily="49" charset="0"/>
              </a:rPr>
              <a:t>//Method body</a:t>
            </a:r>
            <a:endParaRPr lang="en-GB" sz="2000" dirty="0">
              <a:latin typeface="Consolas" pitchFamily="49" charset="0"/>
              <a:cs typeface="Consolas" pitchFamily="49" charset="0"/>
            </a:endParaRPr>
          </a:p>
          <a:p>
            <a:pPr marL="51435" indent="0">
              <a:buNone/>
            </a:pPr>
            <a:r>
              <a:rPr lang="en-US" sz="2000" dirty="0">
                <a:latin typeface="Consolas" pitchFamily="49" charset="0"/>
                <a:cs typeface="Consolas" pitchFamily="49" charset="0"/>
              </a:rPr>
              <a:t>}</a:t>
            </a:r>
            <a:endParaRPr lang="en-GB" sz="2000" dirty="0">
              <a:latin typeface="Consolas" pitchFamily="49" charset="0"/>
              <a:cs typeface="Consolas" pitchFamily="49" charset="0"/>
            </a:endParaRPr>
          </a:p>
        </p:txBody>
      </p:sp>
      <p:sp>
        <p:nvSpPr>
          <p:cNvPr id="7" name="Rectangle 6">
            <a:extLst>
              <a:ext uri="{FF2B5EF4-FFF2-40B4-BE49-F238E27FC236}">
                <a16:creationId xmlns:a16="http://schemas.microsoft.com/office/drawing/2014/main" id="{0CC7C25E-3C51-6744-A8C8-E0F115EFC715}"/>
              </a:ext>
            </a:extLst>
          </p:cNvPr>
          <p:cNvSpPr/>
          <p:nvPr/>
        </p:nvSpPr>
        <p:spPr>
          <a:xfrm>
            <a:off x="1259080" y="1606383"/>
            <a:ext cx="1079568" cy="395042"/>
          </a:xfrm>
          <a:prstGeom prst="rect">
            <a:avLst/>
          </a:prstGeom>
          <a:solidFill>
            <a:srgbClr val="FFFF00">
              <a:alpha val="26391"/>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Tree>
    <p:extLst>
      <p:ext uri="{BB962C8B-B14F-4D97-AF65-F5344CB8AC3E}">
        <p14:creationId xmlns:p14="http://schemas.microsoft.com/office/powerpoint/2010/main" val="19598023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77CC4D-F5BD-D34C-8F83-3D9C63A6941F}"/>
              </a:ext>
            </a:extLst>
          </p:cNvPr>
          <p:cNvSpPr>
            <a:spLocks noGrp="1"/>
          </p:cNvSpPr>
          <p:nvPr>
            <p:ph type="title"/>
          </p:nvPr>
        </p:nvSpPr>
        <p:spPr/>
        <p:txBody>
          <a:bodyPr>
            <a:normAutofit fontScale="90000"/>
          </a:bodyPr>
          <a:lstStyle/>
          <a:p>
            <a:r>
              <a:rPr lang="en-US"/>
              <a:t>ĐỊNH NGHĨA HÀM</a:t>
            </a:r>
            <a:endParaRPr lang="en-VN"/>
          </a:p>
        </p:txBody>
      </p:sp>
      <p:sp>
        <p:nvSpPr>
          <p:cNvPr id="3" name="Content Placeholder 2">
            <a:extLst>
              <a:ext uri="{FF2B5EF4-FFF2-40B4-BE49-F238E27FC236}">
                <a16:creationId xmlns:a16="http://schemas.microsoft.com/office/drawing/2014/main" id="{26BE6A67-FCA1-284D-985A-35883DFE6502}"/>
              </a:ext>
            </a:extLst>
          </p:cNvPr>
          <p:cNvSpPr>
            <a:spLocks noGrp="1"/>
          </p:cNvSpPr>
          <p:nvPr>
            <p:ph idx="1"/>
          </p:nvPr>
        </p:nvSpPr>
        <p:spPr/>
        <p:txBody>
          <a:bodyPr>
            <a:normAutofit/>
          </a:bodyPr>
          <a:lstStyle/>
          <a:p>
            <a:r>
              <a:rPr lang="en-VN">
                <a:solidFill>
                  <a:srgbClr val="EF6822"/>
                </a:solidFill>
              </a:rPr>
              <a:t>Chữ ký hàm </a:t>
            </a:r>
            <a:r>
              <a:rPr lang="en-VN"/>
              <a:t>(</a:t>
            </a:r>
            <a:r>
              <a:rPr lang="en-VN">
                <a:solidFill>
                  <a:srgbClr val="17459E"/>
                </a:solidFill>
              </a:rPr>
              <a:t>method signature</a:t>
            </a:r>
            <a:r>
              <a:rPr lang="en-VN"/>
              <a:t>):</a:t>
            </a:r>
            <a:endParaRPr lang="en-VN">
              <a:solidFill>
                <a:srgbClr val="FFC000"/>
              </a:solidFill>
            </a:endParaRPr>
          </a:p>
          <a:p>
            <a:endParaRPr lang="en-VN">
              <a:solidFill>
                <a:srgbClr val="FFC000"/>
              </a:solidFill>
            </a:endParaRPr>
          </a:p>
          <a:p>
            <a:endParaRPr lang="en-VN">
              <a:solidFill>
                <a:srgbClr val="FFC000"/>
              </a:solidFill>
            </a:endParaRPr>
          </a:p>
          <a:p>
            <a:endParaRPr lang="en-VN">
              <a:solidFill>
                <a:srgbClr val="FFC000"/>
              </a:solidFill>
            </a:endParaRPr>
          </a:p>
          <a:p>
            <a:endParaRPr lang="en-VN">
              <a:solidFill>
                <a:srgbClr val="FFC000"/>
              </a:solidFill>
            </a:endParaRPr>
          </a:p>
          <a:p>
            <a:endParaRPr lang="en-VN">
              <a:solidFill>
                <a:srgbClr val="FFC000"/>
              </a:solidFill>
            </a:endParaRPr>
          </a:p>
          <a:p>
            <a:r>
              <a:rPr lang="en-US" b="1" i="1">
                <a:solidFill>
                  <a:srgbClr val="EF6822"/>
                </a:solidFill>
              </a:rPr>
              <a:t>parameters</a:t>
            </a:r>
            <a:r>
              <a:rPr lang="en-VN" i="1"/>
              <a:t>:</a:t>
            </a:r>
            <a:r>
              <a:rPr lang="en-VN" i="1">
                <a:solidFill>
                  <a:srgbClr val="0432FF"/>
                </a:solidFill>
              </a:rPr>
              <a:t> </a:t>
            </a:r>
            <a:r>
              <a:rPr lang="en-VN" i="1">
                <a:solidFill>
                  <a:srgbClr val="FF0000"/>
                </a:solidFill>
              </a:rPr>
              <a:t>các tham số (nếu có)</a:t>
            </a:r>
            <a:r>
              <a:rPr lang="en-VN" i="1">
                <a:sym typeface="Wingdings" pitchFamily="2" charset="2"/>
              </a:rPr>
              <a:t> dùng để truyền dữ liệu vào hàm khi gọi hàm</a:t>
            </a:r>
          </a:p>
          <a:p>
            <a:pPr lvl="1"/>
            <a:r>
              <a:rPr lang="en-VN">
                <a:sym typeface="Wingdings" pitchFamily="2" charset="2"/>
              </a:rPr>
              <a:t>Các tham số được </a:t>
            </a:r>
            <a:r>
              <a:rPr lang="en-VN">
                <a:solidFill>
                  <a:srgbClr val="17459E"/>
                </a:solidFill>
                <a:sym typeface="Wingdings" pitchFamily="2" charset="2"/>
              </a:rPr>
              <a:t>đặt trong cặp dấu ngoặc đơn </a:t>
            </a:r>
            <a:r>
              <a:rPr lang="en-VN">
                <a:sym typeface="Wingdings" pitchFamily="2" charset="2"/>
              </a:rPr>
              <a:t>() và </a:t>
            </a:r>
            <a:r>
              <a:rPr lang="en-VN">
                <a:solidFill>
                  <a:srgbClr val="17459E"/>
                </a:solidFill>
                <a:sym typeface="Wingdings" pitchFamily="2" charset="2"/>
              </a:rPr>
              <a:t>phân cách với nhau bởi dấu phẩy</a:t>
            </a:r>
            <a:r>
              <a:rPr lang="en-VN">
                <a:sym typeface="Wingdings" pitchFamily="2" charset="2"/>
              </a:rPr>
              <a:t> “,”</a:t>
            </a:r>
            <a:endParaRPr lang="en-VN"/>
          </a:p>
          <a:p>
            <a:pPr marL="341185" lvl="1" indent="0">
              <a:buNone/>
            </a:pPr>
            <a:endParaRPr lang="en-VN" b="1" i="1"/>
          </a:p>
        </p:txBody>
      </p:sp>
      <p:sp>
        <p:nvSpPr>
          <p:cNvPr id="4" name="Footer Placeholder 3">
            <a:extLst>
              <a:ext uri="{FF2B5EF4-FFF2-40B4-BE49-F238E27FC236}">
                <a16:creationId xmlns:a16="http://schemas.microsoft.com/office/drawing/2014/main" id="{09113DD4-CC4D-514E-8A24-3895D5D85ED5}"/>
              </a:ext>
            </a:extLst>
          </p:cNvPr>
          <p:cNvSpPr>
            <a:spLocks noGrp="1"/>
          </p:cNvSpPr>
          <p:nvPr>
            <p:ph type="ftr" sz="quarter" idx="11"/>
          </p:nvPr>
        </p:nvSpPr>
        <p:spPr/>
        <p:txBody>
          <a:bodyPr/>
          <a:lstStyle/>
          <a:p>
            <a:r>
              <a:rPr lang="vi-VN" dirty="0"/>
              <a:t>Bài 5: Hàm</a:t>
            </a:r>
            <a:endParaRPr lang="en-US" dirty="0"/>
          </a:p>
        </p:txBody>
      </p:sp>
      <p:sp>
        <p:nvSpPr>
          <p:cNvPr id="5" name="Slide Number Placeholder 4">
            <a:extLst>
              <a:ext uri="{FF2B5EF4-FFF2-40B4-BE49-F238E27FC236}">
                <a16:creationId xmlns:a16="http://schemas.microsoft.com/office/drawing/2014/main" id="{5524D0C4-EAE8-0D46-B045-500C48738E3A}"/>
              </a:ext>
            </a:extLst>
          </p:cNvPr>
          <p:cNvSpPr>
            <a:spLocks noGrp="1"/>
          </p:cNvSpPr>
          <p:nvPr>
            <p:ph type="sldNum" sz="quarter" idx="12"/>
          </p:nvPr>
        </p:nvSpPr>
        <p:spPr/>
        <p:txBody>
          <a:bodyPr/>
          <a:lstStyle/>
          <a:p>
            <a:fld id="{1AD93096-5B34-4342-9326-69289CEAE4C2}" type="slidenum">
              <a:rPr lang="en-US" smtClean="0"/>
              <a:pPr/>
              <a:t>10</a:t>
            </a:fld>
            <a:endParaRPr lang="en-US" dirty="0"/>
          </a:p>
        </p:txBody>
      </p:sp>
      <p:sp>
        <p:nvSpPr>
          <p:cNvPr id="14" name="Content Placeholder 8">
            <a:extLst>
              <a:ext uri="{FF2B5EF4-FFF2-40B4-BE49-F238E27FC236}">
                <a16:creationId xmlns:a16="http://schemas.microsoft.com/office/drawing/2014/main" id="{32B938ED-FEB0-B346-B946-C57073A836A8}"/>
              </a:ext>
            </a:extLst>
          </p:cNvPr>
          <p:cNvSpPr txBox="1">
            <a:spLocks/>
          </p:cNvSpPr>
          <p:nvPr/>
        </p:nvSpPr>
        <p:spPr>
          <a:xfrm>
            <a:off x="1260184" y="1606383"/>
            <a:ext cx="6624736" cy="1644330"/>
          </a:xfrm>
          <a:prstGeom prst="rect">
            <a:avLst/>
          </a:prstGeom>
        </p:spPr>
        <p:style>
          <a:lnRef idx="2">
            <a:schemeClr val="accent4"/>
          </a:lnRef>
          <a:fillRef idx="1">
            <a:schemeClr val="lt1"/>
          </a:fillRef>
          <a:effectRef idx="0">
            <a:schemeClr val="accent4"/>
          </a:effectRef>
          <a:fontRef idx="minor">
            <a:schemeClr val="dk1"/>
          </a:fontRef>
        </p:style>
        <p:txBody>
          <a:bodyPr>
            <a:noAutofit/>
          </a:bodyPr>
          <a:lstStyle>
            <a:lvl1pPr marL="308610" indent="-257175" algn="l" rtl="0" eaLnBrk="1" latinLnBrk="0" hangingPunct="1">
              <a:spcBef>
                <a:spcPts val="525"/>
              </a:spcBef>
              <a:buSzPct val="95000"/>
              <a:buFont typeface="Wingdings"/>
              <a:buChar char=""/>
              <a:defRPr sz="1500" kern="1200" spc="0">
                <a:solidFill>
                  <a:schemeClr val="tx1"/>
                </a:solidFill>
                <a:latin typeface="+mn-lt"/>
                <a:ea typeface="+mn-ea"/>
                <a:cs typeface="Arial" pitchFamily="34" charset="0"/>
              </a:defRPr>
            </a:lvl1pPr>
            <a:lvl2pPr marL="555498" indent="-214313" algn="l" rtl="0" eaLnBrk="1" latinLnBrk="0" hangingPunct="1">
              <a:spcBef>
                <a:spcPct val="20000"/>
              </a:spcBef>
              <a:buClr>
                <a:schemeClr val="accent2"/>
              </a:buClr>
              <a:buSzPct val="90000"/>
              <a:buFont typeface="Wingdings"/>
              <a:buChar char=""/>
              <a:defRPr sz="1350" kern="1200" spc="0">
                <a:solidFill>
                  <a:schemeClr val="tx1"/>
                </a:solidFill>
                <a:latin typeface="+mn-lt"/>
                <a:ea typeface="+mn-ea"/>
                <a:cs typeface="Arial" pitchFamily="34" charset="0"/>
              </a:defRPr>
            </a:lvl2pPr>
            <a:lvl3pPr marL="747522" indent="-171450" algn="l" rtl="0" eaLnBrk="1" latinLnBrk="0" hangingPunct="1">
              <a:spcBef>
                <a:spcPct val="20000"/>
              </a:spcBef>
              <a:buClr>
                <a:schemeClr val="accent2"/>
              </a:buClr>
              <a:buFont typeface="Wingdings 2"/>
              <a:buChar char=""/>
              <a:defRPr sz="1200" kern="1200" spc="0">
                <a:solidFill>
                  <a:schemeClr val="tx1"/>
                </a:solidFill>
                <a:latin typeface="+mn-lt"/>
                <a:ea typeface="+mn-ea"/>
                <a:cs typeface="Arial" pitchFamily="34" charset="0"/>
              </a:defRPr>
            </a:lvl3pPr>
            <a:lvl4pPr marL="946404" indent="-171450" algn="l" rtl="0" eaLnBrk="1" latinLnBrk="0" hangingPunct="1">
              <a:spcBef>
                <a:spcPct val="20000"/>
              </a:spcBef>
              <a:buClr>
                <a:schemeClr val="accent3"/>
              </a:buClr>
              <a:buFont typeface="Wingdings 3"/>
              <a:buChar char=""/>
              <a:defRPr sz="1200" kern="1200" spc="0">
                <a:solidFill>
                  <a:schemeClr val="tx1"/>
                </a:solidFill>
                <a:latin typeface="+mn-lt"/>
                <a:ea typeface="+mn-ea"/>
                <a:cs typeface="Arial" pitchFamily="34" charset="0"/>
              </a:defRPr>
            </a:lvl4pPr>
            <a:lvl5pPr marL="1110996" indent="-157734" algn="l" rtl="0" eaLnBrk="1" latinLnBrk="0" hangingPunct="1">
              <a:spcBef>
                <a:spcPct val="20000"/>
              </a:spcBef>
              <a:buClr>
                <a:schemeClr val="accent3"/>
              </a:buClr>
              <a:buFont typeface="Wingdings 2"/>
              <a:buChar char=""/>
              <a:defRPr sz="1050" kern="1200" spc="0">
                <a:solidFill>
                  <a:schemeClr val="tx1"/>
                </a:solidFill>
                <a:latin typeface="+mn-lt"/>
                <a:ea typeface="+mn-ea"/>
                <a:cs typeface="Arial" pitchFamily="34" charset="0"/>
              </a:defRPr>
            </a:lvl5pPr>
            <a:lvl6pPr marL="1282446" indent="-157734" algn="l" rtl="0" eaLnBrk="1" latinLnBrk="0" hangingPunct="1">
              <a:spcBef>
                <a:spcPct val="20000"/>
              </a:spcBef>
              <a:buClr>
                <a:schemeClr val="accent3"/>
              </a:buClr>
              <a:buFont typeface="Wingdings 2"/>
              <a:buChar char=""/>
              <a:defRPr sz="1350" kern="1200">
                <a:solidFill>
                  <a:schemeClr val="tx1"/>
                </a:solidFill>
                <a:latin typeface="+mn-lt"/>
                <a:ea typeface="+mn-ea"/>
                <a:cs typeface="+mn-cs"/>
              </a:defRPr>
            </a:lvl6pPr>
            <a:lvl7pPr marL="1426464"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7pPr>
            <a:lvl8pPr marL="1570482"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8pPr>
            <a:lvl9pPr marL="1714500"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9pPr>
            <a:extLst/>
          </a:lstStyle>
          <a:p>
            <a:pPr marL="51435" indent="0">
              <a:buNone/>
            </a:pPr>
            <a:r>
              <a:rPr lang="en-US" sz="2000" b="1" dirty="0">
                <a:latin typeface="Consolas" pitchFamily="49" charset="0"/>
                <a:cs typeface="Consolas" pitchFamily="49" charset="0"/>
              </a:rPr>
              <a:t>static</a:t>
            </a:r>
            <a:r>
              <a:rPr lang="en-US" sz="2000" i="1" dirty="0">
                <a:latin typeface="Consolas" pitchFamily="49" charset="0"/>
                <a:cs typeface="Consolas" pitchFamily="49" charset="0"/>
              </a:rPr>
              <a:t> </a:t>
            </a:r>
            <a:r>
              <a:rPr lang="en-US" sz="2000" dirty="0">
                <a:solidFill>
                  <a:srgbClr val="0432FF"/>
                </a:solidFill>
                <a:latin typeface="Consolas" pitchFamily="49" charset="0"/>
                <a:cs typeface="Consolas" pitchFamily="49" charset="0"/>
              </a:rPr>
              <a:t>return-type</a:t>
            </a:r>
            <a:r>
              <a:rPr lang="en-US" sz="2000" dirty="0">
                <a:latin typeface="Consolas" pitchFamily="49" charset="0"/>
                <a:cs typeface="Consolas" pitchFamily="49" charset="0"/>
              </a:rPr>
              <a:t> </a:t>
            </a:r>
            <a:r>
              <a:rPr lang="en-US" sz="2000" dirty="0">
                <a:solidFill>
                  <a:srgbClr val="FF0000"/>
                </a:solidFill>
                <a:latin typeface="Consolas" pitchFamily="49" charset="0"/>
                <a:cs typeface="Consolas" pitchFamily="49" charset="0"/>
              </a:rPr>
              <a:t>method-name</a:t>
            </a:r>
            <a:r>
              <a:rPr lang="en-US" sz="2000" dirty="0">
                <a:latin typeface="Consolas" pitchFamily="49" charset="0"/>
                <a:cs typeface="Consolas" pitchFamily="49" charset="0"/>
              </a:rPr>
              <a:t> (</a:t>
            </a:r>
            <a:r>
              <a:rPr lang="en-US" sz="2000" i="1" dirty="0">
                <a:solidFill>
                  <a:srgbClr val="EF6822"/>
                </a:solidFill>
                <a:latin typeface="Consolas" pitchFamily="49" charset="0"/>
                <a:cs typeface="Consolas" pitchFamily="49" charset="0"/>
              </a:rPr>
              <a:t>parameters</a:t>
            </a:r>
            <a:r>
              <a:rPr lang="en-US" sz="2000" dirty="0">
                <a:latin typeface="Consolas" pitchFamily="49" charset="0"/>
                <a:cs typeface="Consolas" pitchFamily="49" charset="0"/>
              </a:rPr>
              <a:t>)</a:t>
            </a:r>
            <a:endParaRPr lang="en-GB" sz="2000" dirty="0">
              <a:latin typeface="Consolas" pitchFamily="49" charset="0"/>
              <a:cs typeface="Consolas" pitchFamily="49" charset="0"/>
            </a:endParaRPr>
          </a:p>
          <a:p>
            <a:pPr marL="51435" indent="0">
              <a:buNone/>
            </a:pPr>
            <a:r>
              <a:rPr lang="en-GB" sz="2000" dirty="0">
                <a:latin typeface="Consolas" pitchFamily="49" charset="0"/>
                <a:cs typeface="Consolas" pitchFamily="49" charset="0"/>
              </a:rPr>
              <a:t>{</a:t>
            </a:r>
            <a:br>
              <a:rPr lang="en-GB" sz="2000" dirty="0">
                <a:latin typeface="Consolas" pitchFamily="49" charset="0"/>
                <a:cs typeface="Consolas" pitchFamily="49" charset="0"/>
              </a:rPr>
            </a:br>
            <a:r>
              <a:rPr lang="en-GB" sz="2000" dirty="0">
                <a:latin typeface="Consolas" pitchFamily="49" charset="0"/>
                <a:cs typeface="Consolas" pitchFamily="49" charset="0"/>
              </a:rPr>
              <a:t>   </a:t>
            </a:r>
            <a:r>
              <a:rPr lang="en-GB" sz="2000" i="1" dirty="0">
                <a:latin typeface="Consolas" pitchFamily="49" charset="0"/>
                <a:cs typeface="Consolas" pitchFamily="49" charset="0"/>
              </a:rPr>
              <a:t>//Method body</a:t>
            </a:r>
            <a:endParaRPr lang="en-GB" sz="2000" dirty="0">
              <a:latin typeface="Consolas" pitchFamily="49" charset="0"/>
              <a:cs typeface="Consolas" pitchFamily="49" charset="0"/>
            </a:endParaRPr>
          </a:p>
          <a:p>
            <a:pPr marL="51435" indent="0">
              <a:buNone/>
            </a:pPr>
            <a:r>
              <a:rPr lang="en-US" sz="2000" dirty="0">
                <a:latin typeface="Consolas" pitchFamily="49" charset="0"/>
                <a:cs typeface="Consolas" pitchFamily="49" charset="0"/>
              </a:rPr>
              <a:t>}</a:t>
            </a:r>
            <a:endParaRPr lang="en-GB" sz="2000" dirty="0">
              <a:latin typeface="Consolas" pitchFamily="49" charset="0"/>
              <a:cs typeface="Consolas" pitchFamily="49" charset="0"/>
            </a:endParaRPr>
          </a:p>
        </p:txBody>
      </p:sp>
      <p:sp>
        <p:nvSpPr>
          <p:cNvPr id="7" name="Rectangle 6">
            <a:extLst>
              <a:ext uri="{FF2B5EF4-FFF2-40B4-BE49-F238E27FC236}">
                <a16:creationId xmlns:a16="http://schemas.microsoft.com/office/drawing/2014/main" id="{0CC7C25E-3C51-6744-A8C8-E0F115EFC715}"/>
              </a:ext>
            </a:extLst>
          </p:cNvPr>
          <p:cNvSpPr/>
          <p:nvPr/>
        </p:nvSpPr>
        <p:spPr>
          <a:xfrm>
            <a:off x="1259080" y="1606383"/>
            <a:ext cx="1079568" cy="395042"/>
          </a:xfrm>
          <a:prstGeom prst="rect">
            <a:avLst/>
          </a:prstGeom>
          <a:solidFill>
            <a:srgbClr val="FFFF00">
              <a:alpha val="26391"/>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Tree>
    <p:extLst>
      <p:ext uri="{BB962C8B-B14F-4D97-AF65-F5344CB8AC3E}">
        <p14:creationId xmlns:p14="http://schemas.microsoft.com/office/powerpoint/2010/main" val="31756112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77CC4D-F5BD-D34C-8F83-3D9C63A6941F}"/>
              </a:ext>
            </a:extLst>
          </p:cNvPr>
          <p:cNvSpPr>
            <a:spLocks noGrp="1"/>
          </p:cNvSpPr>
          <p:nvPr>
            <p:ph type="title"/>
          </p:nvPr>
        </p:nvSpPr>
        <p:spPr/>
        <p:txBody>
          <a:bodyPr>
            <a:normAutofit fontScale="90000"/>
          </a:bodyPr>
          <a:lstStyle/>
          <a:p>
            <a:r>
              <a:rPr lang="en-US"/>
              <a:t>ĐỊNH NGHĨA HÀM</a:t>
            </a:r>
            <a:endParaRPr lang="en-VN"/>
          </a:p>
        </p:txBody>
      </p:sp>
      <p:sp>
        <p:nvSpPr>
          <p:cNvPr id="3" name="Content Placeholder 2">
            <a:extLst>
              <a:ext uri="{FF2B5EF4-FFF2-40B4-BE49-F238E27FC236}">
                <a16:creationId xmlns:a16="http://schemas.microsoft.com/office/drawing/2014/main" id="{26BE6A67-FCA1-284D-985A-35883DFE6502}"/>
              </a:ext>
            </a:extLst>
          </p:cNvPr>
          <p:cNvSpPr>
            <a:spLocks noGrp="1"/>
          </p:cNvSpPr>
          <p:nvPr>
            <p:ph idx="1"/>
          </p:nvPr>
        </p:nvSpPr>
        <p:spPr/>
        <p:txBody>
          <a:bodyPr>
            <a:normAutofit/>
          </a:bodyPr>
          <a:lstStyle/>
          <a:p>
            <a:r>
              <a:rPr lang="en-VN">
                <a:solidFill>
                  <a:srgbClr val="EF6822"/>
                </a:solidFill>
              </a:rPr>
              <a:t>Chữ ký hàm </a:t>
            </a:r>
            <a:r>
              <a:rPr lang="en-VN"/>
              <a:t>(</a:t>
            </a:r>
            <a:r>
              <a:rPr lang="en-VN">
                <a:solidFill>
                  <a:srgbClr val="17459E"/>
                </a:solidFill>
              </a:rPr>
              <a:t>method signature</a:t>
            </a:r>
            <a:r>
              <a:rPr lang="en-VN"/>
              <a:t>):</a:t>
            </a:r>
            <a:endParaRPr lang="en-VN">
              <a:solidFill>
                <a:srgbClr val="FFC000"/>
              </a:solidFill>
            </a:endParaRPr>
          </a:p>
          <a:p>
            <a:endParaRPr lang="en-VN">
              <a:solidFill>
                <a:srgbClr val="FFC000"/>
              </a:solidFill>
            </a:endParaRPr>
          </a:p>
          <a:p>
            <a:endParaRPr lang="en-VN">
              <a:solidFill>
                <a:srgbClr val="FFC000"/>
              </a:solidFill>
            </a:endParaRPr>
          </a:p>
          <a:p>
            <a:endParaRPr lang="en-VN">
              <a:solidFill>
                <a:srgbClr val="FFC000"/>
              </a:solidFill>
            </a:endParaRPr>
          </a:p>
          <a:p>
            <a:endParaRPr lang="en-VN">
              <a:solidFill>
                <a:srgbClr val="FFC000"/>
              </a:solidFill>
            </a:endParaRPr>
          </a:p>
          <a:p>
            <a:endParaRPr lang="en-VN">
              <a:solidFill>
                <a:srgbClr val="FFC000"/>
              </a:solidFill>
            </a:endParaRPr>
          </a:p>
          <a:p>
            <a:r>
              <a:rPr lang="en-US" b="1" i="1"/>
              <a:t>Method body</a:t>
            </a:r>
            <a:r>
              <a:rPr lang="en-VN" i="1"/>
              <a:t>:</a:t>
            </a:r>
            <a:r>
              <a:rPr lang="en-VN" i="1">
                <a:solidFill>
                  <a:srgbClr val="0432FF"/>
                </a:solidFill>
              </a:rPr>
              <a:t> </a:t>
            </a:r>
            <a:r>
              <a:rPr lang="en-VN" i="1">
                <a:solidFill>
                  <a:srgbClr val="FF0000"/>
                </a:solidFill>
              </a:rPr>
              <a:t>thân hàm</a:t>
            </a:r>
            <a:r>
              <a:rPr lang="en-VN" i="1">
                <a:sym typeface="Wingdings" pitchFamily="2" charset="2"/>
              </a:rPr>
              <a:t> các câu lệnh xử lý</a:t>
            </a:r>
          </a:p>
          <a:p>
            <a:r>
              <a:rPr lang="en-VN">
                <a:sym typeface="Wingdings" pitchFamily="2" charset="2"/>
              </a:rPr>
              <a:t>Lệnh</a:t>
            </a:r>
            <a:r>
              <a:rPr lang="en-VN" i="1">
                <a:sym typeface="Wingdings" pitchFamily="2" charset="2"/>
              </a:rPr>
              <a:t> </a:t>
            </a:r>
            <a:r>
              <a:rPr lang="en-VN" b="1">
                <a:solidFill>
                  <a:srgbClr val="0432FF"/>
                </a:solidFill>
                <a:sym typeface="Wingdings" pitchFamily="2" charset="2"/>
              </a:rPr>
              <a:t>return:</a:t>
            </a:r>
          </a:p>
          <a:p>
            <a:pPr lvl="1"/>
            <a:r>
              <a:rPr lang="en-VN" b="1">
                <a:sym typeface="Wingdings" pitchFamily="2" charset="2"/>
              </a:rPr>
              <a:t>Kết thúc </a:t>
            </a:r>
            <a:r>
              <a:rPr lang="en-VN">
                <a:sym typeface="Wingdings" pitchFamily="2" charset="2"/>
              </a:rPr>
              <a:t>việc thực thi hàm;</a:t>
            </a:r>
          </a:p>
          <a:p>
            <a:pPr lvl="1"/>
            <a:r>
              <a:rPr lang="en-VN" b="1">
                <a:sym typeface="Wingdings" pitchFamily="2" charset="2"/>
              </a:rPr>
              <a:t>Trả kết quả của hàm</a:t>
            </a:r>
            <a:r>
              <a:rPr lang="en-VN">
                <a:sym typeface="Wingdings" pitchFamily="2" charset="2"/>
              </a:rPr>
              <a:t> </a:t>
            </a:r>
            <a:r>
              <a:rPr lang="en-VN" i="1">
                <a:sym typeface="Wingdings" pitchFamily="2" charset="2"/>
              </a:rPr>
              <a:t>(nếu có) </a:t>
            </a:r>
            <a:r>
              <a:rPr lang="en-VN">
                <a:sym typeface="Wingdings" pitchFamily="2" charset="2"/>
              </a:rPr>
              <a:t>về cho nơi gọi hàm.</a:t>
            </a:r>
            <a:endParaRPr lang="en-VN"/>
          </a:p>
        </p:txBody>
      </p:sp>
      <p:sp>
        <p:nvSpPr>
          <p:cNvPr id="4" name="Footer Placeholder 3">
            <a:extLst>
              <a:ext uri="{FF2B5EF4-FFF2-40B4-BE49-F238E27FC236}">
                <a16:creationId xmlns:a16="http://schemas.microsoft.com/office/drawing/2014/main" id="{09113DD4-CC4D-514E-8A24-3895D5D85ED5}"/>
              </a:ext>
            </a:extLst>
          </p:cNvPr>
          <p:cNvSpPr>
            <a:spLocks noGrp="1"/>
          </p:cNvSpPr>
          <p:nvPr>
            <p:ph type="ftr" sz="quarter" idx="11"/>
          </p:nvPr>
        </p:nvSpPr>
        <p:spPr/>
        <p:txBody>
          <a:bodyPr/>
          <a:lstStyle/>
          <a:p>
            <a:r>
              <a:rPr lang="vi-VN" dirty="0"/>
              <a:t>Bài 5: Hàm</a:t>
            </a:r>
            <a:endParaRPr lang="en-US" dirty="0"/>
          </a:p>
        </p:txBody>
      </p:sp>
      <p:sp>
        <p:nvSpPr>
          <p:cNvPr id="5" name="Slide Number Placeholder 4">
            <a:extLst>
              <a:ext uri="{FF2B5EF4-FFF2-40B4-BE49-F238E27FC236}">
                <a16:creationId xmlns:a16="http://schemas.microsoft.com/office/drawing/2014/main" id="{5524D0C4-EAE8-0D46-B045-500C48738E3A}"/>
              </a:ext>
            </a:extLst>
          </p:cNvPr>
          <p:cNvSpPr>
            <a:spLocks noGrp="1"/>
          </p:cNvSpPr>
          <p:nvPr>
            <p:ph type="sldNum" sz="quarter" idx="12"/>
          </p:nvPr>
        </p:nvSpPr>
        <p:spPr/>
        <p:txBody>
          <a:bodyPr/>
          <a:lstStyle/>
          <a:p>
            <a:fld id="{1AD93096-5B34-4342-9326-69289CEAE4C2}" type="slidenum">
              <a:rPr lang="en-US" smtClean="0"/>
              <a:pPr/>
              <a:t>11</a:t>
            </a:fld>
            <a:endParaRPr lang="en-US" dirty="0"/>
          </a:p>
        </p:txBody>
      </p:sp>
      <p:sp>
        <p:nvSpPr>
          <p:cNvPr id="14" name="Content Placeholder 8">
            <a:extLst>
              <a:ext uri="{FF2B5EF4-FFF2-40B4-BE49-F238E27FC236}">
                <a16:creationId xmlns:a16="http://schemas.microsoft.com/office/drawing/2014/main" id="{32B938ED-FEB0-B346-B946-C57073A836A8}"/>
              </a:ext>
            </a:extLst>
          </p:cNvPr>
          <p:cNvSpPr txBox="1">
            <a:spLocks/>
          </p:cNvSpPr>
          <p:nvPr/>
        </p:nvSpPr>
        <p:spPr>
          <a:xfrm>
            <a:off x="1260184" y="1606383"/>
            <a:ext cx="6624736" cy="1644330"/>
          </a:xfrm>
          <a:prstGeom prst="rect">
            <a:avLst/>
          </a:prstGeom>
        </p:spPr>
        <p:style>
          <a:lnRef idx="2">
            <a:schemeClr val="accent4"/>
          </a:lnRef>
          <a:fillRef idx="1">
            <a:schemeClr val="lt1"/>
          </a:fillRef>
          <a:effectRef idx="0">
            <a:schemeClr val="accent4"/>
          </a:effectRef>
          <a:fontRef idx="minor">
            <a:schemeClr val="dk1"/>
          </a:fontRef>
        </p:style>
        <p:txBody>
          <a:bodyPr>
            <a:noAutofit/>
          </a:bodyPr>
          <a:lstStyle>
            <a:lvl1pPr marL="308610" indent="-257175" algn="l" rtl="0" eaLnBrk="1" latinLnBrk="0" hangingPunct="1">
              <a:spcBef>
                <a:spcPts val="525"/>
              </a:spcBef>
              <a:buSzPct val="95000"/>
              <a:buFont typeface="Wingdings"/>
              <a:buChar char=""/>
              <a:defRPr sz="1500" kern="1200" spc="0">
                <a:solidFill>
                  <a:schemeClr val="tx1"/>
                </a:solidFill>
                <a:latin typeface="+mn-lt"/>
                <a:ea typeface="+mn-ea"/>
                <a:cs typeface="Arial" pitchFamily="34" charset="0"/>
              </a:defRPr>
            </a:lvl1pPr>
            <a:lvl2pPr marL="555498" indent="-214313" algn="l" rtl="0" eaLnBrk="1" latinLnBrk="0" hangingPunct="1">
              <a:spcBef>
                <a:spcPct val="20000"/>
              </a:spcBef>
              <a:buClr>
                <a:schemeClr val="accent2"/>
              </a:buClr>
              <a:buSzPct val="90000"/>
              <a:buFont typeface="Wingdings"/>
              <a:buChar char=""/>
              <a:defRPr sz="1350" kern="1200" spc="0">
                <a:solidFill>
                  <a:schemeClr val="tx1"/>
                </a:solidFill>
                <a:latin typeface="+mn-lt"/>
                <a:ea typeface="+mn-ea"/>
                <a:cs typeface="Arial" pitchFamily="34" charset="0"/>
              </a:defRPr>
            </a:lvl2pPr>
            <a:lvl3pPr marL="747522" indent="-171450" algn="l" rtl="0" eaLnBrk="1" latinLnBrk="0" hangingPunct="1">
              <a:spcBef>
                <a:spcPct val="20000"/>
              </a:spcBef>
              <a:buClr>
                <a:schemeClr val="accent2"/>
              </a:buClr>
              <a:buFont typeface="Wingdings 2"/>
              <a:buChar char=""/>
              <a:defRPr sz="1200" kern="1200" spc="0">
                <a:solidFill>
                  <a:schemeClr val="tx1"/>
                </a:solidFill>
                <a:latin typeface="+mn-lt"/>
                <a:ea typeface="+mn-ea"/>
                <a:cs typeface="Arial" pitchFamily="34" charset="0"/>
              </a:defRPr>
            </a:lvl3pPr>
            <a:lvl4pPr marL="946404" indent="-171450" algn="l" rtl="0" eaLnBrk="1" latinLnBrk="0" hangingPunct="1">
              <a:spcBef>
                <a:spcPct val="20000"/>
              </a:spcBef>
              <a:buClr>
                <a:schemeClr val="accent3"/>
              </a:buClr>
              <a:buFont typeface="Wingdings 3"/>
              <a:buChar char=""/>
              <a:defRPr sz="1200" kern="1200" spc="0">
                <a:solidFill>
                  <a:schemeClr val="tx1"/>
                </a:solidFill>
                <a:latin typeface="+mn-lt"/>
                <a:ea typeface="+mn-ea"/>
                <a:cs typeface="Arial" pitchFamily="34" charset="0"/>
              </a:defRPr>
            </a:lvl4pPr>
            <a:lvl5pPr marL="1110996" indent="-157734" algn="l" rtl="0" eaLnBrk="1" latinLnBrk="0" hangingPunct="1">
              <a:spcBef>
                <a:spcPct val="20000"/>
              </a:spcBef>
              <a:buClr>
                <a:schemeClr val="accent3"/>
              </a:buClr>
              <a:buFont typeface="Wingdings 2"/>
              <a:buChar char=""/>
              <a:defRPr sz="1050" kern="1200" spc="0">
                <a:solidFill>
                  <a:schemeClr val="tx1"/>
                </a:solidFill>
                <a:latin typeface="+mn-lt"/>
                <a:ea typeface="+mn-ea"/>
                <a:cs typeface="Arial" pitchFamily="34" charset="0"/>
              </a:defRPr>
            </a:lvl5pPr>
            <a:lvl6pPr marL="1282446" indent="-157734" algn="l" rtl="0" eaLnBrk="1" latinLnBrk="0" hangingPunct="1">
              <a:spcBef>
                <a:spcPct val="20000"/>
              </a:spcBef>
              <a:buClr>
                <a:schemeClr val="accent3"/>
              </a:buClr>
              <a:buFont typeface="Wingdings 2"/>
              <a:buChar char=""/>
              <a:defRPr sz="1350" kern="1200">
                <a:solidFill>
                  <a:schemeClr val="tx1"/>
                </a:solidFill>
                <a:latin typeface="+mn-lt"/>
                <a:ea typeface="+mn-ea"/>
                <a:cs typeface="+mn-cs"/>
              </a:defRPr>
            </a:lvl6pPr>
            <a:lvl7pPr marL="1426464"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7pPr>
            <a:lvl8pPr marL="1570482"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8pPr>
            <a:lvl9pPr marL="1714500"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9pPr>
            <a:extLst/>
          </a:lstStyle>
          <a:p>
            <a:pPr marL="51435" indent="0">
              <a:buNone/>
            </a:pPr>
            <a:r>
              <a:rPr lang="en-US" sz="2000" b="1" dirty="0">
                <a:latin typeface="Consolas" pitchFamily="49" charset="0"/>
                <a:cs typeface="Consolas" pitchFamily="49" charset="0"/>
              </a:rPr>
              <a:t>static</a:t>
            </a:r>
            <a:r>
              <a:rPr lang="en-US" sz="2000" i="1" dirty="0">
                <a:latin typeface="Consolas" pitchFamily="49" charset="0"/>
                <a:cs typeface="Consolas" pitchFamily="49" charset="0"/>
              </a:rPr>
              <a:t> </a:t>
            </a:r>
            <a:r>
              <a:rPr lang="en-US" sz="2000" dirty="0">
                <a:solidFill>
                  <a:srgbClr val="0432FF"/>
                </a:solidFill>
                <a:latin typeface="Consolas" pitchFamily="49" charset="0"/>
                <a:cs typeface="Consolas" pitchFamily="49" charset="0"/>
              </a:rPr>
              <a:t>return-type</a:t>
            </a:r>
            <a:r>
              <a:rPr lang="en-US" sz="2000" dirty="0">
                <a:latin typeface="Consolas" pitchFamily="49" charset="0"/>
                <a:cs typeface="Consolas" pitchFamily="49" charset="0"/>
              </a:rPr>
              <a:t> </a:t>
            </a:r>
            <a:r>
              <a:rPr lang="en-US" sz="2000" dirty="0">
                <a:solidFill>
                  <a:srgbClr val="FF0000"/>
                </a:solidFill>
                <a:latin typeface="Consolas" pitchFamily="49" charset="0"/>
                <a:cs typeface="Consolas" pitchFamily="49" charset="0"/>
              </a:rPr>
              <a:t>method-name</a:t>
            </a:r>
            <a:r>
              <a:rPr lang="en-US" sz="2000" dirty="0">
                <a:latin typeface="Consolas" pitchFamily="49" charset="0"/>
                <a:cs typeface="Consolas" pitchFamily="49" charset="0"/>
              </a:rPr>
              <a:t> (</a:t>
            </a:r>
            <a:r>
              <a:rPr lang="en-US" sz="2000" i="1" dirty="0">
                <a:solidFill>
                  <a:srgbClr val="EF6822"/>
                </a:solidFill>
                <a:latin typeface="Consolas" pitchFamily="49" charset="0"/>
                <a:cs typeface="Consolas" pitchFamily="49" charset="0"/>
              </a:rPr>
              <a:t>parameters</a:t>
            </a:r>
            <a:r>
              <a:rPr lang="en-US" sz="2000" dirty="0">
                <a:latin typeface="Consolas" pitchFamily="49" charset="0"/>
                <a:cs typeface="Consolas" pitchFamily="49" charset="0"/>
              </a:rPr>
              <a:t>)</a:t>
            </a:r>
            <a:endParaRPr lang="en-GB" sz="2000" dirty="0">
              <a:latin typeface="Consolas" pitchFamily="49" charset="0"/>
              <a:cs typeface="Consolas" pitchFamily="49" charset="0"/>
            </a:endParaRPr>
          </a:p>
          <a:p>
            <a:pPr marL="51435" indent="0">
              <a:buNone/>
            </a:pPr>
            <a:r>
              <a:rPr lang="en-GB" sz="2000" dirty="0">
                <a:latin typeface="Consolas" pitchFamily="49" charset="0"/>
                <a:cs typeface="Consolas" pitchFamily="49" charset="0"/>
              </a:rPr>
              <a:t>{</a:t>
            </a:r>
            <a:br>
              <a:rPr lang="en-GB" sz="2000" dirty="0">
                <a:latin typeface="Consolas" pitchFamily="49" charset="0"/>
                <a:cs typeface="Consolas" pitchFamily="49" charset="0"/>
              </a:rPr>
            </a:br>
            <a:r>
              <a:rPr lang="en-GB" sz="2000" dirty="0">
                <a:latin typeface="Consolas" pitchFamily="49" charset="0"/>
                <a:cs typeface="Consolas" pitchFamily="49" charset="0"/>
              </a:rPr>
              <a:t>   </a:t>
            </a:r>
            <a:r>
              <a:rPr lang="en-GB" sz="2000" i="1" dirty="0">
                <a:latin typeface="Consolas" pitchFamily="49" charset="0"/>
                <a:cs typeface="Consolas" pitchFamily="49" charset="0"/>
              </a:rPr>
              <a:t>//Method body</a:t>
            </a:r>
            <a:endParaRPr lang="en-GB" sz="2000" dirty="0">
              <a:latin typeface="Consolas" pitchFamily="49" charset="0"/>
              <a:cs typeface="Consolas" pitchFamily="49" charset="0"/>
            </a:endParaRPr>
          </a:p>
          <a:p>
            <a:pPr marL="51435" indent="0">
              <a:buNone/>
            </a:pPr>
            <a:r>
              <a:rPr lang="en-US" sz="2000" dirty="0">
                <a:latin typeface="Consolas" pitchFamily="49" charset="0"/>
                <a:cs typeface="Consolas" pitchFamily="49" charset="0"/>
              </a:rPr>
              <a:t>}</a:t>
            </a:r>
            <a:endParaRPr lang="en-GB" sz="2000" dirty="0">
              <a:latin typeface="Consolas" pitchFamily="49" charset="0"/>
              <a:cs typeface="Consolas" pitchFamily="49" charset="0"/>
            </a:endParaRPr>
          </a:p>
        </p:txBody>
      </p:sp>
      <p:sp>
        <p:nvSpPr>
          <p:cNvPr id="7" name="Rectangle 6">
            <a:extLst>
              <a:ext uri="{FF2B5EF4-FFF2-40B4-BE49-F238E27FC236}">
                <a16:creationId xmlns:a16="http://schemas.microsoft.com/office/drawing/2014/main" id="{0CC7C25E-3C51-6744-A8C8-E0F115EFC715}"/>
              </a:ext>
            </a:extLst>
          </p:cNvPr>
          <p:cNvSpPr/>
          <p:nvPr/>
        </p:nvSpPr>
        <p:spPr>
          <a:xfrm>
            <a:off x="1259080" y="1606383"/>
            <a:ext cx="1079568" cy="395042"/>
          </a:xfrm>
          <a:prstGeom prst="rect">
            <a:avLst/>
          </a:prstGeom>
          <a:solidFill>
            <a:srgbClr val="FFFF00">
              <a:alpha val="26391"/>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Tree>
    <p:extLst>
      <p:ext uri="{BB962C8B-B14F-4D97-AF65-F5344CB8AC3E}">
        <p14:creationId xmlns:p14="http://schemas.microsoft.com/office/powerpoint/2010/main" val="35277737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77CC4D-F5BD-D34C-8F83-3D9C63A6941F}"/>
              </a:ext>
            </a:extLst>
          </p:cNvPr>
          <p:cNvSpPr>
            <a:spLocks noGrp="1"/>
          </p:cNvSpPr>
          <p:nvPr>
            <p:ph type="title"/>
          </p:nvPr>
        </p:nvSpPr>
        <p:spPr/>
        <p:txBody>
          <a:bodyPr>
            <a:normAutofit fontScale="90000"/>
          </a:bodyPr>
          <a:lstStyle/>
          <a:p>
            <a:r>
              <a:rPr lang="en-US"/>
              <a:t>ĐỊNH NGHĨA HÀM</a:t>
            </a:r>
            <a:endParaRPr lang="en-VN"/>
          </a:p>
        </p:txBody>
      </p:sp>
      <p:sp>
        <p:nvSpPr>
          <p:cNvPr id="3" name="Content Placeholder 2">
            <a:extLst>
              <a:ext uri="{FF2B5EF4-FFF2-40B4-BE49-F238E27FC236}">
                <a16:creationId xmlns:a16="http://schemas.microsoft.com/office/drawing/2014/main" id="{26BE6A67-FCA1-284D-985A-35883DFE6502}"/>
              </a:ext>
            </a:extLst>
          </p:cNvPr>
          <p:cNvSpPr>
            <a:spLocks noGrp="1"/>
          </p:cNvSpPr>
          <p:nvPr>
            <p:ph idx="1"/>
          </p:nvPr>
        </p:nvSpPr>
        <p:spPr/>
        <p:txBody>
          <a:bodyPr>
            <a:normAutofit/>
          </a:bodyPr>
          <a:lstStyle/>
          <a:p>
            <a:r>
              <a:rPr lang="en-VN"/>
              <a:t>Ví dụ: Định nghĩa hàm </a:t>
            </a:r>
            <a:r>
              <a:rPr lang="en-VN">
                <a:solidFill>
                  <a:srgbClr val="EF6822"/>
                </a:solidFill>
              </a:rPr>
              <a:t>không có tham số</a:t>
            </a:r>
            <a:r>
              <a:rPr lang="en-VN"/>
              <a:t>, </a:t>
            </a:r>
            <a:r>
              <a:rPr lang="en-VN">
                <a:solidFill>
                  <a:srgbClr val="EF6822"/>
                </a:solidFill>
              </a:rPr>
              <a:t>không có kết quả trả về</a:t>
            </a:r>
          </a:p>
          <a:p>
            <a:endParaRPr lang="en-VN">
              <a:solidFill>
                <a:srgbClr val="EF6822"/>
              </a:solidFill>
            </a:endParaRPr>
          </a:p>
          <a:p>
            <a:endParaRPr lang="en-VN">
              <a:solidFill>
                <a:srgbClr val="FFC000"/>
              </a:solidFill>
            </a:endParaRPr>
          </a:p>
          <a:p>
            <a:endParaRPr lang="en-VN">
              <a:solidFill>
                <a:srgbClr val="FFC000"/>
              </a:solidFill>
            </a:endParaRPr>
          </a:p>
          <a:p>
            <a:pPr marL="51435" indent="0">
              <a:buNone/>
            </a:pPr>
            <a:endParaRPr lang="en-VN">
              <a:solidFill>
                <a:srgbClr val="FFC000"/>
              </a:solidFill>
            </a:endParaRPr>
          </a:p>
          <a:p>
            <a:pPr lvl="1"/>
            <a:r>
              <a:rPr lang="en-VN" b="1">
                <a:sym typeface="Wingdings" pitchFamily="2" charset="2"/>
              </a:rPr>
              <a:t>Tên hàm</a:t>
            </a:r>
            <a:r>
              <a:rPr lang="en-VN">
                <a:sym typeface="Wingdings" pitchFamily="2" charset="2"/>
              </a:rPr>
              <a:t>: </a:t>
            </a:r>
            <a:r>
              <a:rPr lang="en-US" sz="2000" dirty="0">
                <a:solidFill>
                  <a:srgbClr val="FF0000"/>
                </a:solidFill>
                <a:latin typeface="Consolas" pitchFamily="49" charset="0"/>
                <a:cs typeface="Consolas" pitchFamily="49" charset="0"/>
              </a:rPr>
              <a:t>SayHello</a:t>
            </a:r>
            <a:endParaRPr lang="en-VN" b="1">
              <a:solidFill>
                <a:srgbClr val="FF0000"/>
              </a:solidFill>
              <a:sym typeface="Wingdings" pitchFamily="2" charset="2"/>
            </a:endParaRPr>
          </a:p>
          <a:p>
            <a:pPr lvl="1"/>
            <a:r>
              <a:rPr lang="en-VN" b="1">
                <a:sym typeface="Wingdings" pitchFamily="2" charset="2"/>
              </a:rPr>
              <a:t>Tham số</a:t>
            </a:r>
            <a:r>
              <a:rPr lang="en-VN">
                <a:sym typeface="Wingdings" pitchFamily="2" charset="2"/>
              </a:rPr>
              <a:t>: </a:t>
            </a:r>
            <a:r>
              <a:rPr lang="en-VN">
                <a:solidFill>
                  <a:srgbClr val="EF6822"/>
                </a:solidFill>
                <a:sym typeface="Wingdings" pitchFamily="2" charset="2"/>
              </a:rPr>
              <a:t>trống () </a:t>
            </a:r>
            <a:r>
              <a:rPr lang="en-VN">
                <a:sym typeface="Wingdings" pitchFamily="2" charset="2"/>
              </a:rPr>
              <a:t>- </a:t>
            </a:r>
            <a:r>
              <a:rPr lang="en-VN">
                <a:solidFill>
                  <a:srgbClr val="17459E"/>
                </a:solidFill>
                <a:sym typeface="Wingdings" pitchFamily="2" charset="2"/>
              </a:rPr>
              <a:t>không nhận dữ liệu vào</a:t>
            </a:r>
            <a:endParaRPr lang="en-VN">
              <a:solidFill>
                <a:srgbClr val="EF6822"/>
              </a:solidFill>
              <a:sym typeface="Wingdings" pitchFamily="2" charset="2"/>
            </a:endParaRPr>
          </a:p>
          <a:p>
            <a:pPr lvl="1"/>
            <a:r>
              <a:rPr lang="en-VN" b="1">
                <a:sym typeface="Wingdings" pitchFamily="2" charset="2"/>
              </a:rPr>
              <a:t>Kết quả trả về</a:t>
            </a:r>
            <a:r>
              <a:rPr lang="en-VN">
                <a:sym typeface="Wingdings" pitchFamily="2" charset="2"/>
              </a:rPr>
              <a:t>: </a:t>
            </a:r>
            <a:r>
              <a:rPr lang="en-US" sz="2000">
                <a:solidFill>
                  <a:srgbClr val="0000FF"/>
                </a:solidFill>
                <a:latin typeface="Consolas" panose="020B0609020204030204" pitchFamily="49" charset="0"/>
              </a:rPr>
              <a:t>void</a:t>
            </a:r>
            <a:r>
              <a:rPr lang="en-VN">
                <a:sym typeface="Wingdings" pitchFamily="2" charset="2"/>
              </a:rPr>
              <a:t> - </a:t>
            </a:r>
            <a:r>
              <a:rPr lang="en-VN">
                <a:solidFill>
                  <a:srgbClr val="17459E"/>
                </a:solidFill>
                <a:sym typeface="Wingdings" pitchFamily="2" charset="2"/>
              </a:rPr>
              <a:t>không có kết quả trả về</a:t>
            </a:r>
            <a:endParaRPr lang="en-VN">
              <a:sym typeface="Wingdings" pitchFamily="2" charset="2"/>
            </a:endParaRPr>
          </a:p>
          <a:p>
            <a:pPr lvl="1"/>
            <a:r>
              <a:rPr lang="en-VN" b="1">
                <a:sym typeface="Wingdings" pitchFamily="2" charset="2"/>
              </a:rPr>
              <a:t>Chức năng</a:t>
            </a:r>
            <a:r>
              <a:rPr lang="en-VN">
                <a:sym typeface="Wingdings" pitchFamily="2" charset="2"/>
              </a:rPr>
              <a:t>: in ra màn hình Console dòng chữ </a:t>
            </a:r>
            <a:r>
              <a:rPr lang="en-US" sz="2000">
                <a:solidFill>
                  <a:srgbClr val="A31515"/>
                </a:solidFill>
                <a:latin typeface="Consolas" panose="020B0609020204030204" pitchFamily="49" charset="0"/>
              </a:rPr>
              <a:t>Hello</a:t>
            </a:r>
            <a:endParaRPr lang="en-VN"/>
          </a:p>
          <a:p>
            <a:pPr marL="341185" lvl="1" indent="0">
              <a:buNone/>
            </a:pPr>
            <a:endParaRPr lang="en-VN" b="1" i="1"/>
          </a:p>
        </p:txBody>
      </p:sp>
      <p:sp>
        <p:nvSpPr>
          <p:cNvPr id="4" name="Footer Placeholder 3">
            <a:extLst>
              <a:ext uri="{FF2B5EF4-FFF2-40B4-BE49-F238E27FC236}">
                <a16:creationId xmlns:a16="http://schemas.microsoft.com/office/drawing/2014/main" id="{09113DD4-CC4D-514E-8A24-3895D5D85ED5}"/>
              </a:ext>
            </a:extLst>
          </p:cNvPr>
          <p:cNvSpPr>
            <a:spLocks noGrp="1"/>
          </p:cNvSpPr>
          <p:nvPr>
            <p:ph type="ftr" sz="quarter" idx="11"/>
          </p:nvPr>
        </p:nvSpPr>
        <p:spPr/>
        <p:txBody>
          <a:bodyPr/>
          <a:lstStyle/>
          <a:p>
            <a:r>
              <a:rPr lang="vi-VN" dirty="0"/>
              <a:t>Bài 5: Hàm</a:t>
            </a:r>
            <a:endParaRPr lang="en-US" dirty="0"/>
          </a:p>
        </p:txBody>
      </p:sp>
      <p:sp>
        <p:nvSpPr>
          <p:cNvPr id="5" name="Slide Number Placeholder 4">
            <a:extLst>
              <a:ext uri="{FF2B5EF4-FFF2-40B4-BE49-F238E27FC236}">
                <a16:creationId xmlns:a16="http://schemas.microsoft.com/office/drawing/2014/main" id="{3556DF30-27B0-F142-AF96-C1406E6154E3}"/>
              </a:ext>
            </a:extLst>
          </p:cNvPr>
          <p:cNvSpPr>
            <a:spLocks noGrp="1"/>
          </p:cNvSpPr>
          <p:nvPr>
            <p:ph type="sldNum" sz="quarter" idx="12"/>
          </p:nvPr>
        </p:nvSpPr>
        <p:spPr/>
        <p:txBody>
          <a:bodyPr/>
          <a:lstStyle/>
          <a:p>
            <a:fld id="{1AD93096-5B34-4342-9326-69289CEAE4C2}" type="slidenum">
              <a:rPr lang="en-US" smtClean="0"/>
              <a:pPr/>
              <a:t>12</a:t>
            </a:fld>
            <a:endParaRPr lang="en-US" dirty="0"/>
          </a:p>
        </p:txBody>
      </p:sp>
      <p:sp>
        <p:nvSpPr>
          <p:cNvPr id="8" name="Content Placeholder 5">
            <a:extLst>
              <a:ext uri="{FF2B5EF4-FFF2-40B4-BE49-F238E27FC236}">
                <a16:creationId xmlns:a16="http://schemas.microsoft.com/office/drawing/2014/main" id="{23622D8D-4530-2845-8E3A-75D289EF0D6F}"/>
              </a:ext>
            </a:extLst>
          </p:cNvPr>
          <p:cNvSpPr txBox="1">
            <a:spLocks/>
          </p:cNvSpPr>
          <p:nvPr/>
        </p:nvSpPr>
        <p:spPr>
          <a:xfrm>
            <a:off x="940594" y="1891502"/>
            <a:ext cx="7270576" cy="1296143"/>
          </a:xfrm>
          <a:prstGeom prst="rect">
            <a:avLst/>
          </a:prstGeom>
        </p:spPr>
        <p:style>
          <a:lnRef idx="2">
            <a:schemeClr val="accent2"/>
          </a:lnRef>
          <a:fillRef idx="1">
            <a:schemeClr val="lt1"/>
          </a:fillRef>
          <a:effectRef idx="0">
            <a:schemeClr val="accent2"/>
          </a:effectRef>
          <a:fontRef idx="minor">
            <a:schemeClr val="dk1"/>
          </a:fontRef>
        </p:style>
        <p:txBody>
          <a:bodyPr>
            <a:noAutofit/>
          </a:bodyPr>
          <a:lstStyle>
            <a:lvl1pPr marL="308610" indent="-257175" algn="l" rtl="0" eaLnBrk="1" latinLnBrk="0" hangingPunct="1">
              <a:spcBef>
                <a:spcPts val="525"/>
              </a:spcBef>
              <a:buSzPct val="95000"/>
              <a:buFont typeface="Wingdings"/>
              <a:buChar char=""/>
              <a:defRPr sz="1500" kern="1200" spc="0">
                <a:solidFill>
                  <a:schemeClr val="tx1"/>
                </a:solidFill>
                <a:latin typeface="+mn-lt"/>
                <a:ea typeface="+mn-ea"/>
                <a:cs typeface="Arial" pitchFamily="34" charset="0"/>
              </a:defRPr>
            </a:lvl1pPr>
            <a:lvl2pPr marL="555498" indent="-214313" algn="l" rtl="0" eaLnBrk="1" latinLnBrk="0" hangingPunct="1">
              <a:spcBef>
                <a:spcPct val="20000"/>
              </a:spcBef>
              <a:buClr>
                <a:schemeClr val="accent2"/>
              </a:buClr>
              <a:buSzPct val="90000"/>
              <a:buFont typeface="Wingdings"/>
              <a:buChar char=""/>
              <a:defRPr sz="1350" kern="1200" spc="0">
                <a:solidFill>
                  <a:schemeClr val="tx1"/>
                </a:solidFill>
                <a:latin typeface="+mn-lt"/>
                <a:ea typeface="+mn-ea"/>
                <a:cs typeface="Arial" pitchFamily="34" charset="0"/>
              </a:defRPr>
            </a:lvl2pPr>
            <a:lvl3pPr marL="747522" indent="-171450" algn="l" rtl="0" eaLnBrk="1" latinLnBrk="0" hangingPunct="1">
              <a:spcBef>
                <a:spcPct val="20000"/>
              </a:spcBef>
              <a:buClr>
                <a:schemeClr val="accent2"/>
              </a:buClr>
              <a:buFont typeface="Wingdings 2"/>
              <a:buChar char=""/>
              <a:defRPr sz="1200" kern="1200" spc="0">
                <a:solidFill>
                  <a:schemeClr val="tx1"/>
                </a:solidFill>
                <a:latin typeface="+mn-lt"/>
                <a:ea typeface="+mn-ea"/>
                <a:cs typeface="Arial" pitchFamily="34" charset="0"/>
              </a:defRPr>
            </a:lvl3pPr>
            <a:lvl4pPr marL="946404" indent="-171450" algn="l" rtl="0" eaLnBrk="1" latinLnBrk="0" hangingPunct="1">
              <a:spcBef>
                <a:spcPct val="20000"/>
              </a:spcBef>
              <a:buClr>
                <a:schemeClr val="accent3"/>
              </a:buClr>
              <a:buFont typeface="Wingdings 3"/>
              <a:buChar char=""/>
              <a:defRPr sz="1200" kern="1200" spc="0">
                <a:solidFill>
                  <a:schemeClr val="tx1"/>
                </a:solidFill>
                <a:latin typeface="+mn-lt"/>
                <a:ea typeface="+mn-ea"/>
                <a:cs typeface="Arial" pitchFamily="34" charset="0"/>
              </a:defRPr>
            </a:lvl4pPr>
            <a:lvl5pPr marL="1110996" indent="-157734" algn="l" rtl="0" eaLnBrk="1" latinLnBrk="0" hangingPunct="1">
              <a:spcBef>
                <a:spcPct val="20000"/>
              </a:spcBef>
              <a:buClr>
                <a:schemeClr val="accent3"/>
              </a:buClr>
              <a:buFont typeface="Wingdings 2"/>
              <a:buChar char=""/>
              <a:defRPr sz="1050" kern="1200" spc="0">
                <a:solidFill>
                  <a:schemeClr val="tx1"/>
                </a:solidFill>
                <a:latin typeface="+mn-lt"/>
                <a:ea typeface="+mn-ea"/>
                <a:cs typeface="Arial" pitchFamily="34" charset="0"/>
              </a:defRPr>
            </a:lvl5pPr>
            <a:lvl6pPr marL="1282446" indent="-157734" algn="l" rtl="0" eaLnBrk="1" latinLnBrk="0" hangingPunct="1">
              <a:spcBef>
                <a:spcPct val="20000"/>
              </a:spcBef>
              <a:buClr>
                <a:schemeClr val="accent3"/>
              </a:buClr>
              <a:buFont typeface="Wingdings 2"/>
              <a:buChar char=""/>
              <a:defRPr sz="1350" kern="1200">
                <a:solidFill>
                  <a:schemeClr val="tx1"/>
                </a:solidFill>
                <a:latin typeface="+mn-lt"/>
                <a:ea typeface="+mn-ea"/>
                <a:cs typeface="+mn-cs"/>
              </a:defRPr>
            </a:lvl6pPr>
            <a:lvl7pPr marL="1426464"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7pPr>
            <a:lvl8pPr marL="1570482"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8pPr>
            <a:lvl9pPr marL="1714500"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9pPr>
            <a:extLst/>
          </a:lstStyle>
          <a:p>
            <a:pPr marL="51435" indent="0">
              <a:spcBef>
                <a:spcPts val="0"/>
              </a:spcBef>
              <a:buNone/>
            </a:pPr>
            <a:r>
              <a:rPr lang="en-US" sz="1800">
                <a:latin typeface="Consolas" panose="020B0609020204030204" pitchFamily="49" charset="0"/>
              </a:rPr>
              <a:t>static </a:t>
            </a:r>
            <a:r>
              <a:rPr lang="en-US" sz="1800">
                <a:solidFill>
                  <a:srgbClr val="0000FF"/>
                </a:solidFill>
                <a:latin typeface="Consolas" panose="020B0609020204030204" pitchFamily="49" charset="0"/>
              </a:rPr>
              <a:t>void</a:t>
            </a:r>
            <a:r>
              <a:rPr lang="en-US" sz="1800">
                <a:latin typeface="Consolas" panose="020B0609020204030204" pitchFamily="49" charset="0"/>
              </a:rPr>
              <a:t> </a:t>
            </a:r>
            <a:r>
              <a:rPr lang="en-US" sz="1800" dirty="0">
                <a:solidFill>
                  <a:srgbClr val="FF0000"/>
                </a:solidFill>
                <a:latin typeface="Consolas" pitchFamily="49" charset="0"/>
                <a:cs typeface="Consolas" pitchFamily="49" charset="0"/>
              </a:rPr>
              <a:t>SayHello</a:t>
            </a:r>
            <a:r>
              <a:rPr lang="en-US" sz="1800">
                <a:latin typeface="Consolas" panose="020B0609020204030204" pitchFamily="49" charset="0"/>
              </a:rPr>
              <a:t>()</a:t>
            </a:r>
          </a:p>
          <a:p>
            <a:pPr marL="51435" indent="0">
              <a:spcBef>
                <a:spcPts val="0"/>
              </a:spcBef>
              <a:buNone/>
            </a:pPr>
            <a:r>
              <a:rPr lang="en-US" sz="1800">
                <a:latin typeface="Consolas" panose="020B0609020204030204" pitchFamily="49" charset="0"/>
              </a:rPr>
              <a:t>{</a:t>
            </a:r>
          </a:p>
          <a:p>
            <a:pPr marL="51435" indent="0">
              <a:spcBef>
                <a:spcPts val="0"/>
              </a:spcBef>
              <a:buNone/>
            </a:pPr>
            <a:r>
              <a:rPr lang="en-US" sz="1800">
                <a:solidFill>
                  <a:srgbClr val="2B91AF"/>
                </a:solidFill>
                <a:latin typeface="Consolas" panose="020B0609020204030204" pitchFamily="49" charset="0"/>
              </a:rPr>
              <a:t>	Console</a:t>
            </a:r>
            <a:r>
              <a:rPr lang="en-US" sz="1800">
                <a:latin typeface="Consolas" panose="020B0609020204030204" pitchFamily="49" charset="0"/>
              </a:rPr>
              <a:t>.</a:t>
            </a:r>
            <a:r>
              <a:rPr lang="en-US" sz="1800">
                <a:solidFill>
                  <a:srgbClr val="FEA400"/>
                </a:solidFill>
                <a:latin typeface="Consolas" panose="020B0609020204030204" pitchFamily="49" charset="0"/>
              </a:rPr>
              <a:t>WriteLine</a:t>
            </a:r>
            <a:r>
              <a:rPr lang="en-US" sz="1800">
                <a:latin typeface="Consolas" panose="020B0609020204030204" pitchFamily="49" charset="0"/>
              </a:rPr>
              <a:t>(</a:t>
            </a:r>
            <a:r>
              <a:rPr lang="en-US" sz="1800">
                <a:solidFill>
                  <a:srgbClr val="A31515"/>
                </a:solidFill>
                <a:latin typeface="Consolas" panose="020B0609020204030204" pitchFamily="49" charset="0"/>
              </a:rPr>
              <a:t>"Hello</a:t>
            </a:r>
            <a:r>
              <a:rPr lang="en-US" sz="1800">
                <a:latin typeface="Consolas" panose="020B0609020204030204" pitchFamily="49" charset="0"/>
              </a:rPr>
              <a:t>");</a:t>
            </a:r>
          </a:p>
          <a:p>
            <a:pPr marL="51435" indent="0">
              <a:spcBef>
                <a:spcPts val="0"/>
              </a:spcBef>
              <a:buNone/>
            </a:pPr>
            <a:r>
              <a:rPr lang="en-US" sz="1800">
                <a:latin typeface="Consolas" panose="020B0609020204030204" pitchFamily="49" charset="0"/>
              </a:rPr>
              <a:t>}</a:t>
            </a:r>
          </a:p>
        </p:txBody>
      </p:sp>
    </p:spTree>
    <p:extLst>
      <p:ext uri="{BB962C8B-B14F-4D97-AF65-F5344CB8AC3E}">
        <p14:creationId xmlns:p14="http://schemas.microsoft.com/office/powerpoint/2010/main" val="38913020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77CC4D-F5BD-D34C-8F83-3D9C63A6941F}"/>
              </a:ext>
            </a:extLst>
          </p:cNvPr>
          <p:cNvSpPr>
            <a:spLocks noGrp="1"/>
          </p:cNvSpPr>
          <p:nvPr>
            <p:ph type="title"/>
          </p:nvPr>
        </p:nvSpPr>
        <p:spPr/>
        <p:txBody>
          <a:bodyPr>
            <a:normAutofit fontScale="90000"/>
          </a:bodyPr>
          <a:lstStyle/>
          <a:p>
            <a:r>
              <a:rPr lang="en-US"/>
              <a:t>ĐỊNH NGHĨA HÀM</a:t>
            </a:r>
            <a:endParaRPr lang="en-VN"/>
          </a:p>
        </p:txBody>
      </p:sp>
      <p:sp>
        <p:nvSpPr>
          <p:cNvPr id="3" name="Content Placeholder 2">
            <a:extLst>
              <a:ext uri="{FF2B5EF4-FFF2-40B4-BE49-F238E27FC236}">
                <a16:creationId xmlns:a16="http://schemas.microsoft.com/office/drawing/2014/main" id="{26BE6A67-FCA1-284D-985A-35883DFE6502}"/>
              </a:ext>
            </a:extLst>
          </p:cNvPr>
          <p:cNvSpPr>
            <a:spLocks noGrp="1"/>
          </p:cNvSpPr>
          <p:nvPr>
            <p:ph idx="1"/>
          </p:nvPr>
        </p:nvSpPr>
        <p:spPr/>
        <p:txBody>
          <a:bodyPr>
            <a:normAutofit/>
          </a:bodyPr>
          <a:lstStyle/>
          <a:p>
            <a:r>
              <a:rPr lang="en-VN"/>
              <a:t>Ví dụ: Định nghĩa hàm </a:t>
            </a:r>
            <a:r>
              <a:rPr lang="en-VN">
                <a:solidFill>
                  <a:srgbClr val="EF6822"/>
                </a:solidFill>
              </a:rPr>
              <a:t>có tham số</a:t>
            </a:r>
            <a:r>
              <a:rPr lang="en-VN"/>
              <a:t>,</a:t>
            </a:r>
            <a:r>
              <a:rPr lang="en-VN">
                <a:solidFill>
                  <a:srgbClr val="EF6822"/>
                </a:solidFill>
              </a:rPr>
              <a:t> không có kết quả trả về</a:t>
            </a:r>
          </a:p>
          <a:p>
            <a:endParaRPr lang="en-VN">
              <a:solidFill>
                <a:srgbClr val="EF6822"/>
              </a:solidFill>
            </a:endParaRPr>
          </a:p>
          <a:p>
            <a:endParaRPr lang="en-VN">
              <a:solidFill>
                <a:srgbClr val="FFC000"/>
              </a:solidFill>
            </a:endParaRPr>
          </a:p>
          <a:p>
            <a:endParaRPr lang="en-VN">
              <a:solidFill>
                <a:srgbClr val="FFC000"/>
              </a:solidFill>
            </a:endParaRPr>
          </a:p>
          <a:p>
            <a:pPr marL="51435" indent="0">
              <a:buNone/>
            </a:pPr>
            <a:endParaRPr lang="en-VN">
              <a:solidFill>
                <a:srgbClr val="FFC000"/>
              </a:solidFill>
            </a:endParaRPr>
          </a:p>
          <a:p>
            <a:pPr lvl="1"/>
            <a:r>
              <a:rPr lang="en-VN" b="1">
                <a:sym typeface="Wingdings" pitchFamily="2" charset="2"/>
              </a:rPr>
              <a:t>Tên hàm</a:t>
            </a:r>
            <a:r>
              <a:rPr lang="en-VN">
                <a:sym typeface="Wingdings" pitchFamily="2" charset="2"/>
              </a:rPr>
              <a:t>: </a:t>
            </a:r>
            <a:r>
              <a:rPr lang="en-US" sz="2000">
                <a:solidFill>
                  <a:srgbClr val="FF0000"/>
                </a:solidFill>
                <a:latin typeface="Consolas" panose="020B0609020204030204" pitchFamily="49" charset="0"/>
              </a:rPr>
              <a:t>Say</a:t>
            </a:r>
            <a:r>
              <a:rPr lang="en-US" sz="2000" dirty="0">
                <a:solidFill>
                  <a:srgbClr val="FF0000"/>
                </a:solidFill>
                <a:latin typeface="Consolas" pitchFamily="49" charset="0"/>
                <a:cs typeface="Consolas" pitchFamily="49" charset="0"/>
              </a:rPr>
              <a:t>HelloWithName</a:t>
            </a:r>
            <a:endParaRPr lang="en-VN" b="1">
              <a:solidFill>
                <a:srgbClr val="FF0000"/>
              </a:solidFill>
              <a:sym typeface="Wingdings" pitchFamily="2" charset="2"/>
            </a:endParaRPr>
          </a:p>
          <a:p>
            <a:pPr lvl="1"/>
            <a:r>
              <a:rPr lang="en-VN" b="1">
                <a:sym typeface="Wingdings" pitchFamily="2" charset="2"/>
              </a:rPr>
              <a:t>Tham số</a:t>
            </a:r>
            <a:r>
              <a:rPr lang="en-VN">
                <a:sym typeface="Wingdings" pitchFamily="2" charset="2"/>
              </a:rPr>
              <a:t>: </a:t>
            </a:r>
            <a:r>
              <a:rPr lang="en-VN">
                <a:solidFill>
                  <a:srgbClr val="EF6822"/>
                </a:solidFill>
                <a:sym typeface="Wingdings" pitchFamily="2" charset="2"/>
              </a:rPr>
              <a:t>1 chuỗi ký tự </a:t>
            </a:r>
            <a:r>
              <a:rPr lang="en-VN">
                <a:sym typeface="Wingdings" pitchFamily="2" charset="2"/>
              </a:rPr>
              <a:t>– </a:t>
            </a:r>
            <a:r>
              <a:rPr lang="en-US" sz="2000">
                <a:solidFill>
                  <a:srgbClr val="0432FF"/>
                </a:solidFill>
                <a:latin typeface="Consolas" panose="020B0609020204030204" pitchFamily="49" charset="0"/>
              </a:rPr>
              <a:t>string</a:t>
            </a:r>
            <a:r>
              <a:rPr lang="en-VN">
                <a:solidFill>
                  <a:srgbClr val="17459E"/>
                </a:solidFill>
                <a:sym typeface="Wingdings" pitchFamily="2" charset="2"/>
              </a:rPr>
              <a:t> </a:t>
            </a:r>
            <a:r>
              <a:rPr lang="en-US" sz="2000">
                <a:solidFill>
                  <a:schemeClr val="accent6">
                    <a:lumMod val="75000"/>
                  </a:schemeClr>
                </a:solidFill>
                <a:latin typeface="Consolas" panose="020B0609020204030204" pitchFamily="49" charset="0"/>
              </a:rPr>
              <a:t>name</a:t>
            </a:r>
            <a:endParaRPr lang="en-VN">
              <a:solidFill>
                <a:srgbClr val="EF6822"/>
              </a:solidFill>
              <a:sym typeface="Wingdings" pitchFamily="2" charset="2"/>
            </a:endParaRPr>
          </a:p>
          <a:p>
            <a:pPr lvl="1"/>
            <a:r>
              <a:rPr lang="en-VN" b="1">
                <a:sym typeface="Wingdings" pitchFamily="2" charset="2"/>
              </a:rPr>
              <a:t>Kết quả trả về</a:t>
            </a:r>
            <a:r>
              <a:rPr lang="en-VN">
                <a:sym typeface="Wingdings" pitchFamily="2" charset="2"/>
              </a:rPr>
              <a:t>: </a:t>
            </a:r>
            <a:r>
              <a:rPr lang="en-US" sz="2000">
                <a:solidFill>
                  <a:srgbClr val="0000FF"/>
                </a:solidFill>
                <a:latin typeface="Consolas" panose="020B0609020204030204" pitchFamily="49" charset="0"/>
              </a:rPr>
              <a:t>void</a:t>
            </a:r>
            <a:r>
              <a:rPr lang="en-VN">
                <a:sym typeface="Wingdings" pitchFamily="2" charset="2"/>
              </a:rPr>
              <a:t> - </a:t>
            </a:r>
            <a:r>
              <a:rPr lang="en-VN">
                <a:solidFill>
                  <a:srgbClr val="17459E"/>
                </a:solidFill>
                <a:sym typeface="Wingdings" pitchFamily="2" charset="2"/>
              </a:rPr>
              <a:t>không có kết quả trả về</a:t>
            </a:r>
            <a:endParaRPr lang="en-VN">
              <a:sym typeface="Wingdings" pitchFamily="2" charset="2"/>
            </a:endParaRPr>
          </a:p>
          <a:p>
            <a:pPr lvl="1"/>
            <a:r>
              <a:rPr lang="en-VN" b="1">
                <a:sym typeface="Wingdings" pitchFamily="2" charset="2"/>
              </a:rPr>
              <a:t>Chức năng</a:t>
            </a:r>
            <a:r>
              <a:rPr lang="en-VN">
                <a:sym typeface="Wingdings" pitchFamily="2" charset="2"/>
              </a:rPr>
              <a:t>: in ra màn hình Console dòng chữ </a:t>
            </a:r>
            <a:r>
              <a:rPr lang="en-US" sz="2000">
                <a:solidFill>
                  <a:srgbClr val="A31515"/>
                </a:solidFill>
                <a:latin typeface="Consolas" panose="020B0609020204030204" pitchFamily="49" charset="0"/>
              </a:rPr>
              <a:t>Hello</a:t>
            </a:r>
            <a:r>
              <a:rPr lang="en-VN">
                <a:latin typeface="Calibri" panose="020F0502020204030204" pitchFamily="34" charset="0"/>
                <a:cs typeface="Calibri" panose="020F0502020204030204" pitchFamily="34" charset="0"/>
                <a:sym typeface="Wingdings" pitchFamily="2" charset="2"/>
              </a:rPr>
              <a:t> </a:t>
            </a:r>
            <a:r>
              <a:rPr lang="en-VN">
                <a:sym typeface="Wingdings" pitchFamily="2" charset="2"/>
              </a:rPr>
              <a:t>và nội dung của tham số </a:t>
            </a:r>
            <a:r>
              <a:rPr lang="en-US" sz="2000">
                <a:solidFill>
                  <a:schemeClr val="accent6">
                    <a:lumMod val="75000"/>
                  </a:schemeClr>
                </a:solidFill>
                <a:latin typeface="Consolas" panose="020B0609020204030204" pitchFamily="49" charset="0"/>
              </a:rPr>
              <a:t>name</a:t>
            </a:r>
            <a:r>
              <a:rPr lang="en-US"/>
              <a:t> </a:t>
            </a:r>
            <a:r>
              <a:rPr lang="en-VN" i="1">
                <a:sym typeface="Wingdings" pitchFamily="2" charset="2"/>
              </a:rPr>
              <a:t>(giá trị cụ thể của </a:t>
            </a:r>
            <a:r>
              <a:rPr lang="en-US" sz="2000" i="1">
                <a:solidFill>
                  <a:schemeClr val="accent6">
                    <a:lumMod val="75000"/>
                  </a:schemeClr>
                </a:solidFill>
                <a:latin typeface="Consolas" panose="020B0609020204030204" pitchFamily="49" charset="0"/>
              </a:rPr>
              <a:t>name</a:t>
            </a:r>
            <a:r>
              <a:rPr lang="en-VN" i="1">
                <a:sym typeface="Wingdings" pitchFamily="2" charset="2"/>
              </a:rPr>
              <a:t> sẽ được xác định mỗi khi gọi hàm)</a:t>
            </a:r>
            <a:endParaRPr lang="en-VN" i="1"/>
          </a:p>
          <a:p>
            <a:pPr marL="341185" lvl="1" indent="0">
              <a:buNone/>
            </a:pPr>
            <a:endParaRPr lang="en-VN" b="1" i="1"/>
          </a:p>
        </p:txBody>
      </p:sp>
      <p:sp>
        <p:nvSpPr>
          <p:cNvPr id="4" name="Footer Placeholder 3">
            <a:extLst>
              <a:ext uri="{FF2B5EF4-FFF2-40B4-BE49-F238E27FC236}">
                <a16:creationId xmlns:a16="http://schemas.microsoft.com/office/drawing/2014/main" id="{09113DD4-CC4D-514E-8A24-3895D5D85ED5}"/>
              </a:ext>
            </a:extLst>
          </p:cNvPr>
          <p:cNvSpPr>
            <a:spLocks noGrp="1"/>
          </p:cNvSpPr>
          <p:nvPr>
            <p:ph type="ftr" sz="quarter" idx="11"/>
          </p:nvPr>
        </p:nvSpPr>
        <p:spPr/>
        <p:txBody>
          <a:bodyPr/>
          <a:lstStyle/>
          <a:p>
            <a:r>
              <a:rPr lang="vi-VN" dirty="0"/>
              <a:t>Bài 5: Hàm</a:t>
            </a:r>
            <a:endParaRPr lang="en-US" dirty="0"/>
          </a:p>
        </p:txBody>
      </p:sp>
      <p:sp>
        <p:nvSpPr>
          <p:cNvPr id="5" name="Slide Number Placeholder 4">
            <a:extLst>
              <a:ext uri="{FF2B5EF4-FFF2-40B4-BE49-F238E27FC236}">
                <a16:creationId xmlns:a16="http://schemas.microsoft.com/office/drawing/2014/main" id="{3556DF30-27B0-F142-AF96-C1406E6154E3}"/>
              </a:ext>
            </a:extLst>
          </p:cNvPr>
          <p:cNvSpPr>
            <a:spLocks noGrp="1"/>
          </p:cNvSpPr>
          <p:nvPr>
            <p:ph type="sldNum" sz="quarter" idx="12"/>
          </p:nvPr>
        </p:nvSpPr>
        <p:spPr/>
        <p:txBody>
          <a:bodyPr/>
          <a:lstStyle/>
          <a:p>
            <a:fld id="{1AD93096-5B34-4342-9326-69289CEAE4C2}" type="slidenum">
              <a:rPr lang="en-US" smtClean="0"/>
              <a:pPr/>
              <a:t>13</a:t>
            </a:fld>
            <a:endParaRPr lang="en-US" dirty="0"/>
          </a:p>
        </p:txBody>
      </p:sp>
      <p:sp>
        <p:nvSpPr>
          <p:cNvPr id="8" name="Content Placeholder 5">
            <a:extLst>
              <a:ext uri="{FF2B5EF4-FFF2-40B4-BE49-F238E27FC236}">
                <a16:creationId xmlns:a16="http://schemas.microsoft.com/office/drawing/2014/main" id="{23622D8D-4530-2845-8E3A-75D289EF0D6F}"/>
              </a:ext>
            </a:extLst>
          </p:cNvPr>
          <p:cNvSpPr txBox="1">
            <a:spLocks/>
          </p:cNvSpPr>
          <p:nvPr/>
        </p:nvSpPr>
        <p:spPr>
          <a:xfrm>
            <a:off x="940594" y="1891502"/>
            <a:ext cx="7270576" cy="1295043"/>
          </a:xfrm>
          <a:prstGeom prst="rect">
            <a:avLst/>
          </a:prstGeom>
        </p:spPr>
        <p:style>
          <a:lnRef idx="2">
            <a:schemeClr val="accent2"/>
          </a:lnRef>
          <a:fillRef idx="1">
            <a:schemeClr val="lt1"/>
          </a:fillRef>
          <a:effectRef idx="0">
            <a:schemeClr val="accent2"/>
          </a:effectRef>
          <a:fontRef idx="minor">
            <a:schemeClr val="dk1"/>
          </a:fontRef>
        </p:style>
        <p:txBody>
          <a:bodyPr>
            <a:noAutofit/>
          </a:bodyPr>
          <a:lstStyle>
            <a:lvl1pPr marL="308610" indent="-257175" algn="l" rtl="0" eaLnBrk="1" latinLnBrk="0" hangingPunct="1">
              <a:spcBef>
                <a:spcPts val="525"/>
              </a:spcBef>
              <a:buSzPct val="95000"/>
              <a:buFont typeface="Wingdings"/>
              <a:buChar char=""/>
              <a:defRPr sz="1500" kern="1200" spc="0">
                <a:solidFill>
                  <a:schemeClr val="tx1"/>
                </a:solidFill>
                <a:latin typeface="+mn-lt"/>
                <a:ea typeface="+mn-ea"/>
                <a:cs typeface="Arial" pitchFamily="34" charset="0"/>
              </a:defRPr>
            </a:lvl1pPr>
            <a:lvl2pPr marL="555498" indent="-214313" algn="l" rtl="0" eaLnBrk="1" latinLnBrk="0" hangingPunct="1">
              <a:spcBef>
                <a:spcPct val="20000"/>
              </a:spcBef>
              <a:buClr>
                <a:schemeClr val="accent2"/>
              </a:buClr>
              <a:buSzPct val="90000"/>
              <a:buFont typeface="Wingdings"/>
              <a:buChar char=""/>
              <a:defRPr sz="1350" kern="1200" spc="0">
                <a:solidFill>
                  <a:schemeClr val="tx1"/>
                </a:solidFill>
                <a:latin typeface="+mn-lt"/>
                <a:ea typeface="+mn-ea"/>
                <a:cs typeface="Arial" pitchFamily="34" charset="0"/>
              </a:defRPr>
            </a:lvl2pPr>
            <a:lvl3pPr marL="747522" indent="-171450" algn="l" rtl="0" eaLnBrk="1" latinLnBrk="0" hangingPunct="1">
              <a:spcBef>
                <a:spcPct val="20000"/>
              </a:spcBef>
              <a:buClr>
                <a:schemeClr val="accent2"/>
              </a:buClr>
              <a:buFont typeface="Wingdings 2"/>
              <a:buChar char=""/>
              <a:defRPr sz="1200" kern="1200" spc="0">
                <a:solidFill>
                  <a:schemeClr val="tx1"/>
                </a:solidFill>
                <a:latin typeface="+mn-lt"/>
                <a:ea typeface="+mn-ea"/>
                <a:cs typeface="Arial" pitchFamily="34" charset="0"/>
              </a:defRPr>
            </a:lvl3pPr>
            <a:lvl4pPr marL="946404" indent="-171450" algn="l" rtl="0" eaLnBrk="1" latinLnBrk="0" hangingPunct="1">
              <a:spcBef>
                <a:spcPct val="20000"/>
              </a:spcBef>
              <a:buClr>
                <a:schemeClr val="accent3"/>
              </a:buClr>
              <a:buFont typeface="Wingdings 3"/>
              <a:buChar char=""/>
              <a:defRPr sz="1200" kern="1200" spc="0">
                <a:solidFill>
                  <a:schemeClr val="tx1"/>
                </a:solidFill>
                <a:latin typeface="+mn-lt"/>
                <a:ea typeface="+mn-ea"/>
                <a:cs typeface="Arial" pitchFamily="34" charset="0"/>
              </a:defRPr>
            </a:lvl4pPr>
            <a:lvl5pPr marL="1110996" indent="-157734" algn="l" rtl="0" eaLnBrk="1" latinLnBrk="0" hangingPunct="1">
              <a:spcBef>
                <a:spcPct val="20000"/>
              </a:spcBef>
              <a:buClr>
                <a:schemeClr val="accent3"/>
              </a:buClr>
              <a:buFont typeface="Wingdings 2"/>
              <a:buChar char=""/>
              <a:defRPr sz="1050" kern="1200" spc="0">
                <a:solidFill>
                  <a:schemeClr val="tx1"/>
                </a:solidFill>
                <a:latin typeface="+mn-lt"/>
                <a:ea typeface="+mn-ea"/>
                <a:cs typeface="Arial" pitchFamily="34" charset="0"/>
              </a:defRPr>
            </a:lvl5pPr>
            <a:lvl6pPr marL="1282446" indent="-157734" algn="l" rtl="0" eaLnBrk="1" latinLnBrk="0" hangingPunct="1">
              <a:spcBef>
                <a:spcPct val="20000"/>
              </a:spcBef>
              <a:buClr>
                <a:schemeClr val="accent3"/>
              </a:buClr>
              <a:buFont typeface="Wingdings 2"/>
              <a:buChar char=""/>
              <a:defRPr sz="1350" kern="1200">
                <a:solidFill>
                  <a:schemeClr val="tx1"/>
                </a:solidFill>
                <a:latin typeface="+mn-lt"/>
                <a:ea typeface="+mn-ea"/>
                <a:cs typeface="+mn-cs"/>
              </a:defRPr>
            </a:lvl6pPr>
            <a:lvl7pPr marL="1426464"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7pPr>
            <a:lvl8pPr marL="1570482"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8pPr>
            <a:lvl9pPr marL="1714500"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9pPr>
            <a:extLst/>
          </a:lstStyle>
          <a:p>
            <a:pPr marL="51435" indent="0">
              <a:spcBef>
                <a:spcPts val="0"/>
              </a:spcBef>
              <a:buNone/>
            </a:pPr>
            <a:r>
              <a:rPr lang="en-US" sz="1800">
                <a:latin typeface="Consolas" panose="020B0609020204030204" pitchFamily="49" charset="0"/>
              </a:rPr>
              <a:t>static </a:t>
            </a:r>
            <a:r>
              <a:rPr lang="en-US" sz="1800">
                <a:solidFill>
                  <a:srgbClr val="0000FF"/>
                </a:solidFill>
                <a:latin typeface="Consolas" panose="020B0609020204030204" pitchFamily="49" charset="0"/>
              </a:rPr>
              <a:t>void</a:t>
            </a:r>
            <a:r>
              <a:rPr lang="en-US" sz="1800">
                <a:latin typeface="Consolas" panose="020B0609020204030204" pitchFamily="49" charset="0"/>
              </a:rPr>
              <a:t> </a:t>
            </a:r>
            <a:r>
              <a:rPr lang="en-US" sz="1800">
                <a:solidFill>
                  <a:srgbClr val="FF0000"/>
                </a:solidFill>
                <a:latin typeface="Consolas" panose="020B0609020204030204" pitchFamily="49" charset="0"/>
              </a:rPr>
              <a:t>Say</a:t>
            </a:r>
            <a:r>
              <a:rPr lang="en-US" sz="1800" dirty="0">
                <a:solidFill>
                  <a:srgbClr val="FF0000"/>
                </a:solidFill>
                <a:latin typeface="Consolas" pitchFamily="49" charset="0"/>
                <a:cs typeface="Consolas" pitchFamily="49" charset="0"/>
              </a:rPr>
              <a:t>HelloWithName</a:t>
            </a:r>
            <a:r>
              <a:rPr lang="en-US" sz="1800">
                <a:latin typeface="Consolas" panose="020B0609020204030204" pitchFamily="49" charset="0"/>
              </a:rPr>
              <a:t>(</a:t>
            </a:r>
            <a:r>
              <a:rPr lang="en-US" sz="1800">
                <a:solidFill>
                  <a:srgbClr val="0432FF"/>
                </a:solidFill>
                <a:latin typeface="Consolas" panose="020B0609020204030204" pitchFamily="49" charset="0"/>
              </a:rPr>
              <a:t>string</a:t>
            </a:r>
            <a:r>
              <a:rPr lang="en-US" sz="1800">
                <a:solidFill>
                  <a:schemeClr val="bg1"/>
                </a:solidFill>
                <a:latin typeface="Consolas" panose="020B0609020204030204" pitchFamily="49" charset="0"/>
              </a:rPr>
              <a:t> </a:t>
            </a:r>
            <a:r>
              <a:rPr lang="en-US" sz="1800">
                <a:solidFill>
                  <a:schemeClr val="accent6">
                    <a:lumMod val="75000"/>
                  </a:schemeClr>
                </a:solidFill>
                <a:latin typeface="Consolas" panose="020B0609020204030204" pitchFamily="49" charset="0"/>
              </a:rPr>
              <a:t>name</a:t>
            </a:r>
            <a:r>
              <a:rPr lang="en-US" sz="1800">
                <a:latin typeface="Consolas" panose="020B0609020204030204" pitchFamily="49" charset="0"/>
              </a:rPr>
              <a:t>)</a:t>
            </a:r>
          </a:p>
          <a:p>
            <a:pPr marL="51435" indent="0">
              <a:spcBef>
                <a:spcPts val="0"/>
              </a:spcBef>
              <a:buNone/>
            </a:pPr>
            <a:r>
              <a:rPr lang="en-US" sz="1800">
                <a:latin typeface="Consolas" panose="020B0609020204030204" pitchFamily="49" charset="0"/>
              </a:rPr>
              <a:t>{</a:t>
            </a:r>
          </a:p>
          <a:p>
            <a:pPr marL="51435" indent="0">
              <a:spcBef>
                <a:spcPts val="0"/>
              </a:spcBef>
              <a:buNone/>
            </a:pPr>
            <a:r>
              <a:rPr lang="en-US" sz="1800">
                <a:solidFill>
                  <a:schemeClr val="bg1"/>
                </a:solidFill>
                <a:latin typeface="Consolas" panose="020B0609020204030204" pitchFamily="49" charset="0"/>
              </a:rPr>
              <a:t>	</a:t>
            </a:r>
            <a:r>
              <a:rPr lang="en-US" sz="1800">
                <a:solidFill>
                  <a:srgbClr val="2B91AF"/>
                </a:solidFill>
                <a:latin typeface="Consolas" panose="020B0609020204030204" pitchFamily="49" charset="0"/>
              </a:rPr>
              <a:t>Console</a:t>
            </a:r>
            <a:r>
              <a:rPr lang="en-US" sz="1800">
                <a:latin typeface="Consolas" panose="020B0609020204030204" pitchFamily="49" charset="0"/>
              </a:rPr>
              <a:t>.</a:t>
            </a:r>
            <a:r>
              <a:rPr lang="en-US" sz="1800">
                <a:solidFill>
                  <a:srgbClr val="FEA400"/>
                </a:solidFill>
                <a:latin typeface="Consolas" panose="020B0609020204030204" pitchFamily="49" charset="0"/>
              </a:rPr>
              <a:t>WriteLine</a:t>
            </a:r>
            <a:r>
              <a:rPr lang="en-US" sz="1800">
                <a:latin typeface="Consolas" panose="020B0609020204030204" pitchFamily="49" charset="0"/>
                <a:cs typeface="Consolas" panose="020B0609020204030204" pitchFamily="49" charset="0"/>
              </a:rPr>
              <a:t>(</a:t>
            </a:r>
            <a:r>
              <a:rPr lang="en-US" sz="1800">
                <a:solidFill>
                  <a:srgbClr val="A31515"/>
                </a:solidFill>
                <a:latin typeface="Consolas" panose="020B0609020204030204" pitchFamily="49" charset="0"/>
              </a:rPr>
              <a:t>"Hello "</a:t>
            </a:r>
            <a:r>
              <a:rPr lang="en-US" sz="1800">
                <a:latin typeface="Consolas" panose="020B0609020204030204" pitchFamily="49" charset="0"/>
              </a:rPr>
              <a:t> + </a:t>
            </a:r>
            <a:r>
              <a:rPr lang="en-US" sz="1800">
                <a:solidFill>
                  <a:schemeClr val="accent6">
                    <a:lumMod val="75000"/>
                  </a:schemeClr>
                </a:solidFill>
                <a:latin typeface="Consolas" panose="020B0609020204030204" pitchFamily="49" charset="0"/>
              </a:rPr>
              <a:t>name</a:t>
            </a:r>
            <a:r>
              <a:rPr lang="en-US" sz="1800">
                <a:latin typeface="Consolas" panose="020B0609020204030204" pitchFamily="49" charset="0"/>
              </a:rPr>
              <a:t>);</a:t>
            </a:r>
          </a:p>
          <a:p>
            <a:pPr marL="51435" indent="0">
              <a:spcBef>
                <a:spcPts val="0"/>
              </a:spcBef>
              <a:buNone/>
            </a:pPr>
            <a:r>
              <a:rPr lang="en-US" sz="1800">
                <a:latin typeface="Consolas" panose="020B0609020204030204" pitchFamily="49" charset="0"/>
              </a:rPr>
              <a:t>}</a:t>
            </a:r>
          </a:p>
        </p:txBody>
      </p:sp>
    </p:spTree>
    <p:extLst>
      <p:ext uri="{BB962C8B-B14F-4D97-AF65-F5344CB8AC3E}">
        <p14:creationId xmlns:p14="http://schemas.microsoft.com/office/powerpoint/2010/main" val="24642200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77CC4D-F5BD-D34C-8F83-3D9C63A6941F}"/>
              </a:ext>
            </a:extLst>
          </p:cNvPr>
          <p:cNvSpPr>
            <a:spLocks noGrp="1"/>
          </p:cNvSpPr>
          <p:nvPr>
            <p:ph type="title"/>
          </p:nvPr>
        </p:nvSpPr>
        <p:spPr/>
        <p:txBody>
          <a:bodyPr>
            <a:normAutofit fontScale="90000"/>
          </a:bodyPr>
          <a:lstStyle/>
          <a:p>
            <a:r>
              <a:rPr lang="en-US"/>
              <a:t>ĐỊNH NGHĨA HÀM</a:t>
            </a:r>
            <a:endParaRPr lang="en-VN"/>
          </a:p>
        </p:txBody>
      </p:sp>
      <p:sp>
        <p:nvSpPr>
          <p:cNvPr id="3" name="Content Placeholder 2">
            <a:extLst>
              <a:ext uri="{FF2B5EF4-FFF2-40B4-BE49-F238E27FC236}">
                <a16:creationId xmlns:a16="http://schemas.microsoft.com/office/drawing/2014/main" id="{26BE6A67-FCA1-284D-985A-35883DFE6502}"/>
              </a:ext>
            </a:extLst>
          </p:cNvPr>
          <p:cNvSpPr>
            <a:spLocks noGrp="1"/>
          </p:cNvSpPr>
          <p:nvPr>
            <p:ph idx="1"/>
          </p:nvPr>
        </p:nvSpPr>
        <p:spPr/>
        <p:txBody>
          <a:bodyPr>
            <a:normAutofit/>
          </a:bodyPr>
          <a:lstStyle/>
          <a:p>
            <a:r>
              <a:rPr lang="en-VN"/>
              <a:t>Ví dụ: </a:t>
            </a:r>
            <a:r>
              <a:rPr lang="en-VN" sz="2400"/>
              <a:t>Định nghĩa hàm </a:t>
            </a:r>
            <a:r>
              <a:rPr lang="en-VN" sz="2400">
                <a:solidFill>
                  <a:srgbClr val="EF6822"/>
                </a:solidFill>
              </a:rPr>
              <a:t>có tham số</a:t>
            </a:r>
            <a:r>
              <a:rPr lang="en-VN" sz="2400"/>
              <a:t>,</a:t>
            </a:r>
            <a:r>
              <a:rPr lang="en-VN" sz="2400">
                <a:solidFill>
                  <a:srgbClr val="EF6822"/>
                </a:solidFill>
              </a:rPr>
              <a:t> có kết quả trả về</a:t>
            </a:r>
            <a:endParaRPr lang="en-VN">
              <a:solidFill>
                <a:srgbClr val="EF6822"/>
              </a:solidFill>
            </a:endParaRPr>
          </a:p>
          <a:p>
            <a:endParaRPr lang="en-VN">
              <a:solidFill>
                <a:srgbClr val="EF6822"/>
              </a:solidFill>
            </a:endParaRPr>
          </a:p>
          <a:p>
            <a:endParaRPr lang="en-VN">
              <a:solidFill>
                <a:srgbClr val="FFC000"/>
              </a:solidFill>
            </a:endParaRPr>
          </a:p>
          <a:p>
            <a:endParaRPr lang="en-VN">
              <a:solidFill>
                <a:srgbClr val="FFC000"/>
              </a:solidFill>
            </a:endParaRPr>
          </a:p>
          <a:p>
            <a:pPr marL="51435" indent="0">
              <a:buNone/>
            </a:pPr>
            <a:endParaRPr lang="en-VN">
              <a:solidFill>
                <a:srgbClr val="FFC000"/>
              </a:solidFill>
            </a:endParaRPr>
          </a:p>
          <a:p>
            <a:pPr lvl="1"/>
            <a:r>
              <a:rPr lang="en-VN" b="1">
                <a:sym typeface="Wingdings" pitchFamily="2" charset="2"/>
              </a:rPr>
              <a:t>Tên hàm</a:t>
            </a:r>
            <a:r>
              <a:rPr lang="en-VN">
                <a:sym typeface="Wingdings" pitchFamily="2" charset="2"/>
              </a:rPr>
              <a:t>: </a:t>
            </a:r>
            <a:r>
              <a:rPr lang="en-US" sz="2000" dirty="0">
                <a:solidFill>
                  <a:srgbClr val="FF0000"/>
                </a:solidFill>
                <a:latin typeface="Consolas" pitchFamily="49" charset="0"/>
                <a:cs typeface="Consolas" pitchFamily="49" charset="0"/>
              </a:rPr>
              <a:t>Sum</a:t>
            </a:r>
            <a:endParaRPr lang="en-VN" b="1">
              <a:solidFill>
                <a:srgbClr val="FF0000"/>
              </a:solidFill>
              <a:sym typeface="Wingdings" pitchFamily="2" charset="2"/>
            </a:endParaRPr>
          </a:p>
          <a:p>
            <a:pPr lvl="1"/>
            <a:r>
              <a:rPr lang="en-VN" b="1">
                <a:sym typeface="Wingdings" pitchFamily="2" charset="2"/>
              </a:rPr>
              <a:t>Tham số</a:t>
            </a:r>
            <a:r>
              <a:rPr lang="en-VN">
                <a:sym typeface="Wingdings" pitchFamily="2" charset="2"/>
              </a:rPr>
              <a:t>: </a:t>
            </a:r>
            <a:r>
              <a:rPr lang="en-VN">
                <a:solidFill>
                  <a:srgbClr val="EF6822"/>
                </a:solidFill>
                <a:sym typeface="Wingdings" pitchFamily="2" charset="2"/>
              </a:rPr>
              <a:t>2 số nguyên </a:t>
            </a:r>
            <a:r>
              <a:rPr lang="en-VN">
                <a:sym typeface="Wingdings" pitchFamily="2" charset="2"/>
              </a:rPr>
              <a:t>– </a:t>
            </a:r>
            <a:r>
              <a:rPr lang="en-US" sz="2000">
                <a:solidFill>
                  <a:srgbClr val="0432FF"/>
                </a:solidFill>
                <a:latin typeface="Consolas" panose="020B0609020204030204" pitchFamily="49" charset="0"/>
              </a:rPr>
              <a:t>int</a:t>
            </a:r>
            <a:r>
              <a:rPr lang="en-US" sz="2000">
                <a:solidFill>
                  <a:schemeClr val="bg1"/>
                </a:solidFill>
                <a:latin typeface="Consolas" panose="020B0609020204030204" pitchFamily="49" charset="0"/>
              </a:rPr>
              <a:t> </a:t>
            </a:r>
            <a:r>
              <a:rPr lang="en-US" sz="2000">
                <a:solidFill>
                  <a:schemeClr val="accent6">
                    <a:lumMod val="75000"/>
                  </a:schemeClr>
                </a:solidFill>
                <a:latin typeface="Consolas" panose="020B0609020204030204" pitchFamily="49" charset="0"/>
              </a:rPr>
              <a:t>a</a:t>
            </a:r>
            <a:r>
              <a:rPr lang="en-US">
                <a:solidFill>
                  <a:schemeClr val="accent6">
                    <a:lumMod val="75000"/>
                  </a:schemeClr>
                </a:solidFill>
                <a:latin typeface="Consolas" panose="020B0609020204030204" pitchFamily="49" charset="0"/>
              </a:rPr>
              <a:t> </a:t>
            </a:r>
            <a:r>
              <a:rPr lang="en-US" sz="2000">
                <a:latin typeface="Consolas" panose="020B0609020204030204" pitchFamily="49" charset="0"/>
              </a:rPr>
              <a:t>và </a:t>
            </a:r>
            <a:r>
              <a:rPr lang="en-US" sz="2000">
                <a:solidFill>
                  <a:srgbClr val="0432FF"/>
                </a:solidFill>
                <a:latin typeface="Consolas" panose="020B0609020204030204" pitchFamily="49" charset="0"/>
              </a:rPr>
              <a:t>int</a:t>
            </a:r>
            <a:r>
              <a:rPr lang="en-US" sz="2000">
                <a:solidFill>
                  <a:schemeClr val="bg1"/>
                </a:solidFill>
                <a:latin typeface="Consolas" panose="020B0609020204030204" pitchFamily="49" charset="0"/>
              </a:rPr>
              <a:t> </a:t>
            </a:r>
            <a:r>
              <a:rPr lang="en-US" sz="2000">
                <a:solidFill>
                  <a:schemeClr val="accent6">
                    <a:lumMod val="75000"/>
                  </a:schemeClr>
                </a:solidFill>
                <a:latin typeface="Consolas" panose="020B0609020204030204" pitchFamily="49" charset="0"/>
              </a:rPr>
              <a:t>b</a:t>
            </a:r>
            <a:endParaRPr lang="en-VN">
              <a:solidFill>
                <a:srgbClr val="EF6822"/>
              </a:solidFill>
              <a:sym typeface="Wingdings" pitchFamily="2" charset="2"/>
            </a:endParaRPr>
          </a:p>
          <a:p>
            <a:pPr lvl="1"/>
            <a:r>
              <a:rPr lang="en-VN" b="1">
                <a:sym typeface="Wingdings" pitchFamily="2" charset="2"/>
              </a:rPr>
              <a:t>Kết quả trả về</a:t>
            </a:r>
            <a:r>
              <a:rPr lang="en-VN">
                <a:sym typeface="Wingdings" pitchFamily="2" charset="2"/>
              </a:rPr>
              <a:t>: </a:t>
            </a:r>
            <a:r>
              <a:rPr lang="en-US" sz="2000">
                <a:solidFill>
                  <a:srgbClr val="0000FF"/>
                </a:solidFill>
                <a:latin typeface="Consolas" panose="020B0609020204030204" pitchFamily="49" charset="0"/>
              </a:rPr>
              <a:t>int</a:t>
            </a:r>
            <a:r>
              <a:rPr lang="en-VN">
                <a:sym typeface="Wingdings" pitchFamily="2" charset="2"/>
              </a:rPr>
              <a:t> – </a:t>
            </a:r>
            <a:r>
              <a:rPr lang="en-VN">
                <a:solidFill>
                  <a:srgbClr val="17459E"/>
                </a:solidFill>
                <a:sym typeface="Wingdings" pitchFamily="2" charset="2"/>
              </a:rPr>
              <a:t>một số nguyên</a:t>
            </a:r>
            <a:endParaRPr lang="en-VN">
              <a:sym typeface="Wingdings" pitchFamily="2" charset="2"/>
            </a:endParaRPr>
          </a:p>
          <a:p>
            <a:pPr lvl="1"/>
            <a:r>
              <a:rPr lang="en-VN" b="1">
                <a:sym typeface="Wingdings" pitchFamily="2" charset="2"/>
              </a:rPr>
              <a:t>Chức năng</a:t>
            </a:r>
            <a:r>
              <a:rPr lang="en-VN">
                <a:sym typeface="Wingdings" pitchFamily="2" charset="2"/>
              </a:rPr>
              <a:t>: </a:t>
            </a:r>
            <a:r>
              <a:rPr lang="vi-VN" b="1" u="sng">
                <a:solidFill>
                  <a:srgbClr val="17459E"/>
                </a:solidFill>
                <a:sym typeface="Wingdings" pitchFamily="2" charset="2"/>
              </a:rPr>
              <a:t>tính và trả về</a:t>
            </a:r>
            <a:r>
              <a:rPr lang="vi-VN">
                <a:solidFill>
                  <a:srgbClr val="EF6822"/>
                </a:solidFill>
                <a:sym typeface="Wingdings" pitchFamily="2" charset="2"/>
              </a:rPr>
              <a:t> </a:t>
            </a:r>
            <a:r>
              <a:rPr lang="vi-VN">
                <a:sym typeface="Wingdings" pitchFamily="2" charset="2"/>
              </a:rPr>
              <a:t>tổng của 2</a:t>
            </a:r>
            <a:r>
              <a:rPr lang="en-VN">
                <a:sym typeface="Wingdings" pitchFamily="2" charset="2"/>
              </a:rPr>
              <a:t> tham số </a:t>
            </a:r>
            <a:r>
              <a:rPr lang="en-US" sz="2000">
                <a:solidFill>
                  <a:schemeClr val="accent6">
                    <a:lumMod val="75000"/>
                  </a:schemeClr>
                </a:solidFill>
                <a:latin typeface="Consolas" panose="020B0609020204030204" pitchFamily="49" charset="0"/>
              </a:rPr>
              <a:t>a</a:t>
            </a:r>
            <a:r>
              <a:rPr lang="en-US"/>
              <a:t> </a:t>
            </a:r>
            <a:r>
              <a:rPr lang="en-VN">
                <a:sym typeface="Wingdings" pitchFamily="2" charset="2"/>
              </a:rPr>
              <a:t>và </a:t>
            </a:r>
            <a:r>
              <a:rPr lang="en-US" sz="2000">
                <a:solidFill>
                  <a:schemeClr val="accent6">
                    <a:lumMod val="75000"/>
                  </a:schemeClr>
                </a:solidFill>
                <a:latin typeface="Consolas" panose="020B0609020204030204" pitchFamily="49" charset="0"/>
              </a:rPr>
              <a:t>b</a:t>
            </a:r>
            <a:r>
              <a:rPr lang="en-VN">
                <a:sym typeface="Wingdings" pitchFamily="2" charset="2"/>
              </a:rPr>
              <a:t> </a:t>
            </a:r>
            <a:r>
              <a:rPr lang="en-VN" i="1">
                <a:sym typeface="Wingdings" pitchFamily="2" charset="2"/>
              </a:rPr>
              <a:t>(giá trị cụ thể của </a:t>
            </a:r>
            <a:r>
              <a:rPr lang="en-US" sz="1800">
                <a:solidFill>
                  <a:schemeClr val="accent6">
                    <a:lumMod val="75000"/>
                  </a:schemeClr>
                </a:solidFill>
                <a:latin typeface="Consolas" panose="020B0609020204030204" pitchFamily="49" charset="0"/>
              </a:rPr>
              <a:t>a</a:t>
            </a:r>
            <a:r>
              <a:rPr lang="en-US"/>
              <a:t> </a:t>
            </a:r>
            <a:r>
              <a:rPr lang="en-VN">
                <a:sym typeface="Wingdings" pitchFamily="2" charset="2"/>
              </a:rPr>
              <a:t>và </a:t>
            </a:r>
            <a:r>
              <a:rPr lang="en-US" sz="1800">
                <a:solidFill>
                  <a:schemeClr val="accent6">
                    <a:lumMod val="75000"/>
                  </a:schemeClr>
                </a:solidFill>
                <a:latin typeface="Consolas" panose="020B0609020204030204" pitchFamily="49" charset="0"/>
              </a:rPr>
              <a:t>b</a:t>
            </a:r>
            <a:r>
              <a:rPr lang="en-VN" i="1">
                <a:sym typeface="Wingdings" pitchFamily="2" charset="2"/>
              </a:rPr>
              <a:t> sẽ được xác định mỗi khi gọi hàm)</a:t>
            </a:r>
          </a:p>
          <a:p>
            <a:pPr marL="341185" lvl="1" indent="0">
              <a:buNone/>
            </a:pPr>
            <a:endParaRPr lang="en-VN" b="1" i="1"/>
          </a:p>
        </p:txBody>
      </p:sp>
      <p:sp>
        <p:nvSpPr>
          <p:cNvPr id="4" name="Footer Placeholder 3">
            <a:extLst>
              <a:ext uri="{FF2B5EF4-FFF2-40B4-BE49-F238E27FC236}">
                <a16:creationId xmlns:a16="http://schemas.microsoft.com/office/drawing/2014/main" id="{09113DD4-CC4D-514E-8A24-3895D5D85ED5}"/>
              </a:ext>
            </a:extLst>
          </p:cNvPr>
          <p:cNvSpPr>
            <a:spLocks noGrp="1"/>
          </p:cNvSpPr>
          <p:nvPr>
            <p:ph type="ftr" sz="quarter" idx="11"/>
          </p:nvPr>
        </p:nvSpPr>
        <p:spPr/>
        <p:txBody>
          <a:bodyPr/>
          <a:lstStyle/>
          <a:p>
            <a:r>
              <a:rPr lang="vi-VN" dirty="0"/>
              <a:t>Bài 5: Hàm</a:t>
            </a:r>
            <a:endParaRPr lang="en-US" dirty="0"/>
          </a:p>
        </p:txBody>
      </p:sp>
      <p:sp>
        <p:nvSpPr>
          <p:cNvPr id="5" name="Slide Number Placeholder 4">
            <a:extLst>
              <a:ext uri="{FF2B5EF4-FFF2-40B4-BE49-F238E27FC236}">
                <a16:creationId xmlns:a16="http://schemas.microsoft.com/office/drawing/2014/main" id="{3556DF30-27B0-F142-AF96-C1406E6154E3}"/>
              </a:ext>
            </a:extLst>
          </p:cNvPr>
          <p:cNvSpPr>
            <a:spLocks noGrp="1"/>
          </p:cNvSpPr>
          <p:nvPr>
            <p:ph type="sldNum" sz="quarter" idx="12"/>
          </p:nvPr>
        </p:nvSpPr>
        <p:spPr/>
        <p:txBody>
          <a:bodyPr/>
          <a:lstStyle/>
          <a:p>
            <a:fld id="{1AD93096-5B34-4342-9326-69289CEAE4C2}" type="slidenum">
              <a:rPr lang="en-US" smtClean="0"/>
              <a:pPr/>
              <a:t>14</a:t>
            </a:fld>
            <a:endParaRPr lang="en-US" dirty="0"/>
          </a:p>
        </p:txBody>
      </p:sp>
      <p:sp>
        <p:nvSpPr>
          <p:cNvPr id="8" name="Content Placeholder 5">
            <a:extLst>
              <a:ext uri="{FF2B5EF4-FFF2-40B4-BE49-F238E27FC236}">
                <a16:creationId xmlns:a16="http://schemas.microsoft.com/office/drawing/2014/main" id="{23622D8D-4530-2845-8E3A-75D289EF0D6F}"/>
              </a:ext>
            </a:extLst>
          </p:cNvPr>
          <p:cNvSpPr txBox="1">
            <a:spLocks/>
          </p:cNvSpPr>
          <p:nvPr/>
        </p:nvSpPr>
        <p:spPr>
          <a:xfrm>
            <a:off x="940594" y="1586702"/>
            <a:ext cx="7270576" cy="1537498"/>
          </a:xfrm>
          <a:prstGeom prst="rect">
            <a:avLst/>
          </a:prstGeom>
        </p:spPr>
        <p:style>
          <a:lnRef idx="2">
            <a:schemeClr val="accent2"/>
          </a:lnRef>
          <a:fillRef idx="1">
            <a:schemeClr val="lt1"/>
          </a:fillRef>
          <a:effectRef idx="0">
            <a:schemeClr val="accent2"/>
          </a:effectRef>
          <a:fontRef idx="minor">
            <a:schemeClr val="dk1"/>
          </a:fontRef>
        </p:style>
        <p:txBody>
          <a:bodyPr>
            <a:noAutofit/>
          </a:bodyPr>
          <a:lstStyle>
            <a:lvl1pPr marL="308610" indent="-257175" algn="l" rtl="0" eaLnBrk="1" latinLnBrk="0" hangingPunct="1">
              <a:spcBef>
                <a:spcPts val="525"/>
              </a:spcBef>
              <a:buSzPct val="95000"/>
              <a:buFont typeface="Wingdings"/>
              <a:buChar char=""/>
              <a:defRPr sz="1500" kern="1200" spc="0">
                <a:solidFill>
                  <a:schemeClr val="tx1"/>
                </a:solidFill>
                <a:latin typeface="+mn-lt"/>
                <a:ea typeface="+mn-ea"/>
                <a:cs typeface="Arial" pitchFamily="34" charset="0"/>
              </a:defRPr>
            </a:lvl1pPr>
            <a:lvl2pPr marL="555498" indent="-214313" algn="l" rtl="0" eaLnBrk="1" latinLnBrk="0" hangingPunct="1">
              <a:spcBef>
                <a:spcPct val="20000"/>
              </a:spcBef>
              <a:buClr>
                <a:schemeClr val="accent2"/>
              </a:buClr>
              <a:buSzPct val="90000"/>
              <a:buFont typeface="Wingdings"/>
              <a:buChar char=""/>
              <a:defRPr sz="1350" kern="1200" spc="0">
                <a:solidFill>
                  <a:schemeClr val="tx1"/>
                </a:solidFill>
                <a:latin typeface="+mn-lt"/>
                <a:ea typeface="+mn-ea"/>
                <a:cs typeface="Arial" pitchFamily="34" charset="0"/>
              </a:defRPr>
            </a:lvl2pPr>
            <a:lvl3pPr marL="747522" indent="-171450" algn="l" rtl="0" eaLnBrk="1" latinLnBrk="0" hangingPunct="1">
              <a:spcBef>
                <a:spcPct val="20000"/>
              </a:spcBef>
              <a:buClr>
                <a:schemeClr val="accent2"/>
              </a:buClr>
              <a:buFont typeface="Wingdings 2"/>
              <a:buChar char=""/>
              <a:defRPr sz="1200" kern="1200" spc="0">
                <a:solidFill>
                  <a:schemeClr val="tx1"/>
                </a:solidFill>
                <a:latin typeface="+mn-lt"/>
                <a:ea typeface="+mn-ea"/>
                <a:cs typeface="Arial" pitchFamily="34" charset="0"/>
              </a:defRPr>
            </a:lvl3pPr>
            <a:lvl4pPr marL="946404" indent="-171450" algn="l" rtl="0" eaLnBrk="1" latinLnBrk="0" hangingPunct="1">
              <a:spcBef>
                <a:spcPct val="20000"/>
              </a:spcBef>
              <a:buClr>
                <a:schemeClr val="accent3"/>
              </a:buClr>
              <a:buFont typeface="Wingdings 3"/>
              <a:buChar char=""/>
              <a:defRPr sz="1200" kern="1200" spc="0">
                <a:solidFill>
                  <a:schemeClr val="tx1"/>
                </a:solidFill>
                <a:latin typeface="+mn-lt"/>
                <a:ea typeface="+mn-ea"/>
                <a:cs typeface="Arial" pitchFamily="34" charset="0"/>
              </a:defRPr>
            </a:lvl4pPr>
            <a:lvl5pPr marL="1110996" indent="-157734" algn="l" rtl="0" eaLnBrk="1" latinLnBrk="0" hangingPunct="1">
              <a:spcBef>
                <a:spcPct val="20000"/>
              </a:spcBef>
              <a:buClr>
                <a:schemeClr val="accent3"/>
              </a:buClr>
              <a:buFont typeface="Wingdings 2"/>
              <a:buChar char=""/>
              <a:defRPr sz="1050" kern="1200" spc="0">
                <a:solidFill>
                  <a:schemeClr val="tx1"/>
                </a:solidFill>
                <a:latin typeface="+mn-lt"/>
                <a:ea typeface="+mn-ea"/>
                <a:cs typeface="Arial" pitchFamily="34" charset="0"/>
              </a:defRPr>
            </a:lvl5pPr>
            <a:lvl6pPr marL="1282446" indent="-157734" algn="l" rtl="0" eaLnBrk="1" latinLnBrk="0" hangingPunct="1">
              <a:spcBef>
                <a:spcPct val="20000"/>
              </a:spcBef>
              <a:buClr>
                <a:schemeClr val="accent3"/>
              </a:buClr>
              <a:buFont typeface="Wingdings 2"/>
              <a:buChar char=""/>
              <a:defRPr sz="1350" kern="1200">
                <a:solidFill>
                  <a:schemeClr val="tx1"/>
                </a:solidFill>
                <a:latin typeface="+mn-lt"/>
                <a:ea typeface="+mn-ea"/>
                <a:cs typeface="+mn-cs"/>
              </a:defRPr>
            </a:lvl6pPr>
            <a:lvl7pPr marL="1426464"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7pPr>
            <a:lvl8pPr marL="1570482"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8pPr>
            <a:lvl9pPr marL="1714500"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9pPr>
            <a:extLst/>
          </a:lstStyle>
          <a:p>
            <a:pPr marL="51435" indent="0">
              <a:spcBef>
                <a:spcPts val="0"/>
              </a:spcBef>
              <a:buNone/>
            </a:pPr>
            <a:r>
              <a:rPr lang="en-US" sz="1800">
                <a:latin typeface="Consolas" panose="020B0609020204030204" pitchFamily="49" charset="0"/>
              </a:rPr>
              <a:t>static </a:t>
            </a:r>
            <a:r>
              <a:rPr lang="en-US" sz="1800">
                <a:solidFill>
                  <a:srgbClr val="0000FF"/>
                </a:solidFill>
                <a:latin typeface="Consolas" panose="020B0609020204030204" pitchFamily="49" charset="0"/>
              </a:rPr>
              <a:t>int</a:t>
            </a:r>
            <a:r>
              <a:rPr lang="en-US" sz="1800">
                <a:latin typeface="Consolas" panose="020B0609020204030204" pitchFamily="49" charset="0"/>
              </a:rPr>
              <a:t> </a:t>
            </a:r>
            <a:r>
              <a:rPr lang="en-US" sz="1800" dirty="0">
                <a:solidFill>
                  <a:srgbClr val="FF0000"/>
                </a:solidFill>
                <a:latin typeface="Consolas" pitchFamily="49" charset="0"/>
                <a:cs typeface="Consolas" pitchFamily="49" charset="0"/>
              </a:rPr>
              <a:t>Sum</a:t>
            </a:r>
            <a:r>
              <a:rPr lang="en-US" sz="1800">
                <a:latin typeface="Consolas" panose="020B0609020204030204" pitchFamily="49" charset="0"/>
              </a:rPr>
              <a:t>(</a:t>
            </a:r>
            <a:r>
              <a:rPr lang="en-US" sz="1800">
                <a:solidFill>
                  <a:srgbClr val="0432FF"/>
                </a:solidFill>
                <a:latin typeface="Consolas" panose="020B0609020204030204" pitchFamily="49" charset="0"/>
              </a:rPr>
              <a:t>int</a:t>
            </a:r>
            <a:r>
              <a:rPr lang="en-US" sz="1800">
                <a:solidFill>
                  <a:schemeClr val="bg1"/>
                </a:solidFill>
                <a:latin typeface="Consolas" panose="020B0609020204030204" pitchFamily="49" charset="0"/>
              </a:rPr>
              <a:t> </a:t>
            </a:r>
            <a:r>
              <a:rPr lang="en-US" sz="1800">
                <a:solidFill>
                  <a:schemeClr val="accent6">
                    <a:lumMod val="75000"/>
                  </a:schemeClr>
                </a:solidFill>
                <a:latin typeface="Consolas" panose="020B0609020204030204" pitchFamily="49" charset="0"/>
              </a:rPr>
              <a:t>a</a:t>
            </a:r>
            <a:r>
              <a:rPr lang="en-US" sz="1800">
                <a:latin typeface="Consolas" panose="020B0609020204030204" pitchFamily="49" charset="0"/>
              </a:rPr>
              <a:t>, </a:t>
            </a:r>
            <a:r>
              <a:rPr lang="en-US" sz="1800">
                <a:solidFill>
                  <a:srgbClr val="0432FF"/>
                </a:solidFill>
                <a:latin typeface="Consolas" panose="020B0609020204030204" pitchFamily="49" charset="0"/>
              </a:rPr>
              <a:t>int</a:t>
            </a:r>
            <a:r>
              <a:rPr lang="en-US" sz="1800">
                <a:solidFill>
                  <a:schemeClr val="bg1"/>
                </a:solidFill>
                <a:latin typeface="Consolas" panose="020B0609020204030204" pitchFamily="49" charset="0"/>
              </a:rPr>
              <a:t> </a:t>
            </a:r>
            <a:r>
              <a:rPr lang="en-US" sz="1800">
                <a:solidFill>
                  <a:schemeClr val="accent6">
                    <a:lumMod val="75000"/>
                  </a:schemeClr>
                </a:solidFill>
                <a:latin typeface="Consolas" panose="020B0609020204030204" pitchFamily="49" charset="0"/>
              </a:rPr>
              <a:t>b</a:t>
            </a:r>
            <a:r>
              <a:rPr lang="en-US" sz="1800">
                <a:latin typeface="Consolas" panose="020B0609020204030204" pitchFamily="49" charset="0"/>
              </a:rPr>
              <a:t>)</a:t>
            </a:r>
          </a:p>
          <a:p>
            <a:pPr marL="51435" indent="0">
              <a:spcBef>
                <a:spcPts val="0"/>
              </a:spcBef>
              <a:buNone/>
            </a:pPr>
            <a:r>
              <a:rPr lang="en-US" sz="1800">
                <a:latin typeface="Consolas" panose="020B0609020204030204" pitchFamily="49" charset="0"/>
              </a:rPr>
              <a:t>{</a:t>
            </a:r>
          </a:p>
          <a:p>
            <a:pPr marL="51435" indent="0">
              <a:spcBef>
                <a:spcPts val="0"/>
              </a:spcBef>
              <a:buNone/>
            </a:pPr>
            <a:r>
              <a:rPr lang="en-US" sz="1800">
                <a:solidFill>
                  <a:schemeClr val="bg1"/>
                </a:solidFill>
                <a:latin typeface="Consolas" panose="020B0609020204030204" pitchFamily="49" charset="0"/>
              </a:rPr>
              <a:t>	</a:t>
            </a:r>
            <a:r>
              <a:rPr lang="en-US" sz="1800">
                <a:solidFill>
                  <a:srgbClr val="0432FF"/>
                </a:solidFill>
                <a:latin typeface="Consolas" panose="020B0609020204030204" pitchFamily="49" charset="0"/>
              </a:rPr>
              <a:t>int</a:t>
            </a:r>
            <a:r>
              <a:rPr lang="en-US" sz="1800">
                <a:solidFill>
                  <a:schemeClr val="bg1"/>
                </a:solidFill>
                <a:latin typeface="Consolas" panose="020B0609020204030204" pitchFamily="49" charset="0"/>
              </a:rPr>
              <a:t> </a:t>
            </a:r>
            <a:r>
              <a:rPr lang="en-US" sz="1800">
                <a:solidFill>
                  <a:schemeClr val="accent6">
                    <a:lumMod val="75000"/>
                  </a:schemeClr>
                </a:solidFill>
                <a:latin typeface="Consolas" panose="020B0609020204030204" pitchFamily="49" charset="0"/>
              </a:rPr>
              <a:t>s </a:t>
            </a:r>
            <a:r>
              <a:rPr lang="en-US" sz="1800">
                <a:latin typeface="Consolas" panose="020B0609020204030204" pitchFamily="49" charset="0"/>
              </a:rPr>
              <a:t>= </a:t>
            </a:r>
            <a:r>
              <a:rPr lang="en-US" sz="1800">
                <a:solidFill>
                  <a:schemeClr val="accent6">
                    <a:lumMod val="75000"/>
                  </a:schemeClr>
                </a:solidFill>
                <a:latin typeface="Consolas" panose="020B0609020204030204" pitchFamily="49" charset="0"/>
              </a:rPr>
              <a:t>a </a:t>
            </a:r>
            <a:r>
              <a:rPr lang="en-US" sz="1800">
                <a:latin typeface="Consolas" panose="020B0609020204030204" pitchFamily="49" charset="0"/>
              </a:rPr>
              <a:t>+ </a:t>
            </a:r>
            <a:r>
              <a:rPr lang="en-US" sz="1800">
                <a:solidFill>
                  <a:schemeClr val="accent6">
                    <a:lumMod val="75000"/>
                  </a:schemeClr>
                </a:solidFill>
                <a:latin typeface="Consolas" panose="020B0609020204030204" pitchFamily="49" charset="0"/>
              </a:rPr>
              <a:t>b</a:t>
            </a:r>
            <a:r>
              <a:rPr lang="en-US" sz="1800">
                <a:latin typeface="Consolas" panose="020B0609020204030204" pitchFamily="49" charset="0"/>
              </a:rPr>
              <a:t>;</a:t>
            </a:r>
          </a:p>
          <a:p>
            <a:pPr marL="51435" indent="0">
              <a:spcBef>
                <a:spcPts val="0"/>
              </a:spcBef>
              <a:buNone/>
            </a:pPr>
            <a:r>
              <a:rPr lang="en-US" sz="1800">
                <a:solidFill>
                  <a:srgbClr val="2B91AF"/>
                </a:solidFill>
                <a:latin typeface="Consolas" panose="020B0609020204030204" pitchFamily="49" charset="0"/>
              </a:rPr>
              <a:t>	</a:t>
            </a:r>
            <a:r>
              <a:rPr lang="en-US" sz="1800">
                <a:solidFill>
                  <a:srgbClr val="0432FF"/>
                </a:solidFill>
                <a:latin typeface="Consolas" panose="020B0609020204030204" pitchFamily="49" charset="0"/>
              </a:rPr>
              <a:t>return</a:t>
            </a:r>
            <a:r>
              <a:rPr lang="en-US" sz="1800">
                <a:solidFill>
                  <a:srgbClr val="2B91AF"/>
                </a:solidFill>
                <a:latin typeface="Consolas" panose="020B0609020204030204" pitchFamily="49" charset="0"/>
              </a:rPr>
              <a:t> </a:t>
            </a:r>
            <a:r>
              <a:rPr lang="en-US" sz="1800">
                <a:solidFill>
                  <a:schemeClr val="accent6">
                    <a:lumMod val="75000"/>
                  </a:schemeClr>
                </a:solidFill>
                <a:latin typeface="Consolas" panose="020B0609020204030204" pitchFamily="49" charset="0"/>
              </a:rPr>
              <a:t>s</a:t>
            </a:r>
            <a:r>
              <a:rPr lang="en-US" sz="1800">
                <a:latin typeface="Consolas" panose="020B0609020204030204" pitchFamily="49" charset="0"/>
              </a:rPr>
              <a:t>;</a:t>
            </a:r>
          </a:p>
          <a:p>
            <a:pPr marL="51435" indent="0">
              <a:spcBef>
                <a:spcPts val="0"/>
              </a:spcBef>
              <a:buNone/>
            </a:pPr>
            <a:r>
              <a:rPr lang="en-US" sz="1800">
                <a:latin typeface="Consolas" panose="020B0609020204030204" pitchFamily="49" charset="0"/>
              </a:rPr>
              <a:t>}</a:t>
            </a:r>
          </a:p>
        </p:txBody>
      </p:sp>
    </p:spTree>
    <p:extLst>
      <p:ext uri="{BB962C8B-B14F-4D97-AF65-F5344CB8AC3E}">
        <p14:creationId xmlns:p14="http://schemas.microsoft.com/office/powerpoint/2010/main" val="38119436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77CC4D-F5BD-D34C-8F83-3D9C63A6941F}"/>
              </a:ext>
            </a:extLst>
          </p:cNvPr>
          <p:cNvSpPr>
            <a:spLocks noGrp="1"/>
          </p:cNvSpPr>
          <p:nvPr>
            <p:ph type="title"/>
          </p:nvPr>
        </p:nvSpPr>
        <p:spPr/>
        <p:txBody>
          <a:bodyPr>
            <a:normAutofit fontScale="90000"/>
          </a:bodyPr>
          <a:lstStyle/>
          <a:p>
            <a:r>
              <a:rPr lang="en-US"/>
              <a:t>ĐỊNH NGHĨA HÀM</a:t>
            </a:r>
            <a:endParaRPr lang="en-VN"/>
          </a:p>
        </p:txBody>
      </p:sp>
      <p:sp>
        <p:nvSpPr>
          <p:cNvPr id="3" name="Content Placeholder 2">
            <a:extLst>
              <a:ext uri="{FF2B5EF4-FFF2-40B4-BE49-F238E27FC236}">
                <a16:creationId xmlns:a16="http://schemas.microsoft.com/office/drawing/2014/main" id="{26BE6A67-FCA1-284D-985A-35883DFE6502}"/>
              </a:ext>
            </a:extLst>
          </p:cNvPr>
          <p:cNvSpPr>
            <a:spLocks noGrp="1"/>
          </p:cNvSpPr>
          <p:nvPr>
            <p:ph idx="1"/>
          </p:nvPr>
        </p:nvSpPr>
        <p:spPr/>
        <p:txBody>
          <a:bodyPr>
            <a:normAutofit/>
          </a:bodyPr>
          <a:lstStyle/>
          <a:p>
            <a:r>
              <a:rPr lang="en-VN" sz="2500"/>
              <a:t>Ví dụ: Hàm nhận </a:t>
            </a:r>
            <a:r>
              <a:rPr lang="en-VN" sz="2500">
                <a:solidFill>
                  <a:srgbClr val="17459E"/>
                </a:solidFill>
              </a:rPr>
              <a:t>tham số là số nguyên x</a:t>
            </a:r>
            <a:r>
              <a:rPr lang="en-VN" sz="2500"/>
              <a:t>. Kiểm tra nếu </a:t>
            </a:r>
            <a:r>
              <a:rPr lang="en-VN" sz="2500">
                <a:solidFill>
                  <a:srgbClr val="17459E"/>
                </a:solidFill>
              </a:rPr>
              <a:t>x là số chẵn thì trả về </a:t>
            </a:r>
            <a:r>
              <a:rPr lang="en-VN" sz="2500">
                <a:solidFill>
                  <a:srgbClr val="0432FF"/>
                </a:solidFill>
              </a:rPr>
              <a:t>true</a:t>
            </a:r>
            <a:r>
              <a:rPr lang="en-VN" sz="2500"/>
              <a:t>, </a:t>
            </a:r>
            <a:r>
              <a:rPr lang="en-VN" sz="2500">
                <a:solidFill>
                  <a:srgbClr val="17459E"/>
                </a:solidFill>
              </a:rPr>
              <a:t>ngược lại trả về </a:t>
            </a:r>
            <a:r>
              <a:rPr lang="en-VN" sz="2500">
                <a:solidFill>
                  <a:srgbClr val="0432FF"/>
                </a:solidFill>
              </a:rPr>
              <a:t>false</a:t>
            </a:r>
          </a:p>
        </p:txBody>
      </p:sp>
      <p:sp>
        <p:nvSpPr>
          <p:cNvPr id="4" name="Footer Placeholder 3">
            <a:extLst>
              <a:ext uri="{FF2B5EF4-FFF2-40B4-BE49-F238E27FC236}">
                <a16:creationId xmlns:a16="http://schemas.microsoft.com/office/drawing/2014/main" id="{09113DD4-CC4D-514E-8A24-3895D5D85ED5}"/>
              </a:ext>
            </a:extLst>
          </p:cNvPr>
          <p:cNvSpPr>
            <a:spLocks noGrp="1"/>
          </p:cNvSpPr>
          <p:nvPr>
            <p:ph type="ftr" sz="quarter" idx="11"/>
          </p:nvPr>
        </p:nvSpPr>
        <p:spPr/>
        <p:txBody>
          <a:bodyPr/>
          <a:lstStyle/>
          <a:p>
            <a:r>
              <a:rPr lang="vi-VN" dirty="0"/>
              <a:t>Bài 5: Hàm</a:t>
            </a:r>
            <a:endParaRPr lang="en-US" dirty="0"/>
          </a:p>
        </p:txBody>
      </p:sp>
      <p:sp>
        <p:nvSpPr>
          <p:cNvPr id="5" name="Slide Number Placeholder 4">
            <a:extLst>
              <a:ext uri="{FF2B5EF4-FFF2-40B4-BE49-F238E27FC236}">
                <a16:creationId xmlns:a16="http://schemas.microsoft.com/office/drawing/2014/main" id="{131A54B8-0CEC-1546-95CE-72871F8E7E06}"/>
              </a:ext>
            </a:extLst>
          </p:cNvPr>
          <p:cNvSpPr>
            <a:spLocks noGrp="1"/>
          </p:cNvSpPr>
          <p:nvPr>
            <p:ph type="sldNum" sz="quarter" idx="12"/>
          </p:nvPr>
        </p:nvSpPr>
        <p:spPr/>
        <p:txBody>
          <a:bodyPr/>
          <a:lstStyle/>
          <a:p>
            <a:fld id="{1AD93096-5B34-4342-9326-69289CEAE4C2}" type="slidenum">
              <a:rPr lang="en-US" smtClean="0"/>
              <a:pPr/>
              <a:t>15</a:t>
            </a:fld>
            <a:endParaRPr lang="en-US" dirty="0"/>
          </a:p>
        </p:txBody>
      </p:sp>
      <p:sp>
        <p:nvSpPr>
          <p:cNvPr id="8" name="Content Placeholder 5">
            <a:extLst>
              <a:ext uri="{FF2B5EF4-FFF2-40B4-BE49-F238E27FC236}">
                <a16:creationId xmlns:a16="http://schemas.microsoft.com/office/drawing/2014/main" id="{23622D8D-4530-2845-8E3A-75D289EF0D6F}"/>
              </a:ext>
            </a:extLst>
          </p:cNvPr>
          <p:cNvSpPr txBox="1">
            <a:spLocks/>
          </p:cNvSpPr>
          <p:nvPr/>
        </p:nvSpPr>
        <p:spPr>
          <a:xfrm>
            <a:off x="941579" y="2087771"/>
            <a:ext cx="3168352" cy="2332857"/>
          </a:xfrm>
          <a:prstGeom prst="rect">
            <a:avLst/>
          </a:prstGeom>
        </p:spPr>
        <p:style>
          <a:lnRef idx="2">
            <a:schemeClr val="accent2"/>
          </a:lnRef>
          <a:fillRef idx="1">
            <a:schemeClr val="lt1"/>
          </a:fillRef>
          <a:effectRef idx="0">
            <a:schemeClr val="accent2"/>
          </a:effectRef>
          <a:fontRef idx="minor">
            <a:schemeClr val="dk1"/>
          </a:fontRef>
        </p:style>
        <p:txBody>
          <a:bodyPr>
            <a:noAutofit/>
          </a:bodyPr>
          <a:lstStyle>
            <a:lvl1pPr marL="308610" indent="-257175" algn="l" rtl="0" eaLnBrk="1" latinLnBrk="0" hangingPunct="1">
              <a:spcBef>
                <a:spcPts val="525"/>
              </a:spcBef>
              <a:buSzPct val="95000"/>
              <a:buFont typeface="Wingdings"/>
              <a:buChar char=""/>
              <a:defRPr sz="1500" kern="1200" spc="0">
                <a:solidFill>
                  <a:schemeClr val="tx1"/>
                </a:solidFill>
                <a:latin typeface="+mn-lt"/>
                <a:ea typeface="+mn-ea"/>
                <a:cs typeface="Arial" pitchFamily="34" charset="0"/>
              </a:defRPr>
            </a:lvl1pPr>
            <a:lvl2pPr marL="555498" indent="-214313" algn="l" rtl="0" eaLnBrk="1" latinLnBrk="0" hangingPunct="1">
              <a:spcBef>
                <a:spcPct val="20000"/>
              </a:spcBef>
              <a:buClr>
                <a:schemeClr val="accent2"/>
              </a:buClr>
              <a:buSzPct val="90000"/>
              <a:buFont typeface="Wingdings"/>
              <a:buChar char=""/>
              <a:defRPr sz="1350" kern="1200" spc="0">
                <a:solidFill>
                  <a:schemeClr val="tx1"/>
                </a:solidFill>
                <a:latin typeface="+mn-lt"/>
                <a:ea typeface="+mn-ea"/>
                <a:cs typeface="Arial" pitchFamily="34" charset="0"/>
              </a:defRPr>
            </a:lvl2pPr>
            <a:lvl3pPr marL="747522" indent="-171450" algn="l" rtl="0" eaLnBrk="1" latinLnBrk="0" hangingPunct="1">
              <a:spcBef>
                <a:spcPct val="20000"/>
              </a:spcBef>
              <a:buClr>
                <a:schemeClr val="accent2"/>
              </a:buClr>
              <a:buFont typeface="Wingdings 2"/>
              <a:buChar char=""/>
              <a:defRPr sz="1200" kern="1200" spc="0">
                <a:solidFill>
                  <a:schemeClr val="tx1"/>
                </a:solidFill>
                <a:latin typeface="+mn-lt"/>
                <a:ea typeface="+mn-ea"/>
                <a:cs typeface="Arial" pitchFamily="34" charset="0"/>
              </a:defRPr>
            </a:lvl3pPr>
            <a:lvl4pPr marL="946404" indent="-171450" algn="l" rtl="0" eaLnBrk="1" latinLnBrk="0" hangingPunct="1">
              <a:spcBef>
                <a:spcPct val="20000"/>
              </a:spcBef>
              <a:buClr>
                <a:schemeClr val="accent3"/>
              </a:buClr>
              <a:buFont typeface="Wingdings 3"/>
              <a:buChar char=""/>
              <a:defRPr sz="1200" kern="1200" spc="0">
                <a:solidFill>
                  <a:schemeClr val="tx1"/>
                </a:solidFill>
                <a:latin typeface="+mn-lt"/>
                <a:ea typeface="+mn-ea"/>
                <a:cs typeface="Arial" pitchFamily="34" charset="0"/>
              </a:defRPr>
            </a:lvl4pPr>
            <a:lvl5pPr marL="1110996" indent="-157734" algn="l" rtl="0" eaLnBrk="1" latinLnBrk="0" hangingPunct="1">
              <a:spcBef>
                <a:spcPct val="20000"/>
              </a:spcBef>
              <a:buClr>
                <a:schemeClr val="accent3"/>
              </a:buClr>
              <a:buFont typeface="Wingdings 2"/>
              <a:buChar char=""/>
              <a:defRPr sz="1050" kern="1200" spc="0">
                <a:solidFill>
                  <a:schemeClr val="tx1"/>
                </a:solidFill>
                <a:latin typeface="+mn-lt"/>
                <a:ea typeface="+mn-ea"/>
                <a:cs typeface="Arial" pitchFamily="34" charset="0"/>
              </a:defRPr>
            </a:lvl5pPr>
            <a:lvl6pPr marL="1282446" indent="-157734" algn="l" rtl="0" eaLnBrk="1" latinLnBrk="0" hangingPunct="1">
              <a:spcBef>
                <a:spcPct val="20000"/>
              </a:spcBef>
              <a:buClr>
                <a:schemeClr val="accent3"/>
              </a:buClr>
              <a:buFont typeface="Wingdings 2"/>
              <a:buChar char=""/>
              <a:defRPr sz="1350" kern="1200">
                <a:solidFill>
                  <a:schemeClr val="tx1"/>
                </a:solidFill>
                <a:latin typeface="+mn-lt"/>
                <a:ea typeface="+mn-ea"/>
                <a:cs typeface="+mn-cs"/>
              </a:defRPr>
            </a:lvl6pPr>
            <a:lvl7pPr marL="1426464"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7pPr>
            <a:lvl8pPr marL="1570482"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8pPr>
            <a:lvl9pPr marL="1714500"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9pPr>
            <a:extLst/>
          </a:lstStyle>
          <a:p>
            <a:pPr marL="51435" indent="0">
              <a:spcBef>
                <a:spcPts val="0"/>
              </a:spcBef>
              <a:buNone/>
            </a:pPr>
            <a:r>
              <a:rPr lang="en-US" sz="1600">
                <a:latin typeface="Consolas" panose="020B0609020204030204" pitchFamily="49" charset="0"/>
              </a:rPr>
              <a:t>static </a:t>
            </a:r>
            <a:r>
              <a:rPr lang="en-US" sz="1600">
                <a:solidFill>
                  <a:srgbClr val="0000FF"/>
                </a:solidFill>
                <a:latin typeface="Consolas" panose="020B0609020204030204" pitchFamily="49" charset="0"/>
              </a:rPr>
              <a:t>bool</a:t>
            </a:r>
            <a:r>
              <a:rPr lang="en-US" sz="1600">
                <a:latin typeface="Consolas" panose="020B0609020204030204" pitchFamily="49" charset="0"/>
              </a:rPr>
              <a:t> </a:t>
            </a:r>
            <a:r>
              <a:rPr lang="en-US" sz="1600" dirty="0">
                <a:solidFill>
                  <a:srgbClr val="FF0000"/>
                </a:solidFill>
                <a:latin typeface="Consolas" pitchFamily="49" charset="0"/>
                <a:cs typeface="Consolas" pitchFamily="49" charset="0"/>
              </a:rPr>
              <a:t>IsEven1</a:t>
            </a:r>
            <a:r>
              <a:rPr lang="en-US" sz="1600">
                <a:latin typeface="Consolas" panose="020B0609020204030204" pitchFamily="49" charset="0"/>
              </a:rPr>
              <a:t>(</a:t>
            </a:r>
            <a:r>
              <a:rPr lang="en-US" sz="1600">
                <a:solidFill>
                  <a:srgbClr val="0432FF"/>
                </a:solidFill>
                <a:latin typeface="Consolas" panose="020B0609020204030204" pitchFamily="49" charset="0"/>
              </a:rPr>
              <a:t>int</a:t>
            </a:r>
            <a:r>
              <a:rPr lang="en-US" sz="1600">
                <a:solidFill>
                  <a:schemeClr val="bg1"/>
                </a:solidFill>
                <a:latin typeface="Consolas" panose="020B0609020204030204" pitchFamily="49" charset="0"/>
              </a:rPr>
              <a:t> </a:t>
            </a:r>
            <a:r>
              <a:rPr lang="en-US" sz="1600">
                <a:solidFill>
                  <a:schemeClr val="accent6">
                    <a:lumMod val="75000"/>
                  </a:schemeClr>
                </a:solidFill>
                <a:latin typeface="Consolas" panose="020B0609020204030204" pitchFamily="49" charset="0"/>
              </a:rPr>
              <a:t>x</a:t>
            </a:r>
            <a:r>
              <a:rPr lang="en-US" sz="1600">
                <a:latin typeface="Consolas" panose="020B0609020204030204" pitchFamily="49" charset="0"/>
              </a:rPr>
              <a:t>)</a:t>
            </a:r>
          </a:p>
          <a:p>
            <a:pPr marL="51435" indent="0">
              <a:spcBef>
                <a:spcPts val="0"/>
              </a:spcBef>
              <a:buNone/>
            </a:pPr>
            <a:r>
              <a:rPr lang="en-US" sz="1600">
                <a:latin typeface="Consolas" panose="020B0609020204030204" pitchFamily="49" charset="0"/>
              </a:rPr>
              <a:t>{</a:t>
            </a:r>
          </a:p>
          <a:p>
            <a:pPr marL="51435" indent="0">
              <a:spcBef>
                <a:spcPts val="0"/>
              </a:spcBef>
              <a:buNone/>
            </a:pPr>
            <a:r>
              <a:rPr lang="en-US" sz="1600">
                <a:solidFill>
                  <a:schemeClr val="bg1"/>
                </a:solidFill>
                <a:latin typeface="Consolas" panose="020B0609020204030204" pitchFamily="49" charset="0"/>
              </a:rPr>
              <a:t>    </a:t>
            </a:r>
            <a:r>
              <a:rPr lang="en-US" sz="1600">
                <a:solidFill>
                  <a:srgbClr val="0432FF"/>
                </a:solidFill>
                <a:latin typeface="Consolas" panose="020B0609020204030204" pitchFamily="49" charset="0"/>
              </a:rPr>
              <a:t>bool </a:t>
            </a:r>
            <a:r>
              <a:rPr lang="en-US" sz="1600">
                <a:solidFill>
                  <a:schemeClr val="accent6">
                    <a:lumMod val="75000"/>
                  </a:schemeClr>
                </a:solidFill>
                <a:latin typeface="Consolas" panose="020B0609020204030204" pitchFamily="49" charset="0"/>
              </a:rPr>
              <a:t>result</a:t>
            </a:r>
            <a:r>
              <a:rPr lang="en-US" sz="1600">
                <a:latin typeface="Consolas" panose="020B0609020204030204" pitchFamily="49" charset="0"/>
              </a:rPr>
              <a:t>;</a:t>
            </a:r>
          </a:p>
          <a:p>
            <a:pPr marL="51435" indent="0">
              <a:spcBef>
                <a:spcPts val="0"/>
              </a:spcBef>
              <a:buNone/>
            </a:pPr>
            <a:r>
              <a:rPr lang="en-US" sz="1600">
                <a:solidFill>
                  <a:schemeClr val="bg1"/>
                </a:solidFill>
                <a:latin typeface="Consolas" panose="020B0609020204030204" pitchFamily="49" charset="0"/>
              </a:rPr>
              <a:t>    </a:t>
            </a:r>
            <a:r>
              <a:rPr lang="en-US" sz="1600">
                <a:solidFill>
                  <a:srgbClr val="0432FF"/>
                </a:solidFill>
                <a:latin typeface="Consolas" panose="020B0609020204030204" pitchFamily="49" charset="0"/>
              </a:rPr>
              <a:t>if </a:t>
            </a:r>
            <a:r>
              <a:rPr lang="en-US" sz="1600">
                <a:latin typeface="Consolas" panose="020B0609020204030204" pitchFamily="49" charset="0"/>
              </a:rPr>
              <a:t>(</a:t>
            </a:r>
            <a:r>
              <a:rPr lang="en-US" sz="1600">
                <a:solidFill>
                  <a:schemeClr val="accent6">
                    <a:lumMod val="75000"/>
                  </a:schemeClr>
                </a:solidFill>
                <a:latin typeface="Consolas" panose="020B0609020204030204" pitchFamily="49" charset="0"/>
              </a:rPr>
              <a:t>x </a:t>
            </a:r>
            <a:r>
              <a:rPr lang="en-US" sz="1600">
                <a:latin typeface="Consolas" panose="020B0609020204030204" pitchFamily="49" charset="0"/>
              </a:rPr>
              <a:t>% 2 == 0)</a:t>
            </a:r>
          </a:p>
          <a:p>
            <a:pPr marL="51435" indent="0">
              <a:spcBef>
                <a:spcPts val="0"/>
              </a:spcBef>
              <a:buNone/>
            </a:pPr>
            <a:r>
              <a:rPr lang="en-US" sz="1600">
                <a:solidFill>
                  <a:schemeClr val="bg1"/>
                </a:solidFill>
                <a:latin typeface="Consolas" panose="020B0609020204030204" pitchFamily="49" charset="0"/>
              </a:rPr>
              <a:t>        </a:t>
            </a:r>
            <a:r>
              <a:rPr lang="en-US" sz="1600">
                <a:solidFill>
                  <a:schemeClr val="accent6">
                    <a:lumMod val="75000"/>
                  </a:schemeClr>
                </a:solidFill>
                <a:latin typeface="Consolas" panose="020B0609020204030204" pitchFamily="49" charset="0"/>
              </a:rPr>
              <a:t>result</a:t>
            </a:r>
            <a:r>
              <a:rPr lang="en-US" sz="1600">
                <a:latin typeface="Consolas" panose="020B0609020204030204" pitchFamily="49" charset="0"/>
              </a:rPr>
              <a:t> = </a:t>
            </a:r>
            <a:r>
              <a:rPr lang="en-US" sz="1600">
                <a:solidFill>
                  <a:srgbClr val="0432FF"/>
                </a:solidFill>
                <a:latin typeface="Consolas" panose="020B0609020204030204" pitchFamily="49" charset="0"/>
              </a:rPr>
              <a:t>true</a:t>
            </a:r>
            <a:r>
              <a:rPr lang="en-US" sz="1600">
                <a:latin typeface="Consolas" panose="020B0609020204030204" pitchFamily="49" charset="0"/>
              </a:rPr>
              <a:t>;</a:t>
            </a:r>
          </a:p>
          <a:p>
            <a:pPr marL="51435" indent="0">
              <a:spcBef>
                <a:spcPts val="0"/>
              </a:spcBef>
              <a:buNone/>
            </a:pPr>
            <a:r>
              <a:rPr lang="en-US" sz="1600">
                <a:solidFill>
                  <a:schemeClr val="accent6">
                    <a:lumMod val="75000"/>
                  </a:schemeClr>
                </a:solidFill>
                <a:latin typeface="Consolas" panose="020B0609020204030204" pitchFamily="49" charset="0"/>
              </a:rPr>
              <a:t>    </a:t>
            </a:r>
            <a:r>
              <a:rPr lang="en-US" sz="1600">
                <a:solidFill>
                  <a:srgbClr val="0432FF"/>
                </a:solidFill>
                <a:latin typeface="Consolas" panose="020B0609020204030204" pitchFamily="49" charset="0"/>
              </a:rPr>
              <a:t>else</a:t>
            </a:r>
          </a:p>
          <a:p>
            <a:pPr marL="51435" indent="0">
              <a:spcBef>
                <a:spcPts val="0"/>
              </a:spcBef>
              <a:buNone/>
            </a:pPr>
            <a:r>
              <a:rPr lang="en-US" sz="1600">
                <a:solidFill>
                  <a:schemeClr val="accent6">
                    <a:lumMod val="75000"/>
                  </a:schemeClr>
                </a:solidFill>
                <a:latin typeface="Consolas" panose="020B0609020204030204" pitchFamily="49" charset="0"/>
              </a:rPr>
              <a:t>        result</a:t>
            </a:r>
            <a:r>
              <a:rPr lang="en-US" sz="1600">
                <a:latin typeface="Consolas" panose="020B0609020204030204" pitchFamily="49" charset="0"/>
              </a:rPr>
              <a:t> = </a:t>
            </a:r>
            <a:r>
              <a:rPr lang="en-US" sz="1600">
                <a:solidFill>
                  <a:srgbClr val="0432FF"/>
                </a:solidFill>
                <a:latin typeface="Consolas" panose="020B0609020204030204" pitchFamily="49" charset="0"/>
              </a:rPr>
              <a:t>false</a:t>
            </a:r>
            <a:r>
              <a:rPr lang="en-US" sz="1600">
                <a:latin typeface="Consolas" panose="020B0609020204030204" pitchFamily="49" charset="0"/>
              </a:rPr>
              <a:t>;</a:t>
            </a:r>
          </a:p>
          <a:p>
            <a:pPr marL="51435" indent="0">
              <a:spcBef>
                <a:spcPts val="0"/>
              </a:spcBef>
              <a:buNone/>
            </a:pPr>
            <a:r>
              <a:rPr lang="en-US" sz="1600">
                <a:solidFill>
                  <a:srgbClr val="2B91AF"/>
                </a:solidFill>
                <a:latin typeface="Consolas" panose="020B0609020204030204" pitchFamily="49" charset="0"/>
              </a:rPr>
              <a:t>    </a:t>
            </a:r>
            <a:r>
              <a:rPr lang="en-US" sz="1600">
                <a:solidFill>
                  <a:srgbClr val="0432FF"/>
                </a:solidFill>
                <a:latin typeface="Consolas" panose="020B0609020204030204" pitchFamily="49" charset="0"/>
              </a:rPr>
              <a:t>return</a:t>
            </a:r>
            <a:r>
              <a:rPr lang="en-US" sz="1600">
                <a:solidFill>
                  <a:srgbClr val="2B91AF"/>
                </a:solidFill>
                <a:latin typeface="Consolas" panose="020B0609020204030204" pitchFamily="49" charset="0"/>
              </a:rPr>
              <a:t> </a:t>
            </a:r>
            <a:r>
              <a:rPr lang="en-US" sz="1600">
                <a:solidFill>
                  <a:schemeClr val="accent6">
                    <a:lumMod val="75000"/>
                  </a:schemeClr>
                </a:solidFill>
                <a:latin typeface="Consolas" panose="020B0609020204030204" pitchFamily="49" charset="0"/>
              </a:rPr>
              <a:t>result</a:t>
            </a:r>
            <a:r>
              <a:rPr lang="en-US" sz="1600">
                <a:latin typeface="Consolas" panose="020B0609020204030204" pitchFamily="49" charset="0"/>
              </a:rPr>
              <a:t>;</a:t>
            </a:r>
          </a:p>
          <a:p>
            <a:pPr marL="51435" indent="0">
              <a:spcBef>
                <a:spcPts val="0"/>
              </a:spcBef>
              <a:buNone/>
            </a:pPr>
            <a:r>
              <a:rPr lang="en-US" sz="1600">
                <a:latin typeface="Consolas" panose="020B0609020204030204" pitchFamily="49" charset="0"/>
              </a:rPr>
              <a:t>}</a:t>
            </a:r>
          </a:p>
        </p:txBody>
      </p:sp>
      <p:sp>
        <p:nvSpPr>
          <p:cNvPr id="6" name="Content Placeholder 5">
            <a:extLst>
              <a:ext uri="{FF2B5EF4-FFF2-40B4-BE49-F238E27FC236}">
                <a16:creationId xmlns:a16="http://schemas.microsoft.com/office/drawing/2014/main" id="{3F101676-B436-5048-B3E5-5FFFB0DD9AFE}"/>
              </a:ext>
            </a:extLst>
          </p:cNvPr>
          <p:cNvSpPr txBox="1">
            <a:spLocks/>
          </p:cNvSpPr>
          <p:nvPr/>
        </p:nvSpPr>
        <p:spPr>
          <a:xfrm>
            <a:off x="5346998" y="2087771"/>
            <a:ext cx="3168352" cy="1871462"/>
          </a:xfrm>
          <a:prstGeom prst="rect">
            <a:avLst/>
          </a:prstGeom>
        </p:spPr>
        <p:style>
          <a:lnRef idx="2">
            <a:schemeClr val="accent2"/>
          </a:lnRef>
          <a:fillRef idx="1">
            <a:schemeClr val="lt1"/>
          </a:fillRef>
          <a:effectRef idx="0">
            <a:schemeClr val="accent2"/>
          </a:effectRef>
          <a:fontRef idx="minor">
            <a:schemeClr val="dk1"/>
          </a:fontRef>
        </p:style>
        <p:txBody>
          <a:bodyPr>
            <a:noAutofit/>
          </a:bodyPr>
          <a:lstStyle>
            <a:lvl1pPr marL="308610" indent="-257175" algn="l" rtl="0" eaLnBrk="1" latinLnBrk="0" hangingPunct="1">
              <a:spcBef>
                <a:spcPts val="525"/>
              </a:spcBef>
              <a:buSzPct val="95000"/>
              <a:buFont typeface="Wingdings"/>
              <a:buChar char=""/>
              <a:defRPr sz="1500" kern="1200" spc="0">
                <a:solidFill>
                  <a:schemeClr val="tx1"/>
                </a:solidFill>
                <a:latin typeface="+mn-lt"/>
                <a:ea typeface="+mn-ea"/>
                <a:cs typeface="Arial" pitchFamily="34" charset="0"/>
              </a:defRPr>
            </a:lvl1pPr>
            <a:lvl2pPr marL="555498" indent="-214313" algn="l" rtl="0" eaLnBrk="1" latinLnBrk="0" hangingPunct="1">
              <a:spcBef>
                <a:spcPct val="20000"/>
              </a:spcBef>
              <a:buClr>
                <a:schemeClr val="accent2"/>
              </a:buClr>
              <a:buSzPct val="90000"/>
              <a:buFont typeface="Wingdings"/>
              <a:buChar char=""/>
              <a:defRPr sz="1350" kern="1200" spc="0">
                <a:solidFill>
                  <a:schemeClr val="tx1"/>
                </a:solidFill>
                <a:latin typeface="+mn-lt"/>
                <a:ea typeface="+mn-ea"/>
                <a:cs typeface="Arial" pitchFamily="34" charset="0"/>
              </a:defRPr>
            </a:lvl2pPr>
            <a:lvl3pPr marL="747522" indent="-171450" algn="l" rtl="0" eaLnBrk="1" latinLnBrk="0" hangingPunct="1">
              <a:spcBef>
                <a:spcPct val="20000"/>
              </a:spcBef>
              <a:buClr>
                <a:schemeClr val="accent2"/>
              </a:buClr>
              <a:buFont typeface="Wingdings 2"/>
              <a:buChar char=""/>
              <a:defRPr sz="1200" kern="1200" spc="0">
                <a:solidFill>
                  <a:schemeClr val="tx1"/>
                </a:solidFill>
                <a:latin typeface="+mn-lt"/>
                <a:ea typeface="+mn-ea"/>
                <a:cs typeface="Arial" pitchFamily="34" charset="0"/>
              </a:defRPr>
            </a:lvl3pPr>
            <a:lvl4pPr marL="946404" indent="-171450" algn="l" rtl="0" eaLnBrk="1" latinLnBrk="0" hangingPunct="1">
              <a:spcBef>
                <a:spcPct val="20000"/>
              </a:spcBef>
              <a:buClr>
                <a:schemeClr val="accent3"/>
              </a:buClr>
              <a:buFont typeface="Wingdings 3"/>
              <a:buChar char=""/>
              <a:defRPr sz="1200" kern="1200" spc="0">
                <a:solidFill>
                  <a:schemeClr val="tx1"/>
                </a:solidFill>
                <a:latin typeface="+mn-lt"/>
                <a:ea typeface="+mn-ea"/>
                <a:cs typeface="Arial" pitchFamily="34" charset="0"/>
              </a:defRPr>
            </a:lvl4pPr>
            <a:lvl5pPr marL="1110996" indent="-157734" algn="l" rtl="0" eaLnBrk="1" latinLnBrk="0" hangingPunct="1">
              <a:spcBef>
                <a:spcPct val="20000"/>
              </a:spcBef>
              <a:buClr>
                <a:schemeClr val="accent3"/>
              </a:buClr>
              <a:buFont typeface="Wingdings 2"/>
              <a:buChar char=""/>
              <a:defRPr sz="1050" kern="1200" spc="0">
                <a:solidFill>
                  <a:schemeClr val="tx1"/>
                </a:solidFill>
                <a:latin typeface="+mn-lt"/>
                <a:ea typeface="+mn-ea"/>
                <a:cs typeface="Arial" pitchFamily="34" charset="0"/>
              </a:defRPr>
            </a:lvl5pPr>
            <a:lvl6pPr marL="1282446" indent="-157734" algn="l" rtl="0" eaLnBrk="1" latinLnBrk="0" hangingPunct="1">
              <a:spcBef>
                <a:spcPct val="20000"/>
              </a:spcBef>
              <a:buClr>
                <a:schemeClr val="accent3"/>
              </a:buClr>
              <a:buFont typeface="Wingdings 2"/>
              <a:buChar char=""/>
              <a:defRPr sz="1350" kern="1200">
                <a:solidFill>
                  <a:schemeClr val="tx1"/>
                </a:solidFill>
                <a:latin typeface="+mn-lt"/>
                <a:ea typeface="+mn-ea"/>
                <a:cs typeface="+mn-cs"/>
              </a:defRPr>
            </a:lvl6pPr>
            <a:lvl7pPr marL="1426464"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7pPr>
            <a:lvl8pPr marL="1570482"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8pPr>
            <a:lvl9pPr marL="1714500"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9pPr>
            <a:extLst/>
          </a:lstStyle>
          <a:p>
            <a:pPr marL="51435" indent="0">
              <a:spcBef>
                <a:spcPts val="0"/>
              </a:spcBef>
              <a:buNone/>
            </a:pPr>
            <a:r>
              <a:rPr lang="en-US" sz="1600">
                <a:latin typeface="Consolas" panose="020B0609020204030204" pitchFamily="49" charset="0"/>
              </a:rPr>
              <a:t>static </a:t>
            </a:r>
            <a:r>
              <a:rPr lang="en-US" sz="1600">
                <a:solidFill>
                  <a:srgbClr val="0000FF"/>
                </a:solidFill>
                <a:latin typeface="Consolas" panose="020B0609020204030204" pitchFamily="49" charset="0"/>
              </a:rPr>
              <a:t>bool</a:t>
            </a:r>
            <a:r>
              <a:rPr lang="en-US" sz="1600">
                <a:latin typeface="Consolas" panose="020B0609020204030204" pitchFamily="49" charset="0"/>
              </a:rPr>
              <a:t> </a:t>
            </a:r>
            <a:r>
              <a:rPr lang="en-US" sz="1600" dirty="0">
                <a:solidFill>
                  <a:srgbClr val="FF0000"/>
                </a:solidFill>
                <a:latin typeface="Consolas" pitchFamily="49" charset="0"/>
                <a:cs typeface="Consolas" pitchFamily="49" charset="0"/>
              </a:rPr>
              <a:t>IsEven2</a:t>
            </a:r>
            <a:r>
              <a:rPr lang="en-US" sz="1600">
                <a:latin typeface="Consolas" panose="020B0609020204030204" pitchFamily="49" charset="0"/>
              </a:rPr>
              <a:t>(</a:t>
            </a:r>
            <a:r>
              <a:rPr lang="en-US" sz="1600">
                <a:solidFill>
                  <a:srgbClr val="0432FF"/>
                </a:solidFill>
                <a:latin typeface="Consolas" panose="020B0609020204030204" pitchFamily="49" charset="0"/>
              </a:rPr>
              <a:t>int</a:t>
            </a:r>
            <a:r>
              <a:rPr lang="en-US" sz="1600">
                <a:solidFill>
                  <a:schemeClr val="bg1"/>
                </a:solidFill>
                <a:latin typeface="Consolas" panose="020B0609020204030204" pitchFamily="49" charset="0"/>
              </a:rPr>
              <a:t> </a:t>
            </a:r>
            <a:r>
              <a:rPr lang="en-US" sz="1600">
                <a:solidFill>
                  <a:schemeClr val="accent6">
                    <a:lumMod val="75000"/>
                  </a:schemeClr>
                </a:solidFill>
                <a:latin typeface="Consolas" panose="020B0609020204030204" pitchFamily="49" charset="0"/>
              </a:rPr>
              <a:t>x</a:t>
            </a:r>
            <a:r>
              <a:rPr lang="en-US" sz="1600">
                <a:latin typeface="Consolas" panose="020B0609020204030204" pitchFamily="49" charset="0"/>
              </a:rPr>
              <a:t>)</a:t>
            </a:r>
          </a:p>
          <a:p>
            <a:pPr marL="51435" indent="0">
              <a:spcBef>
                <a:spcPts val="0"/>
              </a:spcBef>
              <a:buNone/>
            </a:pPr>
            <a:r>
              <a:rPr lang="en-US" sz="1600">
                <a:latin typeface="Consolas" panose="020B0609020204030204" pitchFamily="49" charset="0"/>
              </a:rPr>
              <a:t>{</a:t>
            </a:r>
          </a:p>
          <a:p>
            <a:pPr marL="51435" indent="0">
              <a:spcBef>
                <a:spcPts val="0"/>
              </a:spcBef>
              <a:buNone/>
            </a:pPr>
            <a:r>
              <a:rPr lang="en-US" sz="1600">
                <a:solidFill>
                  <a:schemeClr val="bg1"/>
                </a:solidFill>
                <a:latin typeface="Consolas" panose="020B0609020204030204" pitchFamily="49" charset="0"/>
              </a:rPr>
              <a:t>    </a:t>
            </a:r>
            <a:r>
              <a:rPr lang="en-US" sz="1600">
                <a:solidFill>
                  <a:srgbClr val="0432FF"/>
                </a:solidFill>
                <a:latin typeface="Consolas" panose="020B0609020204030204" pitchFamily="49" charset="0"/>
              </a:rPr>
              <a:t>bool </a:t>
            </a:r>
            <a:r>
              <a:rPr lang="en-US" sz="1600">
                <a:solidFill>
                  <a:schemeClr val="accent6">
                    <a:lumMod val="75000"/>
                  </a:schemeClr>
                </a:solidFill>
                <a:latin typeface="Consolas" panose="020B0609020204030204" pitchFamily="49" charset="0"/>
              </a:rPr>
              <a:t>result</a:t>
            </a:r>
            <a:r>
              <a:rPr lang="en-US" sz="1600">
                <a:solidFill>
                  <a:schemeClr val="bg1"/>
                </a:solidFill>
                <a:latin typeface="Consolas" panose="020B0609020204030204" pitchFamily="49" charset="0"/>
              </a:rPr>
              <a:t> </a:t>
            </a:r>
            <a:r>
              <a:rPr lang="en-US" sz="1600">
                <a:latin typeface="Consolas" panose="020B0609020204030204" pitchFamily="49" charset="0"/>
              </a:rPr>
              <a:t>= </a:t>
            </a:r>
            <a:r>
              <a:rPr lang="en-US" sz="1600">
                <a:solidFill>
                  <a:srgbClr val="0432FF"/>
                </a:solidFill>
                <a:latin typeface="Consolas" panose="020B0609020204030204" pitchFamily="49" charset="0"/>
              </a:rPr>
              <a:t>false</a:t>
            </a:r>
            <a:r>
              <a:rPr lang="en-US" sz="1600">
                <a:latin typeface="Consolas" panose="020B0609020204030204" pitchFamily="49" charset="0"/>
              </a:rPr>
              <a:t>;</a:t>
            </a:r>
          </a:p>
          <a:p>
            <a:pPr marL="51435" indent="0">
              <a:spcBef>
                <a:spcPts val="0"/>
              </a:spcBef>
              <a:buNone/>
            </a:pPr>
            <a:r>
              <a:rPr lang="en-US" sz="1600">
                <a:solidFill>
                  <a:schemeClr val="bg1"/>
                </a:solidFill>
                <a:latin typeface="Consolas" panose="020B0609020204030204" pitchFamily="49" charset="0"/>
              </a:rPr>
              <a:t>    </a:t>
            </a:r>
            <a:r>
              <a:rPr lang="en-US" sz="1600">
                <a:solidFill>
                  <a:srgbClr val="0432FF"/>
                </a:solidFill>
                <a:latin typeface="Consolas" panose="020B0609020204030204" pitchFamily="49" charset="0"/>
              </a:rPr>
              <a:t>if </a:t>
            </a:r>
            <a:r>
              <a:rPr lang="en-US" sz="1600">
                <a:latin typeface="Consolas" panose="020B0609020204030204" pitchFamily="49" charset="0"/>
              </a:rPr>
              <a:t>(</a:t>
            </a:r>
            <a:r>
              <a:rPr lang="en-US" sz="1600">
                <a:solidFill>
                  <a:schemeClr val="accent6">
                    <a:lumMod val="75000"/>
                  </a:schemeClr>
                </a:solidFill>
                <a:latin typeface="Consolas" panose="020B0609020204030204" pitchFamily="49" charset="0"/>
              </a:rPr>
              <a:t>x</a:t>
            </a:r>
            <a:r>
              <a:rPr lang="en-US" sz="1600">
                <a:latin typeface="Consolas" panose="020B0609020204030204" pitchFamily="49" charset="0"/>
              </a:rPr>
              <a:t> % 2 == 0)</a:t>
            </a:r>
          </a:p>
          <a:p>
            <a:pPr marL="51435" indent="0">
              <a:spcBef>
                <a:spcPts val="0"/>
              </a:spcBef>
              <a:buNone/>
            </a:pPr>
            <a:r>
              <a:rPr lang="en-US" sz="1600">
                <a:solidFill>
                  <a:schemeClr val="bg1"/>
                </a:solidFill>
                <a:latin typeface="Consolas" panose="020B0609020204030204" pitchFamily="49" charset="0"/>
              </a:rPr>
              <a:t>        </a:t>
            </a:r>
            <a:r>
              <a:rPr lang="en-US" sz="1600">
                <a:solidFill>
                  <a:schemeClr val="accent6">
                    <a:lumMod val="75000"/>
                  </a:schemeClr>
                </a:solidFill>
                <a:latin typeface="Consolas" panose="020B0609020204030204" pitchFamily="49" charset="0"/>
              </a:rPr>
              <a:t>result</a:t>
            </a:r>
            <a:r>
              <a:rPr lang="en-US" sz="1600">
                <a:latin typeface="Consolas" panose="020B0609020204030204" pitchFamily="49" charset="0"/>
              </a:rPr>
              <a:t> = </a:t>
            </a:r>
            <a:r>
              <a:rPr lang="en-US" sz="1600">
                <a:solidFill>
                  <a:srgbClr val="0432FF"/>
                </a:solidFill>
                <a:latin typeface="Consolas" panose="020B0609020204030204" pitchFamily="49" charset="0"/>
              </a:rPr>
              <a:t>true</a:t>
            </a:r>
            <a:r>
              <a:rPr lang="en-US" sz="1600">
                <a:latin typeface="Consolas" panose="020B0609020204030204" pitchFamily="49" charset="0"/>
              </a:rPr>
              <a:t>;</a:t>
            </a:r>
          </a:p>
          <a:p>
            <a:pPr marL="51435" indent="0">
              <a:spcBef>
                <a:spcPts val="0"/>
              </a:spcBef>
              <a:buNone/>
            </a:pPr>
            <a:r>
              <a:rPr lang="en-US" sz="1600">
                <a:latin typeface="Consolas" panose="020B0609020204030204" pitchFamily="49" charset="0"/>
              </a:rPr>
              <a:t> 	</a:t>
            </a:r>
            <a:r>
              <a:rPr lang="en-US" sz="1600">
                <a:solidFill>
                  <a:srgbClr val="0432FF"/>
                </a:solidFill>
                <a:latin typeface="Consolas" panose="020B0609020204030204" pitchFamily="49" charset="0"/>
              </a:rPr>
              <a:t>return</a:t>
            </a:r>
            <a:r>
              <a:rPr lang="en-US" sz="1600">
                <a:solidFill>
                  <a:srgbClr val="2B91AF"/>
                </a:solidFill>
                <a:latin typeface="Consolas" panose="020B0609020204030204" pitchFamily="49" charset="0"/>
              </a:rPr>
              <a:t> </a:t>
            </a:r>
            <a:r>
              <a:rPr lang="en-US" sz="1600">
                <a:solidFill>
                  <a:schemeClr val="accent6">
                    <a:lumMod val="75000"/>
                  </a:schemeClr>
                </a:solidFill>
                <a:latin typeface="Consolas" panose="020B0609020204030204" pitchFamily="49" charset="0"/>
              </a:rPr>
              <a:t>result</a:t>
            </a:r>
            <a:r>
              <a:rPr lang="en-US" sz="1600">
                <a:latin typeface="Consolas" panose="020B0609020204030204" pitchFamily="49" charset="0"/>
              </a:rPr>
              <a:t>;</a:t>
            </a:r>
          </a:p>
          <a:p>
            <a:pPr marL="51435" indent="0">
              <a:spcBef>
                <a:spcPts val="0"/>
              </a:spcBef>
              <a:buNone/>
            </a:pPr>
            <a:r>
              <a:rPr lang="en-US" sz="1600">
                <a:latin typeface="Consolas" panose="020B0609020204030204" pitchFamily="49" charset="0"/>
              </a:rPr>
              <a:t>}</a:t>
            </a:r>
          </a:p>
        </p:txBody>
      </p:sp>
      <p:sp>
        <p:nvSpPr>
          <p:cNvPr id="7" name="Content Placeholder 5">
            <a:extLst>
              <a:ext uri="{FF2B5EF4-FFF2-40B4-BE49-F238E27FC236}">
                <a16:creationId xmlns:a16="http://schemas.microsoft.com/office/drawing/2014/main" id="{6DF504F8-A3E3-B749-A9DB-7C60C83E3E8C}"/>
              </a:ext>
            </a:extLst>
          </p:cNvPr>
          <p:cNvSpPr txBox="1">
            <a:spLocks/>
          </p:cNvSpPr>
          <p:nvPr/>
        </p:nvSpPr>
        <p:spPr>
          <a:xfrm>
            <a:off x="5346998" y="4388295"/>
            <a:ext cx="3168352" cy="1871462"/>
          </a:xfrm>
          <a:prstGeom prst="rect">
            <a:avLst/>
          </a:prstGeom>
        </p:spPr>
        <p:style>
          <a:lnRef idx="2">
            <a:schemeClr val="accent2"/>
          </a:lnRef>
          <a:fillRef idx="1">
            <a:schemeClr val="lt1"/>
          </a:fillRef>
          <a:effectRef idx="0">
            <a:schemeClr val="accent2"/>
          </a:effectRef>
          <a:fontRef idx="minor">
            <a:schemeClr val="dk1"/>
          </a:fontRef>
        </p:style>
        <p:txBody>
          <a:bodyPr>
            <a:noAutofit/>
          </a:bodyPr>
          <a:lstStyle>
            <a:lvl1pPr marL="308610" indent="-257175" algn="l" rtl="0" eaLnBrk="1" latinLnBrk="0" hangingPunct="1">
              <a:spcBef>
                <a:spcPts val="525"/>
              </a:spcBef>
              <a:buSzPct val="95000"/>
              <a:buFont typeface="Wingdings"/>
              <a:buChar char=""/>
              <a:defRPr sz="1500" kern="1200" spc="0">
                <a:solidFill>
                  <a:schemeClr val="tx1"/>
                </a:solidFill>
                <a:latin typeface="+mn-lt"/>
                <a:ea typeface="+mn-ea"/>
                <a:cs typeface="Arial" pitchFamily="34" charset="0"/>
              </a:defRPr>
            </a:lvl1pPr>
            <a:lvl2pPr marL="555498" indent="-214313" algn="l" rtl="0" eaLnBrk="1" latinLnBrk="0" hangingPunct="1">
              <a:spcBef>
                <a:spcPct val="20000"/>
              </a:spcBef>
              <a:buClr>
                <a:schemeClr val="accent2"/>
              </a:buClr>
              <a:buSzPct val="90000"/>
              <a:buFont typeface="Wingdings"/>
              <a:buChar char=""/>
              <a:defRPr sz="1350" kern="1200" spc="0">
                <a:solidFill>
                  <a:schemeClr val="tx1"/>
                </a:solidFill>
                <a:latin typeface="+mn-lt"/>
                <a:ea typeface="+mn-ea"/>
                <a:cs typeface="Arial" pitchFamily="34" charset="0"/>
              </a:defRPr>
            </a:lvl2pPr>
            <a:lvl3pPr marL="747522" indent="-171450" algn="l" rtl="0" eaLnBrk="1" latinLnBrk="0" hangingPunct="1">
              <a:spcBef>
                <a:spcPct val="20000"/>
              </a:spcBef>
              <a:buClr>
                <a:schemeClr val="accent2"/>
              </a:buClr>
              <a:buFont typeface="Wingdings 2"/>
              <a:buChar char=""/>
              <a:defRPr sz="1200" kern="1200" spc="0">
                <a:solidFill>
                  <a:schemeClr val="tx1"/>
                </a:solidFill>
                <a:latin typeface="+mn-lt"/>
                <a:ea typeface="+mn-ea"/>
                <a:cs typeface="Arial" pitchFamily="34" charset="0"/>
              </a:defRPr>
            </a:lvl3pPr>
            <a:lvl4pPr marL="946404" indent="-171450" algn="l" rtl="0" eaLnBrk="1" latinLnBrk="0" hangingPunct="1">
              <a:spcBef>
                <a:spcPct val="20000"/>
              </a:spcBef>
              <a:buClr>
                <a:schemeClr val="accent3"/>
              </a:buClr>
              <a:buFont typeface="Wingdings 3"/>
              <a:buChar char=""/>
              <a:defRPr sz="1200" kern="1200" spc="0">
                <a:solidFill>
                  <a:schemeClr val="tx1"/>
                </a:solidFill>
                <a:latin typeface="+mn-lt"/>
                <a:ea typeface="+mn-ea"/>
                <a:cs typeface="Arial" pitchFamily="34" charset="0"/>
              </a:defRPr>
            </a:lvl4pPr>
            <a:lvl5pPr marL="1110996" indent="-157734" algn="l" rtl="0" eaLnBrk="1" latinLnBrk="0" hangingPunct="1">
              <a:spcBef>
                <a:spcPct val="20000"/>
              </a:spcBef>
              <a:buClr>
                <a:schemeClr val="accent3"/>
              </a:buClr>
              <a:buFont typeface="Wingdings 2"/>
              <a:buChar char=""/>
              <a:defRPr sz="1050" kern="1200" spc="0">
                <a:solidFill>
                  <a:schemeClr val="tx1"/>
                </a:solidFill>
                <a:latin typeface="+mn-lt"/>
                <a:ea typeface="+mn-ea"/>
                <a:cs typeface="Arial" pitchFamily="34" charset="0"/>
              </a:defRPr>
            </a:lvl5pPr>
            <a:lvl6pPr marL="1282446" indent="-157734" algn="l" rtl="0" eaLnBrk="1" latinLnBrk="0" hangingPunct="1">
              <a:spcBef>
                <a:spcPct val="20000"/>
              </a:spcBef>
              <a:buClr>
                <a:schemeClr val="accent3"/>
              </a:buClr>
              <a:buFont typeface="Wingdings 2"/>
              <a:buChar char=""/>
              <a:defRPr sz="1350" kern="1200">
                <a:solidFill>
                  <a:schemeClr val="tx1"/>
                </a:solidFill>
                <a:latin typeface="+mn-lt"/>
                <a:ea typeface="+mn-ea"/>
                <a:cs typeface="+mn-cs"/>
              </a:defRPr>
            </a:lvl6pPr>
            <a:lvl7pPr marL="1426464"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7pPr>
            <a:lvl8pPr marL="1570482"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8pPr>
            <a:lvl9pPr marL="1714500"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9pPr>
            <a:extLst/>
          </a:lstStyle>
          <a:p>
            <a:pPr marL="51435" indent="0">
              <a:spcBef>
                <a:spcPts val="0"/>
              </a:spcBef>
              <a:buNone/>
            </a:pPr>
            <a:r>
              <a:rPr lang="en-US" sz="1600">
                <a:latin typeface="Consolas" panose="020B0609020204030204" pitchFamily="49" charset="0"/>
              </a:rPr>
              <a:t>static </a:t>
            </a:r>
            <a:r>
              <a:rPr lang="en-US" sz="1600">
                <a:solidFill>
                  <a:srgbClr val="0000FF"/>
                </a:solidFill>
                <a:latin typeface="Consolas" panose="020B0609020204030204" pitchFamily="49" charset="0"/>
              </a:rPr>
              <a:t>bool</a:t>
            </a:r>
            <a:r>
              <a:rPr lang="en-US" sz="1600">
                <a:latin typeface="Consolas" panose="020B0609020204030204" pitchFamily="49" charset="0"/>
              </a:rPr>
              <a:t> </a:t>
            </a:r>
            <a:r>
              <a:rPr lang="en-US" sz="1600" dirty="0">
                <a:solidFill>
                  <a:srgbClr val="FF0000"/>
                </a:solidFill>
                <a:latin typeface="Consolas" pitchFamily="49" charset="0"/>
                <a:cs typeface="Consolas" pitchFamily="49" charset="0"/>
              </a:rPr>
              <a:t>IsEven3</a:t>
            </a:r>
            <a:r>
              <a:rPr lang="en-US" sz="1600">
                <a:latin typeface="Consolas" panose="020B0609020204030204" pitchFamily="49" charset="0"/>
              </a:rPr>
              <a:t>(</a:t>
            </a:r>
            <a:r>
              <a:rPr lang="en-US" sz="1600">
                <a:solidFill>
                  <a:srgbClr val="0432FF"/>
                </a:solidFill>
                <a:latin typeface="Consolas" panose="020B0609020204030204" pitchFamily="49" charset="0"/>
              </a:rPr>
              <a:t>int</a:t>
            </a:r>
            <a:r>
              <a:rPr lang="en-US" sz="1600">
                <a:solidFill>
                  <a:schemeClr val="bg1"/>
                </a:solidFill>
                <a:latin typeface="Consolas" panose="020B0609020204030204" pitchFamily="49" charset="0"/>
              </a:rPr>
              <a:t> </a:t>
            </a:r>
            <a:r>
              <a:rPr lang="en-US" sz="1600">
                <a:solidFill>
                  <a:schemeClr val="accent6">
                    <a:lumMod val="75000"/>
                  </a:schemeClr>
                </a:solidFill>
                <a:latin typeface="Consolas" panose="020B0609020204030204" pitchFamily="49" charset="0"/>
              </a:rPr>
              <a:t>x</a:t>
            </a:r>
            <a:r>
              <a:rPr lang="en-US" sz="1600">
                <a:latin typeface="Consolas" panose="020B0609020204030204" pitchFamily="49" charset="0"/>
              </a:rPr>
              <a:t>)</a:t>
            </a:r>
          </a:p>
          <a:p>
            <a:pPr marL="51435" indent="0">
              <a:spcBef>
                <a:spcPts val="0"/>
              </a:spcBef>
              <a:buNone/>
            </a:pPr>
            <a:r>
              <a:rPr lang="en-US" sz="1600">
                <a:latin typeface="Consolas" panose="020B0609020204030204" pitchFamily="49" charset="0"/>
              </a:rPr>
              <a:t>{</a:t>
            </a:r>
          </a:p>
          <a:p>
            <a:pPr marL="51435" indent="0">
              <a:spcBef>
                <a:spcPts val="0"/>
              </a:spcBef>
              <a:buNone/>
            </a:pPr>
            <a:r>
              <a:rPr lang="en-US" sz="1600">
                <a:solidFill>
                  <a:schemeClr val="bg1"/>
                </a:solidFill>
                <a:latin typeface="Consolas" panose="020B0609020204030204" pitchFamily="49" charset="0"/>
              </a:rPr>
              <a:t>    </a:t>
            </a:r>
            <a:r>
              <a:rPr lang="en-US" sz="1600">
                <a:solidFill>
                  <a:srgbClr val="0432FF"/>
                </a:solidFill>
                <a:latin typeface="Consolas" panose="020B0609020204030204" pitchFamily="49" charset="0"/>
              </a:rPr>
              <a:t>bool </a:t>
            </a:r>
            <a:r>
              <a:rPr lang="en-US" sz="1600">
                <a:solidFill>
                  <a:schemeClr val="accent6">
                    <a:lumMod val="75000"/>
                  </a:schemeClr>
                </a:solidFill>
                <a:latin typeface="Consolas" panose="020B0609020204030204" pitchFamily="49" charset="0"/>
              </a:rPr>
              <a:t>result</a:t>
            </a:r>
            <a:r>
              <a:rPr lang="en-US" sz="1600">
                <a:latin typeface="Consolas" panose="020B0609020204030204" pitchFamily="49" charset="0"/>
              </a:rPr>
              <a:t> = </a:t>
            </a:r>
            <a:r>
              <a:rPr lang="en-US" sz="1600">
                <a:solidFill>
                  <a:srgbClr val="0432FF"/>
                </a:solidFill>
                <a:latin typeface="Consolas" panose="020B0609020204030204" pitchFamily="49" charset="0"/>
              </a:rPr>
              <a:t>true</a:t>
            </a:r>
            <a:r>
              <a:rPr lang="en-US" sz="1600">
                <a:latin typeface="Consolas" panose="020B0609020204030204" pitchFamily="49" charset="0"/>
              </a:rPr>
              <a:t>;</a:t>
            </a:r>
          </a:p>
          <a:p>
            <a:pPr marL="51435" indent="0">
              <a:spcBef>
                <a:spcPts val="0"/>
              </a:spcBef>
              <a:buNone/>
            </a:pPr>
            <a:r>
              <a:rPr lang="en-US" sz="1600">
                <a:solidFill>
                  <a:schemeClr val="bg1"/>
                </a:solidFill>
                <a:latin typeface="Consolas" panose="020B0609020204030204" pitchFamily="49" charset="0"/>
              </a:rPr>
              <a:t>    </a:t>
            </a:r>
            <a:r>
              <a:rPr lang="en-US" sz="1600">
                <a:solidFill>
                  <a:srgbClr val="0432FF"/>
                </a:solidFill>
                <a:latin typeface="Consolas" panose="020B0609020204030204" pitchFamily="49" charset="0"/>
              </a:rPr>
              <a:t>if </a:t>
            </a:r>
            <a:r>
              <a:rPr lang="en-US" sz="1600">
                <a:latin typeface="Consolas" panose="020B0609020204030204" pitchFamily="49" charset="0"/>
              </a:rPr>
              <a:t>(</a:t>
            </a:r>
            <a:r>
              <a:rPr lang="en-US" sz="1600">
                <a:solidFill>
                  <a:schemeClr val="accent6">
                    <a:lumMod val="75000"/>
                  </a:schemeClr>
                </a:solidFill>
                <a:latin typeface="Consolas" panose="020B0609020204030204" pitchFamily="49" charset="0"/>
              </a:rPr>
              <a:t>x </a:t>
            </a:r>
            <a:r>
              <a:rPr lang="en-US" sz="1600">
                <a:latin typeface="Consolas" panose="020B0609020204030204" pitchFamily="49" charset="0"/>
              </a:rPr>
              <a:t>% 2 != 0)</a:t>
            </a:r>
          </a:p>
          <a:p>
            <a:pPr marL="51435" indent="0">
              <a:spcBef>
                <a:spcPts val="0"/>
              </a:spcBef>
              <a:buNone/>
            </a:pPr>
            <a:r>
              <a:rPr lang="en-US" sz="1600">
                <a:solidFill>
                  <a:schemeClr val="bg1"/>
                </a:solidFill>
                <a:latin typeface="Consolas" panose="020B0609020204030204" pitchFamily="49" charset="0"/>
              </a:rPr>
              <a:t>        </a:t>
            </a:r>
            <a:r>
              <a:rPr lang="en-US" sz="1600">
                <a:solidFill>
                  <a:schemeClr val="accent6">
                    <a:lumMod val="75000"/>
                  </a:schemeClr>
                </a:solidFill>
                <a:latin typeface="Consolas" panose="020B0609020204030204" pitchFamily="49" charset="0"/>
              </a:rPr>
              <a:t>result</a:t>
            </a:r>
            <a:r>
              <a:rPr lang="en-US" sz="1600">
                <a:latin typeface="Consolas" panose="020B0609020204030204" pitchFamily="49" charset="0"/>
              </a:rPr>
              <a:t> = </a:t>
            </a:r>
            <a:r>
              <a:rPr lang="en-US" sz="1600">
                <a:solidFill>
                  <a:srgbClr val="0432FF"/>
                </a:solidFill>
                <a:latin typeface="Consolas" panose="020B0609020204030204" pitchFamily="49" charset="0"/>
              </a:rPr>
              <a:t>false</a:t>
            </a:r>
            <a:r>
              <a:rPr lang="en-US" sz="1600">
                <a:latin typeface="Consolas" panose="020B0609020204030204" pitchFamily="49" charset="0"/>
              </a:rPr>
              <a:t>;</a:t>
            </a:r>
          </a:p>
          <a:p>
            <a:pPr marL="51435" indent="0">
              <a:spcBef>
                <a:spcPts val="0"/>
              </a:spcBef>
              <a:buNone/>
            </a:pPr>
            <a:r>
              <a:rPr lang="en-US" sz="1600">
                <a:solidFill>
                  <a:srgbClr val="0432FF"/>
                </a:solidFill>
                <a:latin typeface="Consolas" panose="020B0609020204030204" pitchFamily="49" charset="0"/>
              </a:rPr>
              <a:t>    return</a:t>
            </a:r>
            <a:r>
              <a:rPr lang="en-US" sz="1600">
                <a:solidFill>
                  <a:srgbClr val="2B91AF"/>
                </a:solidFill>
                <a:latin typeface="Consolas" panose="020B0609020204030204" pitchFamily="49" charset="0"/>
              </a:rPr>
              <a:t> </a:t>
            </a:r>
            <a:r>
              <a:rPr lang="en-US" sz="1600">
                <a:solidFill>
                  <a:schemeClr val="accent6">
                    <a:lumMod val="75000"/>
                  </a:schemeClr>
                </a:solidFill>
                <a:latin typeface="Consolas" panose="020B0609020204030204" pitchFamily="49" charset="0"/>
              </a:rPr>
              <a:t>result</a:t>
            </a:r>
            <a:r>
              <a:rPr lang="en-US" sz="1600">
                <a:latin typeface="Consolas" panose="020B0609020204030204" pitchFamily="49" charset="0"/>
              </a:rPr>
              <a:t>;</a:t>
            </a:r>
          </a:p>
          <a:p>
            <a:pPr marL="51435" indent="0">
              <a:spcBef>
                <a:spcPts val="0"/>
              </a:spcBef>
              <a:buNone/>
            </a:pPr>
            <a:r>
              <a:rPr lang="en-US" sz="1600">
                <a:latin typeface="Consolas" panose="020B0609020204030204" pitchFamily="49" charset="0"/>
              </a:rPr>
              <a:t>}</a:t>
            </a:r>
          </a:p>
        </p:txBody>
      </p:sp>
    </p:spTree>
    <p:extLst>
      <p:ext uri="{BB962C8B-B14F-4D97-AF65-F5344CB8AC3E}">
        <p14:creationId xmlns:p14="http://schemas.microsoft.com/office/powerpoint/2010/main" val="2375137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6" grpId="0" animBg="1"/>
      <p:bldP spid="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77CC4D-F5BD-D34C-8F83-3D9C63A6941F}"/>
              </a:ext>
            </a:extLst>
          </p:cNvPr>
          <p:cNvSpPr>
            <a:spLocks noGrp="1"/>
          </p:cNvSpPr>
          <p:nvPr>
            <p:ph type="title"/>
          </p:nvPr>
        </p:nvSpPr>
        <p:spPr/>
        <p:txBody>
          <a:bodyPr>
            <a:normAutofit fontScale="90000"/>
          </a:bodyPr>
          <a:lstStyle/>
          <a:p>
            <a:r>
              <a:rPr lang="en-US"/>
              <a:t>ĐỊNH NGHĨA HÀM</a:t>
            </a:r>
            <a:endParaRPr lang="en-VN"/>
          </a:p>
        </p:txBody>
      </p:sp>
      <p:sp>
        <p:nvSpPr>
          <p:cNvPr id="3" name="Content Placeholder 2">
            <a:extLst>
              <a:ext uri="{FF2B5EF4-FFF2-40B4-BE49-F238E27FC236}">
                <a16:creationId xmlns:a16="http://schemas.microsoft.com/office/drawing/2014/main" id="{26BE6A67-FCA1-284D-985A-35883DFE6502}"/>
              </a:ext>
            </a:extLst>
          </p:cNvPr>
          <p:cNvSpPr>
            <a:spLocks noGrp="1"/>
          </p:cNvSpPr>
          <p:nvPr>
            <p:ph idx="1"/>
          </p:nvPr>
        </p:nvSpPr>
        <p:spPr/>
        <p:txBody>
          <a:bodyPr>
            <a:normAutofit/>
          </a:bodyPr>
          <a:lstStyle/>
          <a:p>
            <a:r>
              <a:rPr lang="en-VN" sz="2500"/>
              <a:t>Ví dụ: Hàm nhận </a:t>
            </a:r>
            <a:r>
              <a:rPr lang="en-VN" sz="2500">
                <a:solidFill>
                  <a:srgbClr val="17459E"/>
                </a:solidFill>
              </a:rPr>
              <a:t>tham số là số nguyên x</a:t>
            </a:r>
            <a:r>
              <a:rPr lang="en-VN" sz="2500"/>
              <a:t>. Kiểm tra nếu </a:t>
            </a:r>
            <a:r>
              <a:rPr lang="en-VN" sz="2500">
                <a:solidFill>
                  <a:srgbClr val="17459E"/>
                </a:solidFill>
              </a:rPr>
              <a:t>x là số chẵn thì trả về </a:t>
            </a:r>
            <a:r>
              <a:rPr lang="en-VN" sz="2500">
                <a:solidFill>
                  <a:srgbClr val="0432FF"/>
                </a:solidFill>
              </a:rPr>
              <a:t>true</a:t>
            </a:r>
            <a:r>
              <a:rPr lang="en-VN" sz="2500"/>
              <a:t>, </a:t>
            </a:r>
            <a:r>
              <a:rPr lang="en-VN" sz="2500">
                <a:solidFill>
                  <a:srgbClr val="17459E"/>
                </a:solidFill>
              </a:rPr>
              <a:t>ngược lại trả về </a:t>
            </a:r>
            <a:r>
              <a:rPr lang="en-VN" sz="2500">
                <a:solidFill>
                  <a:srgbClr val="0432FF"/>
                </a:solidFill>
              </a:rPr>
              <a:t>false</a:t>
            </a:r>
          </a:p>
        </p:txBody>
      </p:sp>
      <p:sp>
        <p:nvSpPr>
          <p:cNvPr id="4" name="Footer Placeholder 3">
            <a:extLst>
              <a:ext uri="{FF2B5EF4-FFF2-40B4-BE49-F238E27FC236}">
                <a16:creationId xmlns:a16="http://schemas.microsoft.com/office/drawing/2014/main" id="{09113DD4-CC4D-514E-8A24-3895D5D85ED5}"/>
              </a:ext>
            </a:extLst>
          </p:cNvPr>
          <p:cNvSpPr>
            <a:spLocks noGrp="1"/>
          </p:cNvSpPr>
          <p:nvPr>
            <p:ph type="ftr" sz="quarter" idx="11"/>
          </p:nvPr>
        </p:nvSpPr>
        <p:spPr/>
        <p:txBody>
          <a:bodyPr/>
          <a:lstStyle/>
          <a:p>
            <a:r>
              <a:rPr lang="vi-VN" dirty="0"/>
              <a:t>Bài 5: Hàm</a:t>
            </a:r>
            <a:endParaRPr lang="en-US" dirty="0"/>
          </a:p>
        </p:txBody>
      </p:sp>
      <p:sp>
        <p:nvSpPr>
          <p:cNvPr id="5" name="Slide Number Placeholder 4">
            <a:extLst>
              <a:ext uri="{FF2B5EF4-FFF2-40B4-BE49-F238E27FC236}">
                <a16:creationId xmlns:a16="http://schemas.microsoft.com/office/drawing/2014/main" id="{131A54B8-0CEC-1546-95CE-72871F8E7E06}"/>
              </a:ext>
            </a:extLst>
          </p:cNvPr>
          <p:cNvSpPr>
            <a:spLocks noGrp="1"/>
          </p:cNvSpPr>
          <p:nvPr>
            <p:ph type="sldNum" sz="quarter" idx="12"/>
          </p:nvPr>
        </p:nvSpPr>
        <p:spPr/>
        <p:txBody>
          <a:bodyPr/>
          <a:lstStyle/>
          <a:p>
            <a:fld id="{1AD93096-5B34-4342-9326-69289CEAE4C2}" type="slidenum">
              <a:rPr lang="en-US" smtClean="0"/>
              <a:pPr/>
              <a:t>16</a:t>
            </a:fld>
            <a:endParaRPr lang="en-US" dirty="0"/>
          </a:p>
        </p:txBody>
      </p:sp>
      <p:sp>
        <p:nvSpPr>
          <p:cNvPr id="9" name="Content Placeholder 5">
            <a:extLst>
              <a:ext uri="{FF2B5EF4-FFF2-40B4-BE49-F238E27FC236}">
                <a16:creationId xmlns:a16="http://schemas.microsoft.com/office/drawing/2014/main" id="{B368F82E-4F30-17AF-1763-947E4010C634}"/>
              </a:ext>
            </a:extLst>
          </p:cNvPr>
          <p:cNvSpPr txBox="1">
            <a:spLocks/>
          </p:cNvSpPr>
          <p:nvPr/>
        </p:nvSpPr>
        <p:spPr>
          <a:xfrm>
            <a:off x="968640" y="1952326"/>
            <a:ext cx="3168352" cy="1782487"/>
          </a:xfrm>
          <a:prstGeom prst="rect">
            <a:avLst/>
          </a:prstGeom>
        </p:spPr>
        <p:style>
          <a:lnRef idx="2">
            <a:schemeClr val="accent2"/>
          </a:lnRef>
          <a:fillRef idx="1">
            <a:schemeClr val="lt1"/>
          </a:fillRef>
          <a:effectRef idx="0">
            <a:schemeClr val="accent2"/>
          </a:effectRef>
          <a:fontRef idx="minor">
            <a:schemeClr val="dk1"/>
          </a:fontRef>
        </p:style>
        <p:txBody>
          <a:bodyPr>
            <a:noAutofit/>
          </a:bodyPr>
          <a:lstStyle>
            <a:lvl1pPr marL="308610" indent="-257175" algn="l" rtl="0" eaLnBrk="1" latinLnBrk="0" hangingPunct="1">
              <a:spcBef>
                <a:spcPts val="525"/>
              </a:spcBef>
              <a:buSzPct val="95000"/>
              <a:buFont typeface="Wingdings"/>
              <a:buChar char=""/>
              <a:defRPr sz="1500" kern="1200" spc="0">
                <a:solidFill>
                  <a:schemeClr val="tx1"/>
                </a:solidFill>
                <a:latin typeface="+mn-lt"/>
                <a:ea typeface="+mn-ea"/>
                <a:cs typeface="Arial" pitchFamily="34" charset="0"/>
              </a:defRPr>
            </a:lvl1pPr>
            <a:lvl2pPr marL="555498" indent="-214313" algn="l" rtl="0" eaLnBrk="1" latinLnBrk="0" hangingPunct="1">
              <a:spcBef>
                <a:spcPct val="20000"/>
              </a:spcBef>
              <a:buClr>
                <a:schemeClr val="accent2"/>
              </a:buClr>
              <a:buSzPct val="90000"/>
              <a:buFont typeface="Wingdings"/>
              <a:buChar char=""/>
              <a:defRPr sz="1350" kern="1200" spc="0">
                <a:solidFill>
                  <a:schemeClr val="tx1"/>
                </a:solidFill>
                <a:latin typeface="+mn-lt"/>
                <a:ea typeface="+mn-ea"/>
                <a:cs typeface="Arial" pitchFamily="34" charset="0"/>
              </a:defRPr>
            </a:lvl2pPr>
            <a:lvl3pPr marL="747522" indent="-171450" algn="l" rtl="0" eaLnBrk="1" latinLnBrk="0" hangingPunct="1">
              <a:spcBef>
                <a:spcPct val="20000"/>
              </a:spcBef>
              <a:buClr>
                <a:schemeClr val="accent2"/>
              </a:buClr>
              <a:buFont typeface="Wingdings 2"/>
              <a:buChar char=""/>
              <a:defRPr sz="1200" kern="1200" spc="0">
                <a:solidFill>
                  <a:schemeClr val="tx1"/>
                </a:solidFill>
                <a:latin typeface="+mn-lt"/>
                <a:ea typeface="+mn-ea"/>
                <a:cs typeface="Arial" pitchFamily="34" charset="0"/>
              </a:defRPr>
            </a:lvl3pPr>
            <a:lvl4pPr marL="946404" indent="-171450" algn="l" rtl="0" eaLnBrk="1" latinLnBrk="0" hangingPunct="1">
              <a:spcBef>
                <a:spcPct val="20000"/>
              </a:spcBef>
              <a:buClr>
                <a:schemeClr val="accent3"/>
              </a:buClr>
              <a:buFont typeface="Wingdings 3"/>
              <a:buChar char=""/>
              <a:defRPr sz="1200" kern="1200" spc="0">
                <a:solidFill>
                  <a:schemeClr val="tx1"/>
                </a:solidFill>
                <a:latin typeface="+mn-lt"/>
                <a:ea typeface="+mn-ea"/>
                <a:cs typeface="Arial" pitchFamily="34" charset="0"/>
              </a:defRPr>
            </a:lvl4pPr>
            <a:lvl5pPr marL="1110996" indent="-157734" algn="l" rtl="0" eaLnBrk="1" latinLnBrk="0" hangingPunct="1">
              <a:spcBef>
                <a:spcPct val="20000"/>
              </a:spcBef>
              <a:buClr>
                <a:schemeClr val="accent3"/>
              </a:buClr>
              <a:buFont typeface="Wingdings 2"/>
              <a:buChar char=""/>
              <a:defRPr sz="1050" kern="1200" spc="0">
                <a:solidFill>
                  <a:schemeClr val="tx1"/>
                </a:solidFill>
                <a:latin typeface="+mn-lt"/>
                <a:ea typeface="+mn-ea"/>
                <a:cs typeface="Arial" pitchFamily="34" charset="0"/>
              </a:defRPr>
            </a:lvl5pPr>
            <a:lvl6pPr marL="1282446" indent="-157734" algn="l" rtl="0" eaLnBrk="1" latinLnBrk="0" hangingPunct="1">
              <a:spcBef>
                <a:spcPct val="20000"/>
              </a:spcBef>
              <a:buClr>
                <a:schemeClr val="accent3"/>
              </a:buClr>
              <a:buFont typeface="Wingdings 2"/>
              <a:buChar char=""/>
              <a:defRPr sz="1350" kern="1200">
                <a:solidFill>
                  <a:schemeClr val="tx1"/>
                </a:solidFill>
                <a:latin typeface="+mn-lt"/>
                <a:ea typeface="+mn-ea"/>
                <a:cs typeface="+mn-cs"/>
              </a:defRPr>
            </a:lvl6pPr>
            <a:lvl7pPr marL="1426464"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7pPr>
            <a:lvl8pPr marL="1570482"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8pPr>
            <a:lvl9pPr marL="1714500"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9pPr>
            <a:extLst/>
          </a:lstStyle>
          <a:p>
            <a:pPr marL="51435" indent="0">
              <a:spcBef>
                <a:spcPts val="0"/>
              </a:spcBef>
              <a:buNone/>
            </a:pPr>
            <a:r>
              <a:rPr lang="en-US" sz="1600">
                <a:latin typeface="Consolas" panose="020B0609020204030204" pitchFamily="49" charset="0"/>
              </a:rPr>
              <a:t>static </a:t>
            </a:r>
            <a:r>
              <a:rPr lang="en-US" sz="1600">
                <a:solidFill>
                  <a:srgbClr val="0000FF"/>
                </a:solidFill>
                <a:latin typeface="Consolas" panose="020B0609020204030204" pitchFamily="49" charset="0"/>
              </a:rPr>
              <a:t>bool</a:t>
            </a:r>
            <a:r>
              <a:rPr lang="en-US" sz="1600">
                <a:latin typeface="Consolas" panose="020B0609020204030204" pitchFamily="49" charset="0"/>
              </a:rPr>
              <a:t> </a:t>
            </a:r>
            <a:r>
              <a:rPr lang="en-US" sz="1600" dirty="0">
                <a:solidFill>
                  <a:srgbClr val="FF0000"/>
                </a:solidFill>
                <a:latin typeface="Consolas" pitchFamily="49" charset="0"/>
                <a:cs typeface="Consolas" pitchFamily="49" charset="0"/>
              </a:rPr>
              <a:t>IsEven4</a:t>
            </a:r>
            <a:r>
              <a:rPr lang="en-US" sz="1600">
                <a:latin typeface="Consolas" panose="020B0609020204030204" pitchFamily="49" charset="0"/>
              </a:rPr>
              <a:t>(</a:t>
            </a:r>
            <a:r>
              <a:rPr lang="en-US" sz="1600">
                <a:solidFill>
                  <a:srgbClr val="0432FF"/>
                </a:solidFill>
                <a:latin typeface="Consolas" panose="020B0609020204030204" pitchFamily="49" charset="0"/>
              </a:rPr>
              <a:t>int</a:t>
            </a:r>
            <a:r>
              <a:rPr lang="en-US" sz="1600">
                <a:solidFill>
                  <a:schemeClr val="bg1"/>
                </a:solidFill>
                <a:latin typeface="Consolas" panose="020B0609020204030204" pitchFamily="49" charset="0"/>
              </a:rPr>
              <a:t> </a:t>
            </a:r>
            <a:r>
              <a:rPr lang="en-US" sz="1600">
                <a:solidFill>
                  <a:schemeClr val="accent6">
                    <a:lumMod val="75000"/>
                  </a:schemeClr>
                </a:solidFill>
                <a:latin typeface="Consolas" panose="020B0609020204030204" pitchFamily="49" charset="0"/>
              </a:rPr>
              <a:t>x</a:t>
            </a:r>
            <a:r>
              <a:rPr lang="en-US" sz="1600">
                <a:latin typeface="Consolas" panose="020B0609020204030204" pitchFamily="49" charset="0"/>
              </a:rPr>
              <a:t>)</a:t>
            </a:r>
          </a:p>
          <a:p>
            <a:pPr marL="51435" indent="0">
              <a:spcBef>
                <a:spcPts val="0"/>
              </a:spcBef>
              <a:buNone/>
            </a:pPr>
            <a:r>
              <a:rPr lang="en-US" sz="1600">
                <a:latin typeface="Consolas" panose="020B0609020204030204" pitchFamily="49" charset="0"/>
              </a:rPr>
              <a:t>{</a:t>
            </a:r>
          </a:p>
          <a:p>
            <a:pPr marL="51435" indent="0">
              <a:spcBef>
                <a:spcPts val="0"/>
              </a:spcBef>
              <a:buNone/>
            </a:pPr>
            <a:r>
              <a:rPr lang="en-US" sz="1600">
                <a:solidFill>
                  <a:schemeClr val="bg1"/>
                </a:solidFill>
                <a:latin typeface="Consolas" panose="020B0609020204030204" pitchFamily="49" charset="0"/>
              </a:rPr>
              <a:t>    </a:t>
            </a:r>
            <a:r>
              <a:rPr lang="en-US" sz="1600">
                <a:solidFill>
                  <a:srgbClr val="0432FF"/>
                </a:solidFill>
                <a:latin typeface="Consolas" panose="020B0609020204030204" pitchFamily="49" charset="0"/>
              </a:rPr>
              <a:t>if </a:t>
            </a:r>
            <a:r>
              <a:rPr lang="en-US" sz="1600">
                <a:latin typeface="Consolas" panose="020B0609020204030204" pitchFamily="49" charset="0"/>
              </a:rPr>
              <a:t>(</a:t>
            </a:r>
            <a:r>
              <a:rPr lang="en-US" sz="1600">
                <a:solidFill>
                  <a:schemeClr val="accent6">
                    <a:lumMod val="75000"/>
                  </a:schemeClr>
                </a:solidFill>
                <a:latin typeface="Consolas" panose="020B0609020204030204" pitchFamily="49" charset="0"/>
              </a:rPr>
              <a:t>x </a:t>
            </a:r>
            <a:r>
              <a:rPr lang="en-US" sz="1600">
                <a:latin typeface="Consolas" panose="020B0609020204030204" pitchFamily="49" charset="0"/>
              </a:rPr>
              <a:t>% 2 == 0)</a:t>
            </a:r>
          </a:p>
          <a:p>
            <a:pPr marL="51435" indent="0">
              <a:spcBef>
                <a:spcPts val="0"/>
              </a:spcBef>
              <a:buNone/>
            </a:pPr>
            <a:r>
              <a:rPr lang="en-US" sz="1600">
                <a:solidFill>
                  <a:schemeClr val="bg1"/>
                </a:solidFill>
                <a:latin typeface="Consolas" panose="020B0609020204030204" pitchFamily="49" charset="0"/>
              </a:rPr>
              <a:t>        </a:t>
            </a:r>
            <a:r>
              <a:rPr lang="en-US" sz="1600">
                <a:solidFill>
                  <a:srgbClr val="0432FF"/>
                </a:solidFill>
                <a:latin typeface="Consolas" panose="020B0609020204030204" pitchFamily="49" charset="0"/>
              </a:rPr>
              <a:t>return</a:t>
            </a:r>
            <a:r>
              <a:rPr lang="en-US" sz="1600">
                <a:solidFill>
                  <a:schemeClr val="accent6">
                    <a:lumMod val="75000"/>
                  </a:schemeClr>
                </a:solidFill>
                <a:latin typeface="Consolas" panose="020B0609020204030204" pitchFamily="49" charset="0"/>
              </a:rPr>
              <a:t> </a:t>
            </a:r>
            <a:r>
              <a:rPr lang="en-US" sz="1600">
                <a:solidFill>
                  <a:srgbClr val="0432FF"/>
                </a:solidFill>
                <a:latin typeface="Consolas" panose="020B0609020204030204" pitchFamily="49" charset="0"/>
              </a:rPr>
              <a:t>true</a:t>
            </a:r>
            <a:r>
              <a:rPr lang="en-US" sz="1600">
                <a:latin typeface="Consolas" panose="020B0609020204030204" pitchFamily="49" charset="0"/>
              </a:rPr>
              <a:t>;</a:t>
            </a:r>
          </a:p>
          <a:p>
            <a:pPr marL="51435" indent="0">
              <a:spcBef>
                <a:spcPts val="0"/>
              </a:spcBef>
              <a:buNone/>
            </a:pPr>
            <a:r>
              <a:rPr lang="en-US" sz="1600">
                <a:solidFill>
                  <a:schemeClr val="bg1"/>
                </a:solidFill>
                <a:latin typeface="Consolas" panose="020B0609020204030204" pitchFamily="49" charset="0"/>
              </a:rPr>
              <a:t>    </a:t>
            </a:r>
            <a:r>
              <a:rPr lang="en-US" sz="1600">
                <a:solidFill>
                  <a:srgbClr val="0432FF"/>
                </a:solidFill>
                <a:latin typeface="Consolas" panose="020B0609020204030204" pitchFamily="49" charset="0"/>
              </a:rPr>
              <a:t>else</a:t>
            </a:r>
          </a:p>
          <a:p>
            <a:pPr marL="51435" indent="0">
              <a:spcBef>
                <a:spcPts val="0"/>
              </a:spcBef>
              <a:buNone/>
            </a:pPr>
            <a:r>
              <a:rPr lang="en-US" sz="1600">
                <a:solidFill>
                  <a:srgbClr val="0432FF"/>
                </a:solidFill>
                <a:latin typeface="Consolas" panose="020B0609020204030204" pitchFamily="49" charset="0"/>
              </a:rPr>
              <a:t>        return</a:t>
            </a:r>
            <a:r>
              <a:rPr lang="en-US" sz="1600">
                <a:solidFill>
                  <a:srgbClr val="2B91AF"/>
                </a:solidFill>
                <a:latin typeface="Consolas" panose="020B0609020204030204" pitchFamily="49" charset="0"/>
              </a:rPr>
              <a:t> </a:t>
            </a:r>
            <a:r>
              <a:rPr lang="en-US" sz="1600">
                <a:solidFill>
                  <a:srgbClr val="0432FF"/>
                </a:solidFill>
                <a:latin typeface="Consolas" panose="020B0609020204030204" pitchFamily="49" charset="0"/>
              </a:rPr>
              <a:t>false</a:t>
            </a:r>
            <a:r>
              <a:rPr lang="en-US" sz="1600">
                <a:latin typeface="Consolas" panose="020B0609020204030204" pitchFamily="49" charset="0"/>
              </a:rPr>
              <a:t>;</a:t>
            </a:r>
          </a:p>
          <a:p>
            <a:pPr marL="51435" indent="0">
              <a:spcBef>
                <a:spcPts val="0"/>
              </a:spcBef>
              <a:buNone/>
            </a:pPr>
            <a:r>
              <a:rPr lang="en-US" sz="1600">
                <a:latin typeface="Consolas" panose="020B0609020204030204" pitchFamily="49" charset="0"/>
              </a:rPr>
              <a:t>}</a:t>
            </a:r>
          </a:p>
        </p:txBody>
      </p:sp>
      <p:sp>
        <p:nvSpPr>
          <p:cNvPr id="10" name="Content Placeholder 5">
            <a:extLst>
              <a:ext uri="{FF2B5EF4-FFF2-40B4-BE49-F238E27FC236}">
                <a16:creationId xmlns:a16="http://schemas.microsoft.com/office/drawing/2014/main" id="{773A9F04-5C37-D8EB-1A31-05B24CA2F844}"/>
              </a:ext>
            </a:extLst>
          </p:cNvPr>
          <p:cNvSpPr txBox="1">
            <a:spLocks/>
          </p:cNvSpPr>
          <p:nvPr/>
        </p:nvSpPr>
        <p:spPr>
          <a:xfrm>
            <a:off x="5346998" y="1952326"/>
            <a:ext cx="3168352" cy="1782487"/>
          </a:xfrm>
          <a:prstGeom prst="rect">
            <a:avLst/>
          </a:prstGeom>
        </p:spPr>
        <p:style>
          <a:lnRef idx="2">
            <a:schemeClr val="accent2"/>
          </a:lnRef>
          <a:fillRef idx="1">
            <a:schemeClr val="lt1"/>
          </a:fillRef>
          <a:effectRef idx="0">
            <a:schemeClr val="accent2"/>
          </a:effectRef>
          <a:fontRef idx="minor">
            <a:schemeClr val="dk1"/>
          </a:fontRef>
        </p:style>
        <p:txBody>
          <a:bodyPr>
            <a:noAutofit/>
          </a:bodyPr>
          <a:lstStyle>
            <a:lvl1pPr marL="308610" indent="-257175" algn="l" rtl="0" eaLnBrk="1" latinLnBrk="0" hangingPunct="1">
              <a:spcBef>
                <a:spcPts val="525"/>
              </a:spcBef>
              <a:buSzPct val="95000"/>
              <a:buFont typeface="Wingdings"/>
              <a:buChar char=""/>
              <a:defRPr sz="1500" kern="1200" spc="0">
                <a:solidFill>
                  <a:schemeClr val="tx1"/>
                </a:solidFill>
                <a:latin typeface="+mn-lt"/>
                <a:ea typeface="+mn-ea"/>
                <a:cs typeface="Arial" pitchFamily="34" charset="0"/>
              </a:defRPr>
            </a:lvl1pPr>
            <a:lvl2pPr marL="555498" indent="-214313" algn="l" rtl="0" eaLnBrk="1" latinLnBrk="0" hangingPunct="1">
              <a:spcBef>
                <a:spcPct val="20000"/>
              </a:spcBef>
              <a:buClr>
                <a:schemeClr val="accent2"/>
              </a:buClr>
              <a:buSzPct val="90000"/>
              <a:buFont typeface="Wingdings"/>
              <a:buChar char=""/>
              <a:defRPr sz="1350" kern="1200" spc="0">
                <a:solidFill>
                  <a:schemeClr val="tx1"/>
                </a:solidFill>
                <a:latin typeface="+mn-lt"/>
                <a:ea typeface="+mn-ea"/>
                <a:cs typeface="Arial" pitchFamily="34" charset="0"/>
              </a:defRPr>
            </a:lvl2pPr>
            <a:lvl3pPr marL="747522" indent="-171450" algn="l" rtl="0" eaLnBrk="1" latinLnBrk="0" hangingPunct="1">
              <a:spcBef>
                <a:spcPct val="20000"/>
              </a:spcBef>
              <a:buClr>
                <a:schemeClr val="accent2"/>
              </a:buClr>
              <a:buFont typeface="Wingdings 2"/>
              <a:buChar char=""/>
              <a:defRPr sz="1200" kern="1200" spc="0">
                <a:solidFill>
                  <a:schemeClr val="tx1"/>
                </a:solidFill>
                <a:latin typeface="+mn-lt"/>
                <a:ea typeface="+mn-ea"/>
                <a:cs typeface="Arial" pitchFamily="34" charset="0"/>
              </a:defRPr>
            </a:lvl3pPr>
            <a:lvl4pPr marL="946404" indent="-171450" algn="l" rtl="0" eaLnBrk="1" latinLnBrk="0" hangingPunct="1">
              <a:spcBef>
                <a:spcPct val="20000"/>
              </a:spcBef>
              <a:buClr>
                <a:schemeClr val="accent3"/>
              </a:buClr>
              <a:buFont typeface="Wingdings 3"/>
              <a:buChar char=""/>
              <a:defRPr sz="1200" kern="1200" spc="0">
                <a:solidFill>
                  <a:schemeClr val="tx1"/>
                </a:solidFill>
                <a:latin typeface="+mn-lt"/>
                <a:ea typeface="+mn-ea"/>
                <a:cs typeface="Arial" pitchFamily="34" charset="0"/>
              </a:defRPr>
            </a:lvl4pPr>
            <a:lvl5pPr marL="1110996" indent="-157734" algn="l" rtl="0" eaLnBrk="1" latinLnBrk="0" hangingPunct="1">
              <a:spcBef>
                <a:spcPct val="20000"/>
              </a:spcBef>
              <a:buClr>
                <a:schemeClr val="accent3"/>
              </a:buClr>
              <a:buFont typeface="Wingdings 2"/>
              <a:buChar char=""/>
              <a:defRPr sz="1050" kern="1200" spc="0">
                <a:solidFill>
                  <a:schemeClr val="tx1"/>
                </a:solidFill>
                <a:latin typeface="+mn-lt"/>
                <a:ea typeface="+mn-ea"/>
                <a:cs typeface="Arial" pitchFamily="34" charset="0"/>
              </a:defRPr>
            </a:lvl5pPr>
            <a:lvl6pPr marL="1282446" indent="-157734" algn="l" rtl="0" eaLnBrk="1" latinLnBrk="0" hangingPunct="1">
              <a:spcBef>
                <a:spcPct val="20000"/>
              </a:spcBef>
              <a:buClr>
                <a:schemeClr val="accent3"/>
              </a:buClr>
              <a:buFont typeface="Wingdings 2"/>
              <a:buChar char=""/>
              <a:defRPr sz="1350" kern="1200">
                <a:solidFill>
                  <a:schemeClr val="tx1"/>
                </a:solidFill>
                <a:latin typeface="+mn-lt"/>
                <a:ea typeface="+mn-ea"/>
                <a:cs typeface="+mn-cs"/>
              </a:defRPr>
            </a:lvl6pPr>
            <a:lvl7pPr marL="1426464"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7pPr>
            <a:lvl8pPr marL="1570482"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8pPr>
            <a:lvl9pPr marL="1714500"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9pPr>
            <a:extLst/>
          </a:lstStyle>
          <a:p>
            <a:pPr marL="51435" indent="0">
              <a:spcBef>
                <a:spcPts val="0"/>
              </a:spcBef>
              <a:buNone/>
            </a:pPr>
            <a:r>
              <a:rPr lang="en-US" sz="1600">
                <a:latin typeface="Consolas" panose="020B0609020204030204" pitchFamily="49" charset="0"/>
              </a:rPr>
              <a:t>static </a:t>
            </a:r>
            <a:r>
              <a:rPr lang="en-US" sz="1600">
                <a:solidFill>
                  <a:srgbClr val="0000FF"/>
                </a:solidFill>
                <a:latin typeface="Consolas" panose="020B0609020204030204" pitchFamily="49" charset="0"/>
              </a:rPr>
              <a:t>bool</a:t>
            </a:r>
            <a:r>
              <a:rPr lang="en-US" sz="1600">
                <a:latin typeface="Consolas" panose="020B0609020204030204" pitchFamily="49" charset="0"/>
              </a:rPr>
              <a:t> </a:t>
            </a:r>
            <a:r>
              <a:rPr lang="en-US" sz="1600" dirty="0">
                <a:solidFill>
                  <a:srgbClr val="FF0000"/>
                </a:solidFill>
                <a:latin typeface="Consolas" pitchFamily="49" charset="0"/>
                <a:cs typeface="Consolas" pitchFamily="49" charset="0"/>
              </a:rPr>
              <a:t>IsEven5</a:t>
            </a:r>
            <a:r>
              <a:rPr lang="en-US" sz="1600">
                <a:latin typeface="Consolas" panose="020B0609020204030204" pitchFamily="49" charset="0"/>
              </a:rPr>
              <a:t>(</a:t>
            </a:r>
            <a:r>
              <a:rPr lang="en-US" sz="1600">
                <a:solidFill>
                  <a:srgbClr val="0432FF"/>
                </a:solidFill>
                <a:latin typeface="Consolas" panose="020B0609020204030204" pitchFamily="49" charset="0"/>
              </a:rPr>
              <a:t>int</a:t>
            </a:r>
            <a:r>
              <a:rPr lang="en-US" sz="1600">
                <a:solidFill>
                  <a:schemeClr val="bg1"/>
                </a:solidFill>
                <a:latin typeface="Consolas" panose="020B0609020204030204" pitchFamily="49" charset="0"/>
              </a:rPr>
              <a:t> </a:t>
            </a:r>
            <a:r>
              <a:rPr lang="en-US" sz="1600">
                <a:solidFill>
                  <a:schemeClr val="accent6">
                    <a:lumMod val="75000"/>
                  </a:schemeClr>
                </a:solidFill>
                <a:latin typeface="Consolas" panose="020B0609020204030204" pitchFamily="49" charset="0"/>
              </a:rPr>
              <a:t>x</a:t>
            </a:r>
            <a:r>
              <a:rPr lang="en-US" sz="1600">
                <a:latin typeface="Consolas" panose="020B0609020204030204" pitchFamily="49" charset="0"/>
              </a:rPr>
              <a:t>)</a:t>
            </a:r>
          </a:p>
          <a:p>
            <a:pPr marL="51435" indent="0">
              <a:spcBef>
                <a:spcPts val="0"/>
              </a:spcBef>
              <a:buNone/>
            </a:pPr>
            <a:r>
              <a:rPr lang="en-US" sz="1600">
                <a:latin typeface="Consolas" panose="020B0609020204030204" pitchFamily="49" charset="0"/>
              </a:rPr>
              <a:t>{</a:t>
            </a:r>
          </a:p>
          <a:p>
            <a:pPr marL="51435" indent="0">
              <a:spcBef>
                <a:spcPts val="0"/>
              </a:spcBef>
              <a:buNone/>
            </a:pPr>
            <a:r>
              <a:rPr lang="en-US" sz="1600">
                <a:solidFill>
                  <a:schemeClr val="bg1"/>
                </a:solidFill>
                <a:latin typeface="Consolas" panose="020B0609020204030204" pitchFamily="49" charset="0"/>
              </a:rPr>
              <a:t>    </a:t>
            </a:r>
            <a:r>
              <a:rPr lang="en-US" sz="1600">
                <a:solidFill>
                  <a:srgbClr val="0432FF"/>
                </a:solidFill>
                <a:latin typeface="Consolas" panose="020B0609020204030204" pitchFamily="49" charset="0"/>
              </a:rPr>
              <a:t>if </a:t>
            </a:r>
            <a:r>
              <a:rPr lang="en-US" sz="1600">
                <a:latin typeface="Consolas" panose="020B0609020204030204" pitchFamily="49" charset="0"/>
              </a:rPr>
              <a:t>(</a:t>
            </a:r>
            <a:r>
              <a:rPr lang="en-US" sz="1600">
                <a:solidFill>
                  <a:schemeClr val="accent6">
                    <a:lumMod val="75000"/>
                  </a:schemeClr>
                </a:solidFill>
                <a:latin typeface="Consolas" panose="020B0609020204030204" pitchFamily="49" charset="0"/>
              </a:rPr>
              <a:t>x </a:t>
            </a:r>
            <a:r>
              <a:rPr lang="en-US" sz="1600">
                <a:latin typeface="Consolas" panose="020B0609020204030204" pitchFamily="49" charset="0"/>
              </a:rPr>
              <a:t>% 2 == 0)</a:t>
            </a:r>
          </a:p>
          <a:p>
            <a:pPr marL="51435" indent="0">
              <a:spcBef>
                <a:spcPts val="0"/>
              </a:spcBef>
              <a:buNone/>
            </a:pPr>
            <a:r>
              <a:rPr lang="en-US" sz="1600">
                <a:solidFill>
                  <a:schemeClr val="bg1"/>
                </a:solidFill>
                <a:latin typeface="Consolas" panose="020B0609020204030204" pitchFamily="49" charset="0"/>
              </a:rPr>
              <a:t>        </a:t>
            </a:r>
            <a:r>
              <a:rPr lang="en-US" sz="1600">
                <a:solidFill>
                  <a:srgbClr val="0432FF"/>
                </a:solidFill>
                <a:latin typeface="Consolas" panose="020B0609020204030204" pitchFamily="49" charset="0"/>
              </a:rPr>
              <a:t>return</a:t>
            </a:r>
            <a:r>
              <a:rPr lang="en-US" sz="1600">
                <a:solidFill>
                  <a:schemeClr val="accent6">
                    <a:lumMod val="75000"/>
                  </a:schemeClr>
                </a:solidFill>
                <a:latin typeface="Consolas" panose="020B0609020204030204" pitchFamily="49" charset="0"/>
              </a:rPr>
              <a:t> </a:t>
            </a:r>
            <a:r>
              <a:rPr lang="en-US" sz="1600">
                <a:solidFill>
                  <a:srgbClr val="0432FF"/>
                </a:solidFill>
                <a:latin typeface="Consolas" panose="020B0609020204030204" pitchFamily="49" charset="0"/>
              </a:rPr>
              <a:t>true</a:t>
            </a:r>
            <a:r>
              <a:rPr lang="en-US" sz="1600">
                <a:latin typeface="Consolas" panose="020B0609020204030204" pitchFamily="49" charset="0"/>
              </a:rPr>
              <a:t>;</a:t>
            </a:r>
          </a:p>
          <a:p>
            <a:pPr marL="51435" indent="0">
              <a:spcBef>
                <a:spcPts val="0"/>
              </a:spcBef>
              <a:buNone/>
            </a:pPr>
            <a:r>
              <a:rPr lang="en-US" sz="1600">
                <a:solidFill>
                  <a:srgbClr val="0432FF"/>
                </a:solidFill>
                <a:latin typeface="Consolas" panose="020B0609020204030204" pitchFamily="49" charset="0"/>
              </a:rPr>
              <a:t>    return</a:t>
            </a:r>
            <a:r>
              <a:rPr lang="en-US" sz="1600">
                <a:solidFill>
                  <a:srgbClr val="2B91AF"/>
                </a:solidFill>
                <a:latin typeface="Consolas" panose="020B0609020204030204" pitchFamily="49" charset="0"/>
              </a:rPr>
              <a:t> </a:t>
            </a:r>
            <a:r>
              <a:rPr lang="en-US" sz="1600">
                <a:solidFill>
                  <a:srgbClr val="0432FF"/>
                </a:solidFill>
                <a:latin typeface="Consolas" panose="020B0609020204030204" pitchFamily="49" charset="0"/>
              </a:rPr>
              <a:t>false</a:t>
            </a:r>
            <a:r>
              <a:rPr lang="en-US" sz="1600">
                <a:latin typeface="Consolas" panose="020B0609020204030204" pitchFamily="49" charset="0"/>
              </a:rPr>
              <a:t>;</a:t>
            </a:r>
          </a:p>
          <a:p>
            <a:pPr marL="51435" indent="0">
              <a:spcBef>
                <a:spcPts val="0"/>
              </a:spcBef>
              <a:buNone/>
            </a:pPr>
            <a:r>
              <a:rPr lang="en-US" sz="1600">
                <a:latin typeface="Consolas" panose="020B0609020204030204" pitchFamily="49" charset="0"/>
              </a:rPr>
              <a:t>}</a:t>
            </a:r>
          </a:p>
        </p:txBody>
      </p:sp>
      <p:sp>
        <p:nvSpPr>
          <p:cNvPr id="11" name="Line Callout 1 10">
            <a:extLst>
              <a:ext uri="{FF2B5EF4-FFF2-40B4-BE49-F238E27FC236}">
                <a16:creationId xmlns:a16="http://schemas.microsoft.com/office/drawing/2014/main" id="{C3995474-8AC9-1F9E-C95E-AB580CC3A92A}"/>
              </a:ext>
            </a:extLst>
          </p:cNvPr>
          <p:cNvSpPr/>
          <p:nvPr/>
        </p:nvSpPr>
        <p:spPr>
          <a:xfrm>
            <a:off x="4789783" y="3860257"/>
            <a:ext cx="4282781" cy="1413318"/>
          </a:xfrm>
          <a:prstGeom prst="borderCallout1">
            <a:avLst>
              <a:gd name="adj1" fmla="val 841"/>
              <a:gd name="adj2" fmla="val 75052"/>
              <a:gd name="adj3" fmla="val -61913"/>
              <a:gd name="adj4" fmla="val 62430"/>
            </a:avLst>
          </a:prstGeom>
          <a:ln/>
        </p:spPr>
        <p:style>
          <a:lnRef idx="1">
            <a:schemeClr val="accent2"/>
          </a:lnRef>
          <a:fillRef idx="2">
            <a:schemeClr val="accent2"/>
          </a:fillRef>
          <a:effectRef idx="1">
            <a:schemeClr val="accent2"/>
          </a:effectRef>
          <a:fontRef idx="minor">
            <a:schemeClr val="dk1"/>
          </a:fontRef>
        </p:style>
        <p:txBody>
          <a:bodyPr rtlCol="0" anchor="ctr"/>
          <a:lstStyle/>
          <a:p>
            <a:pPr algn="just"/>
            <a:r>
              <a:rPr lang="vi-VN" sz="1600" i="1" dirty="0">
                <a:solidFill>
                  <a:schemeClr val="tx1"/>
                </a:solidFill>
                <a:latin typeface="Consolas" pitchFamily="49" charset="0"/>
                <a:cs typeface="Consolas" pitchFamily="49" charset="0"/>
              </a:rPr>
              <a:t>Nếu x là số chẵn: </a:t>
            </a:r>
            <a:r>
              <a:rPr lang="vi-VN" sz="1600" i="1" dirty="0">
                <a:solidFill>
                  <a:schemeClr val="tx1"/>
                </a:solidFill>
                <a:highlight>
                  <a:srgbClr val="FFFF00"/>
                </a:highlight>
                <a:latin typeface="Consolas" pitchFamily="49" charset="0"/>
                <a:cs typeface="Consolas" pitchFamily="49" charset="0"/>
              </a:rPr>
              <a:t>Lệnh </a:t>
            </a:r>
            <a:r>
              <a:rPr lang="vi-VN" sz="1600" i="1" dirty="0">
                <a:solidFill>
                  <a:srgbClr val="0432FF"/>
                </a:solidFill>
                <a:highlight>
                  <a:srgbClr val="FFFF00"/>
                </a:highlight>
                <a:latin typeface="Consolas" pitchFamily="49" charset="0"/>
                <a:cs typeface="Consolas" pitchFamily="49" charset="0"/>
              </a:rPr>
              <a:t>return</a:t>
            </a:r>
            <a:r>
              <a:rPr lang="vi-VN" sz="1600" i="1" dirty="0">
                <a:solidFill>
                  <a:schemeClr val="tx1"/>
                </a:solidFill>
                <a:highlight>
                  <a:srgbClr val="FFFF00"/>
                </a:highlight>
                <a:latin typeface="Consolas" pitchFamily="49" charset="0"/>
                <a:cs typeface="Consolas" pitchFamily="49" charset="0"/>
              </a:rPr>
              <a:t> </a:t>
            </a:r>
            <a:r>
              <a:rPr lang="vi-VN" sz="1600" b="1" i="1" dirty="0">
                <a:solidFill>
                  <a:srgbClr val="17459E"/>
                </a:solidFill>
                <a:highlight>
                  <a:srgbClr val="FFFF00"/>
                </a:highlight>
                <a:latin typeface="Consolas" pitchFamily="49" charset="0"/>
                <a:cs typeface="Consolas" pitchFamily="49" charset="0"/>
              </a:rPr>
              <a:t>trả về giá trị</a:t>
            </a:r>
            <a:r>
              <a:rPr lang="vi-VN" sz="1600" i="1" dirty="0">
                <a:solidFill>
                  <a:srgbClr val="17459E"/>
                </a:solidFill>
                <a:highlight>
                  <a:srgbClr val="FFFF00"/>
                </a:highlight>
                <a:latin typeface="Consolas" pitchFamily="49" charset="0"/>
                <a:cs typeface="Consolas" pitchFamily="49" charset="0"/>
              </a:rPr>
              <a:t> </a:t>
            </a:r>
            <a:r>
              <a:rPr lang="vi-VN" sz="1600" i="1" dirty="0">
                <a:solidFill>
                  <a:srgbClr val="0432FF"/>
                </a:solidFill>
                <a:highlight>
                  <a:srgbClr val="FFFF00"/>
                </a:highlight>
                <a:latin typeface="Consolas" pitchFamily="49" charset="0"/>
                <a:cs typeface="Consolas" pitchFamily="49" charset="0"/>
              </a:rPr>
              <a:t>true</a:t>
            </a:r>
            <a:r>
              <a:rPr lang="vi-VN" sz="1600" i="1" dirty="0">
                <a:solidFill>
                  <a:schemeClr val="tx1"/>
                </a:solidFill>
                <a:highlight>
                  <a:srgbClr val="FFFF00"/>
                </a:highlight>
                <a:latin typeface="Consolas" pitchFamily="49" charset="0"/>
                <a:cs typeface="Consolas" pitchFamily="49" charset="0"/>
              </a:rPr>
              <a:t> và </a:t>
            </a:r>
            <a:r>
              <a:rPr lang="vi-VN" sz="1600" b="1" i="1" dirty="0">
                <a:solidFill>
                  <a:srgbClr val="17459E"/>
                </a:solidFill>
                <a:highlight>
                  <a:srgbClr val="FFFF00"/>
                </a:highlight>
                <a:latin typeface="Consolas" pitchFamily="49" charset="0"/>
                <a:cs typeface="Consolas" pitchFamily="49" charset="0"/>
              </a:rPr>
              <a:t>kết thúc hàm</a:t>
            </a:r>
            <a:r>
              <a:rPr lang="vi-VN" sz="1600" i="1" dirty="0">
                <a:solidFill>
                  <a:srgbClr val="17459E"/>
                </a:solidFill>
                <a:highlight>
                  <a:srgbClr val="FFFF00"/>
                </a:highlight>
                <a:latin typeface="Consolas" pitchFamily="49" charset="0"/>
                <a:cs typeface="Consolas" pitchFamily="49" charset="0"/>
              </a:rPr>
              <a:t> </a:t>
            </a:r>
            <a:r>
              <a:rPr lang="vi-VN" sz="1600" i="1" dirty="0">
                <a:solidFill>
                  <a:schemeClr val="tx1"/>
                </a:solidFill>
                <a:latin typeface="Consolas" pitchFamily="49" charset="0"/>
                <a:cs typeface="Consolas" pitchFamily="49" charset="0"/>
              </a:rPr>
              <a:t>nên chương trình sẽ không thực hiện tiếp câu lệnh </a:t>
            </a:r>
            <a:r>
              <a:rPr lang="vi-VN" sz="1600" i="1" dirty="0">
                <a:solidFill>
                  <a:srgbClr val="0432FF"/>
                </a:solidFill>
                <a:latin typeface="Consolas" pitchFamily="49" charset="0"/>
                <a:cs typeface="Consolas" pitchFamily="49" charset="0"/>
              </a:rPr>
              <a:t>return false </a:t>
            </a:r>
            <a:r>
              <a:rPr lang="vi-VN" sz="1600" i="1" dirty="0">
                <a:solidFill>
                  <a:schemeClr val="tx1"/>
                </a:solidFill>
                <a:latin typeface="Consolas" pitchFamily="49" charset="0"/>
                <a:cs typeface="Consolas" pitchFamily="49" charset="0"/>
              </a:rPr>
              <a:t>mặc dù đó là câu lệnh tuần tự nằm sau câu lệnh if</a:t>
            </a:r>
            <a:endParaRPr lang="en-GB" sz="1600" dirty="0">
              <a:solidFill>
                <a:schemeClr val="tx1"/>
              </a:solidFill>
              <a:latin typeface="Consolas" pitchFamily="49" charset="0"/>
              <a:cs typeface="Consolas" pitchFamily="49" charset="0"/>
            </a:endParaRPr>
          </a:p>
        </p:txBody>
      </p:sp>
      <p:sp>
        <p:nvSpPr>
          <p:cNvPr id="12" name="Content Placeholder 5">
            <a:extLst>
              <a:ext uri="{FF2B5EF4-FFF2-40B4-BE49-F238E27FC236}">
                <a16:creationId xmlns:a16="http://schemas.microsoft.com/office/drawing/2014/main" id="{A93CA164-B125-C254-3648-36CC7127EFB9}"/>
              </a:ext>
            </a:extLst>
          </p:cNvPr>
          <p:cNvSpPr txBox="1">
            <a:spLocks/>
          </p:cNvSpPr>
          <p:nvPr/>
        </p:nvSpPr>
        <p:spPr>
          <a:xfrm>
            <a:off x="968640" y="4382332"/>
            <a:ext cx="3168352" cy="1782487"/>
          </a:xfrm>
          <a:prstGeom prst="rect">
            <a:avLst/>
          </a:prstGeom>
        </p:spPr>
        <p:style>
          <a:lnRef idx="2">
            <a:schemeClr val="accent2"/>
          </a:lnRef>
          <a:fillRef idx="1">
            <a:schemeClr val="lt1"/>
          </a:fillRef>
          <a:effectRef idx="0">
            <a:schemeClr val="accent2"/>
          </a:effectRef>
          <a:fontRef idx="minor">
            <a:schemeClr val="dk1"/>
          </a:fontRef>
        </p:style>
        <p:txBody>
          <a:bodyPr>
            <a:noAutofit/>
          </a:bodyPr>
          <a:lstStyle>
            <a:lvl1pPr marL="308610" indent="-257175" algn="l" rtl="0" eaLnBrk="1" latinLnBrk="0" hangingPunct="1">
              <a:spcBef>
                <a:spcPts val="525"/>
              </a:spcBef>
              <a:buSzPct val="95000"/>
              <a:buFont typeface="Wingdings"/>
              <a:buChar char=""/>
              <a:defRPr sz="1500" kern="1200" spc="0">
                <a:solidFill>
                  <a:schemeClr val="tx1"/>
                </a:solidFill>
                <a:latin typeface="+mn-lt"/>
                <a:ea typeface="+mn-ea"/>
                <a:cs typeface="Arial" pitchFamily="34" charset="0"/>
              </a:defRPr>
            </a:lvl1pPr>
            <a:lvl2pPr marL="555498" indent="-214313" algn="l" rtl="0" eaLnBrk="1" latinLnBrk="0" hangingPunct="1">
              <a:spcBef>
                <a:spcPct val="20000"/>
              </a:spcBef>
              <a:buClr>
                <a:schemeClr val="accent2"/>
              </a:buClr>
              <a:buSzPct val="90000"/>
              <a:buFont typeface="Wingdings"/>
              <a:buChar char=""/>
              <a:defRPr sz="1350" kern="1200" spc="0">
                <a:solidFill>
                  <a:schemeClr val="tx1"/>
                </a:solidFill>
                <a:latin typeface="+mn-lt"/>
                <a:ea typeface="+mn-ea"/>
                <a:cs typeface="Arial" pitchFamily="34" charset="0"/>
              </a:defRPr>
            </a:lvl2pPr>
            <a:lvl3pPr marL="747522" indent="-171450" algn="l" rtl="0" eaLnBrk="1" latinLnBrk="0" hangingPunct="1">
              <a:spcBef>
                <a:spcPct val="20000"/>
              </a:spcBef>
              <a:buClr>
                <a:schemeClr val="accent2"/>
              </a:buClr>
              <a:buFont typeface="Wingdings 2"/>
              <a:buChar char=""/>
              <a:defRPr sz="1200" kern="1200" spc="0">
                <a:solidFill>
                  <a:schemeClr val="tx1"/>
                </a:solidFill>
                <a:latin typeface="+mn-lt"/>
                <a:ea typeface="+mn-ea"/>
                <a:cs typeface="Arial" pitchFamily="34" charset="0"/>
              </a:defRPr>
            </a:lvl3pPr>
            <a:lvl4pPr marL="946404" indent="-171450" algn="l" rtl="0" eaLnBrk="1" latinLnBrk="0" hangingPunct="1">
              <a:spcBef>
                <a:spcPct val="20000"/>
              </a:spcBef>
              <a:buClr>
                <a:schemeClr val="accent3"/>
              </a:buClr>
              <a:buFont typeface="Wingdings 3"/>
              <a:buChar char=""/>
              <a:defRPr sz="1200" kern="1200" spc="0">
                <a:solidFill>
                  <a:schemeClr val="tx1"/>
                </a:solidFill>
                <a:latin typeface="+mn-lt"/>
                <a:ea typeface="+mn-ea"/>
                <a:cs typeface="Arial" pitchFamily="34" charset="0"/>
              </a:defRPr>
            </a:lvl4pPr>
            <a:lvl5pPr marL="1110996" indent="-157734" algn="l" rtl="0" eaLnBrk="1" latinLnBrk="0" hangingPunct="1">
              <a:spcBef>
                <a:spcPct val="20000"/>
              </a:spcBef>
              <a:buClr>
                <a:schemeClr val="accent3"/>
              </a:buClr>
              <a:buFont typeface="Wingdings 2"/>
              <a:buChar char=""/>
              <a:defRPr sz="1050" kern="1200" spc="0">
                <a:solidFill>
                  <a:schemeClr val="tx1"/>
                </a:solidFill>
                <a:latin typeface="+mn-lt"/>
                <a:ea typeface="+mn-ea"/>
                <a:cs typeface="Arial" pitchFamily="34" charset="0"/>
              </a:defRPr>
            </a:lvl5pPr>
            <a:lvl6pPr marL="1282446" indent="-157734" algn="l" rtl="0" eaLnBrk="1" latinLnBrk="0" hangingPunct="1">
              <a:spcBef>
                <a:spcPct val="20000"/>
              </a:spcBef>
              <a:buClr>
                <a:schemeClr val="accent3"/>
              </a:buClr>
              <a:buFont typeface="Wingdings 2"/>
              <a:buChar char=""/>
              <a:defRPr sz="1350" kern="1200">
                <a:solidFill>
                  <a:schemeClr val="tx1"/>
                </a:solidFill>
                <a:latin typeface="+mn-lt"/>
                <a:ea typeface="+mn-ea"/>
                <a:cs typeface="+mn-cs"/>
              </a:defRPr>
            </a:lvl6pPr>
            <a:lvl7pPr marL="1426464"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7pPr>
            <a:lvl8pPr marL="1570482"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8pPr>
            <a:lvl9pPr marL="1714500"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9pPr>
            <a:extLst/>
          </a:lstStyle>
          <a:p>
            <a:pPr marL="51435" indent="0">
              <a:spcBef>
                <a:spcPts val="0"/>
              </a:spcBef>
              <a:buNone/>
            </a:pPr>
            <a:r>
              <a:rPr lang="en-US" sz="1600">
                <a:latin typeface="Consolas" panose="020B0609020204030204" pitchFamily="49" charset="0"/>
              </a:rPr>
              <a:t>static </a:t>
            </a:r>
            <a:r>
              <a:rPr lang="en-US" sz="1600">
                <a:solidFill>
                  <a:srgbClr val="0000FF"/>
                </a:solidFill>
                <a:latin typeface="Consolas" panose="020B0609020204030204" pitchFamily="49" charset="0"/>
              </a:rPr>
              <a:t>bool</a:t>
            </a:r>
            <a:r>
              <a:rPr lang="en-US" sz="1600">
                <a:latin typeface="Consolas" panose="020B0609020204030204" pitchFamily="49" charset="0"/>
              </a:rPr>
              <a:t> </a:t>
            </a:r>
            <a:r>
              <a:rPr lang="en-US" sz="1600" dirty="0">
                <a:solidFill>
                  <a:srgbClr val="FF0000"/>
                </a:solidFill>
                <a:latin typeface="Consolas" pitchFamily="49" charset="0"/>
                <a:cs typeface="Consolas" pitchFamily="49" charset="0"/>
              </a:rPr>
              <a:t>IsEven6</a:t>
            </a:r>
            <a:r>
              <a:rPr lang="en-US" sz="1600">
                <a:latin typeface="Consolas" panose="020B0609020204030204" pitchFamily="49" charset="0"/>
              </a:rPr>
              <a:t>(</a:t>
            </a:r>
            <a:r>
              <a:rPr lang="en-US" sz="1600">
                <a:solidFill>
                  <a:srgbClr val="0432FF"/>
                </a:solidFill>
                <a:latin typeface="Consolas" panose="020B0609020204030204" pitchFamily="49" charset="0"/>
              </a:rPr>
              <a:t>int</a:t>
            </a:r>
            <a:r>
              <a:rPr lang="en-US" sz="1600">
                <a:solidFill>
                  <a:schemeClr val="bg1"/>
                </a:solidFill>
                <a:latin typeface="Consolas" panose="020B0609020204030204" pitchFamily="49" charset="0"/>
              </a:rPr>
              <a:t> </a:t>
            </a:r>
            <a:r>
              <a:rPr lang="en-US" sz="1600">
                <a:solidFill>
                  <a:schemeClr val="accent6">
                    <a:lumMod val="75000"/>
                  </a:schemeClr>
                </a:solidFill>
                <a:latin typeface="Consolas" panose="020B0609020204030204" pitchFamily="49" charset="0"/>
              </a:rPr>
              <a:t>x</a:t>
            </a:r>
            <a:r>
              <a:rPr lang="en-US" sz="1600">
                <a:latin typeface="Consolas" panose="020B0609020204030204" pitchFamily="49" charset="0"/>
              </a:rPr>
              <a:t>)</a:t>
            </a:r>
          </a:p>
          <a:p>
            <a:pPr marL="51435" indent="0">
              <a:spcBef>
                <a:spcPts val="0"/>
              </a:spcBef>
              <a:buNone/>
            </a:pPr>
            <a:r>
              <a:rPr lang="en-US" sz="1600">
                <a:latin typeface="Consolas" panose="020B0609020204030204" pitchFamily="49" charset="0"/>
              </a:rPr>
              <a:t>{</a:t>
            </a:r>
          </a:p>
          <a:p>
            <a:pPr marL="51435" indent="0">
              <a:spcBef>
                <a:spcPts val="0"/>
              </a:spcBef>
              <a:buNone/>
            </a:pPr>
            <a:r>
              <a:rPr lang="en-US" sz="1600">
                <a:solidFill>
                  <a:schemeClr val="bg1"/>
                </a:solidFill>
                <a:latin typeface="Consolas" panose="020B0609020204030204" pitchFamily="49" charset="0"/>
              </a:rPr>
              <a:t>    </a:t>
            </a:r>
            <a:r>
              <a:rPr lang="en-US" sz="1600">
                <a:solidFill>
                  <a:srgbClr val="0432FF"/>
                </a:solidFill>
                <a:latin typeface="Consolas" panose="020B0609020204030204" pitchFamily="49" charset="0"/>
              </a:rPr>
              <a:t>if</a:t>
            </a:r>
            <a:r>
              <a:rPr lang="en-US" sz="1600">
                <a:latin typeface="Consolas" panose="020B0609020204030204" pitchFamily="49" charset="0"/>
              </a:rPr>
              <a:t>(</a:t>
            </a:r>
            <a:r>
              <a:rPr lang="en-US" sz="1600">
                <a:solidFill>
                  <a:schemeClr val="accent6">
                    <a:lumMod val="75000"/>
                  </a:schemeClr>
                </a:solidFill>
                <a:latin typeface="Consolas" panose="020B0609020204030204" pitchFamily="49" charset="0"/>
              </a:rPr>
              <a:t>x </a:t>
            </a:r>
            <a:r>
              <a:rPr lang="en-US" sz="1600">
                <a:latin typeface="Consolas" panose="020B0609020204030204" pitchFamily="49" charset="0"/>
              </a:rPr>
              <a:t>% 2 == 0)</a:t>
            </a:r>
          </a:p>
          <a:p>
            <a:pPr marL="51435" indent="0">
              <a:spcBef>
                <a:spcPts val="0"/>
              </a:spcBef>
              <a:buNone/>
            </a:pPr>
            <a:r>
              <a:rPr lang="en-US" sz="1600">
                <a:latin typeface="Consolas" panose="020B0609020204030204" pitchFamily="49" charset="0"/>
              </a:rPr>
              <a:t>  </a:t>
            </a:r>
            <a:r>
              <a:rPr lang="en-US" sz="1600">
                <a:solidFill>
                  <a:schemeClr val="bg1"/>
                </a:solidFill>
                <a:latin typeface="Consolas" panose="020B0609020204030204" pitchFamily="49" charset="0"/>
              </a:rPr>
              <a:t>      </a:t>
            </a:r>
            <a:r>
              <a:rPr lang="en-US" sz="1600">
                <a:solidFill>
                  <a:srgbClr val="0432FF"/>
                </a:solidFill>
                <a:latin typeface="Consolas" panose="020B0609020204030204" pitchFamily="49" charset="0"/>
              </a:rPr>
              <a:t>return</a:t>
            </a:r>
            <a:r>
              <a:rPr lang="en-US" sz="1600">
                <a:solidFill>
                  <a:schemeClr val="accent6">
                    <a:lumMod val="75000"/>
                  </a:schemeClr>
                </a:solidFill>
                <a:latin typeface="Consolas" panose="020B0609020204030204" pitchFamily="49" charset="0"/>
              </a:rPr>
              <a:t> </a:t>
            </a:r>
            <a:r>
              <a:rPr lang="en-US" sz="1600">
                <a:solidFill>
                  <a:srgbClr val="0432FF"/>
                </a:solidFill>
                <a:latin typeface="Consolas" panose="020B0609020204030204" pitchFamily="49" charset="0"/>
              </a:rPr>
              <a:t>true</a:t>
            </a:r>
            <a:r>
              <a:rPr lang="en-US" sz="1600">
                <a:latin typeface="Consolas" panose="020B0609020204030204" pitchFamily="49" charset="0"/>
              </a:rPr>
              <a:t>;</a:t>
            </a:r>
          </a:p>
          <a:p>
            <a:pPr marL="51435" indent="0">
              <a:spcBef>
                <a:spcPts val="0"/>
              </a:spcBef>
              <a:buNone/>
            </a:pPr>
            <a:r>
              <a:rPr lang="en-US" sz="1600">
                <a:latin typeface="Consolas" panose="020B0609020204030204" pitchFamily="49" charset="0"/>
              </a:rPr>
              <a:t>}</a:t>
            </a:r>
          </a:p>
        </p:txBody>
      </p:sp>
      <p:sp>
        <p:nvSpPr>
          <p:cNvPr id="13" name="Line Callout 1 12">
            <a:extLst>
              <a:ext uri="{FF2B5EF4-FFF2-40B4-BE49-F238E27FC236}">
                <a16:creationId xmlns:a16="http://schemas.microsoft.com/office/drawing/2014/main" id="{FB2DC231-C1B0-9008-ED2A-E6D1C4761D2D}"/>
              </a:ext>
            </a:extLst>
          </p:cNvPr>
          <p:cNvSpPr/>
          <p:nvPr/>
        </p:nvSpPr>
        <p:spPr>
          <a:xfrm>
            <a:off x="4296467" y="5516626"/>
            <a:ext cx="4776097" cy="710915"/>
          </a:xfrm>
          <a:prstGeom prst="borderCallout1">
            <a:avLst>
              <a:gd name="adj1" fmla="val 50691"/>
              <a:gd name="adj2" fmla="val -200"/>
              <a:gd name="adj3" fmla="val -5164"/>
              <a:gd name="adj4" fmla="val -56840"/>
            </a:avLst>
          </a:prstGeom>
          <a:ln/>
        </p:spPr>
        <p:style>
          <a:lnRef idx="1">
            <a:schemeClr val="accent2"/>
          </a:lnRef>
          <a:fillRef idx="2">
            <a:schemeClr val="accent2"/>
          </a:fillRef>
          <a:effectRef idx="1">
            <a:schemeClr val="accent2"/>
          </a:effectRef>
          <a:fontRef idx="minor">
            <a:schemeClr val="dk1"/>
          </a:fontRef>
        </p:style>
        <p:txBody>
          <a:bodyPr rtlCol="0" anchor="ctr"/>
          <a:lstStyle/>
          <a:p>
            <a:pPr algn="just"/>
            <a:r>
              <a:rPr lang="vi-VN" sz="1600" b="1" i="1" dirty="0">
                <a:solidFill>
                  <a:srgbClr val="FF0000"/>
                </a:solidFill>
                <a:latin typeface="Consolas" pitchFamily="49" charset="0"/>
                <a:cs typeface="Consolas" pitchFamily="49" charset="0"/>
              </a:rPr>
              <a:t>Lỗi</a:t>
            </a:r>
            <a:r>
              <a:rPr lang="vi-VN" sz="1600" i="1" dirty="0">
                <a:solidFill>
                  <a:schemeClr val="tx1"/>
                </a:solidFill>
                <a:latin typeface="Consolas" pitchFamily="49" charset="0"/>
                <a:cs typeface="Consolas" pitchFamily="49" charset="0"/>
              </a:rPr>
              <a:t>: “</a:t>
            </a:r>
            <a:r>
              <a:rPr lang="vi-VN" sz="1600" i="1" dirty="0">
                <a:solidFill>
                  <a:srgbClr val="17459E"/>
                </a:solidFill>
                <a:highlight>
                  <a:srgbClr val="FFFF00"/>
                </a:highlight>
                <a:latin typeface="Consolas" pitchFamily="49" charset="0"/>
                <a:cs typeface="Consolas" pitchFamily="49" charset="0"/>
              </a:rPr>
              <a:t>not all code paths return a value</a:t>
            </a:r>
            <a:r>
              <a:rPr lang="vi-VN" sz="1600" i="1" dirty="0">
                <a:solidFill>
                  <a:schemeClr val="tx1"/>
                </a:solidFill>
                <a:latin typeface="Consolas" pitchFamily="49" charset="0"/>
                <a:cs typeface="Consolas" pitchFamily="49" charset="0"/>
              </a:rPr>
              <a:t>” vì khi x là số lẻ sẽ không có lệnh return nào được thực hiện để trả về kết quả về</a:t>
            </a:r>
            <a:endParaRPr lang="en-GB" sz="1600" dirty="0">
              <a:solidFill>
                <a:schemeClr val="tx1"/>
              </a:solidFill>
              <a:latin typeface="Consolas" pitchFamily="49" charset="0"/>
              <a:cs typeface="Consolas" pitchFamily="49" charset="0"/>
            </a:endParaRPr>
          </a:p>
        </p:txBody>
      </p:sp>
    </p:spTree>
    <p:extLst>
      <p:ext uri="{BB962C8B-B14F-4D97-AF65-F5344CB8AC3E}">
        <p14:creationId xmlns:p14="http://schemas.microsoft.com/office/powerpoint/2010/main" val="2041922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ppt_x"/>
                                          </p:val>
                                        </p:tav>
                                        <p:tav tm="100000">
                                          <p:val>
                                            <p:strVal val="#ppt_x"/>
                                          </p:val>
                                        </p:tav>
                                      </p:tavLst>
                                    </p:anim>
                                    <p:anim calcmode="lin" valueType="num">
                                      <p:cBhvr additive="base">
                                        <p:cTn id="1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9"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dissolve">
                                      <p:cBhvr>
                                        <p:cTn id="19" dur="500"/>
                                        <p:tgtEl>
                                          <p:spTgt spid="11"/>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12"/>
                                        </p:tgtEl>
                                        <p:attrNameLst>
                                          <p:attrName>style.visibility</p:attrName>
                                        </p:attrNameLst>
                                      </p:cBhvr>
                                      <p:to>
                                        <p:strVal val="visible"/>
                                      </p:to>
                                    </p:set>
                                    <p:anim calcmode="lin" valueType="num">
                                      <p:cBhvr additive="base">
                                        <p:cTn id="24" dur="500" fill="hold"/>
                                        <p:tgtEl>
                                          <p:spTgt spid="12"/>
                                        </p:tgtEl>
                                        <p:attrNameLst>
                                          <p:attrName>ppt_x</p:attrName>
                                        </p:attrNameLst>
                                      </p:cBhvr>
                                      <p:tavLst>
                                        <p:tav tm="0">
                                          <p:val>
                                            <p:strVal val="#ppt_x"/>
                                          </p:val>
                                        </p:tav>
                                        <p:tav tm="100000">
                                          <p:val>
                                            <p:strVal val="#ppt_x"/>
                                          </p:val>
                                        </p:tav>
                                      </p:tavLst>
                                    </p:anim>
                                    <p:anim calcmode="lin" valueType="num">
                                      <p:cBhvr additive="base">
                                        <p:cTn id="25"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dissolve">
                                      <p:cBhvr>
                                        <p:cTn id="3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18F5B6-2B35-0049-BA49-44A29008CBD6}"/>
              </a:ext>
            </a:extLst>
          </p:cNvPr>
          <p:cNvSpPr>
            <a:spLocks noGrp="1"/>
          </p:cNvSpPr>
          <p:nvPr>
            <p:ph type="title"/>
          </p:nvPr>
        </p:nvSpPr>
        <p:spPr/>
        <p:txBody>
          <a:bodyPr>
            <a:normAutofit fontScale="90000"/>
          </a:bodyPr>
          <a:lstStyle/>
          <a:p>
            <a:r>
              <a:rPr lang="en-VN"/>
              <a:t>LỜI GỌI HÀM</a:t>
            </a:r>
          </a:p>
        </p:txBody>
      </p:sp>
      <p:sp>
        <p:nvSpPr>
          <p:cNvPr id="3" name="Content Placeholder 2">
            <a:extLst>
              <a:ext uri="{FF2B5EF4-FFF2-40B4-BE49-F238E27FC236}">
                <a16:creationId xmlns:a16="http://schemas.microsoft.com/office/drawing/2014/main" id="{B269EA81-1FD2-FC41-A8A5-F8D065B00FC5}"/>
              </a:ext>
            </a:extLst>
          </p:cNvPr>
          <p:cNvSpPr>
            <a:spLocks noGrp="1"/>
          </p:cNvSpPr>
          <p:nvPr>
            <p:ph idx="1"/>
          </p:nvPr>
        </p:nvSpPr>
        <p:spPr/>
        <p:txBody>
          <a:bodyPr/>
          <a:lstStyle/>
          <a:p>
            <a:r>
              <a:rPr lang="en-VN"/>
              <a:t>Sau khi định nghĩa, </a:t>
            </a:r>
            <a:r>
              <a:rPr lang="en-VN">
                <a:solidFill>
                  <a:srgbClr val="17459E"/>
                </a:solidFill>
              </a:rPr>
              <a:t>hàm chỉ được thực thi mỗi khi có lời gọi hàm </a:t>
            </a:r>
            <a:r>
              <a:rPr lang="en-VN" i="1"/>
              <a:t>(ngoại trừ hàm Main).</a:t>
            </a:r>
          </a:p>
        </p:txBody>
      </p:sp>
      <p:sp>
        <p:nvSpPr>
          <p:cNvPr id="4" name="Footer Placeholder 3">
            <a:extLst>
              <a:ext uri="{FF2B5EF4-FFF2-40B4-BE49-F238E27FC236}">
                <a16:creationId xmlns:a16="http://schemas.microsoft.com/office/drawing/2014/main" id="{1C539748-48B9-C040-9680-467BCD27B513}"/>
              </a:ext>
            </a:extLst>
          </p:cNvPr>
          <p:cNvSpPr>
            <a:spLocks noGrp="1"/>
          </p:cNvSpPr>
          <p:nvPr>
            <p:ph type="ftr" sz="quarter" idx="11"/>
          </p:nvPr>
        </p:nvSpPr>
        <p:spPr/>
        <p:txBody>
          <a:bodyPr/>
          <a:lstStyle/>
          <a:p>
            <a:r>
              <a:rPr lang="vi-VN" dirty="0"/>
              <a:t>Bài 5: Hàm</a:t>
            </a:r>
            <a:endParaRPr lang="en-US" dirty="0"/>
          </a:p>
        </p:txBody>
      </p:sp>
      <p:sp>
        <p:nvSpPr>
          <p:cNvPr id="5" name="Content Placeholder 5">
            <a:extLst>
              <a:ext uri="{FF2B5EF4-FFF2-40B4-BE49-F238E27FC236}">
                <a16:creationId xmlns:a16="http://schemas.microsoft.com/office/drawing/2014/main" id="{EAB632FD-002B-2B46-9556-52B5A4A1246C}"/>
              </a:ext>
            </a:extLst>
          </p:cNvPr>
          <p:cNvSpPr txBox="1">
            <a:spLocks/>
          </p:cNvSpPr>
          <p:nvPr/>
        </p:nvSpPr>
        <p:spPr>
          <a:xfrm>
            <a:off x="1883656" y="2053163"/>
            <a:ext cx="5688632" cy="4228560"/>
          </a:xfrm>
          <a:prstGeom prst="rect">
            <a:avLst/>
          </a:prstGeom>
        </p:spPr>
        <p:style>
          <a:lnRef idx="2">
            <a:schemeClr val="accent2"/>
          </a:lnRef>
          <a:fillRef idx="1">
            <a:schemeClr val="lt1"/>
          </a:fillRef>
          <a:effectRef idx="0">
            <a:schemeClr val="accent2"/>
          </a:effectRef>
          <a:fontRef idx="minor">
            <a:schemeClr val="dk1"/>
          </a:fontRef>
        </p:style>
        <p:txBody>
          <a:bodyPr>
            <a:noAutofit/>
          </a:bodyPr>
          <a:lstStyle>
            <a:lvl1pPr marL="308610" indent="-257175" algn="l" rtl="0" eaLnBrk="1" latinLnBrk="0" hangingPunct="1">
              <a:spcBef>
                <a:spcPts val="525"/>
              </a:spcBef>
              <a:buSzPct val="95000"/>
              <a:buFont typeface="Wingdings"/>
              <a:buChar char=""/>
              <a:defRPr sz="1500" kern="1200" spc="0">
                <a:solidFill>
                  <a:schemeClr val="tx1"/>
                </a:solidFill>
                <a:latin typeface="+mn-lt"/>
                <a:ea typeface="+mn-ea"/>
                <a:cs typeface="Arial" pitchFamily="34" charset="0"/>
              </a:defRPr>
            </a:lvl1pPr>
            <a:lvl2pPr marL="555498" indent="-214313" algn="l" rtl="0" eaLnBrk="1" latinLnBrk="0" hangingPunct="1">
              <a:spcBef>
                <a:spcPct val="20000"/>
              </a:spcBef>
              <a:buClr>
                <a:schemeClr val="accent2"/>
              </a:buClr>
              <a:buSzPct val="90000"/>
              <a:buFont typeface="Wingdings"/>
              <a:buChar char=""/>
              <a:defRPr sz="1350" kern="1200" spc="0">
                <a:solidFill>
                  <a:schemeClr val="tx1"/>
                </a:solidFill>
                <a:latin typeface="+mn-lt"/>
                <a:ea typeface="+mn-ea"/>
                <a:cs typeface="Arial" pitchFamily="34" charset="0"/>
              </a:defRPr>
            </a:lvl2pPr>
            <a:lvl3pPr marL="747522" indent="-171450" algn="l" rtl="0" eaLnBrk="1" latinLnBrk="0" hangingPunct="1">
              <a:spcBef>
                <a:spcPct val="20000"/>
              </a:spcBef>
              <a:buClr>
                <a:schemeClr val="accent2"/>
              </a:buClr>
              <a:buFont typeface="Wingdings 2"/>
              <a:buChar char=""/>
              <a:defRPr sz="1200" kern="1200" spc="0">
                <a:solidFill>
                  <a:schemeClr val="tx1"/>
                </a:solidFill>
                <a:latin typeface="+mn-lt"/>
                <a:ea typeface="+mn-ea"/>
                <a:cs typeface="Arial" pitchFamily="34" charset="0"/>
              </a:defRPr>
            </a:lvl3pPr>
            <a:lvl4pPr marL="946404" indent="-171450" algn="l" rtl="0" eaLnBrk="1" latinLnBrk="0" hangingPunct="1">
              <a:spcBef>
                <a:spcPct val="20000"/>
              </a:spcBef>
              <a:buClr>
                <a:schemeClr val="accent3"/>
              </a:buClr>
              <a:buFont typeface="Wingdings 3"/>
              <a:buChar char=""/>
              <a:defRPr sz="1200" kern="1200" spc="0">
                <a:solidFill>
                  <a:schemeClr val="tx1"/>
                </a:solidFill>
                <a:latin typeface="+mn-lt"/>
                <a:ea typeface="+mn-ea"/>
                <a:cs typeface="Arial" pitchFamily="34" charset="0"/>
              </a:defRPr>
            </a:lvl4pPr>
            <a:lvl5pPr marL="1110996" indent="-157734" algn="l" rtl="0" eaLnBrk="1" latinLnBrk="0" hangingPunct="1">
              <a:spcBef>
                <a:spcPct val="20000"/>
              </a:spcBef>
              <a:buClr>
                <a:schemeClr val="accent3"/>
              </a:buClr>
              <a:buFont typeface="Wingdings 2"/>
              <a:buChar char=""/>
              <a:defRPr sz="1050" kern="1200" spc="0">
                <a:solidFill>
                  <a:schemeClr val="tx1"/>
                </a:solidFill>
                <a:latin typeface="+mn-lt"/>
                <a:ea typeface="+mn-ea"/>
                <a:cs typeface="Arial" pitchFamily="34" charset="0"/>
              </a:defRPr>
            </a:lvl5pPr>
            <a:lvl6pPr marL="1282446" indent="-157734" algn="l" rtl="0" eaLnBrk="1" latinLnBrk="0" hangingPunct="1">
              <a:spcBef>
                <a:spcPct val="20000"/>
              </a:spcBef>
              <a:buClr>
                <a:schemeClr val="accent3"/>
              </a:buClr>
              <a:buFont typeface="Wingdings 2"/>
              <a:buChar char=""/>
              <a:defRPr sz="1350" kern="1200">
                <a:solidFill>
                  <a:schemeClr val="tx1"/>
                </a:solidFill>
                <a:latin typeface="+mn-lt"/>
                <a:ea typeface="+mn-ea"/>
                <a:cs typeface="+mn-cs"/>
              </a:defRPr>
            </a:lvl6pPr>
            <a:lvl7pPr marL="1426464"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7pPr>
            <a:lvl8pPr marL="1570482"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8pPr>
            <a:lvl9pPr marL="1714500"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9pPr>
            <a:extLst/>
          </a:lstStyle>
          <a:p>
            <a:pPr marL="51435" indent="0">
              <a:spcBef>
                <a:spcPts val="0"/>
              </a:spcBef>
              <a:buNone/>
            </a:pPr>
            <a:r>
              <a:rPr lang="en-US" sz="1600">
                <a:solidFill>
                  <a:srgbClr val="0000FF"/>
                </a:solidFill>
                <a:latin typeface="Consolas" panose="020B0609020204030204" pitchFamily="49" charset="0"/>
              </a:rPr>
              <a:t>using</a:t>
            </a:r>
            <a:r>
              <a:rPr lang="en-US" sz="1600">
                <a:latin typeface="Consolas" panose="020B0609020204030204" pitchFamily="49" charset="0"/>
              </a:rPr>
              <a:t> System;</a:t>
            </a:r>
          </a:p>
          <a:p>
            <a:pPr marL="51435" indent="0">
              <a:spcBef>
                <a:spcPts val="0"/>
              </a:spcBef>
              <a:buNone/>
            </a:pPr>
            <a:endParaRPr lang="en-US" sz="1600">
              <a:latin typeface="Consolas" panose="020B0609020204030204" pitchFamily="49" charset="0"/>
            </a:endParaRPr>
          </a:p>
          <a:p>
            <a:pPr marL="51435" indent="0">
              <a:spcBef>
                <a:spcPts val="0"/>
              </a:spcBef>
              <a:buNone/>
            </a:pPr>
            <a:r>
              <a:rPr lang="en-US" sz="1600">
                <a:solidFill>
                  <a:srgbClr val="0000FF"/>
                </a:solidFill>
                <a:latin typeface="Consolas" panose="020B0609020204030204" pitchFamily="49" charset="0"/>
              </a:rPr>
              <a:t>namespace</a:t>
            </a:r>
            <a:r>
              <a:rPr lang="en-US" sz="1600">
                <a:latin typeface="Consolas" panose="020B0609020204030204" pitchFamily="49" charset="0"/>
              </a:rPr>
              <a:t> </a:t>
            </a:r>
            <a:r>
              <a:rPr lang="en-US" sz="1600">
                <a:solidFill>
                  <a:schemeClr val="bg1"/>
                </a:solidFill>
                <a:latin typeface="Consolas" panose="020B0609020204030204" pitchFamily="49" charset="0"/>
              </a:rPr>
              <a:t>CreatingMethods</a:t>
            </a:r>
          </a:p>
          <a:p>
            <a:pPr marL="51435" indent="0">
              <a:spcBef>
                <a:spcPts val="0"/>
              </a:spcBef>
              <a:buNone/>
            </a:pPr>
            <a:r>
              <a:rPr lang="en-US" sz="1600">
                <a:latin typeface="Consolas" panose="020B0609020204030204" pitchFamily="49" charset="0"/>
              </a:rPr>
              <a:t>{</a:t>
            </a:r>
          </a:p>
          <a:p>
            <a:pPr marL="51435" indent="0">
              <a:spcBef>
                <a:spcPts val="0"/>
              </a:spcBef>
              <a:buNone/>
            </a:pPr>
            <a:r>
              <a:rPr lang="en-US" sz="1600">
                <a:solidFill>
                  <a:srgbClr val="0000FF"/>
                </a:solidFill>
                <a:latin typeface="Consolas" panose="020B0609020204030204" pitchFamily="49" charset="0"/>
              </a:rPr>
              <a:t>	class</a:t>
            </a:r>
            <a:r>
              <a:rPr lang="en-US" sz="1600">
                <a:solidFill>
                  <a:srgbClr val="000000"/>
                </a:solidFill>
                <a:latin typeface="Consolas" panose="020B0609020204030204" pitchFamily="49" charset="0"/>
              </a:rPr>
              <a:t> </a:t>
            </a:r>
            <a:r>
              <a:rPr lang="en-US" sz="1600">
                <a:solidFill>
                  <a:srgbClr val="2B91AF"/>
                </a:solidFill>
                <a:latin typeface="Consolas" panose="020B0609020204030204" pitchFamily="49" charset="0"/>
              </a:rPr>
              <a:t>Program</a:t>
            </a:r>
          </a:p>
          <a:p>
            <a:pPr marL="51435" indent="0">
              <a:spcBef>
                <a:spcPts val="0"/>
              </a:spcBef>
              <a:buNone/>
            </a:pPr>
            <a:r>
              <a:rPr lang="en-US" sz="1600">
                <a:latin typeface="Consolas" panose="020B0609020204030204" pitchFamily="49" charset="0"/>
              </a:rPr>
              <a:t>	{</a:t>
            </a:r>
          </a:p>
          <a:p>
            <a:pPr marL="51435" indent="0">
              <a:spcBef>
                <a:spcPts val="0"/>
              </a:spcBef>
              <a:buNone/>
            </a:pPr>
            <a:r>
              <a:rPr lang="en-US" sz="1600">
                <a:solidFill>
                  <a:schemeClr val="bg1"/>
                </a:solidFill>
                <a:latin typeface="Consolas" panose="020B0609020204030204" pitchFamily="49" charset="0"/>
              </a:rPr>
              <a:t>		</a:t>
            </a:r>
            <a:r>
              <a:rPr lang="en-US" sz="1600">
                <a:solidFill>
                  <a:srgbClr val="0000FF"/>
                </a:solidFill>
                <a:latin typeface="Consolas" panose="020B0609020204030204" pitchFamily="49" charset="0"/>
              </a:rPr>
              <a:t>static</a:t>
            </a:r>
            <a:r>
              <a:rPr lang="en-US" sz="1600">
                <a:latin typeface="Consolas" panose="020B0609020204030204" pitchFamily="49" charset="0"/>
              </a:rPr>
              <a:t> </a:t>
            </a:r>
            <a:r>
              <a:rPr lang="en-US" sz="1600">
                <a:solidFill>
                  <a:srgbClr val="0000FF"/>
                </a:solidFill>
                <a:latin typeface="Consolas" panose="020B0609020204030204" pitchFamily="49" charset="0"/>
              </a:rPr>
              <a:t>void</a:t>
            </a:r>
            <a:r>
              <a:rPr lang="en-US" sz="1600">
                <a:latin typeface="Consolas" panose="020B0609020204030204" pitchFamily="49" charset="0"/>
              </a:rPr>
              <a:t> </a:t>
            </a:r>
            <a:r>
              <a:rPr lang="en-US" sz="1600" dirty="0">
                <a:solidFill>
                  <a:srgbClr val="FEA400"/>
                </a:solidFill>
                <a:latin typeface="Consolas" panose="020B0609020204030204" pitchFamily="49" charset="0"/>
              </a:rPr>
              <a:t>SayHello</a:t>
            </a:r>
            <a:r>
              <a:rPr lang="en-US" sz="1600">
                <a:latin typeface="Consolas" panose="020B0609020204030204" pitchFamily="49" charset="0"/>
              </a:rPr>
              <a:t>()</a:t>
            </a:r>
          </a:p>
          <a:p>
            <a:pPr marL="51435" indent="0">
              <a:spcBef>
                <a:spcPts val="0"/>
              </a:spcBef>
              <a:buNone/>
            </a:pPr>
            <a:r>
              <a:rPr lang="en-US" sz="1600">
                <a:latin typeface="Consolas" panose="020B0609020204030204" pitchFamily="49" charset="0"/>
              </a:rPr>
              <a:t>		</a:t>
            </a:r>
            <a:r>
              <a:rPr lang="en-US" sz="1450">
                <a:latin typeface="Consolas" panose="020B0609020204030204" pitchFamily="49" charset="0"/>
              </a:rPr>
              <a:t>{</a:t>
            </a:r>
          </a:p>
          <a:p>
            <a:pPr marL="51435" indent="0">
              <a:spcBef>
                <a:spcPts val="0"/>
              </a:spcBef>
              <a:buNone/>
            </a:pPr>
            <a:r>
              <a:rPr lang="en-US" sz="1600">
                <a:solidFill>
                  <a:srgbClr val="2B91AF"/>
                </a:solidFill>
                <a:latin typeface="Consolas" panose="020B0609020204030204" pitchFamily="49" charset="0"/>
              </a:rPr>
              <a:t>			Console</a:t>
            </a:r>
            <a:r>
              <a:rPr lang="en-US" sz="1600">
                <a:latin typeface="Consolas" panose="020B0609020204030204" pitchFamily="49" charset="0"/>
              </a:rPr>
              <a:t>.</a:t>
            </a:r>
            <a:r>
              <a:rPr lang="en-US" sz="1600">
                <a:solidFill>
                  <a:srgbClr val="FEA400"/>
                </a:solidFill>
                <a:latin typeface="Consolas" panose="020B0609020204030204" pitchFamily="49" charset="0"/>
              </a:rPr>
              <a:t>WriteLine</a:t>
            </a:r>
            <a:r>
              <a:rPr lang="en-US" sz="1600">
                <a:latin typeface="Consolas" panose="020B0609020204030204" pitchFamily="49" charset="0"/>
              </a:rPr>
              <a:t>(</a:t>
            </a:r>
            <a:r>
              <a:rPr lang="en-US" sz="1600">
                <a:solidFill>
                  <a:srgbClr val="A31515"/>
                </a:solidFill>
                <a:latin typeface="Consolas" panose="020B0609020204030204" pitchFamily="49" charset="0"/>
              </a:rPr>
              <a:t>"Hello"</a:t>
            </a:r>
            <a:r>
              <a:rPr lang="en-US" sz="1600">
                <a:latin typeface="Consolas" panose="020B0609020204030204" pitchFamily="49" charset="0"/>
              </a:rPr>
              <a:t>);</a:t>
            </a:r>
          </a:p>
          <a:p>
            <a:pPr marL="51435" indent="0">
              <a:spcBef>
                <a:spcPts val="0"/>
              </a:spcBef>
              <a:buNone/>
            </a:pPr>
            <a:r>
              <a:rPr lang="en-US" sz="1600">
                <a:latin typeface="Consolas" panose="020B0609020204030204" pitchFamily="49" charset="0"/>
              </a:rPr>
              <a:t>		}</a:t>
            </a:r>
          </a:p>
          <a:p>
            <a:pPr marL="51435" indent="0">
              <a:spcBef>
                <a:spcPts val="0"/>
              </a:spcBef>
              <a:buNone/>
            </a:pPr>
            <a:endParaRPr lang="en-US" sz="1600">
              <a:solidFill>
                <a:schemeClr val="bg1"/>
              </a:solidFill>
              <a:latin typeface="Consolas" panose="020B0609020204030204" pitchFamily="49" charset="0"/>
            </a:endParaRPr>
          </a:p>
          <a:p>
            <a:pPr marL="51435" indent="0">
              <a:spcBef>
                <a:spcPts val="0"/>
              </a:spcBef>
              <a:buNone/>
            </a:pPr>
            <a:r>
              <a:rPr lang="en-US" sz="1600">
                <a:solidFill>
                  <a:srgbClr val="0000FF"/>
                </a:solidFill>
                <a:latin typeface="Consolas" panose="020B0609020204030204" pitchFamily="49" charset="0"/>
              </a:rPr>
              <a:t>		static</a:t>
            </a:r>
            <a:r>
              <a:rPr lang="en-US" sz="1600">
                <a:latin typeface="Consolas" panose="020B0609020204030204" pitchFamily="49" charset="0"/>
              </a:rPr>
              <a:t> </a:t>
            </a:r>
            <a:r>
              <a:rPr lang="en-US" sz="1600">
                <a:solidFill>
                  <a:srgbClr val="0000FF"/>
                </a:solidFill>
                <a:latin typeface="Consolas" panose="020B0609020204030204" pitchFamily="49" charset="0"/>
              </a:rPr>
              <a:t>void</a:t>
            </a:r>
            <a:r>
              <a:rPr lang="en-US" sz="1600">
                <a:latin typeface="Consolas" panose="020B0609020204030204" pitchFamily="49" charset="0"/>
              </a:rPr>
              <a:t> </a:t>
            </a:r>
            <a:r>
              <a:rPr lang="en-US" sz="1600">
                <a:solidFill>
                  <a:srgbClr val="FEA400"/>
                </a:solidFill>
                <a:latin typeface="Consolas" panose="020B0609020204030204" pitchFamily="49" charset="0"/>
              </a:rPr>
              <a:t>Main</a:t>
            </a:r>
            <a:r>
              <a:rPr lang="en-US" sz="1600">
                <a:latin typeface="Consolas" panose="020B0609020204030204" pitchFamily="49" charset="0"/>
              </a:rPr>
              <a:t>(</a:t>
            </a:r>
            <a:r>
              <a:rPr lang="en-US" sz="1600">
                <a:solidFill>
                  <a:srgbClr val="0000FF"/>
                </a:solidFill>
                <a:latin typeface="Consolas" panose="020B0609020204030204" pitchFamily="49" charset="0"/>
              </a:rPr>
              <a:t>string</a:t>
            </a:r>
            <a:r>
              <a:rPr lang="en-US" sz="1600">
                <a:latin typeface="Consolas" panose="020B0609020204030204" pitchFamily="49" charset="0"/>
              </a:rPr>
              <a:t>[] args)</a:t>
            </a:r>
          </a:p>
          <a:p>
            <a:pPr marL="51435" indent="0">
              <a:spcBef>
                <a:spcPts val="0"/>
              </a:spcBef>
              <a:buNone/>
            </a:pPr>
            <a:r>
              <a:rPr lang="en-US" sz="1600">
                <a:latin typeface="Consolas" panose="020B0609020204030204" pitchFamily="49" charset="0"/>
              </a:rPr>
              <a:t>		{</a:t>
            </a:r>
          </a:p>
          <a:p>
            <a:pPr marL="51435" indent="0">
              <a:spcBef>
                <a:spcPts val="0"/>
              </a:spcBef>
              <a:buNone/>
            </a:pPr>
            <a:r>
              <a:rPr lang="en-US" sz="1600" dirty="0">
                <a:solidFill>
                  <a:srgbClr val="FEA400"/>
                </a:solidFill>
                <a:latin typeface="Consolas" panose="020B0609020204030204" pitchFamily="49" charset="0"/>
              </a:rPr>
              <a:t>			SayHello</a:t>
            </a:r>
            <a:r>
              <a:rPr lang="en-US" sz="1600">
                <a:latin typeface="Consolas" panose="020B0609020204030204" pitchFamily="49" charset="0"/>
              </a:rPr>
              <a:t>();</a:t>
            </a:r>
          </a:p>
          <a:p>
            <a:pPr marL="51435" indent="0">
              <a:spcBef>
                <a:spcPts val="0"/>
              </a:spcBef>
              <a:buNone/>
            </a:pPr>
            <a:r>
              <a:rPr lang="en-US" sz="1600">
                <a:latin typeface="Consolas" panose="020B0609020204030204" pitchFamily="49" charset="0"/>
              </a:rPr>
              <a:t>		}</a:t>
            </a:r>
          </a:p>
          <a:p>
            <a:pPr marL="51435" indent="0">
              <a:spcBef>
                <a:spcPts val="0"/>
              </a:spcBef>
              <a:buNone/>
            </a:pPr>
            <a:r>
              <a:rPr lang="en-US" sz="1600">
                <a:latin typeface="Consolas" panose="020B0609020204030204" pitchFamily="49" charset="0"/>
              </a:rPr>
              <a:t>    }</a:t>
            </a:r>
          </a:p>
          <a:p>
            <a:pPr marL="51435" indent="0">
              <a:spcBef>
                <a:spcPts val="0"/>
              </a:spcBef>
              <a:buNone/>
            </a:pPr>
            <a:r>
              <a:rPr lang="en-US" sz="1600">
                <a:latin typeface="Consolas" panose="020B0609020204030204" pitchFamily="49" charset="0"/>
              </a:rPr>
              <a:t>}</a:t>
            </a:r>
          </a:p>
        </p:txBody>
      </p:sp>
      <p:sp>
        <p:nvSpPr>
          <p:cNvPr id="6" name="Rectangle 5">
            <a:extLst>
              <a:ext uri="{FF2B5EF4-FFF2-40B4-BE49-F238E27FC236}">
                <a16:creationId xmlns:a16="http://schemas.microsoft.com/office/drawing/2014/main" id="{29AED0DD-AE1E-8348-B75F-7809A5860573}"/>
              </a:ext>
            </a:extLst>
          </p:cNvPr>
          <p:cNvSpPr/>
          <p:nvPr/>
        </p:nvSpPr>
        <p:spPr>
          <a:xfrm>
            <a:off x="3262001" y="5124427"/>
            <a:ext cx="1656184" cy="562486"/>
          </a:xfrm>
          <a:prstGeom prst="rect">
            <a:avLst/>
          </a:prstGeom>
          <a:solidFill>
            <a:srgbClr val="FFFF00">
              <a:alpha val="26391"/>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7" name="Line Callout 1 6">
            <a:extLst>
              <a:ext uri="{FF2B5EF4-FFF2-40B4-BE49-F238E27FC236}">
                <a16:creationId xmlns:a16="http://schemas.microsoft.com/office/drawing/2014/main" id="{C739CAF1-6F78-5E4A-96EC-3E25EEFF1E36}"/>
              </a:ext>
            </a:extLst>
          </p:cNvPr>
          <p:cNvSpPr/>
          <p:nvPr/>
        </p:nvSpPr>
        <p:spPr>
          <a:xfrm>
            <a:off x="7099817" y="4950005"/>
            <a:ext cx="1797846" cy="562486"/>
          </a:xfrm>
          <a:prstGeom prst="borderCallout1">
            <a:avLst>
              <a:gd name="adj1" fmla="val 54148"/>
              <a:gd name="adj2" fmla="val 680"/>
              <a:gd name="adj3" fmla="val 82111"/>
              <a:gd name="adj4" fmla="val -120703"/>
            </a:avLst>
          </a:prstGeom>
          <a:ln/>
        </p:spPr>
        <p:style>
          <a:lnRef idx="1">
            <a:schemeClr val="accent2"/>
          </a:lnRef>
          <a:fillRef idx="2">
            <a:schemeClr val="accent2"/>
          </a:fillRef>
          <a:effectRef idx="1">
            <a:schemeClr val="accent2"/>
          </a:effectRef>
          <a:fontRef idx="minor">
            <a:schemeClr val="dk1"/>
          </a:fontRef>
        </p:style>
        <p:txBody>
          <a:bodyPr rtlCol="0" anchor="ctr"/>
          <a:lstStyle/>
          <a:p>
            <a:pPr algn="just"/>
            <a:r>
              <a:rPr lang="vi-VN" sz="1600" dirty="0">
                <a:solidFill>
                  <a:schemeClr val="tx1"/>
                </a:solidFill>
                <a:latin typeface="Consolas" pitchFamily="49" charset="0"/>
                <a:cs typeface="Consolas" pitchFamily="49" charset="0"/>
              </a:rPr>
              <a:t>Lời gọi hàm</a:t>
            </a:r>
            <a:endParaRPr lang="en-GB" sz="1600" dirty="0">
              <a:solidFill>
                <a:schemeClr val="tx1"/>
              </a:solidFill>
              <a:latin typeface="Consolas" pitchFamily="49" charset="0"/>
              <a:cs typeface="Consolas" pitchFamily="49" charset="0"/>
            </a:endParaRPr>
          </a:p>
        </p:txBody>
      </p:sp>
      <p:sp>
        <p:nvSpPr>
          <p:cNvPr id="8" name="Line Callout 1 7">
            <a:extLst>
              <a:ext uri="{FF2B5EF4-FFF2-40B4-BE49-F238E27FC236}">
                <a16:creationId xmlns:a16="http://schemas.microsoft.com/office/drawing/2014/main" id="{0BDAB569-9618-DB4D-B9D5-0BB3D517FB23}"/>
              </a:ext>
            </a:extLst>
          </p:cNvPr>
          <p:cNvSpPr/>
          <p:nvPr/>
        </p:nvSpPr>
        <p:spPr>
          <a:xfrm>
            <a:off x="7099817" y="3258093"/>
            <a:ext cx="1797847" cy="562486"/>
          </a:xfrm>
          <a:prstGeom prst="borderCallout1">
            <a:avLst>
              <a:gd name="adj1" fmla="val 54148"/>
              <a:gd name="adj2" fmla="val 680"/>
              <a:gd name="adj3" fmla="val 73470"/>
              <a:gd name="adj4" fmla="val -94729"/>
            </a:avLst>
          </a:prstGeom>
          <a:ln/>
        </p:spPr>
        <p:style>
          <a:lnRef idx="1">
            <a:schemeClr val="accent2"/>
          </a:lnRef>
          <a:fillRef idx="2">
            <a:schemeClr val="accent2"/>
          </a:fillRef>
          <a:effectRef idx="1">
            <a:schemeClr val="accent2"/>
          </a:effectRef>
          <a:fontRef idx="minor">
            <a:schemeClr val="dk1"/>
          </a:fontRef>
        </p:style>
        <p:txBody>
          <a:bodyPr rtlCol="0" anchor="ctr"/>
          <a:lstStyle/>
          <a:p>
            <a:pPr algn="just"/>
            <a:r>
              <a:rPr lang="vi-VN" sz="1600" dirty="0">
                <a:solidFill>
                  <a:schemeClr val="tx1"/>
                </a:solidFill>
                <a:latin typeface="Consolas" pitchFamily="49" charset="0"/>
                <a:cs typeface="Consolas" pitchFamily="49" charset="0"/>
              </a:rPr>
              <a:t>Định nghĩa hàm</a:t>
            </a:r>
            <a:endParaRPr lang="en-GB" sz="1600" dirty="0">
              <a:solidFill>
                <a:schemeClr val="tx1"/>
              </a:solidFill>
              <a:latin typeface="Consolas" pitchFamily="49" charset="0"/>
              <a:cs typeface="Consolas" pitchFamily="49" charset="0"/>
            </a:endParaRPr>
          </a:p>
        </p:txBody>
      </p:sp>
      <p:sp>
        <p:nvSpPr>
          <p:cNvPr id="9" name="Slide Number Placeholder 8">
            <a:extLst>
              <a:ext uri="{FF2B5EF4-FFF2-40B4-BE49-F238E27FC236}">
                <a16:creationId xmlns:a16="http://schemas.microsoft.com/office/drawing/2014/main" id="{078C9CC2-EB2C-7A42-8BA1-95C0BBE88B2F}"/>
              </a:ext>
            </a:extLst>
          </p:cNvPr>
          <p:cNvSpPr>
            <a:spLocks noGrp="1"/>
          </p:cNvSpPr>
          <p:nvPr>
            <p:ph type="sldNum" sz="quarter" idx="12"/>
          </p:nvPr>
        </p:nvSpPr>
        <p:spPr/>
        <p:txBody>
          <a:bodyPr/>
          <a:lstStyle/>
          <a:p>
            <a:fld id="{1AD93096-5B34-4342-9326-69289CEAE4C2}" type="slidenum">
              <a:rPr lang="en-US" smtClean="0"/>
              <a:pPr/>
              <a:t>17</a:t>
            </a:fld>
            <a:endParaRPr lang="en-US" dirty="0"/>
          </a:p>
        </p:txBody>
      </p:sp>
    </p:spTree>
    <p:extLst>
      <p:ext uri="{BB962C8B-B14F-4D97-AF65-F5344CB8AC3E}">
        <p14:creationId xmlns:p14="http://schemas.microsoft.com/office/powerpoint/2010/main" val="9996045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dissolve">
                                      <p:cBhvr>
                                        <p:cTn id="12" dur="500"/>
                                        <p:tgtEl>
                                          <p:spTgt spid="7"/>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blinds(horizontal)">
                                      <p:cBhvr>
                                        <p:cTn id="1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18F5B6-2B35-0049-BA49-44A29008CBD6}"/>
              </a:ext>
            </a:extLst>
          </p:cNvPr>
          <p:cNvSpPr>
            <a:spLocks noGrp="1"/>
          </p:cNvSpPr>
          <p:nvPr>
            <p:ph type="title"/>
          </p:nvPr>
        </p:nvSpPr>
        <p:spPr/>
        <p:txBody>
          <a:bodyPr>
            <a:normAutofit fontScale="90000"/>
          </a:bodyPr>
          <a:lstStyle/>
          <a:p>
            <a:r>
              <a:rPr lang="en-VN"/>
              <a:t>LỜI GỌI HÀM</a:t>
            </a:r>
          </a:p>
        </p:txBody>
      </p:sp>
      <p:sp>
        <p:nvSpPr>
          <p:cNvPr id="3" name="Content Placeholder 2">
            <a:extLst>
              <a:ext uri="{FF2B5EF4-FFF2-40B4-BE49-F238E27FC236}">
                <a16:creationId xmlns:a16="http://schemas.microsoft.com/office/drawing/2014/main" id="{B269EA81-1FD2-FC41-A8A5-F8D065B00FC5}"/>
              </a:ext>
            </a:extLst>
          </p:cNvPr>
          <p:cNvSpPr>
            <a:spLocks noGrp="1"/>
          </p:cNvSpPr>
          <p:nvPr>
            <p:ph idx="1"/>
          </p:nvPr>
        </p:nvSpPr>
        <p:spPr/>
        <p:txBody>
          <a:bodyPr/>
          <a:lstStyle/>
          <a:p>
            <a:r>
              <a:rPr lang="en-VN"/>
              <a:t>Khi gọi hàm </a:t>
            </a:r>
            <a:r>
              <a:rPr lang="en-VN">
                <a:solidFill>
                  <a:srgbClr val="17459E"/>
                </a:solidFill>
              </a:rPr>
              <a:t>phải truyền các </a:t>
            </a:r>
            <a:r>
              <a:rPr lang="en-VN">
                <a:solidFill>
                  <a:srgbClr val="EF6822"/>
                </a:solidFill>
              </a:rPr>
              <a:t>đối số tương ứng với các tham số </a:t>
            </a:r>
            <a:r>
              <a:rPr lang="en-VN">
                <a:solidFill>
                  <a:srgbClr val="17459E"/>
                </a:solidFill>
              </a:rPr>
              <a:t>trong định nghĩa hàm</a:t>
            </a:r>
          </a:p>
          <a:p>
            <a:pPr lvl="1"/>
            <a:r>
              <a:rPr lang="en-VN" b="1">
                <a:solidFill>
                  <a:srgbClr val="0432FF"/>
                </a:solidFill>
              </a:rPr>
              <a:t>Tham số </a:t>
            </a:r>
            <a:r>
              <a:rPr lang="en-VN"/>
              <a:t>(</a:t>
            </a:r>
            <a:r>
              <a:rPr lang="en-VN" i="1">
                <a:solidFill>
                  <a:srgbClr val="0432FF"/>
                </a:solidFill>
              </a:rPr>
              <a:t>parameter</a:t>
            </a:r>
            <a:r>
              <a:rPr lang="en-VN"/>
              <a:t>): biến hình thức khi định nghĩa hàm</a:t>
            </a:r>
          </a:p>
          <a:p>
            <a:pPr lvl="1"/>
            <a:r>
              <a:rPr lang="en-VN" b="1">
                <a:solidFill>
                  <a:srgbClr val="0432FF"/>
                </a:solidFill>
              </a:rPr>
              <a:t>Đối số</a:t>
            </a:r>
            <a:r>
              <a:rPr lang="en-VN">
                <a:solidFill>
                  <a:srgbClr val="0432FF"/>
                </a:solidFill>
              </a:rPr>
              <a:t> </a:t>
            </a:r>
            <a:r>
              <a:rPr lang="en-VN"/>
              <a:t>(</a:t>
            </a:r>
            <a:r>
              <a:rPr lang="en-VN" i="1">
                <a:solidFill>
                  <a:srgbClr val="0432FF"/>
                </a:solidFill>
              </a:rPr>
              <a:t>argument</a:t>
            </a:r>
            <a:r>
              <a:rPr lang="en-VN"/>
              <a:t>): giá trị cụ thể của các tham số khi gọi hàm</a:t>
            </a:r>
          </a:p>
          <a:p>
            <a:endParaRPr lang="en-VN" sz="2400"/>
          </a:p>
          <a:p>
            <a:endParaRPr lang="en-VN"/>
          </a:p>
        </p:txBody>
      </p:sp>
      <p:sp>
        <p:nvSpPr>
          <p:cNvPr id="4" name="Footer Placeholder 3">
            <a:extLst>
              <a:ext uri="{FF2B5EF4-FFF2-40B4-BE49-F238E27FC236}">
                <a16:creationId xmlns:a16="http://schemas.microsoft.com/office/drawing/2014/main" id="{1C539748-48B9-C040-9680-467BCD27B513}"/>
              </a:ext>
            </a:extLst>
          </p:cNvPr>
          <p:cNvSpPr>
            <a:spLocks noGrp="1"/>
          </p:cNvSpPr>
          <p:nvPr>
            <p:ph type="ftr" sz="quarter" idx="11"/>
          </p:nvPr>
        </p:nvSpPr>
        <p:spPr/>
        <p:txBody>
          <a:bodyPr/>
          <a:lstStyle/>
          <a:p>
            <a:r>
              <a:rPr lang="vi-VN" dirty="0"/>
              <a:t>Bài 5: Hàm</a:t>
            </a:r>
            <a:endParaRPr lang="en-US" dirty="0"/>
          </a:p>
        </p:txBody>
      </p:sp>
      <p:sp>
        <p:nvSpPr>
          <p:cNvPr id="5" name="Content Placeholder 5">
            <a:extLst>
              <a:ext uri="{FF2B5EF4-FFF2-40B4-BE49-F238E27FC236}">
                <a16:creationId xmlns:a16="http://schemas.microsoft.com/office/drawing/2014/main" id="{EAB632FD-002B-2B46-9556-52B5A4A1246C}"/>
              </a:ext>
            </a:extLst>
          </p:cNvPr>
          <p:cNvSpPr txBox="1">
            <a:spLocks/>
          </p:cNvSpPr>
          <p:nvPr/>
        </p:nvSpPr>
        <p:spPr>
          <a:xfrm>
            <a:off x="1727684" y="2483855"/>
            <a:ext cx="5688632" cy="4228560"/>
          </a:xfrm>
          <a:prstGeom prst="rect">
            <a:avLst/>
          </a:prstGeom>
        </p:spPr>
        <p:style>
          <a:lnRef idx="2">
            <a:schemeClr val="accent2"/>
          </a:lnRef>
          <a:fillRef idx="1">
            <a:schemeClr val="lt1"/>
          </a:fillRef>
          <a:effectRef idx="0">
            <a:schemeClr val="accent2"/>
          </a:effectRef>
          <a:fontRef idx="minor">
            <a:schemeClr val="dk1"/>
          </a:fontRef>
        </p:style>
        <p:txBody>
          <a:bodyPr>
            <a:noAutofit/>
          </a:bodyPr>
          <a:lstStyle>
            <a:lvl1pPr marL="308610" indent="-257175" algn="l" rtl="0" eaLnBrk="1" latinLnBrk="0" hangingPunct="1">
              <a:spcBef>
                <a:spcPts val="525"/>
              </a:spcBef>
              <a:buSzPct val="95000"/>
              <a:buFont typeface="Wingdings"/>
              <a:buChar char=""/>
              <a:defRPr sz="1500" kern="1200" spc="0">
                <a:solidFill>
                  <a:schemeClr val="tx1"/>
                </a:solidFill>
                <a:latin typeface="+mn-lt"/>
                <a:ea typeface="+mn-ea"/>
                <a:cs typeface="Arial" pitchFamily="34" charset="0"/>
              </a:defRPr>
            </a:lvl1pPr>
            <a:lvl2pPr marL="555498" indent="-214313" algn="l" rtl="0" eaLnBrk="1" latinLnBrk="0" hangingPunct="1">
              <a:spcBef>
                <a:spcPct val="20000"/>
              </a:spcBef>
              <a:buClr>
                <a:schemeClr val="accent2"/>
              </a:buClr>
              <a:buSzPct val="90000"/>
              <a:buFont typeface="Wingdings"/>
              <a:buChar char=""/>
              <a:defRPr sz="1350" kern="1200" spc="0">
                <a:solidFill>
                  <a:schemeClr val="tx1"/>
                </a:solidFill>
                <a:latin typeface="+mn-lt"/>
                <a:ea typeface="+mn-ea"/>
                <a:cs typeface="Arial" pitchFamily="34" charset="0"/>
              </a:defRPr>
            </a:lvl2pPr>
            <a:lvl3pPr marL="747522" indent="-171450" algn="l" rtl="0" eaLnBrk="1" latinLnBrk="0" hangingPunct="1">
              <a:spcBef>
                <a:spcPct val="20000"/>
              </a:spcBef>
              <a:buClr>
                <a:schemeClr val="accent2"/>
              </a:buClr>
              <a:buFont typeface="Wingdings 2"/>
              <a:buChar char=""/>
              <a:defRPr sz="1200" kern="1200" spc="0">
                <a:solidFill>
                  <a:schemeClr val="tx1"/>
                </a:solidFill>
                <a:latin typeface="+mn-lt"/>
                <a:ea typeface="+mn-ea"/>
                <a:cs typeface="Arial" pitchFamily="34" charset="0"/>
              </a:defRPr>
            </a:lvl3pPr>
            <a:lvl4pPr marL="946404" indent="-171450" algn="l" rtl="0" eaLnBrk="1" latinLnBrk="0" hangingPunct="1">
              <a:spcBef>
                <a:spcPct val="20000"/>
              </a:spcBef>
              <a:buClr>
                <a:schemeClr val="accent3"/>
              </a:buClr>
              <a:buFont typeface="Wingdings 3"/>
              <a:buChar char=""/>
              <a:defRPr sz="1200" kern="1200" spc="0">
                <a:solidFill>
                  <a:schemeClr val="tx1"/>
                </a:solidFill>
                <a:latin typeface="+mn-lt"/>
                <a:ea typeface="+mn-ea"/>
                <a:cs typeface="Arial" pitchFamily="34" charset="0"/>
              </a:defRPr>
            </a:lvl4pPr>
            <a:lvl5pPr marL="1110996" indent="-157734" algn="l" rtl="0" eaLnBrk="1" latinLnBrk="0" hangingPunct="1">
              <a:spcBef>
                <a:spcPct val="20000"/>
              </a:spcBef>
              <a:buClr>
                <a:schemeClr val="accent3"/>
              </a:buClr>
              <a:buFont typeface="Wingdings 2"/>
              <a:buChar char=""/>
              <a:defRPr sz="1050" kern="1200" spc="0">
                <a:solidFill>
                  <a:schemeClr val="tx1"/>
                </a:solidFill>
                <a:latin typeface="+mn-lt"/>
                <a:ea typeface="+mn-ea"/>
                <a:cs typeface="Arial" pitchFamily="34" charset="0"/>
              </a:defRPr>
            </a:lvl5pPr>
            <a:lvl6pPr marL="1282446" indent="-157734" algn="l" rtl="0" eaLnBrk="1" latinLnBrk="0" hangingPunct="1">
              <a:spcBef>
                <a:spcPct val="20000"/>
              </a:spcBef>
              <a:buClr>
                <a:schemeClr val="accent3"/>
              </a:buClr>
              <a:buFont typeface="Wingdings 2"/>
              <a:buChar char=""/>
              <a:defRPr sz="1350" kern="1200">
                <a:solidFill>
                  <a:schemeClr val="tx1"/>
                </a:solidFill>
                <a:latin typeface="+mn-lt"/>
                <a:ea typeface="+mn-ea"/>
                <a:cs typeface="+mn-cs"/>
              </a:defRPr>
            </a:lvl6pPr>
            <a:lvl7pPr marL="1426464"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7pPr>
            <a:lvl8pPr marL="1570482"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8pPr>
            <a:lvl9pPr marL="1714500"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9pPr>
            <a:extLst/>
          </a:lstStyle>
          <a:p>
            <a:pPr marL="51435" indent="0">
              <a:spcBef>
                <a:spcPts val="0"/>
              </a:spcBef>
              <a:buNone/>
            </a:pPr>
            <a:r>
              <a:rPr lang="en-US" sz="1600">
                <a:solidFill>
                  <a:srgbClr val="0000FF"/>
                </a:solidFill>
                <a:latin typeface="Consolas" panose="020B0609020204030204" pitchFamily="49" charset="0"/>
              </a:rPr>
              <a:t>using</a:t>
            </a:r>
            <a:r>
              <a:rPr lang="en-US" sz="1600">
                <a:latin typeface="Consolas" panose="020B0609020204030204" pitchFamily="49" charset="0"/>
              </a:rPr>
              <a:t> System;</a:t>
            </a:r>
          </a:p>
          <a:p>
            <a:pPr marL="51435" indent="0">
              <a:spcBef>
                <a:spcPts val="0"/>
              </a:spcBef>
              <a:buNone/>
            </a:pPr>
            <a:endParaRPr lang="en-US" sz="1600">
              <a:latin typeface="Consolas" panose="020B0609020204030204" pitchFamily="49" charset="0"/>
            </a:endParaRPr>
          </a:p>
          <a:p>
            <a:pPr marL="51435" indent="0">
              <a:spcBef>
                <a:spcPts val="0"/>
              </a:spcBef>
              <a:buNone/>
            </a:pPr>
            <a:r>
              <a:rPr lang="en-US" sz="1600">
                <a:solidFill>
                  <a:srgbClr val="0000FF"/>
                </a:solidFill>
                <a:latin typeface="Consolas" panose="020B0609020204030204" pitchFamily="49" charset="0"/>
              </a:rPr>
              <a:t>namespace</a:t>
            </a:r>
            <a:r>
              <a:rPr lang="en-US" sz="1600">
                <a:latin typeface="Consolas" panose="020B0609020204030204" pitchFamily="49" charset="0"/>
              </a:rPr>
              <a:t> </a:t>
            </a:r>
            <a:r>
              <a:rPr lang="en-US" sz="1600">
                <a:solidFill>
                  <a:schemeClr val="bg1"/>
                </a:solidFill>
                <a:latin typeface="Consolas" panose="020B0609020204030204" pitchFamily="49" charset="0"/>
              </a:rPr>
              <a:t>CreatingMethods</a:t>
            </a:r>
          </a:p>
          <a:p>
            <a:pPr marL="51435" indent="0">
              <a:spcBef>
                <a:spcPts val="0"/>
              </a:spcBef>
              <a:buNone/>
            </a:pPr>
            <a:r>
              <a:rPr lang="en-US" sz="1600">
                <a:latin typeface="Consolas" panose="020B0609020204030204" pitchFamily="49" charset="0"/>
              </a:rPr>
              <a:t>{</a:t>
            </a:r>
          </a:p>
          <a:p>
            <a:pPr marL="51435" indent="0">
              <a:spcBef>
                <a:spcPts val="0"/>
              </a:spcBef>
              <a:buNone/>
            </a:pPr>
            <a:r>
              <a:rPr lang="en-US" sz="1600">
                <a:solidFill>
                  <a:srgbClr val="0000FF"/>
                </a:solidFill>
                <a:latin typeface="Consolas" panose="020B0609020204030204" pitchFamily="49" charset="0"/>
              </a:rPr>
              <a:t>	class</a:t>
            </a:r>
            <a:r>
              <a:rPr lang="en-US" sz="1600">
                <a:solidFill>
                  <a:srgbClr val="000000"/>
                </a:solidFill>
                <a:latin typeface="Consolas" panose="020B0609020204030204" pitchFamily="49" charset="0"/>
              </a:rPr>
              <a:t> </a:t>
            </a:r>
            <a:r>
              <a:rPr lang="en-US" sz="1600">
                <a:solidFill>
                  <a:srgbClr val="2B91AF"/>
                </a:solidFill>
                <a:latin typeface="Consolas" panose="020B0609020204030204" pitchFamily="49" charset="0"/>
              </a:rPr>
              <a:t>Program</a:t>
            </a:r>
          </a:p>
          <a:p>
            <a:pPr marL="51435" indent="0">
              <a:spcBef>
                <a:spcPts val="0"/>
              </a:spcBef>
              <a:buNone/>
            </a:pPr>
            <a:r>
              <a:rPr lang="en-US" sz="1600">
                <a:latin typeface="Consolas" panose="020B0609020204030204" pitchFamily="49" charset="0"/>
              </a:rPr>
              <a:t>	{</a:t>
            </a:r>
          </a:p>
          <a:p>
            <a:pPr marL="51435" indent="0">
              <a:spcBef>
                <a:spcPts val="0"/>
              </a:spcBef>
              <a:buNone/>
            </a:pPr>
            <a:r>
              <a:rPr lang="en-US" sz="1600">
                <a:solidFill>
                  <a:schemeClr val="bg1"/>
                </a:solidFill>
                <a:latin typeface="Consolas" panose="020B0609020204030204" pitchFamily="49" charset="0"/>
              </a:rPr>
              <a:t>		</a:t>
            </a:r>
            <a:r>
              <a:rPr lang="en-US" sz="1600">
                <a:solidFill>
                  <a:srgbClr val="0000FF"/>
                </a:solidFill>
                <a:latin typeface="Consolas" panose="020B0609020204030204" pitchFamily="49" charset="0"/>
              </a:rPr>
              <a:t>static</a:t>
            </a:r>
            <a:r>
              <a:rPr lang="en-US" sz="1600">
                <a:latin typeface="Consolas" panose="020B0609020204030204" pitchFamily="49" charset="0"/>
              </a:rPr>
              <a:t> </a:t>
            </a:r>
            <a:r>
              <a:rPr lang="en-US" sz="1600">
                <a:solidFill>
                  <a:srgbClr val="0000FF"/>
                </a:solidFill>
                <a:latin typeface="Consolas" panose="020B0609020204030204" pitchFamily="49" charset="0"/>
              </a:rPr>
              <a:t>void</a:t>
            </a:r>
            <a:r>
              <a:rPr lang="en-US" sz="1600">
                <a:latin typeface="Consolas" panose="020B0609020204030204" pitchFamily="49" charset="0"/>
              </a:rPr>
              <a:t> </a:t>
            </a:r>
            <a:r>
              <a:rPr lang="en-US" sz="1600" dirty="0">
                <a:solidFill>
                  <a:srgbClr val="FEA400"/>
                </a:solidFill>
                <a:latin typeface="Consolas" panose="020B0609020204030204" pitchFamily="49" charset="0"/>
              </a:rPr>
              <a:t>SayHello</a:t>
            </a:r>
            <a:r>
              <a:rPr lang="en-US" sz="1600">
                <a:latin typeface="Consolas" panose="020B0609020204030204" pitchFamily="49" charset="0"/>
              </a:rPr>
              <a:t>()</a:t>
            </a:r>
          </a:p>
          <a:p>
            <a:pPr marL="51435" indent="0">
              <a:spcBef>
                <a:spcPts val="0"/>
              </a:spcBef>
              <a:buNone/>
            </a:pPr>
            <a:r>
              <a:rPr lang="en-US" sz="1600">
                <a:latin typeface="Consolas" panose="020B0609020204030204" pitchFamily="49" charset="0"/>
              </a:rPr>
              <a:t>		{</a:t>
            </a:r>
          </a:p>
          <a:p>
            <a:pPr marL="51435" indent="0">
              <a:spcBef>
                <a:spcPts val="0"/>
              </a:spcBef>
              <a:buNone/>
            </a:pPr>
            <a:r>
              <a:rPr lang="en-US" sz="1600">
                <a:solidFill>
                  <a:srgbClr val="2B91AF"/>
                </a:solidFill>
                <a:latin typeface="Consolas" panose="020B0609020204030204" pitchFamily="49" charset="0"/>
              </a:rPr>
              <a:t>			Console</a:t>
            </a:r>
            <a:r>
              <a:rPr lang="en-US" sz="1600">
                <a:solidFill>
                  <a:schemeClr val="bg1"/>
                </a:solidFill>
                <a:latin typeface="Consolas" panose="020B0609020204030204" pitchFamily="49" charset="0"/>
              </a:rPr>
              <a:t>.</a:t>
            </a:r>
            <a:r>
              <a:rPr lang="en-US" sz="1600">
                <a:solidFill>
                  <a:srgbClr val="FEA400"/>
                </a:solidFill>
                <a:latin typeface="Consolas" panose="020B0609020204030204" pitchFamily="49" charset="0"/>
              </a:rPr>
              <a:t>WriteLine</a:t>
            </a:r>
            <a:r>
              <a:rPr lang="en-US" sz="1600">
                <a:latin typeface="Consolas" panose="020B0609020204030204" pitchFamily="49" charset="0"/>
              </a:rPr>
              <a:t>(</a:t>
            </a:r>
            <a:r>
              <a:rPr lang="en-US" sz="1600">
                <a:solidFill>
                  <a:srgbClr val="A31515"/>
                </a:solidFill>
                <a:latin typeface="Consolas" panose="020B0609020204030204" pitchFamily="49" charset="0"/>
              </a:rPr>
              <a:t>"Hello"</a:t>
            </a:r>
            <a:r>
              <a:rPr lang="en-US" sz="1600">
                <a:latin typeface="Consolas" panose="020B0609020204030204" pitchFamily="49" charset="0"/>
              </a:rPr>
              <a:t>);</a:t>
            </a:r>
          </a:p>
          <a:p>
            <a:pPr marL="51435" indent="0">
              <a:spcBef>
                <a:spcPts val="0"/>
              </a:spcBef>
              <a:buNone/>
            </a:pPr>
            <a:r>
              <a:rPr lang="en-US" sz="1600">
                <a:latin typeface="Consolas" panose="020B0609020204030204" pitchFamily="49" charset="0"/>
              </a:rPr>
              <a:t>		}</a:t>
            </a:r>
          </a:p>
          <a:p>
            <a:pPr marL="51435" indent="0">
              <a:spcBef>
                <a:spcPts val="0"/>
              </a:spcBef>
              <a:buNone/>
            </a:pPr>
            <a:endParaRPr lang="en-US" sz="1600">
              <a:solidFill>
                <a:schemeClr val="bg1"/>
              </a:solidFill>
              <a:latin typeface="Consolas" panose="020B0609020204030204" pitchFamily="49" charset="0"/>
            </a:endParaRPr>
          </a:p>
          <a:p>
            <a:pPr marL="51435" indent="0">
              <a:spcBef>
                <a:spcPts val="0"/>
              </a:spcBef>
              <a:buNone/>
            </a:pPr>
            <a:r>
              <a:rPr lang="en-US" sz="1600">
                <a:solidFill>
                  <a:srgbClr val="0000FF"/>
                </a:solidFill>
                <a:latin typeface="Consolas" panose="020B0609020204030204" pitchFamily="49" charset="0"/>
              </a:rPr>
              <a:t>		static</a:t>
            </a:r>
            <a:r>
              <a:rPr lang="en-US" sz="1600">
                <a:latin typeface="Consolas" panose="020B0609020204030204" pitchFamily="49" charset="0"/>
              </a:rPr>
              <a:t> </a:t>
            </a:r>
            <a:r>
              <a:rPr lang="en-US" sz="1600">
                <a:solidFill>
                  <a:srgbClr val="0000FF"/>
                </a:solidFill>
                <a:latin typeface="Consolas" panose="020B0609020204030204" pitchFamily="49" charset="0"/>
              </a:rPr>
              <a:t>void</a:t>
            </a:r>
            <a:r>
              <a:rPr lang="en-US" sz="1600">
                <a:latin typeface="Consolas" panose="020B0609020204030204" pitchFamily="49" charset="0"/>
              </a:rPr>
              <a:t> </a:t>
            </a:r>
            <a:r>
              <a:rPr lang="en-US" sz="1600">
                <a:solidFill>
                  <a:srgbClr val="FEA400"/>
                </a:solidFill>
                <a:latin typeface="Consolas" panose="020B0609020204030204" pitchFamily="49" charset="0"/>
              </a:rPr>
              <a:t>Main</a:t>
            </a:r>
            <a:r>
              <a:rPr lang="en-US" sz="1600">
                <a:solidFill>
                  <a:schemeClr val="bg1"/>
                </a:solidFill>
                <a:latin typeface="Consolas" panose="020B0609020204030204" pitchFamily="49" charset="0"/>
              </a:rPr>
              <a:t>(</a:t>
            </a:r>
            <a:r>
              <a:rPr lang="en-US" sz="1600">
                <a:solidFill>
                  <a:srgbClr val="0000FF"/>
                </a:solidFill>
                <a:latin typeface="Consolas" panose="020B0609020204030204" pitchFamily="49" charset="0"/>
              </a:rPr>
              <a:t>string</a:t>
            </a:r>
            <a:r>
              <a:rPr lang="en-US" sz="1600">
                <a:solidFill>
                  <a:schemeClr val="bg1"/>
                </a:solidFill>
                <a:latin typeface="Consolas" panose="020B0609020204030204" pitchFamily="49" charset="0"/>
              </a:rPr>
              <a:t>[] args)</a:t>
            </a:r>
          </a:p>
          <a:p>
            <a:pPr marL="51435" indent="0">
              <a:spcBef>
                <a:spcPts val="0"/>
              </a:spcBef>
              <a:buNone/>
            </a:pPr>
            <a:r>
              <a:rPr lang="en-US" sz="1600">
                <a:latin typeface="Consolas" panose="020B0609020204030204" pitchFamily="49" charset="0"/>
              </a:rPr>
              <a:t>		{</a:t>
            </a:r>
          </a:p>
          <a:p>
            <a:pPr marL="51435" indent="0">
              <a:spcBef>
                <a:spcPts val="0"/>
              </a:spcBef>
              <a:buNone/>
            </a:pPr>
            <a:r>
              <a:rPr lang="en-US" sz="1600" dirty="0">
                <a:solidFill>
                  <a:srgbClr val="FEA400"/>
                </a:solidFill>
                <a:latin typeface="Consolas" panose="020B0609020204030204" pitchFamily="49" charset="0"/>
              </a:rPr>
              <a:t>			SayHello</a:t>
            </a:r>
            <a:r>
              <a:rPr lang="en-US" sz="1600">
                <a:latin typeface="Consolas" panose="020B0609020204030204" pitchFamily="49" charset="0"/>
              </a:rPr>
              <a:t>();</a:t>
            </a:r>
          </a:p>
          <a:p>
            <a:pPr marL="51435" indent="0">
              <a:spcBef>
                <a:spcPts val="0"/>
              </a:spcBef>
              <a:buNone/>
            </a:pPr>
            <a:r>
              <a:rPr lang="en-US" sz="1600">
                <a:latin typeface="Consolas" panose="020B0609020204030204" pitchFamily="49" charset="0"/>
              </a:rPr>
              <a:t>		}</a:t>
            </a:r>
          </a:p>
          <a:p>
            <a:pPr marL="51435" indent="0">
              <a:spcBef>
                <a:spcPts val="0"/>
              </a:spcBef>
              <a:buNone/>
            </a:pPr>
            <a:r>
              <a:rPr lang="en-US" sz="1600">
                <a:latin typeface="Consolas" panose="020B0609020204030204" pitchFamily="49" charset="0"/>
              </a:rPr>
              <a:t>	}</a:t>
            </a:r>
          </a:p>
          <a:p>
            <a:pPr marL="51435" indent="0">
              <a:spcBef>
                <a:spcPts val="0"/>
              </a:spcBef>
              <a:buNone/>
            </a:pPr>
            <a:r>
              <a:rPr lang="en-US" sz="1600">
                <a:latin typeface="Consolas" panose="020B0609020204030204" pitchFamily="49" charset="0"/>
              </a:rPr>
              <a:t>}</a:t>
            </a:r>
          </a:p>
        </p:txBody>
      </p:sp>
      <p:sp>
        <p:nvSpPr>
          <p:cNvPr id="6" name="Rectangle 5">
            <a:extLst>
              <a:ext uri="{FF2B5EF4-FFF2-40B4-BE49-F238E27FC236}">
                <a16:creationId xmlns:a16="http://schemas.microsoft.com/office/drawing/2014/main" id="{29AED0DD-AE1E-8348-B75F-7809A5860573}"/>
              </a:ext>
            </a:extLst>
          </p:cNvPr>
          <p:cNvSpPr/>
          <p:nvPr/>
        </p:nvSpPr>
        <p:spPr>
          <a:xfrm>
            <a:off x="3021033" y="5538135"/>
            <a:ext cx="1656184" cy="562486"/>
          </a:xfrm>
          <a:prstGeom prst="rect">
            <a:avLst/>
          </a:prstGeom>
          <a:solidFill>
            <a:srgbClr val="FFFF00">
              <a:alpha val="26391"/>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7" name="Line Callout 1 6">
            <a:extLst>
              <a:ext uri="{FF2B5EF4-FFF2-40B4-BE49-F238E27FC236}">
                <a16:creationId xmlns:a16="http://schemas.microsoft.com/office/drawing/2014/main" id="{C739CAF1-6F78-5E4A-96EC-3E25EEFF1E36}"/>
              </a:ext>
            </a:extLst>
          </p:cNvPr>
          <p:cNvSpPr/>
          <p:nvPr/>
        </p:nvSpPr>
        <p:spPr>
          <a:xfrm>
            <a:off x="7021629" y="5104783"/>
            <a:ext cx="1980536" cy="562486"/>
          </a:xfrm>
          <a:prstGeom prst="borderCallout1">
            <a:avLst>
              <a:gd name="adj1" fmla="val 54148"/>
              <a:gd name="adj2" fmla="val 680"/>
              <a:gd name="adj3" fmla="val 131279"/>
              <a:gd name="adj4" fmla="val -140948"/>
            </a:avLst>
          </a:prstGeom>
          <a:ln/>
        </p:spPr>
        <p:style>
          <a:lnRef idx="1">
            <a:schemeClr val="accent2"/>
          </a:lnRef>
          <a:fillRef idx="2">
            <a:schemeClr val="accent2"/>
          </a:fillRef>
          <a:effectRef idx="1">
            <a:schemeClr val="accent2"/>
          </a:effectRef>
          <a:fontRef idx="minor">
            <a:schemeClr val="dk1"/>
          </a:fontRef>
        </p:style>
        <p:txBody>
          <a:bodyPr rtlCol="0" anchor="ctr"/>
          <a:lstStyle/>
          <a:p>
            <a:r>
              <a:rPr lang="vi-VN" sz="1600" dirty="0">
                <a:solidFill>
                  <a:schemeClr val="tx1"/>
                </a:solidFill>
                <a:latin typeface="Consolas" pitchFamily="49" charset="0"/>
                <a:cs typeface="Consolas" pitchFamily="49" charset="0"/>
              </a:rPr>
              <a:t>Khi gọi hàm không có đối số</a:t>
            </a:r>
            <a:endParaRPr lang="en-GB" sz="1600" dirty="0">
              <a:solidFill>
                <a:schemeClr val="tx1"/>
              </a:solidFill>
              <a:latin typeface="Consolas" pitchFamily="49" charset="0"/>
              <a:cs typeface="Consolas" pitchFamily="49" charset="0"/>
            </a:endParaRPr>
          </a:p>
        </p:txBody>
      </p:sp>
      <p:sp>
        <p:nvSpPr>
          <p:cNvPr id="8" name="Line Callout 1 7">
            <a:extLst>
              <a:ext uri="{FF2B5EF4-FFF2-40B4-BE49-F238E27FC236}">
                <a16:creationId xmlns:a16="http://schemas.microsoft.com/office/drawing/2014/main" id="{0BDAB569-9618-DB4D-B9D5-0BB3D517FB23}"/>
              </a:ext>
            </a:extLst>
          </p:cNvPr>
          <p:cNvSpPr/>
          <p:nvPr/>
        </p:nvSpPr>
        <p:spPr>
          <a:xfrm>
            <a:off x="7204318" y="3044230"/>
            <a:ext cx="1797847" cy="562486"/>
          </a:xfrm>
          <a:prstGeom prst="borderCallout1">
            <a:avLst>
              <a:gd name="adj1" fmla="val 54148"/>
              <a:gd name="adj2" fmla="val 680"/>
              <a:gd name="adj3" fmla="val 188024"/>
              <a:gd name="adj4" fmla="val -118934"/>
            </a:avLst>
          </a:prstGeom>
          <a:ln/>
        </p:spPr>
        <p:style>
          <a:lnRef idx="1">
            <a:schemeClr val="accent2"/>
          </a:lnRef>
          <a:fillRef idx="2">
            <a:schemeClr val="accent2"/>
          </a:fillRef>
          <a:effectRef idx="1">
            <a:schemeClr val="accent2"/>
          </a:effectRef>
          <a:fontRef idx="minor">
            <a:schemeClr val="dk1"/>
          </a:fontRef>
        </p:style>
        <p:txBody>
          <a:bodyPr rtlCol="0" anchor="ctr"/>
          <a:lstStyle/>
          <a:p>
            <a:pPr algn="just"/>
            <a:r>
              <a:rPr lang="vi-VN" sz="1600" dirty="0">
                <a:solidFill>
                  <a:schemeClr val="tx1"/>
                </a:solidFill>
                <a:latin typeface="Consolas" pitchFamily="49" charset="0"/>
                <a:cs typeface="Consolas" pitchFamily="49" charset="0"/>
              </a:rPr>
              <a:t>Định nghĩa hàm không tham số</a:t>
            </a:r>
            <a:endParaRPr lang="en-GB" sz="1600" dirty="0">
              <a:solidFill>
                <a:schemeClr val="tx1"/>
              </a:solidFill>
              <a:latin typeface="Consolas" pitchFamily="49" charset="0"/>
              <a:cs typeface="Consolas" pitchFamily="49" charset="0"/>
            </a:endParaRPr>
          </a:p>
        </p:txBody>
      </p:sp>
      <p:sp>
        <p:nvSpPr>
          <p:cNvPr id="10" name="Slide Number Placeholder 9">
            <a:extLst>
              <a:ext uri="{FF2B5EF4-FFF2-40B4-BE49-F238E27FC236}">
                <a16:creationId xmlns:a16="http://schemas.microsoft.com/office/drawing/2014/main" id="{D94E2E28-E095-4245-B405-A343B8C85BD3}"/>
              </a:ext>
            </a:extLst>
          </p:cNvPr>
          <p:cNvSpPr>
            <a:spLocks noGrp="1"/>
          </p:cNvSpPr>
          <p:nvPr>
            <p:ph type="sldNum" sz="quarter" idx="12"/>
          </p:nvPr>
        </p:nvSpPr>
        <p:spPr/>
        <p:txBody>
          <a:bodyPr/>
          <a:lstStyle/>
          <a:p>
            <a:fld id="{1AD93096-5B34-4342-9326-69289CEAE4C2}" type="slidenum">
              <a:rPr lang="en-US" smtClean="0"/>
              <a:pPr/>
              <a:t>18</a:t>
            </a:fld>
            <a:endParaRPr lang="en-US" dirty="0"/>
          </a:p>
        </p:txBody>
      </p:sp>
    </p:spTree>
    <p:extLst>
      <p:ext uri="{BB962C8B-B14F-4D97-AF65-F5344CB8AC3E}">
        <p14:creationId xmlns:p14="http://schemas.microsoft.com/office/powerpoint/2010/main" val="2662131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dissolve">
                                      <p:cBhvr>
                                        <p:cTn id="13" dur="5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dissolve">
                                      <p:cBhvr>
                                        <p:cTn id="18" dur="500"/>
                                        <p:tgtEl>
                                          <p:spTgt spid="7"/>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blinds(horizontal)">
                                      <p:cBhvr>
                                        <p:cTn id="2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18F5B6-2B35-0049-BA49-44A29008CBD6}"/>
              </a:ext>
            </a:extLst>
          </p:cNvPr>
          <p:cNvSpPr>
            <a:spLocks noGrp="1"/>
          </p:cNvSpPr>
          <p:nvPr>
            <p:ph type="title"/>
          </p:nvPr>
        </p:nvSpPr>
        <p:spPr/>
        <p:txBody>
          <a:bodyPr>
            <a:normAutofit fontScale="90000"/>
          </a:bodyPr>
          <a:lstStyle/>
          <a:p>
            <a:r>
              <a:rPr lang="en-VN"/>
              <a:t>LỜI GỌI HÀM</a:t>
            </a:r>
          </a:p>
        </p:txBody>
      </p:sp>
      <p:sp>
        <p:nvSpPr>
          <p:cNvPr id="3" name="Content Placeholder 2">
            <a:extLst>
              <a:ext uri="{FF2B5EF4-FFF2-40B4-BE49-F238E27FC236}">
                <a16:creationId xmlns:a16="http://schemas.microsoft.com/office/drawing/2014/main" id="{B269EA81-1FD2-FC41-A8A5-F8D065B00FC5}"/>
              </a:ext>
            </a:extLst>
          </p:cNvPr>
          <p:cNvSpPr>
            <a:spLocks noGrp="1"/>
          </p:cNvSpPr>
          <p:nvPr>
            <p:ph idx="1"/>
          </p:nvPr>
        </p:nvSpPr>
        <p:spPr/>
        <p:txBody>
          <a:bodyPr/>
          <a:lstStyle/>
          <a:p>
            <a:pPr marL="51435" indent="0">
              <a:buNone/>
            </a:pPr>
            <a:endParaRPr lang="en-VN"/>
          </a:p>
        </p:txBody>
      </p:sp>
      <p:sp>
        <p:nvSpPr>
          <p:cNvPr id="4" name="Footer Placeholder 3">
            <a:extLst>
              <a:ext uri="{FF2B5EF4-FFF2-40B4-BE49-F238E27FC236}">
                <a16:creationId xmlns:a16="http://schemas.microsoft.com/office/drawing/2014/main" id="{1C539748-48B9-C040-9680-467BCD27B513}"/>
              </a:ext>
            </a:extLst>
          </p:cNvPr>
          <p:cNvSpPr>
            <a:spLocks noGrp="1"/>
          </p:cNvSpPr>
          <p:nvPr>
            <p:ph type="ftr" sz="quarter" idx="11"/>
          </p:nvPr>
        </p:nvSpPr>
        <p:spPr/>
        <p:txBody>
          <a:bodyPr/>
          <a:lstStyle/>
          <a:p>
            <a:r>
              <a:rPr lang="vi-VN" dirty="0"/>
              <a:t>Bài 5: Hàm</a:t>
            </a:r>
            <a:endParaRPr lang="en-US" dirty="0"/>
          </a:p>
        </p:txBody>
      </p:sp>
      <p:sp>
        <p:nvSpPr>
          <p:cNvPr id="5" name="Content Placeholder 5">
            <a:extLst>
              <a:ext uri="{FF2B5EF4-FFF2-40B4-BE49-F238E27FC236}">
                <a16:creationId xmlns:a16="http://schemas.microsoft.com/office/drawing/2014/main" id="{EAB632FD-002B-2B46-9556-52B5A4A1246C}"/>
              </a:ext>
            </a:extLst>
          </p:cNvPr>
          <p:cNvSpPr txBox="1">
            <a:spLocks/>
          </p:cNvSpPr>
          <p:nvPr/>
        </p:nvSpPr>
        <p:spPr>
          <a:xfrm>
            <a:off x="610753" y="992464"/>
            <a:ext cx="5688632" cy="5278558"/>
          </a:xfrm>
          <a:prstGeom prst="rect">
            <a:avLst/>
          </a:prstGeom>
        </p:spPr>
        <p:style>
          <a:lnRef idx="2">
            <a:schemeClr val="accent2"/>
          </a:lnRef>
          <a:fillRef idx="1">
            <a:schemeClr val="lt1"/>
          </a:fillRef>
          <a:effectRef idx="0">
            <a:schemeClr val="accent2"/>
          </a:effectRef>
          <a:fontRef idx="minor">
            <a:schemeClr val="dk1"/>
          </a:fontRef>
        </p:style>
        <p:txBody>
          <a:bodyPr>
            <a:noAutofit/>
          </a:bodyPr>
          <a:lstStyle>
            <a:lvl1pPr marL="308610" indent="-257175" algn="l" rtl="0" eaLnBrk="1" latinLnBrk="0" hangingPunct="1">
              <a:spcBef>
                <a:spcPts val="525"/>
              </a:spcBef>
              <a:buSzPct val="95000"/>
              <a:buFont typeface="Wingdings"/>
              <a:buChar char=""/>
              <a:defRPr sz="1500" kern="1200" spc="0">
                <a:solidFill>
                  <a:schemeClr val="tx1"/>
                </a:solidFill>
                <a:latin typeface="+mn-lt"/>
                <a:ea typeface="+mn-ea"/>
                <a:cs typeface="Arial" pitchFamily="34" charset="0"/>
              </a:defRPr>
            </a:lvl1pPr>
            <a:lvl2pPr marL="555498" indent="-214313" algn="l" rtl="0" eaLnBrk="1" latinLnBrk="0" hangingPunct="1">
              <a:spcBef>
                <a:spcPct val="20000"/>
              </a:spcBef>
              <a:buClr>
                <a:schemeClr val="accent2"/>
              </a:buClr>
              <a:buSzPct val="90000"/>
              <a:buFont typeface="Wingdings"/>
              <a:buChar char=""/>
              <a:defRPr sz="1350" kern="1200" spc="0">
                <a:solidFill>
                  <a:schemeClr val="tx1"/>
                </a:solidFill>
                <a:latin typeface="+mn-lt"/>
                <a:ea typeface="+mn-ea"/>
                <a:cs typeface="Arial" pitchFamily="34" charset="0"/>
              </a:defRPr>
            </a:lvl2pPr>
            <a:lvl3pPr marL="747522" indent="-171450" algn="l" rtl="0" eaLnBrk="1" latinLnBrk="0" hangingPunct="1">
              <a:spcBef>
                <a:spcPct val="20000"/>
              </a:spcBef>
              <a:buClr>
                <a:schemeClr val="accent2"/>
              </a:buClr>
              <a:buFont typeface="Wingdings 2"/>
              <a:buChar char=""/>
              <a:defRPr sz="1200" kern="1200" spc="0">
                <a:solidFill>
                  <a:schemeClr val="tx1"/>
                </a:solidFill>
                <a:latin typeface="+mn-lt"/>
                <a:ea typeface="+mn-ea"/>
                <a:cs typeface="Arial" pitchFamily="34" charset="0"/>
              </a:defRPr>
            </a:lvl3pPr>
            <a:lvl4pPr marL="946404" indent="-171450" algn="l" rtl="0" eaLnBrk="1" latinLnBrk="0" hangingPunct="1">
              <a:spcBef>
                <a:spcPct val="20000"/>
              </a:spcBef>
              <a:buClr>
                <a:schemeClr val="accent3"/>
              </a:buClr>
              <a:buFont typeface="Wingdings 3"/>
              <a:buChar char=""/>
              <a:defRPr sz="1200" kern="1200" spc="0">
                <a:solidFill>
                  <a:schemeClr val="tx1"/>
                </a:solidFill>
                <a:latin typeface="+mn-lt"/>
                <a:ea typeface="+mn-ea"/>
                <a:cs typeface="Arial" pitchFamily="34" charset="0"/>
              </a:defRPr>
            </a:lvl4pPr>
            <a:lvl5pPr marL="1110996" indent="-157734" algn="l" rtl="0" eaLnBrk="1" latinLnBrk="0" hangingPunct="1">
              <a:spcBef>
                <a:spcPct val="20000"/>
              </a:spcBef>
              <a:buClr>
                <a:schemeClr val="accent3"/>
              </a:buClr>
              <a:buFont typeface="Wingdings 2"/>
              <a:buChar char=""/>
              <a:defRPr sz="1050" kern="1200" spc="0">
                <a:solidFill>
                  <a:schemeClr val="tx1"/>
                </a:solidFill>
                <a:latin typeface="+mn-lt"/>
                <a:ea typeface="+mn-ea"/>
                <a:cs typeface="Arial" pitchFamily="34" charset="0"/>
              </a:defRPr>
            </a:lvl5pPr>
            <a:lvl6pPr marL="1282446" indent="-157734" algn="l" rtl="0" eaLnBrk="1" latinLnBrk="0" hangingPunct="1">
              <a:spcBef>
                <a:spcPct val="20000"/>
              </a:spcBef>
              <a:buClr>
                <a:schemeClr val="accent3"/>
              </a:buClr>
              <a:buFont typeface="Wingdings 2"/>
              <a:buChar char=""/>
              <a:defRPr sz="1350" kern="1200">
                <a:solidFill>
                  <a:schemeClr val="tx1"/>
                </a:solidFill>
                <a:latin typeface="+mn-lt"/>
                <a:ea typeface="+mn-ea"/>
                <a:cs typeface="+mn-cs"/>
              </a:defRPr>
            </a:lvl6pPr>
            <a:lvl7pPr marL="1426464"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7pPr>
            <a:lvl8pPr marL="1570482"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8pPr>
            <a:lvl9pPr marL="1714500"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9pPr>
            <a:extLst/>
          </a:lstStyle>
          <a:p>
            <a:pPr marL="51435" indent="0">
              <a:spcBef>
                <a:spcPts val="0"/>
              </a:spcBef>
              <a:buNone/>
            </a:pPr>
            <a:r>
              <a:rPr lang="en-US" sz="1600">
                <a:solidFill>
                  <a:srgbClr val="0000FF"/>
                </a:solidFill>
                <a:latin typeface="Consolas" panose="020B0609020204030204" pitchFamily="49" charset="0"/>
              </a:rPr>
              <a:t>using</a:t>
            </a:r>
            <a:r>
              <a:rPr lang="en-US" sz="1600">
                <a:latin typeface="Consolas" panose="020B0609020204030204" pitchFamily="49" charset="0"/>
              </a:rPr>
              <a:t> System;</a:t>
            </a:r>
          </a:p>
          <a:p>
            <a:pPr marL="51435" indent="0">
              <a:spcBef>
                <a:spcPts val="0"/>
              </a:spcBef>
              <a:buNone/>
            </a:pPr>
            <a:endParaRPr lang="en-US" sz="1600">
              <a:latin typeface="Consolas" panose="020B0609020204030204" pitchFamily="49" charset="0"/>
            </a:endParaRPr>
          </a:p>
          <a:p>
            <a:pPr marL="51435" indent="0">
              <a:spcBef>
                <a:spcPts val="0"/>
              </a:spcBef>
              <a:buNone/>
            </a:pPr>
            <a:r>
              <a:rPr lang="en-US" sz="1600">
                <a:solidFill>
                  <a:srgbClr val="0000FF"/>
                </a:solidFill>
                <a:latin typeface="Consolas" panose="020B0609020204030204" pitchFamily="49" charset="0"/>
              </a:rPr>
              <a:t>namespace</a:t>
            </a:r>
            <a:r>
              <a:rPr lang="en-US" sz="1600">
                <a:latin typeface="Consolas" panose="020B0609020204030204" pitchFamily="49" charset="0"/>
              </a:rPr>
              <a:t> </a:t>
            </a:r>
            <a:r>
              <a:rPr lang="en-US" sz="1600">
                <a:solidFill>
                  <a:schemeClr val="bg1"/>
                </a:solidFill>
                <a:latin typeface="Consolas" panose="020B0609020204030204" pitchFamily="49" charset="0"/>
              </a:rPr>
              <a:t>CreatingMethods</a:t>
            </a:r>
          </a:p>
          <a:p>
            <a:pPr marL="51435" indent="0">
              <a:spcBef>
                <a:spcPts val="0"/>
              </a:spcBef>
              <a:buNone/>
            </a:pPr>
            <a:r>
              <a:rPr lang="en-US" sz="1600">
                <a:latin typeface="Consolas" panose="020B0609020204030204" pitchFamily="49" charset="0"/>
              </a:rPr>
              <a:t>{</a:t>
            </a:r>
          </a:p>
          <a:p>
            <a:pPr marL="51435" indent="0">
              <a:spcBef>
                <a:spcPts val="0"/>
              </a:spcBef>
              <a:buNone/>
            </a:pPr>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class</a:t>
            </a:r>
            <a:r>
              <a:rPr lang="en-US" sz="1600">
                <a:solidFill>
                  <a:srgbClr val="000000"/>
                </a:solidFill>
                <a:latin typeface="Consolas" panose="020B0609020204030204" pitchFamily="49" charset="0"/>
              </a:rPr>
              <a:t> </a:t>
            </a:r>
            <a:r>
              <a:rPr lang="en-US" sz="1600">
                <a:solidFill>
                  <a:srgbClr val="2B91AF"/>
                </a:solidFill>
                <a:latin typeface="Consolas" panose="020B0609020204030204" pitchFamily="49" charset="0"/>
              </a:rPr>
              <a:t>Program</a:t>
            </a:r>
          </a:p>
          <a:p>
            <a:pPr marL="51435" indent="0">
              <a:spcBef>
                <a:spcPts val="0"/>
              </a:spcBef>
              <a:buNone/>
            </a:pPr>
            <a:r>
              <a:rPr lang="en-US" sz="1600">
                <a:latin typeface="Consolas" panose="020B0609020204030204" pitchFamily="49" charset="0"/>
              </a:rPr>
              <a:t>    {</a:t>
            </a:r>
          </a:p>
          <a:p>
            <a:pPr marL="51435" indent="0">
              <a:spcBef>
                <a:spcPts val="0"/>
              </a:spcBef>
              <a:buNone/>
            </a:pPr>
            <a:r>
              <a:rPr lang="en-US" sz="1600">
                <a:solidFill>
                  <a:schemeClr val="bg1"/>
                </a:solidFill>
                <a:latin typeface="Consolas" panose="020B0609020204030204" pitchFamily="49" charset="0"/>
              </a:rPr>
              <a:t>		</a:t>
            </a:r>
            <a:r>
              <a:rPr lang="en-US" sz="1600">
                <a:solidFill>
                  <a:srgbClr val="0432FF"/>
                </a:solidFill>
                <a:latin typeface="Consolas" panose="020B0609020204030204" pitchFamily="49" charset="0"/>
              </a:rPr>
              <a:t>static</a:t>
            </a:r>
            <a:r>
              <a:rPr lang="en-US" sz="1600">
                <a:latin typeface="Consolas" panose="020B0609020204030204" pitchFamily="49" charset="0"/>
              </a:rPr>
              <a:t> </a:t>
            </a:r>
            <a:r>
              <a:rPr lang="en-US" sz="1600">
                <a:solidFill>
                  <a:srgbClr val="0000FF"/>
                </a:solidFill>
                <a:latin typeface="Consolas" panose="020B0609020204030204" pitchFamily="49" charset="0"/>
              </a:rPr>
              <a:t>void</a:t>
            </a:r>
            <a:r>
              <a:rPr lang="en-US" sz="1600">
                <a:latin typeface="Consolas" panose="020B0609020204030204" pitchFamily="49" charset="0"/>
              </a:rPr>
              <a:t> </a:t>
            </a:r>
            <a:r>
              <a:rPr lang="en-US" sz="1600" dirty="0">
                <a:solidFill>
                  <a:srgbClr val="FEA400"/>
                </a:solidFill>
                <a:latin typeface="Consolas" panose="020B0609020204030204" pitchFamily="49" charset="0"/>
              </a:rPr>
              <a:t>SayHelloWithName</a:t>
            </a:r>
            <a:r>
              <a:rPr lang="en-US" sz="1600">
                <a:latin typeface="Consolas" panose="020B0609020204030204" pitchFamily="49" charset="0"/>
              </a:rPr>
              <a:t>(</a:t>
            </a:r>
            <a:r>
              <a:rPr lang="en-US" sz="1600">
                <a:solidFill>
                  <a:srgbClr val="0432FF"/>
                </a:solidFill>
                <a:latin typeface="Consolas" panose="020B0609020204030204" pitchFamily="49" charset="0"/>
              </a:rPr>
              <a:t>string</a:t>
            </a:r>
            <a:r>
              <a:rPr lang="en-US" sz="1600">
                <a:solidFill>
                  <a:schemeClr val="bg1"/>
                </a:solidFill>
                <a:latin typeface="Consolas" panose="020B0609020204030204" pitchFamily="49" charset="0"/>
              </a:rPr>
              <a:t> </a:t>
            </a:r>
            <a:r>
              <a:rPr lang="en-US" sz="1600">
                <a:solidFill>
                  <a:schemeClr val="accent6">
                    <a:lumMod val="75000"/>
                  </a:schemeClr>
                </a:solidFill>
                <a:latin typeface="Consolas" panose="020B0609020204030204" pitchFamily="49" charset="0"/>
              </a:rPr>
              <a:t>name</a:t>
            </a:r>
            <a:r>
              <a:rPr lang="en-US" sz="1600">
                <a:latin typeface="Consolas" panose="020B0609020204030204" pitchFamily="49" charset="0"/>
              </a:rPr>
              <a:t>)</a:t>
            </a:r>
          </a:p>
          <a:p>
            <a:pPr marL="51435" indent="0">
              <a:spcBef>
                <a:spcPts val="0"/>
              </a:spcBef>
              <a:buNone/>
            </a:pPr>
            <a:r>
              <a:rPr lang="en-US" sz="1600">
                <a:latin typeface="Consolas" panose="020B0609020204030204" pitchFamily="49" charset="0"/>
              </a:rPr>
              <a:t>		{</a:t>
            </a:r>
          </a:p>
          <a:p>
            <a:pPr marL="51435" indent="0">
              <a:spcBef>
                <a:spcPts val="0"/>
              </a:spcBef>
              <a:buNone/>
            </a:pPr>
            <a:r>
              <a:rPr lang="en-US" sz="1600">
                <a:solidFill>
                  <a:srgbClr val="2B91AF"/>
                </a:solidFill>
                <a:latin typeface="Consolas" panose="020B0609020204030204" pitchFamily="49" charset="0"/>
              </a:rPr>
              <a:t>			Console</a:t>
            </a:r>
            <a:r>
              <a:rPr lang="en-US" sz="1600">
                <a:latin typeface="Consolas" panose="020B0609020204030204" pitchFamily="49" charset="0"/>
              </a:rPr>
              <a:t>.</a:t>
            </a:r>
            <a:r>
              <a:rPr lang="en-US" sz="1600">
                <a:solidFill>
                  <a:srgbClr val="FEA400"/>
                </a:solidFill>
                <a:latin typeface="Consolas" panose="020B0609020204030204" pitchFamily="49" charset="0"/>
              </a:rPr>
              <a:t>WriteLine</a:t>
            </a:r>
            <a:r>
              <a:rPr lang="en-US" sz="1600">
                <a:latin typeface="Consolas" panose="020B0609020204030204" pitchFamily="49" charset="0"/>
                <a:cs typeface="Consolas" panose="020B0609020204030204" pitchFamily="49" charset="0"/>
              </a:rPr>
              <a:t>(</a:t>
            </a:r>
            <a:r>
              <a:rPr lang="en-US" sz="1600">
                <a:solidFill>
                  <a:srgbClr val="A31515"/>
                </a:solidFill>
                <a:latin typeface="Consolas" panose="020B0609020204030204" pitchFamily="49" charset="0"/>
              </a:rPr>
              <a:t>"Hello "</a:t>
            </a:r>
            <a:r>
              <a:rPr lang="en-US" sz="1600">
                <a:latin typeface="Consolas" panose="020B0609020204030204" pitchFamily="49" charset="0"/>
              </a:rPr>
              <a:t> + </a:t>
            </a:r>
            <a:r>
              <a:rPr lang="en-US" sz="1600">
                <a:solidFill>
                  <a:schemeClr val="accent6">
                    <a:lumMod val="75000"/>
                  </a:schemeClr>
                </a:solidFill>
                <a:latin typeface="Consolas" panose="020B0609020204030204" pitchFamily="49" charset="0"/>
              </a:rPr>
              <a:t>name</a:t>
            </a:r>
            <a:r>
              <a:rPr lang="en-US" sz="1600">
                <a:latin typeface="Consolas" panose="020B0609020204030204" pitchFamily="49" charset="0"/>
              </a:rPr>
              <a:t>);</a:t>
            </a:r>
          </a:p>
          <a:p>
            <a:pPr marL="51435" indent="0">
              <a:spcBef>
                <a:spcPts val="0"/>
              </a:spcBef>
              <a:buNone/>
            </a:pPr>
            <a:r>
              <a:rPr lang="en-US" sz="1600">
                <a:latin typeface="Consolas" panose="020B0609020204030204" pitchFamily="49" charset="0"/>
              </a:rPr>
              <a:t>		}</a:t>
            </a:r>
          </a:p>
          <a:p>
            <a:pPr marL="51435" indent="0">
              <a:spcBef>
                <a:spcPts val="0"/>
              </a:spcBef>
              <a:buNone/>
            </a:pPr>
            <a:endParaRPr lang="en-US" sz="1600">
              <a:solidFill>
                <a:schemeClr val="bg1"/>
              </a:solidFill>
              <a:latin typeface="Consolas" panose="020B0609020204030204" pitchFamily="49" charset="0"/>
            </a:endParaRPr>
          </a:p>
          <a:p>
            <a:pPr marL="51435" indent="0">
              <a:spcBef>
                <a:spcPts val="0"/>
              </a:spcBef>
              <a:buNone/>
            </a:pPr>
            <a:r>
              <a:rPr lang="en-US" sz="1600">
                <a:latin typeface="Consolas" panose="020B0609020204030204" pitchFamily="49" charset="0"/>
              </a:rPr>
              <a:t>       </a:t>
            </a:r>
            <a:r>
              <a:rPr lang="en-US" sz="1600">
                <a:solidFill>
                  <a:srgbClr val="0000FF"/>
                </a:solidFill>
                <a:latin typeface="Consolas" panose="020B0609020204030204" pitchFamily="49" charset="0"/>
              </a:rPr>
              <a:t>static</a:t>
            </a:r>
            <a:r>
              <a:rPr lang="en-US" sz="1600">
                <a:latin typeface="Consolas" panose="020B0609020204030204" pitchFamily="49" charset="0"/>
              </a:rPr>
              <a:t> </a:t>
            </a:r>
            <a:r>
              <a:rPr lang="en-US" sz="1600">
                <a:solidFill>
                  <a:srgbClr val="0000FF"/>
                </a:solidFill>
                <a:latin typeface="Consolas" panose="020B0609020204030204" pitchFamily="49" charset="0"/>
              </a:rPr>
              <a:t>void</a:t>
            </a:r>
            <a:r>
              <a:rPr lang="en-US" sz="1600">
                <a:latin typeface="Consolas" panose="020B0609020204030204" pitchFamily="49" charset="0"/>
              </a:rPr>
              <a:t> </a:t>
            </a:r>
            <a:r>
              <a:rPr lang="en-US" sz="1600">
                <a:solidFill>
                  <a:srgbClr val="FEA400"/>
                </a:solidFill>
                <a:latin typeface="Consolas" panose="020B0609020204030204" pitchFamily="49" charset="0"/>
              </a:rPr>
              <a:t>Main</a:t>
            </a:r>
            <a:r>
              <a:rPr lang="en-US" sz="1600">
                <a:latin typeface="Consolas" panose="020B0609020204030204" pitchFamily="49" charset="0"/>
              </a:rPr>
              <a:t>(</a:t>
            </a:r>
            <a:r>
              <a:rPr lang="en-US" sz="1600">
                <a:solidFill>
                  <a:srgbClr val="0000FF"/>
                </a:solidFill>
                <a:latin typeface="Consolas" panose="020B0609020204030204" pitchFamily="49" charset="0"/>
              </a:rPr>
              <a:t>string</a:t>
            </a:r>
            <a:r>
              <a:rPr lang="en-US" sz="1600">
                <a:latin typeface="Consolas" panose="020B0609020204030204" pitchFamily="49" charset="0"/>
              </a:rPr>
              <a:t>[] args)</a:t>
            </a:r>
          </a:p>
          <a:p>
            <a:pPr marL="51435" indent="0">
              <a:spcBef>
                <a:spcPts val="0"/>
              </a:spcBef>
              <a:buNone/>
            </a:pPr>
            <a:r>
              <a:rPr lang="en-US" sz="1600">
                <a:latin typeface="Consolas" panose="020B0609020204030204" pitchFamily="49" charset="0"/>
              </a:rPr>
              <a:t>       {</a:t>
            </a:r>
          </a:p>
          <a:p>
            <a:pPr marL="51435" indent="0">
              <a:spcBef>
                <a:spcPts val="0"/>
              </a:spcBef>
              <a:buNone/>
            </a:pPr>
            <a:r>
              <a:rPr lang="en-US" sz="1600" dirty="0">
                <a:solidFill>
                  <a:srgbClr val="FEA400"/>
                </a:solidFill>
                <a:latin typeface="Consolas" panose="020B0609020204030204" pitchFamily="49" charset="0"/>
              </a:rPr>
              <a:t>			HelloWithName</a:t>
            </a:r>
            <a:r>
              <a:rPr lang="en-US" sz="1600">
                <a:latin typeface="Consolas" panose="020B0609020204030204" pitchFamily="49" charset="0"/>
                <a:cs typeface="Consolas" panose="020B0609020204030204" pitchFamily="49" charset="0"/>
              </a:rPr>
              <a:t>(</a:t>
            </a:r>
            <a:r>
              <a:rPr lang="en-US" sz="1600">
                <a:solidFill>
                  <a:srgbClr val="A31515"/>
                </a:solidFill>
                <a:latin typeface="Consolas" panose="020B0609020204030204" pitchFamily="49" charset="0"/>
              </a:rPr>
              <a:t>"ABC"</a:t>
            </a:r>
            <a:r>
              <a:rPr lang="en-US" sz="1600">
                <a:latin typeface="Consolas" panose="020B0609020204030204" pitchFamily="49" charset="0"/>
              </a:rPr>
              <a:t>);</a:t>
            </a:r>
          </a:p>
          <a:p>
            <a:pPr marL="51435" indent="0">
              <a:spcBef>
                <a:spcPts val="0"/>
              </a:spcBef>
              <a:buNone/>
            </a:pPr>
            <a:endParaRPr lang="en-US" sz="1600">
              <a:solidFill>
                <a:schemeClr val="bg1"/>
              </a:solidFill>
              <a:latin typeface="Consolas" panose="020B0609020204030204" pitchFamily="49" charset="0"/>
            </a:endParaRPr>
          </a:p>
          <a:p>
            <a:pPr marL="51435" indent="0">
              <a:spcBef>
                <a:spcPts val="0"/>
              </a:spcBef>
              <a:buNone/>
            </a:pPr>
            <a:r>
              <a:rPr lang="en-US" sz="1600">
                <a:solidFill>
                  <a:schemeClr val="accent6">
                    <a:lumMod val="75000"/>
                  </a:schemeClr>
                </a:solidFill>
                <a:latin typeface="Consolas" panose="020B0609020204030204" pitchFamily="49" charset="0"/>
              </a:rPr>
              <a:t>			</a:t>
            </a:r>
            <a:r>
              <a:rPr lang="en-US" sz="1600">
                <a:solidFill>
                  <a:srgbClr val="0432FF"/>
                </a:solidFill>
                <a:latin typeface="Consolas" panose="020B0609020204030204" pitchFamily="49" charset="0"/>
              </a:rPr>
              <a:t>string </a:t>
            </a:r>
            <a:r>
              <a:rPr lang="en-US" sz="1600">
                <a:solidFill>
                  <a:schemeClr val="accent6">
                    <a:lumMod val="75000"/>
                  </a:schemeClr>
                </a:solidFill>
                <a:latin typeface="Consolas" panose="020B0609020204030204" pitchFamily="49" charset="0"/>
              </a:rPr>
              <a:t>myName</a:t>
            </a:r>
            <a:r>
              <a:rPr lang="en-US" sz="1600">
                <a:solidFill>
                  <a:schemeClr val="bg1"/>
                </a:solidFill>
                <a:latin typeface="Consolas" panose="020B0609020204030204" pitchFamily="49" charset="0"/>
              </a:rPr>
              <a:t> </a:t>
            </a:r>
            <a:r>
              <a:rPr lang="en-US" sz="1600">
                <a:latin typeface="Consolas" panose="020B0609020204030204" pitchFamily="49" charset="0"/>
              </a:rPr>
              <a:t>=</a:t>
            </a:r>
            <a:r>
              <a:rPr lang="en-US" sz="1600">
                <a:solidFill>
                  <a:schemeClr val="bg1"/>
                </a:solidFill>
                <a:latin typeface="Consolas" panose="020B0609020204030204" pitchFamily="49" charset="0"/>
              </a:rPr>
              <a:t> </a:t>
            </a:r>
            <a:r>
              <a:rPr lang="en-US" sz="1600">
                <a:solidFill>
                  <a:srgbClr val="2B91AF"/>
                </a:solidFill>
                <a:latin typeface="Consolas" panose="020B0609020204030204" pitchFamily="49" charset="0"/>
              </a:rPr>
              <a:t>Console</a:t>
            </a:r>
            <a:r>
              <a:rPr lang="en-US" sz="1600">
                <a:latin typeface="Consolas" panose="020B0609020204030204" pitchFamily="49" charset="0"/>
              </a:rPr>
              <a:t>.</a:t>
            </a:r>
            <a:r>
              <a:rPr lang="en-US" sz="1600">
                <a:solidFill>
                  <a:srgbClr val="FEA400"/>
                </a:solidFill>
                <a:latin typeface="Consolas" panose="020B0609020204030204" pitchFamily="49" charset="0"/>
              </a:rPr>
              <a:t>ReadLine</a:t>
            </a:r>
            <a:r>
              <a:rPr lang="en-US" sz="1600">
                <a:latin typeface="Consolas" panose="020B0609020204030204" pitchFamily="49" charset="0"/>
              </a:rPr>
              <a:t>();</a:t>
            </a:r>
          </a:p>
          <a:p>
            <a:pPr marL="51435" indent="0">
              <a:spcBef>
                <a:spcPts val="0"/>
              </a:spcBef>
              <a:buNone/>
            </a:pPr>
            <a:endParaRPr lang="en-US" sz="1600">
              <a:latin typeface="Consolas" panose="020B0609020204030204" pitchFamily="49" charset="0"/>
            </a:endParaRPr>
          </a:p>
          <a:p>
            <a:pPr marL="51435" indent="0">
              <a:spcBef>
                <a:spcPts val="0"/>
              </a:spcBef>
              <a:buNone/>
            </a:pPr>
            <a:r>
              <a:rPr lang="en-US" sz="1600" dirty="0">
                <a:solidFill>
                  <a:srgbClr val="FEA400"/>
                </a:solidFill>
                <a:latin typeface="Consolas" panose="020B0609020204030204" pitchFamily="49" charset="0"/>
              </a:rPr>
              <a:t>			HelloWithName</a:t>
            </a:r>
            <a:r>
              <a:rPr lang="en-US" sz="1600">
                <a:latin typeface="Consolas" panose="020B0609020204030204" pitchFamily="49" charset="0"/>
                <a:cs typeface="Consolas" panose="020B0609020204030204" pitchFamily="49" charset="0"/>
              </a:rPr>
              <a:t>(</a:t>
            </a:r>
            <a:r>
              <a:rPr lang="en-US" sz="1600">
                <a:solidFill>
                  <a:schemeClr val="accent6">
                    <a:lumMod val="75000"/>
                  </a:schemeClr>
                </a:solidFill>
                <a:latin typeface="Consolas" panose="020B0609020204030204" pitchFamily="49" charset="0"/>
              </a:rPr>
              <a:t>myName</a:t>
            </a:r>
            <a:r>
              <a:rPr lang="en-US" sz="1600">
                <a:latin typeface="Consolas" panose="020B0609020204030204" pitchFamily="49" charset="0"/>
              </a:rPr>
              <a:t>);</a:t>
            </a:r>
          </a:p>
          <a:p>
            <a:pPr marL="51435" indent="0">
              <a:spcBef>
                <a:spcPts val="0"/>
              </a:spcBef>
              <a:buNone/>
            </a:pPr>
            <a:r>
              <a:rPr lang="en-US" sz="1600">
                <a:latin typeface="Consolas" panose="020B0609020204030204" pitchFamily="49" charset="0"/>
              </a:rPr>
              <a:t>       }</a:t>
            </a:r>
          </a:p>
          <a:p>
            <a:pPr marL="51435" indent="0">
              <a:spcBef>
                <a:spcPts val="0"/>
              </a:spcBef>
              <a:buNone/>
            </a:pPr>
            <a:r>
              <a:rPr lang="en-US" sz="1600">
                <a:latin typeface="Consolas" panose="020B0609020204030204" pitchFamily="49" charset="0"/>
              </a:rPr>
              <a:t>    }</a:t>
            </a:r>
          </a:p>
          <a:p>
            <a:pPr marL="51435" indent="0">
              <a:spcBef>
                <a:spcPts val="0"/>
              </a:spcBef>
              <a:buNone/>
            </a:pPr>
            <a:r>
              <a:rPr lang="en-US" sz="1600">
                <a:latin typeface="Consolas" panose="020B0609020204030204" pitchFamily="49" charset="0"/>
              </a:rPr>
              <a:t>}</a:t>
            </a:r>
          </a:p>
        </p:txBody>
      </p:sp>
      <p:sp>
        <p:nvSpPr>
          <p:cNvPr id="6" name="Rectangle 5">
            <a:extLst>
              <a:ext uri="{FF2B5EF4-FFF2-40B4-BE49-F238E27FC236}">
                <a16:creationId xmlns:a16="http://schemas.microsoft.com/office/drawing/2014/main" id="{29AED0DD-AE1E-8348-B75F-7809A5860573}"/>
              </a:ext>
            </a:extLst>
          </p:cNvPr>
          <p:cNvSpPr/>
          <p:nvPr/>
        </p:nvSpPr>
        <p:spPr>
          <a:xfrm>
            <a:off x="4706566" y="2438731"/>
            <a:ext cx="1610716" cy="345277"/>
          </a:xfrm>
          <a:prstGeom prst="rect">
            <a:avLst/>
          </a:prstGeom>
          <a:solidFill>
            <a:srgbClr val="FFFF00">
              <a:alpha val="26391"/>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0" name="Rectangle 9">
            <a:extLst>
              <a:ext uri="{FF2B5EF4-FFF2-40B4-BE49-F238E27FC236}">
                <a16:creationId xmlns:a16="http://schemas.microsoft.com/office/drawing/2014/main" id="{22C83036-1ADF-2745-91A1-6B9691E6B419}"/>
              </a:ext>
            </a:extLst>
          </p:cNvPr>
          <p:cNvSpPr/>
          <p:nvPr/>
        </p:nvSpPr>
        <p:spPr>
          <a:xfrm>
            <a:off x="2043889" y="4184117"/>
            <a:ext cx="2822360" cy="345277"/>
          </a:xfrm>
          <a:prstGeom prst="rect">
            <a:avLst/>
          </a:prstGeom>
          <a:solidFill>
            <a:srgbClr val="FFFF00">
              <a:alpha val="26391"/>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8" name="Horizontal Scroll 17">
            <a:extLst>
              <a:ext uri="{FF2B5EF4-FFF2-40B4-BE49-F238E27FC236}">
                <a16:creationId xmlns:a16="http://schemas.microsoft.com/office/drawing/2014/main" id="{A8845B49-8804-0546-A536-CDB2C4B68921}"/>
              </a:ext>
            </a:extLst>
          </p:cNvPr>
          <p:cNvSpPr/>
          <p:nvPr/>
        </p:nvSpPr>
        <p:spPr>
          <a:xfrm>
            <a:off x="2327610" y="688285"/>
            <a:ext cx="5737251" cy="700564"/>
          </a:xfrm>
          <a:prstGeom prst="horizontalScroll">
            <a:avLst/>
          </a:prstGeom>
          <a:solidFill>
            <a:srgbClr val="F5E965"/>
          </a:solidFill>
          <a:ln>
            <a:solidFill>
              <a:srgbClr val="FF0000"/>
            </a:solidFill>
          </a:ln>
        </p:spPr>
        <p:style>
          <a:lnRef idx="3">
            <a:schemeClr val="lt1"/>
          </a:lnRef>
          <a:fillRef idx="1">
            <a:schemeClr val="accent5"/>
          </a:fillRef>
          <a:effectRef idx="1">
            <a:schemeClr val="accent5"/>
          </a:effectRef>
          <a:fontRef idx="minor">
            <a:schemeClr val="lt1"/>
          </a:fontRef>
        </p:style>
        <p:txBody>
          <a:bodyPr rtlCol="0" anchor="ctr"/>
          <a:lstStyle/>
          <a:p>
            <a:pPr algn="ctr"/>
            <a:r>
              <a:rPr lang="en-VN" b="1">
                <a:solidFill>
                  <a:srgbClr val="FF0000"/>
                </a:solidFill>
              </a:rPr>
              <a:t>Ghi nhớ: </a:t>
            </a:r>
            <a:r>
              <a:rPr lang="en-VN" b="1">
                <a:solidFill>
                  <a:srgbClr val="0432FF"/>
                </a:solidFill>
              </a:rPr>
              <a:t>Đối số phải có kiểu dữ liệu phù hợp với tham số</a:t>
            </a:r>
          </a:p>
        </p:txBody>
      </p:sp>
      <p:sp>
        <p:nvSpPr>
          <p:cNvPr id="19" name="Slide Number Placeholder 18">
            <a:extLst>
              <a:ext uri="{FF2B5EF4-FFF2-40B4-BE49-F238E27FC236}">
                <a16:creationId xmlns:a16="http://schemas.microsoft.com/office/drawing/2014/main" id="{AFB80186-C2B8-EC45-9547-0673DA2C7462}"/>
              </a:ext>
            </a:extLst>
          </p:cNvPr>
          <p:cNvSpPr>
            <a:spLocks noGrp="1"/>
          </p:cNvSpPr>
          <p:nvPr>
            <p:ph type="sldNum" sz="quarter" idx="12"/>
          </p:nvPr>
        </p:nvSpPr>
        <p:spPr/>
        <p:txBody>
          <a:bodyPr/>
          <a:lstStyle/>
          <a:p>
            <a:fld id="{1AD93096-5B34-4342-9326-69289CEAE4C2}" type="slidenum">
              <a:rPr lang="en-US" smtClean="0"/>
              <a:pPr/>
              <a:t>19</a:t>
            </a:fld>
            <a:endParaRPr lang="en-US" dirty="0"/>
          </a:p>
        </p:txBody>
      </p:sp>
      <p:sp>
        <p:nvSpPr>
          <p:cNvPr id="9" name="Rectangle 8">
            <a:extLst>
              <a:ext uri="{FF2B5EF4-FFF2-40B4-BE49-F238E27FC236}">
                <a16:creationId xmlns:a16="http://schemas.microsoft.com/office/drawing/2014/main" id="{FE1FAD6A-CF50-DCF7-890E-A4D03F706A86}"/>
              </a:ext>
            </a:extLst>
          </p:cNvPr>
          <p:cNvSpPr/>
          <p:nvPr/>
        </p:nvSpPr>
        <p:spPr>
          <a:xfrm>
            <a:off x="2043889" y="5149963"/>
            <a:ext cx="2822360" cy="345277"/>
          </a:xfrm>
          <a:prstGeom prst="rect">
            <a:avLst/>
          </a:prstGeom>
          <a:solidFill>
            <a:srgbClr val="FFFF00">
              <a:alpha val="26391"/>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1" name="Line Callout 1 10">
            <a:extLst>
              <a:ext uri="{FF2B5EF4-FFF2-40B4-BE49-F238E27FC236}">
                <a16:creationId xmlns:a16="http://schemas.microsoft.com/office/drawing/2014/main" id="{DB844576-2117-81F6-E034-C25F84EABE1D}"/>
              </a:ext>
            </a:extLst>
          </p:cNvPr>
          <p:cNvSpPr/>
          <p:nvPr/>
        </p:nvSpPr>
        <p:spPr>
          <a:xfrm>
            <a:off x="6677846" y="1366763"/>
            <a:ext cx="2341464" cy="562486"/>
          </a:xfrm>
          <a:prstGeom prst="borderCallout1">
            <a:avLst>
              <a:gd name="adj1" fmla="val 54148"/>
              <a:gd name="adj2" fmla="val 680"/>
              <a:gd name="adj3" fmla="val 200340"/>
              <a:gd name="adj4" fmla="val -63314"/>
            </a:avLst>
          </a:prstGeom>
          <a:ln/>
        </p:spPr>
        <p:style>
          <a:lnRef idx="1">
            <a:schemeClr val="accent2"/>
          </a:lnRef>
          <a:fillRef idx="2">
            <a:schemeClr val="accent2"/>
          </a:fillRef>
          <a:effectRef idx="1">
            <a:schemeClr val="accent2"/>
          </a:effectRef>
          <a:fontRef idx="minor">
            <a:schemeClr val="dk1"/>
          </a:fontRef>
        </p:style>
        <p:txBody>
          <a:bodyPr rtlCol="0" anchor="ctr"/>
          <a:lstStyle/>
          <a:p>
            <a:pPr algn="just"/>
            <a:r>
              <a:rPr lang="vi-VN" sz="1600" dirty="0">
                <a:solidFill>
                  <a:schemeClr val="tx1"/>
                </a:solidFill>
                <a:latin typeface="Consolas" pitchFamily="49" charset="0"/>
                <a:cs typeface="Consolas" pitchFamily="49" charset="0"/>
              </a:rPr>
              <a:t>Định nghĩa hàm có 1 tham số kiểu </a:t>
            </a:r>
            <a:r>
              <a:rPr lang="vi-VN" sz="1600" dirty="0">
                <a:solidFill>
                  <a:srgbClr val="0432FF"/>
                </a:solidFill>
                <a:latin typeface="Consolas" pitchFamily="49" charset="0"/>
                <a:cs typeface="Consolas" pitchFamily="49" charset="0"/>
              </a:rPr>
              <a:t>string</a:t>
            </a:r>
            <a:endParaRPr lang="en-GB" sz="1600" dirty="0">
              <a:solidFill>
                <a:srgbClr val="0432FF"/>
              </a:solidFill>
              <a:latin typeface="Consolas" pitchFamily="49" charset="0"/>
              <a:cs typeface="Consolas" pitchFamily="49" charset="0"/>
            </a:endParaRPr>
          </a:p>
        </p:txBody>
      </p:sp>
      <p:sp>
        <p:nvSpPr>
          <p:cNvPr id="13" name="Line Callout 1 12">
            <a:extLst>
              <a:ext uri="{FF2B5EF4-FFF2-40B4-BE49-F238E27FC236}">
                <a16:creationId xmlns:a16="http://schemas.microsoft.com/office/drawing/2014/main" id="{14D826B8-631F-2D16-0157-01E384967633}"/>
              </a:ext>
            </a:extLst>
          </p:cNvPr>
          <p:cNvSpPr/>
          <p:nvPr/>
        </p:nvSpPr>
        <p:spPr>
          <a:xfrm>
            <a:off x="6654444" y="3320476"/>
            <a:ext cx="2341464" cy="738905"/>
          </a:xfrm>
          <a:prstGeom prst="borderCallout1">
            <a:avLst>
              <a:gd name="adj1" fmla="val 54148"/>
              <a:gd name="adj2" fmla="val 680"/>
              <a:gd name="adj3" fmla="val 125305"/>
              <a:gd name="adj4" fmla="val -109468"/>
            </a:avLst>
          </a:prstGeom>
          <a:ln/>
        </p:spPr>
        <p:style>
          <a:lnRef idx="1">
            <a:schemeClr val="accent2"/>
          </a:lnRef>
          <a:fillRef idx="2">
            <a:schemeClr val="accent2"/>
          </a:fillRef>
          <a:effectRef idx="1">
            <a:schemeClr val="accent2"/>
          </a:effectRef>
          <a:fontRef idx="minor">
            <a:schemeClr val="dk1"/>
          </a:fontRef>
        </p:style>
        <p:txBody>
          <a:bodyPr rtlCol="0" anchor="ctr"/>
          <a:lstStyle/>
          <a:p>
            <a:pPr algn="just"/>
            <a:r>
              <a:rPr lang="vi-VN" sz="1600" dirty="0">
                <a:solidFill>
                  <a:schemeClr val="tx1"/>
                </a:solidFill>
                <a:latin typeface="Consolas" pitchFamily="49" charset="0"/>
                <a:cs typeface="Consolas" pitchFamily="49" charset="0"/>
              </a:rPr>
              <a:t>Gọi hàm truyền đối số là một </a:t>
            </a:r>
            <a:r>
              <a:rPr lang="vi-VN" sz="1600" dirty="0">
                <a:solidFill>
                  <a:schemeClr val="tx1"/>
                </a:solidFill>
                <a:highlight>
                  <a:srgbClr val="FFFF00"/>
                </a:highlight>
                <a:latin typeface="Consolas" pitchFamily="49" charset="0"/>
                <a:cs typeface="Consolas" pitchFamily="49" charset="0"/>
              </a:rPr>
              <a:t>giá trị </a:t>
            </a:r>
            <a:r>
              <a:rPr lang="vi-VN" sz="1600" dirty="0">
                <a:solidFill>
                  <a:srgbClr val="0432FF"/>
                </a:solidFill>
                <a:highlight>
                  <a:srgbClr val="FFFF00"/>
                </a:highlight>
                <a:latin typeface="Consolas" pitchFamily="49" charset="0"/>
                <a:cs typeface="Consolas" pitchFamily="49" charset="0"/>
              </a:rPr>
              <a:t>string</a:t>
            </a:r>
            <a:endParaRPr lang="en-GB" sz="1600" dirty="0">
              <a:solidFill>
                <a:srgbClr val="0432FF"/>
              </a:solidFill>
              <a:highlight>
                <a:srgbClr val="FFFF00"/>
              </a:highlight>
              <a:latin typeface="Consolas" pitchFamily="49" charset="0"/>
              <a:cs typeface="Consolas" pitchFamily="49" charset="0"/>
            </a:endParaRPr>
          </a:p>
        </p:txBody>
      </p:sp>
      <p:sp>
        <p:nvSpPr>
          <p:cNvPr id="14" name="Line Callout 1 13">
            <a:extLst>
              <a:ext uri="{FF2B5EF4-FFF2-40B4-BE49-F238E27FC236}">
                <a16:creationId xmlns:a16="http://schemas.microsoft.com/office/drawing/2014/main" id="{0313DE9E-21B2-0875-1441-C17EAAE655B0}"/>
              </a:ext>
            </a:extLst>
          </p:cNvPr>
          <p:cNvSpPr/>
          <p:nvPr/>
        </p:nvSpPr>
        <p:spPr>
          <a:xfrm>
            <a:off x="6654444" y="4278020"/>
            <a:ext cx="2341464" cy="738905"/>
          </a:xfrm>
          <a:prstGeom prst="borderCallout1">
            <a:avLst>
              <a:gd name="adj1" fmla="val 54148"/>
              <a:gd name="adj2" fmla="val 680"/>
              <a:gd name="adj3" fmla="val 127180"/>
              <a:gd name="adj4" fmla="val -110059"/>
            </a:avLst>
          </a:prstGeom>
          <a:ln/>
        </p:spPr>
        <p:style>
          <a:lnRef idx="1">
            <a:schemeClr val="accent2"/>
          </a:lnRef>
          <a:fillRef idx="2">
            <a:schemeClr val="accent2"/>
          </a:fillRef>
          <a:effectRef idx="1">
            <a:schemeClr val="accent2"/>
          </a:effectRef>
          <a:fontRef idx="minor">
            <a:schemeClr val="dk1"/>
          </a:fontRef>
        </p:style>
        <p:txBody>
          <a:bodyPr rtlCol="0" anchor="ctr"/>
          <a:lstStyle/>
          <a:p>
            <a:pPr algn="just"/>
            <a:r>
              <a:rPr lang="vi-VN" sz="1600" dirty="0">
                <a:solidFill>
                  <a:schemeClr val="tx1"/>
                </a:solidFill>
                <a:latin typeface="Consolas" pitchFamily="49" charset="0"/>
                <a:cs typeface="Consolas" pitchFamily="49" charset="0"/>
              </a:rPr>
              <a:t>Gọi hàm truyền đối số là một </a:t>
            </a:r>
            <a:r>
              <a:rPr lang="vi-VN" sz="1600" dirty="0">
                <a:solidFill>
                  <a:schemeClr val="tx1"/>
                </a:solidFill>
                <a:highlight>
                  <a:srgbClr val="FFFF00"/>
                </a:highlight>
                <a:latin typeface="Consolas" pitchFamily="49" charset="0"/>
                <a:cs typeface="Consolas" pitchFamily="49" charset="0"/>
              </a:rPr>
              <a:t>biến kiểu </a:t>
            </a:r>
            <a:r>
              <a:rPr lang="vi-VN" sz="1600" dirty="0">
                <a:solidFill>
                  <a:srgbClr val="0432FF"/>
                </a:solidFill>
                <a:highlight>
                  <a:srgbClr val="FFFF00"/>
                </a:highlight>
                <a:latin typeface="Consolas" pitchFamily="49" charset="0"/>
                <a:cs typeface="Consolas" pitchFamily="49" charset="0"/>
              </a:rPr>
              <a:t>string</a:t>
            </a:r>
            <a:endParaRPr lang="en-GB" sz="1600" dirty="0">
              <a:solidFill>
                <a:srgbClr val="0432FF"/>
              </a:solidFill>
              <a:highlight>
                <a:srgbClr val="FFFF00"/>
              </a:highlight>
              <a:latin typeface="Consolas" pitchFamily="49" charset="0"/>
              <a:cs typeface="Consolas" pitchFamily="49" charset="0"/>
            </a:endParaRPr>
          </a:p>
        </p:txBody>
      </p:sp>
    </p:spTree>
    <p:extLst>
      <p:ext uri="{BB962C8B-B14F-4D97-AF65-F5344CB8AC3E}">
        <p14:creationId xmlns:p14="http://schemas.microsoft.com/office/powerpoint/2010/main" val="980320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par>
                                <p:cTn id="8" presetID="9"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dissolve">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blinds(horizontal)">
                                      <p:cBhvr>
                                        <p:cTn id="15" dur="500"/>
                                        <p:tgtEl>
                                          <p:spTgt spid="10"/>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dissolv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blinds(horizontal)">
                                      <p:cBhvr>
                                        <p:cTn id="23" dur="500"/>
                                        <p:tgtEl>
                                          <p:spTgt spid="9"/>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dissolve">
                                      <p:cBhvr>
                                        <p:cTn id="26" dur="500"/>
                                        <p:tgtEl>
                                          <p:spTgt spid="14"/>
                                        </p:tgtEl>
                                      </p:cBhvr>
                                    </p:animEffect>
                                  </p:childTnLst>
                                </p:cTn>
                              </p:par>
                            </p:childTnLst>
                          </p:cTn>
                        </p:par>
                      </p:childTnLst>
                    </p:cTn>
                  </p:par>
                  <p:par>
                    <p:cTn id="27" fill="hold">
                      <p:stCondLst>
                        <p:cond delay="indefinite"/>
                      </p:stCondLst>
                      <p:childTnLst>
                        <p:par>
                          <p:cTn id="28" fill="hold">
                            <p:stCondLst>
                              <p:cond delay="0"/>
                            </p:stCondLst>
                            <p:childTnLst>
                              <p:par>
                                <p:cTn id="29" presetID="16" presetClass="entr" presetSubtype="37" fill="hold" grpId="0" nodeType="click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barn(outVertical)">
                                      <p:cBhvr>
                                        <p:cTn id="31"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8" grpId="0" animBg="1"/>
      <p:bldP spid="9" grpId="0" animBg="1"/>
      <p:bldP spid="11" grpId="0" animBg="1"/>
      <p:bldP spid="13" grpId="0" animBg="1"/>
      <p:bldP spid="1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18F5B6-2B35-0049-BA49-44A29008CBD6}"/>
              </a:ext>
            </a:extLst>
          </p:cNvPr>
          <p:cNvSpPr>
            <a:spLocks noGrp="1"/>
          </p:cNvSpPr>
          <p:nvPr>
            <p:ph type="title"/>
          </p:nvPr>
        </p:nvSpPr>
        <p:spPr/>
        <p:txBody>
          <a:bodyPr>
            <a:normAutofit fontScale="90000"/>
          </a:bodyPr>
          <a:lstStyle/>
          <a:p>
            <a:r>
              <a:rPr lang="en-VN"/>
              <a:t>LỜI GỌI HÀM</a:t>
            </a:r>
          </a:p>
        </p:txBody>
      </p:sp>
      <p:sp>
        <p:nvSpPr>
          <p:cNvPr id="3" name="Content Placeholder 2">
            <a:extLst>
              <a:ext uri="{FF2B5EF4-FFF2-40B4-BE49-F238E27FC236}">
                <a16:creationId xmlns:a16="http://schemas.microsoft.com/office/drawing/2014/main" id="{B269EA81-1FD2-FC41-A8A5-F8D065B00FC5}"/>
              </a:ext>
            </a:extLst>
          </p:cNvPr>
          <p:cNvSpPr>
            <a:spLocks noGrp="1"/>
          </p:cNvSpPr>
          <p:nvPr>
            <p:ph idx="1"/>
          </p:nvPr>
        </p:nvSpPr>
        <p:spPr/>
        <p:txBody>
          <a:bodyPr>
            <a:normAutofit/>
          </a:bodyPr>
          <a:lstStyle/>
          <a:p>
            <a:pPr algn="just"/>
            <a:r>
              <a:rPr lang="en-VN" sz="2800"/>
              <a:t>Nếu </a:t>
            </a:r>
            <a:r>
              <a:rPr lang="en-VN" sz="2800">
                <a:solidFill>
                  <a:srgbClr val="EF6822"/>
                </a:solidFill>
              </a:rPr>
              <a:t>hàm có kết quả trả về</a:t>
            </a:r>
            <a:r>
              <a:rPr lang="en-VN" sz="2800"/>
              <a:t>:</a:t>
            </a:r>
          </a:p>
          <a:p>
            <a:pPr lvl="1" algn="just"/>
            <a:r>
              <a:rPr lang="en-VN" sz="2400"/>
              <a:t>Lưu kết quả của hàm để xử lý tiếp;</a:t>
            </a:r>
          </a:p>
          <a:p>
            <a:pPr lvl="1" algn="just"/>
            <a:r>
              <a:rPr lang="en-VN" sz="2400"/>
              <a:t>Trực tiếp in kết quả.</a:t>
            </a:r>
          </a:p>
        </p:txBody>
      </p:sp>
      <p:sp>
        <p:nvSpPr>
          <p:cNvPr id="4" name="Footer Placeholder 3">
            <a:extLst>
              <a:ext uri="{FF2B5EF4-FFF2-40B4-BE49-F238E27FC236}">
                <a16:creationId xmlns:a16="http://schemas.microsoft.com/office/drawing/2014/main" id="{1C539748-48B9-C040-9680-467BCD27B513}"/>
              </a:ext>
            </a:extLst>
          </p:cNvPr>
          <p:cNvSpPr>
            <a:spLocks noGrp="1"/>
          </p:cNvSpPr>
          <p:nvPr>
            <p:ph type="ftr" sz="quarter" idx="11"/>
          </p:nvPr>
        </p:nvSpPr>
        <p:spPr/>
        <p:txBody>
          <a:bodyPr/>
          <a:lstStyle/>
          <a:p>
            <a:r>
              <a:rPr lang="vi-VN" dirty="0"/>
              <a:t>Bài 5: Hàm</a:t>
            </a:r>
            <a:endParaRPr lang="en-US" dirty="0"/>
          </a:p>
        </p:txBody>
      </p:sp>
      <p:sp>
        <p:nvSpPr>
          <p:cNvPr id="11" name="Slide Number Placeholder 10">
            <a:extLst>
              <a:ext uri="{FF2B5EF4-FFF2-40B4-BE49-F238E27FC236}">
                <a16:creationId xmlns:a16="http://schemas.microsoft.com/office/drawing/2014/main" id="{A3AACE93-6862-B24A-B40D-CA68502B10C6}"/>
              </a:ext>
            </a:extLst>
          </p:cNvPr>
          <p:cNvSpPr>
            <a:spLocks noGrp="1"/>
          </p:cNvSpPr>
          <p:nvPr>
            <p:ph type="sldNum" sz="quarter" idx="12"/>
          </p:nvPr>
        </p:nvSpPr>
        <p:spPr/>
        <p:txBody>
          <a:bodyPr/>
          <a:lstStyle/>
          <a:p>
            <a:fld id="{1AD93096-5B34-4342-9326-69289CEAE4C2}" type="slidenum">
              <a:rPr lang="en-US" smtClean="0"/>
              <a:pPr/>
              <a:t>20</a:t>
            </a:fld>
            <a:endParaRPr lang="en-US" dirty="0"/>
          </a:p>
        </p:txBody>
      </p:sp>
      <p:sp>
        <p:nvSpPr>
          <p:cNvPr id="5" name="Content Placeholder 5">
            <a:extLst>
              <a:ext uri="{FF2B5EF4-FFF2-40B4-BE49-F238E27FC236}">
                <a16:creationId xmlns:a16="http://schemas.microsoft.com/office/drawing/2014/main" id="{EAB632FD-002B-2B46-9556-52B5A4A1246C}"/>
              </a:ext>
            </a:extLst>
          </p:cNvPr>
          <p:cNvSpPr txBox="1">
            <a:spLocks/>
          </p:cNvSpPr>
          <p:nvPr/>
        </p:nvSpPr>
        <p:spPr>
          <a:xfrm>
            <a:off x="2174484" y="2281018"/>
            <a:ext cx="4795031" cy="4440458"/>
          </a:xfrm>
          <a:prstGeom prst="rect">
            <a:avLst/>
          </a:prstGeom>
        </p:spPr>
        <p:style>
          <a:lnRef idx="2">
            <a:schemeClr val="accent2"/>
          </a:lnRef>
          <a:fillRef idx="1">
            <a:schemeClr val="lt1"/>
          </a:fillRef>
          <a:effectRef idx="0">
            <a:schemeClr val="accent2"/>
          </a:effectRef>
          <a:fontRef idx="minor">
            <a:schemeClr val="dk1"/>
          </a:fontRef>
        </p:style>
        <p:txBody>
          <a:bodyPr>
            <a:noAutofit/>
          </a:bodyPr>
          <a:lstStyle>
            <a:lvl1pPr marL="308610" indent="-257175" algn="l" rtl="0" eaLnBrk="1" latinLnBrk="0" hangingPunct="1">
              <a:spcBef>
                <a:spcPts val="525"/>
              </a:spcBef>
              <a:buSzPct val="95000"/>
              <a:buFont typeface="Wingdings"/>
              <a:buChar char=""/>
              <a:defRPr sz="1500" kern="1200" spc="0">
                <a:solidFill>
                  <a:schemeClr val="tx1"/>
                </a:solidFill>
                <a:latin typeface="+mn-lt"/>
                <a:ea typeface="+mn-ea"/>
                <a:cs typeface="Arial" pitchFamily="34" charset="0"/>
              </a:defRPr>
            </a:lvl1pPr>
            <a:lvl2pPr marL="555498" indent="-214313" algn="l" rtl="0" eaLnBrk="1" latinLnBrk="0" hangingPunct="1">
              <a:spcBef>
                <a:spcPct val="20000"/>
              </a:spcBef>
              <a:buClr>
                <a:schemeClr val="accent2"/>
              </a:buClr>
              <a:buSzPct val="90000"/>
              <a:buFont typeface="Wingdings"/>
              <a:buChar char=""/>
              <a:defRPr sz="1350" kern="1200" spc="0">
                <a:solidFill>
                  <a:schemeClr val="tx1"/>
                </a:solidFill>
                <a:latin typeface="+mn-lt"/>
                <a:ea typeface="+mn-ea"/>
                <a:cs typeface="Arial" pitchFamily="34" charset="0"/>
              </a:defRPr>
            </a:lvl2pPr>
            <a:lvl3pPr marL="747522" indent="-171450" algn="l" rtl="0" eaLnBrk="1" latinLnBrk="0" hangingPunct="1">
              <a:spcBef>
                <a:spcPct val="20000"/>
              </a:spcBef>
              <a:buClr>
                <a:schemeClr val="accent2"/>
              </a:buClr>
              <a:buFont typeface="Wingdings 2"/>
              <a:buChar char=""/>
              <a:defRPr sz="1200" kern="1200" spc="0">
                <a:solidFill>
                  <a:schemeClr val="tx1"/>
                </a:solidFill>
                <a:latin typeface="+mn-lt"/>
                <a:ea typeface="+mn-ea"/>
                <a:cs typeface="Arial" pitchFamily="34" charset="0"/>
              </a:defRPr>
            </a:lvl3pPr>
            <a:lvl4pPr marL="946404" indent="-171450" algn="l" rtl="0" eaLnBrk="1" latinLnBrk="0" hangingPunct="1">
              <a:spcBef>
                <a:spcPct val="20000"/>
              </a:spcBef>
              <a:buClr>
                <a:schemeClr val="accent3"/>
              </a:buClr>
              <a:buFont typeface="Wingdings 3"/>
              <a:buChar char=""/>
              <a:defRPr sz="1200" kern="1200" spc="0">
                <a:solidFill>
                  <a:schemeClr val="tx1"/>
                </a:solidFill>
                <a:latin typeface="+mn-lt"/>
                <a:ea typeface="+mn-ea"/>
                <a:cs typeface="Arial" pitchFamily="34" charset="0"/>
              </a:defRPr>
            </a:lvl4pPr>
            <a:lvl5pPr marL="1110996" indent="-157734" algn="l" rtl="0" eaLnBrk="1" latinLnBrk="0" hangingPunct="1">
              <a:spcBef>
                <a:spcPct val="20000"/>
              </a:spcBef>
              <a:buClr>
                <a:schemeClr val="accent3"/>
              </a:buClr>
              <a:buFont typeface="Wingdings 2"/>
              <a:buChar char=""/>
              <a:defRPr sz="1050" kern="1200" spc="0">
                <a:solidFill>
                  <a:schemeClr val="tx1"/>
                </a:solidFill>
                <a:latin typeface="+mn-lt"/>
                <a:ea typeface="+mn-ea"/>
                <a:cs typeface="Arial" pitchFamily="34" charset="0"/>
              </a:defRPr>
            </a:lvl5pPr>
            <a:lvl6pPr marL="1282446" indent="-157734" algn="l" rtl="0" eaLnBrk="1" latinLnBrk="0" hangingPunct="1">
              <a:spcBef>
                <a:spcPct val="20000"/>
              </a:spcBef>
              <a:buClr>
                <a:schemeClr val="accent3"/>
              </a:buClr>
              <a:buFont typeface="Wingdings 2"/>
              <a:buChar char=""/>
              <a:defRPr sz="1350" kern="1200">
                <a:solidFill>
                  <a:schemeClr val="tx1"/>
                </a:solidFill>
                <a:latin typeface="+mn-lt"/>
                <a:ea typeface="+mn-ea"/>
                <a:cs typeface="+mn-cs"/>
              </a:defRPr>
            </a:lvl6pPr>
            <a:lvl7pPr marL="1426464"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7pPr>
            <a:lvl8pPr marL="1570482"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8pPr>
            <a:lvl9pPr marL="1714500"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9pPr>
            <a:extLst/>
          </a:lstStyle>
          <a:p>
            <a:pPr marL="51435" indent="0">
              <a:spcBef>
                <a:spcPts val="0"/>
              </a:spcBef>
              <a:buNone/>
            </a:pPr>
            <a:r>
              <a:rPr lang="en-US" sz="1600">
                <a:solidFill>
                  <a:srgbClr val="0000FF"/>
                </a:solidFill>
                <a:latin typeface="Consolas" panose="020B0609020204030204" pitchFamily="49" charset="0"/>
              </a:rPr>
              <a:t>using</a:t>
            </a:r>
            <a:r>
              <a:rPr lang="en-US" sz="1600">
                <a:latin typeface="Consolas" panose="020B0609020204030204" pitchFamily="49" charset="0"/>
              </a:rPr>
              <a:t> System;</a:t>
            </a:r>
          </a:p>
          <a:p>
            <a:pPr marL="51435" indent="0">
              <a:spcBef>
                <a:spcPts val="0"/>
              </a:spcBef>
              <a:buNone/>
            </a:pPr>
            <a:r>
              <a:rPr lang="en-US" sz="1600">
                <a:solidFill>
                  <a:srgbClr val="0000FF"/>
                </a:solidFill>
                <a:latin typeface="Consolas" panose="020B0609020204030204" pitchFamily="49" charset="0"/>
              </a:rPr>
              <a:t>namespace</a:t>
            </a:r>
            <a:r>
              <a:rPr lang="en-US" sz="1600">
                <a:latin typeface="Consolas" panose="020B0609020204030204" pitchFamily="49" charset="0"/>
              </a:rPr>
              <a:t> {</a:t>
            </a:r>
          </a:p>
          <a:p>
            <a:pPr marL="51435" indent="0">
              <a:spcBef>
                <a:spcPts val="0"/>
              </a:spcBef>
              <a:buNone/>
            </a:pPr>
            <a:r>
              <a:rPr lang="en-US" sz="1600">
                <a:solidFill>
                  <a:srgbClr val="0000FF"/>
                </a:solidFill>
                <a:latin typeface="Consolas" panose="020B0609020204030204" pitchFamily="49" charset="0"/>
              </a:rPr>
              <a:t>	class</a:t>
            </a:r>
            <a:r>
              <a:rPr lang="en-US" sz="1600">
                <a:solidFill>
                  <a:srgbClr val="000000"/>
                </a:solidFill>
                <a:latin typeface="Consolas" panose="020B0609020204030204" pitchFamily="49" charset="0"/>
              </a:rPr>
              <a:t> </a:t>
            </a:r>
            <a:r>
              <a:rPr lang="en-US" sz="1600">
                <a:solidFill>
                  <a:srgbClr val="2B91AF"/>
                </a:solidFill>
                <a:latin typeface="Consolas" panose="020B0609020204030204" pitchFamily="49" charset="0"/>
              </a:rPr>
              <a:t>Program</a:t>
            </a:r>
          </a:p>
          <a:p>
            <a:pPr marL="51435" indent="0">
              <a:spcBef>
                <a:spcPts val="0"/>
              </a:spcBef>
              <a:buNone/>
            </a:pPr>
            <a:r>
              <a:rPr lang="en-US" sz="1600">
                <a:latin typeface="Consolas" panose="020B0609020204030204" pitchFamily="49" charset="0"/>
              </a:rPr>
              <a:t>	{</a:t>
            </a:r>
          </a:p>
          <a:p>
            <a:pPr marL="51435" indent="0">
              <a:spcBef>
                <a:spcPts val="0"/>
              </a:spcBef>
              <a:buNone/>
            </a:pPr>
            <a:r>
              <a:rPr lang="en-US" sz="1600">
                <a:solidFill>
                  <a:schemeClr val="bg1"/>
                </a:solidFill>
                <a:latin typeface="Consolas" panose="020B0609020204030204" pitchFamily="49" charset="0"/>
              </a:rPr>
              <a:t>		</a:t>
            </a:r>
            <a:r>
              <a:rPr lang="en-US" sz="1600">
                <a:solidFill>
                  <a:srgbClr val="0432FF"/>
                </a:solidFill>
                <a:latin typeface="Consolas" panose="020B0609020204030204" pitchFamily="49" charset="0"/>
              </a:rPr>
              <a:t>static</a:t>
            </a:r>
            <a:r>
              <a:rPr lang="en-US" sz="1600">
                <a:latin typeface="Consolas" panose="020B0609020204030204" pitchFamily="49" charset="0"/>
              </a:rPr>
              <a:t> </a:t>
            </a:r>
            <a:r>
              <a:rPr lang="en-US" sz="1600">
                <a:solidFill>
                  <a:srgbClr val="0000FF"/>
                </a:solidFill>
                <a:latin typeface="Consolas" panose="020B0609020204030204" pitchFamily="49" charset="0"/>
              </a:rPr>
              <a:t>int</a:t>
            </a:r>
            <a:r>
              <a:rPr lang="en-US" sz="1600">
                <a:latin typeface="Consolas" panose="020B0609020204030204" pitchFamily="49" charset="0"/>
              </a:rPr>
              <a:t> </a:t>
            </a:r>
            <a:r>
              <a:rPr lang="en-US" sz="1600" dirty="0">
                <a:solidFill>
                  <a:srgbClr val="FEA400"/>
                </a:solidFill>
                <a:latin typeface="Consolas" panose="020B0609020204030204" pitchFamily="49" charset="0"/>
              </a:rPr>
              <a:t>Sum</a:t>
            </a:r>
            <a:r>
              <a:rPr lang="en-US" sz="1600">
                <a:latin typeface="Consolas" panose="020B0609020204030204" pitchFamily="49" charset="0"/>
              </a:rPr>
              <a:t>(</a:t>
            </a:r>
            <a:r>
              <a:rPr lang="en-US" sz="1600">
                <a:solidFill>
                  <a:srgbClr val="0432FF"/>
                </a:solidFill>
                <a:latin typeface="Consolas" panose="020B0609020204030204" pitchFamily="49" charset="0"/>
              </a:rPr>
              <a:t>int</a:t>
            </a:r>
            <a:r>
              <a:rPr lang="en-US" sz="1600">
                <a:solidFill>
                  <a:schemeClr val="bg1"/>
                </a:solidFill>
                <a:latin typeface="Consolas" panose="020B0609020204030204" pitchFamily="49" charset="0"/>
              </a:rPr>
              <a:t> </a:t>
            </a:r>
            <a:r>
              <a:rPr lang="en-US" sz="1600">
                <a:solidFill>
                  <a:schemeClr val="accent6">
                    <a:lumMod val="75000"/>
                  </a:schemeClr>
                </a:solidFill>
                <a:latin typeface="Consolas" panose="020B0609020204030204" pitchFamily="49" charset="0"/>
              </a:rPr>
              <a:t>a</a:t>
            </a:r>
            <a:r>
              <a:rPr lang="en-US" sz="1600">
                <a:latin typeface="Consolas" panose="020B0609020204030204" pitchFamily="49" charset="0"/>
              </a:rPr>
              <a:t>, </a:t>
            </a:r>
            <a:r>
              <a:rPr lang="en-US" sz="1600">
                <a:solidFill>
                  <a:srgbClr val="0432FF"/>
                </a:solidFill>
                <a:latin typeface="Consolas" panose="020B0609020204030204" pitchFamily="49" charset="0"/>
              </a:rPr>
              <a:t>int</a:t>
            </a:r>
            <a:r>
              <a:rPr lang="en-US" sz="1600">
                <a:solidFill>
                  <a:schemeClr val="bg1"/>
                </a:solidFill>
                <a:latin typeface="Consolas" panose="020B0609020204030204" pitchFamily="49" charset="0"/>
              </a:rPr>
              <a:t> </a:t>
            </a:r>
            <a:r>
              <a:rPr lang="en-US" sz="1600">
                <a:solidFill>
                  <a:schemeClr val="accent6">
                    <a:lumMod val="75000"/>
                  </a:schemeClr>
                </a:solidFill>
                <a:latin typeface="Consolas" panose="020B0609020204030204" pitchFamily="49" charset="0"/>
              </a:rPr>
              <a:t>b</a:t>
            </a:r>
            <a:r>
              <a:rPr lang="en-US" sz="1600">
                <a:latin typeface="Consolas" panose="020B0609020204030204" pitchFamily="49" charset="0"/>
              </a:rPr>
              <a:t>)</a:t>
            </a:r>
          </a:p>
          <a:p>
            <a:pPr marL="51435" indent="0">
              <a:spcBef>
                <a:spcPts val="0"/>
              </a:spcBef>
              <a:buNone/>
            </a:pPr>
            <a:r>
              <a:rPr lang="en-US" sz="1600">
                <a:latin typeface="Consolas" panose="020B0609020204030204" pitchFamily="49" charset="0"/>
              </a:rPr>
              <a:t>		{</a:t>
            </a:r>
          </a:p>
          <a:p>
            <a:pPr marL="51435" indent="0">
              <a:spcBef>
                <a:spcPts val="0"/>
              </a:spcBef>
              <a:buNone/>
            </a:pPr>
            <a:r>
              <a:rPr lang="en-US" sz="1600">
                <a:solidFill>
                  <a:srgbClr val="0432FF"/>
                </a:solidFill>
                <a:latin typeface="Consolas" panose="020B0609020204030204" pitchFamily="49" charset="0"/>
              </a:rPr>
              <a:t>			 return </a:t>
            </a:r>
            <a:r>
              <a:rPr lang="en-US" sz="1600">
                <a:solidFill>
                  <a:schemeClr val="accent6">
                    <a:lumMod val="75000"/>
                  </a:schemeClr>
                </a:solidFill>
                <a:latin typeface="Consolas" panose="020B0609020204030204" pitchFamily="49" charset="0"/>
              </a:rPr>
              <a:t>a</a:t>
            </a:r>
            <a:r>
              <a:rPr lang="en-US" sz="1600">
                <a:latin typeface="Consolas" panose="020B0609020204030204" pitchFamily="49" charset="0"/>
              </a:rPr>
              <a:t> + </a:t>
            </a:r>
            <a:r>
              <a:rPr lang="en-US" sz="1600">
                <a:solidFill>
                  <a:schemeClr val="accent6">
                    <a:lumMod val="75000"/>
                  </a:schemeClr>
                </a:solidFill>
                <a:latin typeface="Consolas" panose="020B0609020204030204" pitchFamily="49" charset="0"/>
              </a:rPr>
              <a:t>b</a:t>
            </a:r>
            <a:r>
              <a:rPr lang="en-US" sz="1600">
                <a:latin typeface="Consolas" panose="020B0609020204030204" pitchFamily="49" charset="0"/>
              </a:rPr>
              <a:t>;</a:t>
            </a:r>
          </a:p>
          <a:p>
            <a:pPr marL="51435" indent="0">
              <a:spcBef>
                <a:spcPts val="0"/>
              </a:spcBef>
              <a:buNone/>
            </a:pPr>
            <a:r>
              <a:rPr lang="en-US" sz="1600">
                <a:latin typeface="Consolas" panose="020B0609020204030204" pitchFamily="49" charset="0"/>
              </a:rPr>
              <a:t>		}</a:t>
            </a:r>
          </a:p>
          <a:p>
            <a:pPr marL="51435" indent="0" algn="just">
              <a:spcBef>
                <a:spcPts val="0"/>
              </a:spcBef>
              <a:buNone/>
            </a:pPr>
            <a:r>
              <a:rPr lang="en-US" sz="1600">
                <a:solidFill>
                  <a:schemeClr val="bg1"/>
                </a:solidFill>
                <a:latin typeface="Consolas" panose="020B0609020204030204" pitchFamily="49" charset="0"/>
              </a:rPr>
              <a:t>		</a:t>
            </a:r>
            <a:r>
              <a:rPr lang="en-US" sz="1600">
                <a:solidFill>
                  <a:srgbClr val="0000FF"/>
                </a:solidFill>
                <a:latin typeface="Consolas" panose="020B0609020204030204" pitchFamily="49" charset="0"/>
              </a:rPr>
              <a:t>static</a:t>
            </a:r>
            <a:r>
              <a:rPr lang="en-US" sz="1600">
                <a:latin typeface="Consolas" panose="020B0609020204030204" pitchFamily="49" charset="0"/>
              </a:rPr>
              <a:t> </a:t>
            </a:r>
            <a:r>
              <a:rPr lang="en-US" sz="1600">
                <a:solidFill>
                  <a:srgbClr val="0000FF"/>
                </a:solidFill>
                <a:latin typeface="Consolas" panose="020B0609020204030204" pitchFamily="49" charset="0"/>
              </a:rPr>
              <a:t>void</a:t>
            </a:r>
            <a:r>
              <a:rPr lang="en-US" sz="1600">
                <a:latin typeface="Consolas" panose="020B0609020204030204" pitchFamily="49" charset="0"/>
              </a:rPr>
              <a:t> </a:t>
            </a:r>
            <a:r>
              <a:rPr lang="en-US" sz="1600">
                <a:solidFill>
                  <a:srgbClr val="FEA400"/>
                </a:solidFill>
                <a:latin typeface="Consolas" panose="020B0609020204030204" pitchFamily="49" charset="0"/>
              </a:rPr>
              <a:t>Main</a:t>
            </a:r>
            <a:r>
              <a:rPr lang="en-US" sz="1600">
                <a:latin typeface="Consolas" panose="020B0609020204030204" pitchFamily="49" charset="0"/>
              </a:rPr>
              <a:t>(string[] args</a:t>
            </a:r>
            <a:r>
              <a:rPr lang="en-US" sz="1600">
                <a:solidFill>
                  <a:schemeClr val="bg1"/>
                </a:solidFill>
                <a:latin typeface="Consolas" panose="020B0609020204030204" pitchFamily="49" charset="0"/>
              </a:rPr>
              <a:t>)</a:t>
            </a:r>
          </a:p>
          <a:p>
            <a:pPr marL="51435" indent="0" algn="just">
              <a:spcBef>
                <a:spcPts val="0"/>
              </a:spcBef>
              <a:buNone/>
            </a:pPr>
            <a:r>
              <a:rPr lang="en-US" sz="1600">
                <a:latin typeface="Consolas" panose="020B0609020204030204" pitchFamily="49" charset="0"/>
              </a:rPr>
              <a:t>		{	</a:t>
            </a:r>
          </a:p>
          <a:p>
            <a:pPr marL="51435" indent="0">
              <a:spcBef>
                <a:spcPts val="0"/>
              </a:spcBef>
              <a:buNone/>
            </a:pPr>
            <a:r>
              <a:rPr lang="en-US" sz="1600">
                <a:solidFill>
                  <a:srgbClr val="0432FF"/>
                </a:solidFill>
                <a:latin typeface="Consolas" panose="020B0609020204030204" pitchFamily="49" charset="0"/>
              </a:rPr>
              <a:t>			int</a:t>
            </a:r>
            <a:r>
              <a:rPr lang="en-US" sz="1600">
                <a:solidFill>
                  <a:schemeClr val="bg1"/>
                </a:solidFill>
                <a:latin typeface="Consolas" panose="020B0609020204030204" pitchFamily="49" charset="0"/>
              </a:rPr>
              <a:t> </a:t>
            </a:r>
            <a:r>
              <a:rPr lang="en-US" sz="1600">
                <a:solidFill>
                  <a:schemeClr val="accent6">
                    <a:lumMod val="75000"/>
                  </a:schemeClr>
                </a:solidFill>
                <a:latin typeface="Consolas" panose="020B0609020204030204" pitchFamily="49" charset="0"/>
              </a:rPr>
              <a:t>x </a:t>
            </a:r>
            <a:r>
              <a:rPr lang="en-US" sz="1600">
                <a:latin typeface="Consolas" panose="020B0609020204030204" pitchFamily="49" charset="0"/>
              </a:rPr>
              <a:t>= 8;</a:t>
            </a:r>
          </a:p>
          <a:p>
            <a:pPr marL="51435" indent="0">
              <a:spcBef>
                <a:spcPts val="0"/>
              </a:spcBef>
              <a:buNone/>
            </a:pPr>
            <a:r>
              <a:rPr lang="en-US" sz="1600">
                <a:solidFill>
                  <a:srgbClr val="0432FF"/>
                </a:solidFill>
                <a:latin typeface="Consolas" panose="020B0609020204030204" pitchFamily="49" charset="0"/>
              </a:rPr>
              <a:t>			int</a:t>
            </a:r>
            <a:r>
              <a:rPr lang="en-US" sz="1600">
                <a:solidFill>
                  <a:schemeClr val="bg1"/>
                </a:solidFill>
                <a:latin typeface="Consolas" panose="020B0609020204030204" pitchFamily="49" charset="0"/>
              </a:rPr>
              <a:t> </a:t>
            </a:r>
            <a:r>
              <a:rPr lang="en-US" sz="1600">
                <a:solidFill>
                  <a:schemeClr val="accent6">
                    <a:lumMod val="75000"/>
                  </a:schemeClr>
                </a:solidFill>
                <a:latin typeface="Consolas" panose="020B0609020204030204" pitchFamily="49" charset="0"/>
              </a:rPr>
              <a:t>y </a:t>
            </a:r>
            <a:r>
              <a:rPr lang="en-US" sz="1600">
                <a:latin typeface="Consolas" panose="020B0609020204030204" pitchFamily="49" charset="0"/>
              </a:rPr>
              <a:t>= 25;</a:t>
            </a:r>
          </a:p>
          <a:p>
            <a:pPr marL="51435" indent="0">
              <a:spcBef>
                <a:spcPts val="0"/>
              </a:spcBef>
              <a:buNone/>
            </a:pPr>
            <a:r>
              <a:rPr lang="en-US" sz="1600">
                <a:solidFill>
                  <a:srgbClr val="0432FF"/>
                </a:solidFill>
                <a:latin typeface="Consolas" panose="020B0609020204030204" pitchFamily="49" charset="0"/>
              </a:rPr>
              <a:t>			int</a:t>
            </a:r>
            <a:r>
              <a:rPr lang="en-US" sz="1600">
                <a:solidFill>
                  <a:schemeClr val="bg1"/>
                </a:solidFill>
                <a:latin typeface="Consolas" panose="020B0609020204030204" pitchFamily="49" charset="0"/>
              </a:rPr>
              <a:t> </a:t>
            </a:r>
            <a:r>
              <a:rPr lang="en-US" sz="1600">
                <a:solidFill>
                  <a:schemeClr val="accent6">
                    <a:lumMod val="75000"/>
                  </a:schemeClr>
                </a:solidFill>
                <a:latin typeface="Consolas" panose="020B0609020204030204" pitchFamily="49" charset="0"/>
              </a:rPr>
              <a:t>s = </a:t>
            </a:r>
            <a:r>
              <a:rPr lang="en-US" sz="1600" dirty="0">
                <a:solidFill>
                  <a:srgbClr val="FEA400"/>
                </a:solidFill>
                <a:latin typeface="Consolas" panose="020B0609020204030204" pitchFamily="49" charset="0"/>
              </a:rPr>
              <a:t>Sum</a:t>
            </a:r>
            <a:r>
              <a:rPr lang="en-US" sz="1600">
                <a:latin typeface="Consolas" panose="020B0609020204030204" pitchFamily="49" charset="0"/>
              </a:rPr>
              <a:t>(</a:t>
            </a:r>
            <a:r>
              <a:rPr lang="en-US" sz="1600">
                <a:solidFill>
                  <a:schemeClr val="accent6">
                    <a:lumMod val="75000"/>
                  </a:schemeClr>
                </a:solidFill>
                <a:latin typeface="Consolas" panose="020B0609020204030204" pitchFamily="49" charset="0"/>
              </a:rPr>
              <a:t>x</a:t>
            </a:r>
            <a:r>
              <a:rPr lang="en-US" sz="1600">
                <a:latin typeface="Consolas" panose="020B0609020204030204" pitchFamily="49" charset="0"/>
              </a:rPr>
              <a:t>, </a:t>
            </a:r>
            <a:r>
              <a:rPr lang="en-US" sz="1600">
                <a:solidFill>
                  <a:schemeClr val="accent6">
                    <a:lumMod val="75000"/>
                  </a:schemeClr>
                </a:solidFill>
                <a:latin typeface="Consolas" panose="020B0609020204030204" pitchFamily="49" charset="0"/>
              </a:rPr>
              <a:t>y</a:t>
            </a:r>
            <a:r>
              <a:rPr lang="en-US" sz="1600">
                <a:latin typeface="Consolas" panose="020B0609020204030204" pitchFamily="49" charset="0"/>
              </a:rPr>
              <a:t>);</a:t>
            </a:r>
          </a:p>
          <a:p>
            <a:pPr marL="51435" indent="0">
              <a:spcBef>
                <a:spcPts val="0"/>
              </a:spcBef>
              <a:buNone/>
            </a:pPr>
            <a:r>
              <a:rPr lang="en-US" sz="1600">
                <a:solidFill>
                  <a:srgbClr val="2B91AF"/>
                </a:solidFill>
                <a:latin typeface="Consolas" panose="020B0609020204030204" pitchFamily="49" charset="0"/>
              </a:rPr>
              <a:t>			Console</a:t>
            </a:r>
            <a:r>
              <a:rPr lang="en-US" sz="1600">
                <a:latin typeface="Consolas" panose="020B0609020204030204" pitchFamily="49" charset="0"/>
              </a:rPr>
              <a:t>.</a:t>
            </a:r>
            <a:r>
              <a:rPr lang="en-US" sz="1600">
                <a:solidFill>
                  <a:srgbClr val="FEA400"/>
                </a:solidFill>
                <a:latin typeface="Consolas" panose="020B0609020204030204" pitchFamily="49" charset="0"/>
              </a:rPr>
              <a:t>WriteLine</a:t>
            </a:r>
            <a:r>
              <a:rPr lang="en-US" sz="1600">
                <a:latin typeface="Consolas" panose="020B0609020204030204" pitchFamily="49" charset="0"/>
                <a:cs typeface="Consolas" panose="020B0609020204030204" pitchFamily="49" charset="0"/>
              </a:rPr>
              <a:t>(</a:t>
            </a:r>
            <a:r>
              <a:rPr lang="en-US" sz="1600">
                <a:solidFill>
                  <a:schemeClr val="accent6">
                    <a:lumMod val="75000"/>
                  </a:schemeClr>
                </a:solidFill>
                <a:latin typeface="Consolas" panose="020B0609020204030204" pitchFamily="49" charset="0"/>
              </a:rPr>
              <a:t>s</a:t>
            </a:r>
            <a:r>
              <a:rPr lang="en-US" sz="1600">
                <a:latin typeface="Consolas" panose="020B0609020204030204" pitchFamily="49" charset="0"/>
                <a:cs typeface="Consolas" panose="020B0609020204030204" pitchFamily="49" charset="0"/>
              </a:rPr>
              <a:t>);</a:t>
            </a:r>
            <a:endParaRPr lang="en-US" sz="1600">
              <a:latin typeface="Consolas" panose="020B0609020204030204" pitchFamily="49" charset="0"/>
            </a:endParaRPr>
          </a:p>
          <a:p>
            <a:pPr marL="51435" indent="0">
              <a:spcBef>
                <a:spcPts val="0"/>
              </a:spcBef>
              <a:buNone/>
            </a:pPr>
            <a:r>
              <a:rPr lang="en-US" sz="1600">
                <a:solidFill>
                  <a:srgbClr val="2B91AF"/>
                </a:solidFill>
                <a:latin typeface="Consolas" panose="020B0609020204030204" pitchFamily="49" charset="0"/>
              </a:rPr>
              <a:t>			Console</a:t>
            </a:r>
            <a:r>
              <a:rPr lang="en-US" sz="1600">
                <a:latin typeface="Consolas" panose="020B0609020204030204" pitchFamily="49" charset="0"/>
              </a:rPr>
              <a:t>.</a:t>
            </a:r>
            <a:r>
              <a:rPr lang="en-US" sz="1600">
                <a:solidFill>
                  <a:srgbClr val="FEA400"/>
                </a:solidFill>
                <a:latin typeface="Consolas" panose="020B0609020204030204" pitchFamily="49" charset="0"/>
              </a:rPr>
              <a:t>WriteLine</a:t>
            </a:r>
            <a:r>
              <a:rPr lang="en-US" sz="1600">
                <a:latin typeface="Consolas" panose="020B0609020204030204" pitchFamily="49" charset="0"/>
                <a:cs typeface="Consolas" panose="020B0609020204030204" pitchFamily="49" charset="0"/>
              </a:rPr>
              <a:t>(</a:t>
            </a:r>
            <a:r>
              <a:rPr lang="en-US" sz="1600" dirty="0">
                <a:solidFill>
                  <a:srgbClr val="FEA400"/>
                </a:solidFill>
                <a:latin typeface="Consolas" panose="020B0609020204030204" pitchFamily="49" charset="0"/>
              </a:rPr>
              <a:t>Sum</a:t>
            </a:r>
            <a:r>
              <a:rPr lang="en-US" sz="1600">
                <a:latin typeface="Consolas" panose="020B0609020204030204" pitchFamily="49" charset="0"/>
              </a:rPr>
              <a:t>(</a:t>
            </a:r>
            <a:r>
              <a:rPr lang="en-US" sz="1600">
                <a:solidFill>
                  <a:schemeClr val="accent6">
                    <a:lumMod val="75000"/>
                  </a:schemeClr>
                </a:solidFill>
                <a:latin typeface="Consolas" panose="020B0609020204030204" pitchFamily="49" charset="0"/>
              </a:rPr>
              <a:t>x</a:t>
            </a:r>
            <a:r>
              <a:rPr lang="en-US" sz="1600">
                <a:latin typeface="Consolas" panose="020B0609020204030204" pitchFamily="49" charset="0"/>
              </a:rPr>
              <a:t>, </a:t>
            </a:r>
            <a:r>
              <a:rPr lang="en-US" sz="1600">
                <a:solidFill>
                  <a:schemeClr val="accent6">
                    <a:lumMod val="75000"/>
                  </a:schemeClr>
                </a:solidFill>
                <a:latin typeface="Consolas" panose="020B0609020204030204" pitchFamily="49" charset="0"/>
              </a:rPr>
              <a:t>y</a:t>
            </a:r>
            <a:r>
              <a:rPr lang="en-US" sz="1600">
                <a:latin typeface="Consolas" panose="020B0609020204030204" pitchFamily="49" charset="0"/>
              </a:rPr>
              <a:t>));</a:t>
            </a:r>
          </a:p>
          <a:p>
            <a:pPr marL="51435" indent="0">
              <a:spcBef>
                <a:spcPts val="0"/>
              </a:spcBef>
              <a:buNone/>
            </a:pPr>
            <a:r>
              <a:rPr lang="en-US" sz="1600">
                <a:latin typeface="Consolas" panose="020B0609020204030204" pitchFamily="49" charset="0"/>
              </a:rPr>
              <a:t>		}</a:t>
            </a:r>
          </a:p>
          <a:p>
            <a:pPr marL="51435" indent="0">
              <a:spcBef>
                <a:spcPts val="0"/>
              </a:spcBef>
              <a:buNone/>
            </a:pPr>
            <a:r>
              <a:rPr lang="en-US" sz="1600">
                <a:latin typeface="Consolas" panose="020B0609020204030204" pitchFamily="49" charset="0"/>
              </a:rPr>
              <a:t>	}</a:t>
            </a:r>
          </a:p>
          <a:p>
            <a:pPr marL="51435" indent="0">
              <a:spcBef>
                <a:spcPts val="0"/>
              </a:spcBef>
              <a:buNone/>
            </a:pPr>
            <a:r>
              <a:rPr lang="en-US" sz="1600">
                <a:latin typeface="Consolas" panose="020B0609020204030204" pitchFamily="49" charset="0"/>
              </a:rPr>
              <a:t>}</a:t>
            </a:r>
          </a:p>
        </p:txBody>
      </p:sp>
      <p:sp>
        <p:nvSpPr>
          <p:cNvPr id="7" name="Line Callout 1 6">
            <a:extLst>
              <a:ext uri="{FF2B5EF4-FFF2-40B4-BE49-F238E27FC236}">
                <a16:creationId xmlns:a16="http://schemas.microsoft.com/office/drawing/2014/main" id="{C739CAF1-6F78-5E4A-96EC-3E25EEFF1E36}"/>
              </a:ext>
            </a:extLst>
          </p:cNvPr>
          <p:cNvSpPr/>
          <p:nvPr/>
        </p:nvSpPr>
        <p:spPr>
          <a:xfrm>
            <a:off x="80665" y="4240420"/>
            <a:ext cx="2765884" cy="821659"/>
          </a:xfrm>
          <a:prstGeom prst="borderCallout1">
            <a:avLst>
              <a:gd name="adj1" fmla="val 41377"/>
              <a:gd name="adj2" fmla="val 99018"/>
              <a:gd name="adj3" fmla="val 133746"/>
              <a:gd name="adj4" fmla="val 153851"/>
            </a:avLst>
          </a:prstGeom>
          <a:ln/>
        </p:spPr>
        <p:style>
          <a:lnRef idx="1">
            <a:schemeClr val="accent2"/>
          </a:lnRef>
          <a:fillRef idx="2">
            <a:schemeClr val="accent2"/>
          </a:fillRef>
          <a:effectRef idx="1">
            <a:schemeClr val="accent2"/>
          </a:effectRef>
          <a:fontRef idx="minor">
            <a:schemeClr val="dk1"/>
          </a:fontRef>
        </p:style>
        <p:txBody>
          <a:bodyPr rtlCol="0" anchor="ctr"/>
          <a:lstStyle/>
          <a:p>
            <a:pPr algn="just"/>
            <a:r>
              <a:rPr lang="vi-VN" sz="1600" dirty="0">
                <a:solidFill>
                  <a:schemeClr val="tx1"/>
                </a:solidFill>
                <a:latin typeface="Consolas" pitchFamily="49" charset="0"/>
                <a:cs typeface="Consolas" pitchFamily="49" charset="0"/>
              </a:rPr>
              <a:t>Lưu kết quả trả về vào biến </a:t>
            </a:r>
            <a:r>
              <a:rPr lang="vi-VN" sz="1600" dirty="0">
                <a:solidFill>
                  <a:srgbClr val="0432FF"/>
                </a:solidFill>
                <a:latin typeface="Consolas" pitchFamily="49" charset="0"/>
                <a:cs typeface="Consolas" pitchFamily="49" charset="0"/>
              </a:rPr>
              <a:t>s </a:t>
            </a:r>
            <a:r>
              <a:rPr lang="vi-VN" sz="1600" dirty="0">
                <a:solidFill>
                  <a:schemeClr val="tx1"/>
                </a:solidFill>
                <a:latin typeface="Consolas" pitchFamily="49" charset="0"/>
                <a:cs typeface="Consolas" pitchFamily="49" charset="0"/>
              </a:rPr>
              <a:t>rồi mới in ra</a:t>
            </a:r>
            <a:endParaRPr lang="en-GB" sz="1600" dirty="0">
              <a:solidFill>
                <a:srgbClr val="0432FF"/>
              </a:solidFill>
              <a:latin typeface="Consolas" pitchFamily="49" charset="0"/>
              <a:cs typeface="Consolas" pitchFamily="49" charset="0"/>
            </a:endParaRPr>
          </a:p>
        </p:txBody>
      </p:sp>
      <p:sp>
        <p:nvSpPr>
          <p:cNvPr id="8" name="Line Callout 1 7">
            <a:extLst>
              <a:ext uri="{FF2B5EF4-FFF2-40B4-BE49-F238E27FC236}">
                <a16:creationId xmlns:a16="http://schemas.microsoft.com/office/drawing/2014/main" id="{0BDAB569-9618-DB4D-B9D5-0BB3D517FB23}"/>
              </a:ext>
            </a:extLst>
          </p:cNvPr>
          <p:cNvSpPr/>
          <p:nvPr/>
        </p:nvSpPr>
        <p:spPr>
          <a:xfrm>
            <a:off x="7171219" y="2281018"/>
            <a:ext cx="1797847" cy="562486"/>
          </a:xfrm>
          <a:prstGeom prst="borderCallout1">
            <a:avLst>
              <a:gd name="adj1" fmla="val 54148"/>
              <a:gd name="adj2" fmla="val 680"/>
              <a:gd name="adj3" fmla="val 183744"/>
              <a:gd name="adj4" fmla="val -165158"/>
            </a:avLst>
          </a:prstGeom>
          <a:ln/>
        </p:spPr>
        <p:style>
          <a:lnRef idx="1">
            <a:schemeClr val="accent2"/>
          </a:lnRef>
          <a:fillRef idx="2">
            <a:schemeClr val="accent2"/>
          </a:fillRef>
          <a:effectRef idx="1">
            <a:schemeClr val="accent2"/>
          </a:effectRef>
          <a:fontRef idx="minor">
            <a:schemeClr val="dk1"/>
          </a:fontRef>
        </p:style>
        <p:txBody>
          <a:bodyPr rtlCol="0" anchor="ctr"/>
          <a:lstStyle/>
          <a:p>
            <a:pPr algn="just"/>
            <a:r>
              <a:rPr lang="vi-VN" sz="1600" dirty="0">
                <a:solidFill>
                  <a:schemeClr val="tx1"/>
                </a:solidFill>
                <a:latin typeface="Consolas" pitchFamily="49" charset="0"/>
                <a:cs typeface="Consolas" pitchFamily="49" charset="0"/>
              </a:rPr>
              <a:t>Hàm trả về kết quả kiểu </a:t>
            </a:r>
            <a:r>
              <a:rPr lang="vi-VN" sz="1600" dirty="0">
                <a:solidFill>
                  <a:srgbClr val="0432FF"/>
                </a:solidFill>
                <a:latin typeface="Consolas" pitchFamily="49" charset="0"/>
                <a:cs typeface="Consolas" pitchFamily="49" charset="0"/>
              </a:rPr>
              <a:t>int</a:t>
            </a:r>
            <a:endParaRPr lang="en-GB" sz="1600" dirty="0">
              <a:solidFill>
                <a:srgbClr val="0432FF"/>
              </a:solidFill>
              <a:latin typeface="Consolas" pitchFamily="49" charset="0"/>
              <a:cs typeface="Consolas" pitchFamily="49" charset="0"/>
            </a:endParaRPr>
          </a:p>
        </p:txBody>
      </p:sp>
      <p:sp>
        <p:nvSpPr>
          <p:cNvPr id="10" name="Line Callout 1 9">
            <a:extLst>
              <a:ext uri="{FF2B5EF4-FFF2-40B4-BE49-F238E27FC236}">
                <a16:creationId xmlns:a16="http://schemas.microsoft.com/office/drawing/2014/main" id="{BC4602E8-6554-7F4C-80DB-35EB1006956C}"/>
              </a:ext>
            </a:extLst>
          </p:cNvPr>
          <p:cNvSpPr/>
          <p:nvPr/>
        </p:nvSpPr>
        <p:spPr>
          <a:xfrm>
            <a:off x="80665" y="5400920"/>
            <a:ext cx="2765884" cy="821659"/>
          </a:xfrm>
          <a:prstGeom prst="borderCallout1">
            <a:avLst>
              <a:gd name="adj1" fmla="val 76040"/>
              <a:gd name="adj2" fmla="val 100643"/>
              <a:gd name="adj3" fmla="val 68040"/>
              <a:gd name="adj4" fmla="val 210075"/>
            </a:avLst>
          </a:prstGeom>
          <a:ln/>
        </p:spPr>
        <p:style>
          <a:lnRef idx="1">
            <a:schemeClr val="accent2"/>
          </a:lnRef>
          <a:fillRef idx="2">
            <a:schemeClr val="accent2"/>
          </a:fillRef>
          <a:effectRef idx="1">
            <a:schemeClr val="accent2"/>
          </a:effectRef>
          <a:fontRef idx="minor">
            <a:schemeClr val="dk1"/>
          </a:fontRef>
        </p:style>
        <p:txBody>
          <a:bodyPr rtlCol="0" anchor="ctr"/>
          <a:lstStyle/>
          <a:p>
            <a:pPr algn="just"/>
            <a:r>
              <a:rPr lang="vi-VN" sz="1600" dirty="0">
                <a:solidFill>
                  <a:schemeClr val="tx1"/>
                </a:solidFill>
                <a:latin typeface="Consolas" pitchFamily="49" charset="0"/>
                <a:cs typeface="Consolas" pitchFamily="49" charset="0"/>
              </a:rPr>
              <a:t>Sử dụng hàm </a:t>
            </a:r>
            <a:r>
              <a:rPr lang="en-US" sz="1600">
                <a:solidFill>
                  <a:srgbClr val="0432FF"/>
                </a:solidFill>
                <a:latin typeface="Consolas" panose="020B0609020204030204" pitchFamily="49" charset="0"/>
              </a:rPr>
              <a:t>WriteLine</a:t>
            </a:r>
            <a:r>
              <a:rPr lang="en-US" sz="1600">
                <a:solidFill>
                  <a:schemeClr val="tx1"/>
                </a:solidFill>
                <a:latin typeface="Consolas" panose="020B0609020204030204" pitchFamily="49" charset="0"/>
                <a:cs typeface="Consolas" panose="020B0609020204030204" pitchFamily="49" charset="0"/>
              </a:rPr>
              <a:t>() để in trực tiếp kết quả </a:t>
            </a:r>
            <a:r>
              <a:rPr lang="vi-VN" sz="1600">
                <a:solidFill>
                  <a:schemeClr val="tx1"/>
                </a:solidFill>
                <a:latin typeface="Consolas" panose="020B0609020204030204" pitchFamily="49" charset="0"/>
                <a:cs typeface="Consolas" panose="020B0609020204030204" pitchFamily="49" charset="0"/>
              </a:rPr>
              <a:t>trả về </a:t>
            </a:r>
            <a:r>
              <a:rPr lang="vi-VN" sz="1600" dirty="0">
                <a:solidFill>
                  <a:schemeClr val="tx1"/>
                </a:solidFill>
                <a:latin typeface="Consolas" pitchFamily="49" charset="0"/>
                <a:cs typeface="Consolas" pitchFamily="49" charset="0"/>
              </a:rPr>
              <a:t>ra màn hình</a:t>
            </a:r>
            <a:endParaRPr lang="en-GB" sz="1600" dirty="0">
              <a:solidFill>
                <a:srgbClr val="0432FF"/>
              </a:solidFill>
              <a:latin typeface="Consolas" pitchFamily="49" charset="0"/>
              <a:cs typeface="Consolas" pitchFamily="49" charset="0"/>
            </a:endParaRPr>
          </a:p>
        </p:txBody>
      </p:sp>
    </p:spTree>
    <p:extLst>
      <p:ext uri="{BB962C8B-B14F-4D97-AF65-F5344CB8AC3E}">
        <p14:creationId xmlns:p14="http://schemas.microsoft.com/office/powerpoint/2010/main" val="2161480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dissolv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dissolve">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CAB430-58C4-59B9-4336-43F565D509E6}"/>
              </a:ext>
            </a:extLst>
          </p:cNvPr>
          <p:cNvSpPr>
            <a:spLocks noGrp="1"/>
          </p:cNvSpPr>
          <p:nvPr>
            <p:ph type="title"/>
          </p:nvPr>
        </p:nvSpPr>
        <p:spPr/>
        <p:txBody>
          <a:bodyPr>
            <a:normAutofit fontScale="90000"/>
          </a:bodyPr>
          <a:lstStyle/>
          <a:p>
            <a:r>
              <a:rPr lang="en-VN"/>
              <a:t>LỜI GỌI HÀM</a:t>
            </a:r>
          </a:p>
        </p:txBody>
      </p:sp>
      <p:sp>
        <p:nvSpPr>
          <p:cNvPr id="3" name="Content Placeholder 2">
            <a:extLst>
              <a:ext uri="{FF2B5EF4-FFF2-40B4-BE49-F238E27FC236}">
                <a16:creationId xmlns:a16="http://schemas.microsoft.com/office/drawing/2014/main" id="{CE90D652-F61D-1DFA-EE9C-0AC1F413FF48}"/>
              </a:ext>
            </a:extLst>
          </p:cNvPr>
          <p:cNvSpPr>
            <a:spLocks noGrp="1"/>
          </p:cNvSpPr>
          <p:nvPr>
            <p:ph idx="1"/>
          </p:nvPr>
        </p:nvSpPr>
        <p:spPr/>
        <p:txBody>
          <a:bodyPr/>
          <a:lstStyle/>
          <a:p>
            <a:endParaRPr lang="en-VN"/>
          </a:p>
        </p:txBody>
      </p:sp>
      <p:sp>
        <p:nvSpPr>
          <p:cNvPr id="4" name="Footer Placeholder 3">
            <a:extLst>
              <a:ext uri="{FF2B5EF4-FFF2-40B4-BE49-F238E27FC236}">
                <a16:creationId xmlns:a16="http://schemas.microsoft.com/office/drawing/2014/main" id="{C3E09FA1-196A-9182-5BA0-21E3AAA89460}"/>
              </a:ext>
            </a:extLst>
          </p:cNvPr>
          <p:cNvSpPr>
            <a:spLocks noGrp="1"/>
          </p:cNvSpPr>
          <p:nvPr>
            <p:ph type="ftr" sz="quarter" idx="11"/>
          </p:nvPr>
        </p:nvSpPr>
        <p:spPr/>
        <p:txBody>
          <a:bodyPr/>
          <a:lstStyle/>
          <a:p>
            <a:pPr>
              <a:defRPr/>
            </a:pPr>
            <a:r>
              <a:rPr lang="en-US"/>
              <a:t>Bài 5: Hàm</a:t>
            </a:r>
            <a:endParaRPr lang="en-VN"/>
          </a:p>
        </p:txBody>
      </p:sp>
      <p:sp>
        <p:nvSpPr>
          <p:cNvPr id="5" name="Slide Number Placeholder 4">
            <a:extLst>
              <a:ext uri="{FF2B5EF4-FFF2-40B4-BE49-F238E27FC236}">
                <a16:creationId xmlns:a16="http://schemas.microsoft.com/office/drawing/2014/main" id="{63F4E284-BAA9-A0BC-97E6-850B88A7B2CC}"/>
              </a:ext>
            </a:extLst>
          </p:cNvPr>
          <p:cNvSpPr>
            <a:spLocks noGrp="1"/>
          </p:cNvSpPr>
          <p:nvPr>
            <p:ph type="sldNum" sz="quarter" idx="12"/>
          </p:nvPr>
        </p:nvSpPr>
        <p:spPr/>
        <p:txBody>
          <a:bodyPr/>
          <a:lstStyle/>
          <a:p>
            <a:pPr>
              <a:defRPr/>
            </a:pPr>
            <a:fld id="{47A54EB7-AD52-4151-BFDC-C09D8FF73BF0}" type="slidenum">
              <a:rPr lang="en-VN"/>
              <a:pPr>
                <a:defRPr/>
              </a:pPr>
              <a:t>21</a:t>
            </a:fld>
            <a:endParaRPr lang="en-VN"/>
          </a:p>
        </p:txBody>
      </p:sp>
      <p:sp>
        <p:nvSpPr>
          <p:cNvPr id="6" name="Content Placeholder 5">
            <a:extLst>
              <a:ext uri="{FF2B5EF4-FFF2-40B4-BE49-F238E27FC236}">
                <a16:creationId xmlns:a16="http://schemas.microsoft.com/office/drawing/2014/main" id="{564EAF26-B4AB-3451-8DAF-1E4567BB9A36}"/>
              </a:ext>
            </a:extLst>
          </p:cNvPr>
          <p:cNvSpPr txBox="1">
            <a:spLocks/>
          </p:cNvSpPr>
          <p:nvPr/>
        </p:nvSpPr>
        <p:spPr>
          <a:xfrm>
            <a:off x="2330456" y="1208771"/>
            <a:ext cx="4795031" cy="4440458"/>
          </a:xfrm>
          <a:prstGeom prst="rect">
            <a:avLst/>
          </a:prstGeom>
        </p:spPr>
        <p:style>
          <a:lnRef idx="2">
            <a:schemeClr val="accent2"/>
          </a:lnRef>
          <a:fillRef idx="1">
            <a:schemeClr val="lt1"/>
          </a:fillRef>
          <a:effectRef idx="0">
            <a:schemeClr val="accent2"/>
          </a:effectRef>
          <a:fontRef idx="minor">
            <a:schemeClr val="dk1"/>
          </a:fontRef>
        </p:style>
        <p:txBody>
          <a:bodyPr>
            <a:noAutofit/>
          </a:bodyPr>
          <a:lstStyle>
            <a:lvl1pPr marL="308610" indent="-257175" algn="l" rtl="0" eaLnBrk="1" latinLnBrk="0" hangingPunct="1">
              <a:spcBef>
                <a:spcPts val="525"/>
              </a:spcBef>
              <a:buSzPct val="95000"/>
              <a:buFont typeface="Wingdings"/>
              <a:buChar char=""/>
              <a:defRPr sz="1500" kern="1200" spc="0">
                <a:solidFill>
                  <a:schemeClr val="tx1"/>
                </a:solidFill>
                <a:latin typeface="+mn-lt"/>
                <a:ea typeface="+mn-ea"/>
                <a:cs typeface="Arial" pitchFamily="34" charset="0"/>
              </a:defRPr>
            </a:lvl1pPr>
            <a:lvl2pPr marL="555498" indent="-214313" algn="l" rtl="0" eaLnBrk="1" latinLnBrk="0" hangingPunct="1">
              <a:spcBef>
                <a:spcPct val="20000"/>
              </a:spcBef>
              <a:buClr>
                <a:schemeClr val="accent2"/>
              </a:buClr>
              <a:buSzPct val="90000"/>
              <a:buFont typeface="Wingdings"/>
              <a:buChar char=""/>
              <a:defRPr sz="1350" kern="1200" spc="0">
                <a:solidFill>
                  <a:schemeClr val="tx1"/>
                </a:solidFill>
                <a:latin typeface="+mn-lt"/>
                <a:ea typeface="+mn-ea"/>
                <a:cs typeface="Arial" pitchFamily="34" charset="0"/>
              </a:defRPr>
            </a:lvl2pPr>
            <a:lvl3pPr marL="747522" indent="-171450" algn="l" rtl="0" eaLnBrk="1" latinLnBrk="0" hangingPunct="1">
              <a:spcBef>
                <a:spcPct val="20000"/>
              </a:spcBef>
              <a:buClr>
                <a:schemeClr val="accent2"/>
              </a:buClr>
              <a:buFont typeface="Wingdings 2"/>
              <a:buChar char=""/>
              <a:defRPr sz="1200" kern="1200" spc="0">
                <a:solidFill>
                  <a:schemeClr val="tx1"/>
                </a:solidFill>
                <a:latin typeface="+mn-lt"/>
                <a:ea typeface="+mn-ea"/>
                <a:cs typeface="Arial" pitchFamily="34" charset="0"/>
              </a:defRPr>
            </a:lvl3pPr>
            <a:lvl4pPr marL="946404" indent="-171450" algn="l" rtl="0" eaLnBrk="1" latinLnBrk="0" hangingPunct="1">
              <a:spcBef>
                <a:spcPct val="20000"/>
              </a:spcBef>
              <a:buClr>
                <a:schemeClr val="accent3"/>
              </a:buClr>
              <a:buFont typeface="Wingdings 3"/>
              <a:buChar char=""/>
              <a:defRPr sz="1200" kern="1200" spc="0">
                <a:solidFill>
                  <a:schemeClr val="tx1"/>
                </a:solidFill>
                <a:latin typeface="+mn-lt"/>
                <a:ea typeface="+mn-ea"/>
                <a:cs typeface="Arial" pitchFamily="34" charset="0"/>
              </a:defRPr>
            </a:lvl4pPr>
            <a:lvl5pPr marL="1110996" indent="-157734" algn="l" rtl="0" eaLnBrk="1" latinLnBrk="0" hangingPunct="1">
              <a:spcBef>
                <a:spcPct val="20000"/>
              </a:spcBef>
              <a:buClr>
                <a:schemeClr val="accent3"/>
              </a:buClr>
              <a:buFont typeface="Wingdings 2"/>
              <a:buChar char=""/>
              <a:defRPr sz="1050" kern="1200" spc="0">
                <a:solidFill>
                  <a:schemeClr val="tx1"/>
                </a:solidFill>
                <a:latin typeface="+mn-lt"/>
                <a:ea typeface="+mn-ea"/>
                <a:cs typeface="Arial" pitchFamily="34" charset="0"/>
              </a:defRPr>
            </a:lvl5pPr>
            <a:lvl6pPr marL="1282446" indent="-157734" algn="l" rtl="0" eaLnBrk="1" latinLnBrk="0" hangingPunct="1">
              <a:spcBef>
                <a:spcPct val="20000"/>
              </a:spcBef>
              <a:buClr>
                <a:schemeClr val="accent3"/>
              </a:buClr>
              <a:buFont typeface="Wingdings 2"/>
              <a:buChar char=""/>
              <a:defRPr sz="1350" kern="1200">
                <a:solidFill>
                  <a:schemeClr val="tx1"/>
                </a:solidFill>
                <a:latin typeface="+mn-lt"/>
                <a:ea typeface="+mn-ea"/>
                <a:cs typeface="+mn-cs"/>
              </a:defRPr>
            </a:lvl6pPr>
            <a:lvl7pPr marL="1426464"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7pPr>
            <a:lvl8pPr marL="1570482"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8pPr>
            <a:lvl9pPr marL="1714500"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9pPr>
            <a:extLst/>
          </a:lstStyle>
          <a:p>
            <a:pPr marL="51435" indent="0">
              <a:spcBef>
                <a:spcPts val="0"/>
              </a:spcBef>
              <a:buNone/>
            </a:pPr>
            <a:r>
              <a:rPr lang="en-US" sz="1600">
                <a:solidFill>
                  <a:srgbClr val="0000FF"/>
                </a:solidFill>
                <a:latin typeface="Consolas" panose="020B0609020204030204" pitchFamily="49" charset="0"/>
              </a:rPr>
              <a:t>using</a:t>
            </a:r>
            <a:r>
              <a:rPr lang="en-US" sz="1600">
                <a:latin typeface="Consolas" panose="020B0609020204030204" pitchFamily="49" charset="0"/>
              </a:rPr>
              <a:t> System;</a:t>
            </a:r>
          </a:p>
          <a:p>
            <a:pPr marL="51435" indent="0">
              <a:spcBef>
                <a:spcPts val="0"/>
              </a:spcBef>
              <a:buNone/>
            </a:pPr>
            <a:r>
              <a:rPr lang="en-US" sz="1600">
                <a:solidFill>
                  <a:srgbClr val="0000FF"/>
                </a:solidFill>
                <a:latin typeface="Consolas" panose="020B0609020204030204" pitchFamily="49" charset="0"/>
              </a:rPr>
              <a:t>namespace</a:t>
            </a:r>
            <a:r>
              <a:rPr lang="en-US" sz="1600">
                <a:latin typeface="Consolas" panose="020B0609020204030204" pitchFamily="49" charset="0"/>
              </a:rPr>
              <a:t> {</a:t>
            </a:r>
          </a:p>
          <a:p>
            <a:pPr marL="51435" indent="0">
              <a:spcBef>
                <a:spcPts val="0"/>
              </a:spcBef>
              <a:buNone/>
            </a:pPr>
            <a:r>
              <a:rPr lang="en-US" sz="1600">
                <a:solidFill>
                  <a:srgbClr val="0000FF"/>
                </a:solidFill>
                <a:latin typeface="Consolas" panose="020B0609020204030204" pitchFamily="49" charset="0"/>
              </a:rPr>
              <a:t>	class</a:t>
            </a:r>
            <a:r>
              <a:rPr lang="en-US" sz="1600">
                <a:solidFill>
                  <a:srgbClr val="000000"/>
                </a:solidFill>
                <a:latin typeface="Consolas" panose="020B0609020204030204" pitchFamily="49" charset="0"/>
              </a:rPr>
              <a:t> </a:t>
            </a:r>
            <a:r>
              <a:rPr lang="en-US" sz="1600">
                <a:solidFill>
                  <a:srgbClr val="2B91AF"/>
                </a:solidFill>
                <a:latin typeface="Consolas" panose="020B0609020204030204" pitchFamily="49" charset="0"/>
              </a:rPr>
              <a:t>Program</a:t>
            </a:r>
          </a:p>
          <a:p>
            <a:pPr marL="51435" indent="0">
              <a:spcBef>
                <a:spcPts val="0"/>
              </a:spcBef>
              <a:buNone/>
            </a:pPr>
            <a:r>
              <a:rPr lang="en-US" sz="1600">
                <a:latin typeface="Consolas" panose="020B0609020204030204" pitchFamily="49" charset="0"/>
              </a:rPr>
              <a:t>	{</a:t>
            </a:r>
          </a:p>
          <a:p>
            <a:pPr marL="51435" indent="0">
              <a:spcBef>
                <a:spcPts val="0"/>
              </a:spcBef>
              <a:buNone/>
            </a:pPr>
            <a:r>
              <a:rPr lang="en-US" sz="1600">
                <a:solidFill>
                  <a:schemeClr val="bg1"/>
                </a:solidFill>
                <a:latin typeface="Consolas" panose="020B0609020204030204" pitchFamily="49" charset="0"/>
              </a:rPr>
              <a:t>		</a:t>
            </a:r>
            <a:r>
              <a:rPr lang="en-US" sz="1600">
                <a:solidFill>
                  <a:srgbClr val="0432FF"/>
                </a:solidFill>
                <a:latin typeface="Consolas" panose="020B0609020204030204" pitchFamily="49" charset="0"/>
              </a:rPr>
              <a:t>static</a:t>
            </a:r>
            <a:r>
              <a:rPr lang="en-US" sz="1600">
                <a:latin typeface="Consolas" panose="020B0609020204030204" pitchFamily="49" charset="0"/>
              </a:rPr>
              <a:t> </a:t>
            </a:r>
            <a:r>
              <a:rPr lang="en-US" sz="1600">
                <a:solidFill>
                  <a:srgbClr val="0000FF"/>
                </a:solidFill>
                <a:latin typeface="Consolas" panose="020B0609020204030204" pitchFamily="49" charset="0"/>
              </a:rPr>
              <a:t>int</a:t>
            </a:r>
            <a:r>
              <a:rPr lang="en-US" sz="1600">
                <a:latin typeface="Consolas" panose="020B0609020204030204" pitchFamily="49" charset="0"/>
              </a:rPr>
              <a:t> </a:t>
            </a:r>
            <a:r>
              <a:rPr lang="en-US" sz="1600" dirty="0">
                <a:solidFill>
                  <a:srgbClr val="FEA400"/>
                </a:solidFill>
                <a:latin typeface="Consolas" panose="020B0609020204030204" pitchFamily="49" charset="0"/>
              </a:rPr>
              <a:t>Sum</a:t>
            </a:r>
            <a:r>
              <a:rPr lang="en-US" sz="1600">
                <a:latin typeface="Consolas" panose="020B0609020204030204" pitchFamily="49" charset="0"/>
              </a:rPr>
              <a:t>(</a:t>
            </a:r>
            <a:r>
              <a:rPr lang="en-US" sz="1600">
                <a:solidFill>
                  <a:srgbClr val="0432FF"/>
                </a:solidFill>
                <a:latin typeface="Consolas" panose="020B0609020204030204" pitchFamily="49" charset="0"/>
              </a:rPr>
              <a:t>int</a:t>
            </a:r>
            <a:r>
              <a:rPr lang="en-US" sz="1600">
                <a:solidFill>
                  <a:schemeClr val="bg1"/>
                </a:solidFill>
                <a:latin typeface="Consolas" panose="020B0609020204030204" pitchFamily="49" charset="0"/>
              </a:rPr>
              <a:t> </a:t>
            </a:r>
            <a:r>
              <a:rPr lang="en-US" sz="1600">
                <a:solidFill>
                  <a:schemeClr val="accent6">
                    <a:lumMod val="75000"/>
                  </a:schemeClr>
                </a:solidFill>
                <a:latin typeface="Consolas" panose="020B0609020204030204" pitchFamily="49" charset="0"/>
              </a:rPr>
              <a:t>a</a:t>
            </a:r>
            <a:r>
              <a:rPr lang="en-US" sz="1600">
                <a:latin typeface="Consolas" panose="020B0609020204030204" pitchFamily="49" charset="0"/>
              </a:rPr>
              <a:t>, </a:t>
            </a:r>
            <a:r>
              <a:rPr lang="en-US" sz="1600">
                <a:solidFill>
                  <a:srgbClr val="0432FF"/>
                </a:solidFill>
                <a:latin typeface="Consolas" panose="020B0609020204030204" pitchFamily="49" charset="0"/>
              </a:rPr>
              <a:t>int</a:t>
            </a:r>
            <a:r>
              <a:rPr lang="en-US" sz="1600">
                <a:solidFill>
                  <a:schemeClr val="bg1"/>
                </a:solidFill>
                <a:latin typeface="Consolas" panose="020B0609020204030204" pitchFamily="49" charset="0"/>
              </a:rPr>
              <a:t> </a:t>
            </a:r>
            <a:r>
              <a:rPr lang="en-US" sz="1600">
                <a:solidFill>
                  <a:schemeClr val="accent6">
                    <a:lumMod val="75000"/>
                  </a:schemeClr>
                </a:solidFill>
                <a:latin typeface="Consolas" panose="020B0609020204030204" pitchFamily="49" charset="0"/>
              </a:rPr>
              <a:t>b</a:t>
            </a:r>
            <a:r>
              <a:rPr lang="en-US" sz="1600">
                <a:latin typeface="Consolas" panose="020B0609020204030204" pitchFamily="49" charset="0"/>
              </a:rPr>
              <a:t>)</a:t>
            </a:r>
          </a:p>
          <a:p>
            <a:pPr marL="51435" indent="0">
              <a:spcBef>
                <a:spcPts val="0"/>
              </a:spcBef>
              <a:buNone/>
            </a:pPr>
            <a:r>
              <a:rPr lang="en-US" sz="1600">
                <a:latin typeface="Consolas" panose="020B0609020204030204" pitchFamily="49" charset="0"/>
              </a:rPr>
              <a:t>		{</a:t>
            </a:r>
          </a:p>
          <a:p>
            <a:pPr marL="51435" indent="0">
              <a:spcBef>
                <a:spcPts val="0"/>
              </a:spcBef>
              <a:buNone/>
            </a:pPr>
            <a:r>
              <a:rPr lang="en-US" sz="1600">
                <a:solidFill>
                  <a:srgbClr val="0432FF"/>
                </a:solidFill>
                <a:latin typeface="Consolas" panose="020B0609020204030204" pitchFamily="49" charset="0"/>
              </a:rPr>
              <a:t>			 return </a:t>
            </a:r>
            <a:r>
              <a:rPr lang="en-US" sz="1600">
                <a:solidFill>
                  <a:schemeClr val="accent6">
                    <a:lumMod val="75000"/>
                  </a:schemeClr>
                </a:solidFill>
                <a:latin typeface="Consolas" panose="020B0609020204030204" pitchFamily="49" charset="0"/>
              </a:rPr>
              <a:t>a</a:t>
            </a:r>
            <a:r>
              <a:rPr lang="en-US" sz="1600">
                <a:latin typeface="Consolas" panose="020B0609020204030204" pitchFamily="49" charset="0"/>
              </a:rPr>
              <a:t> + </a:t>
            </a:r>
            <a:r>
              <a:rPr lang="en-US" sz="1600">
                <a:solidFill>
                  <a:schemeClr val="accent6">
                    <a:lumMod val="75000"/>
                  </a:schemeClr>
                </a:solidFill>
                <a:latin typeface="Consolas" panose="020B0609020204030204" pitchFamily="49" charset="0"/>
              </a:rPr>
              <a:t>b</a:t>
            </a:r>
            <a:r>
              <a:rPr lang="en-US" sz="1600">
                <a:latin typeface="Consolas" panose="020B0609020204030204" pitchFamily="49" charset="0"/>
              </a:rPr>
              <a:t>;</a:t>
            </a:r>
          </a:p>
          <a:p>
            <a:pPr marL="51435" indent="0">
              <a:spcBef>
                <a:spcPts val="0"/>
              </a:spcBef>
              <a:buNone/>
            </a:pPr>
            <a:r>
              <a:rPr lang="en-US" sz="1600">
                <a:latin typeface="Consolas" panose="020B0609020204030204" pitchFamily="49" charset="0"/>
              </a:rPr>
              <a:t>		}</a:t>
            </a:r>
          </a:p>
          <a:p>
            <a:pPr marL="51435" indent="0">
              <a:spcBef>
                <a:spcPts val="0"/>
              </a:spcBef>
              <a:buNone/>
            </a:pPr>
            <a:endParaRPr lang="en-US" sz="1600">
              <a:latin typeface="Consolas" panose="020B0609020204030204" pitchFamily="49" charset="0"/>
            </a:endParaRPr>
          </a:p>
          <a:p>
            <a:pPr marL="51435" indent="0" algn="just">
              <a:spcBef>
                <a:spcPts val="0"/>
              </a:spcBef>
              <a:buNone/>
            </a:pPr>
            <a:r>
              <a:rPr lang="en-US" sz="1600">
                <a:solidFill>
                  <a:schemeClr val="bg1"/>
                </a:solidFill>
                <a:latin typeface="Consolas" panose="020B0609020204030204" pitchFamily="49" charset="0"/>
              </a:rPr>
              <a:t>		</a:t>
            </a:r>
            <a:r>
              <a:rPr lang="en-US" sz="1600">
                <a:solidFill>
                  <a:srgbClr val="0000FF"/>
                </a:solidFill>
                <a:latin typeface="Consolas" panose="020B0609020204030204" pitchFamily="49" charset="0"/>
              </a:rPr>
              <a:t>static</a:t>
            </a:r>
            <a:r>
              <a:rPr lang="en-US" sz="1600">
                <a:latin typeface="Consolas" panose="020B0609020204030204" pitchFamily="49" charset="0"/>
              </a:rPr>
              <a:t> </a:t>
            </a:r>
            <a:r>
              <a:rPr lang="en-US" sz="1600">
                <a:solidFill>
                  <a:srgbClr val="0000FF"/>
                </a:solidFill>
                <a:latin typeface="Consolas" panose="020B0609020204030204" pitchFamily="49" charset="0"/>
              </a:rPr>
              <a:t>void</a:t>
            </a:r>
            <a:r>
              <a:rPr lang="en-US" sz="1600">
                <a:latin typeface="Consolas" panose="020B0609020204030204" pitchFamily="49" charset="0"/>
              </a:rPr>
              <a:t> </a:t>
            </a:r>
            <a:r>
              <a:rPr lang="en-US" sz="1600">
                <a:solidFill>
                  <a:srgbClr val="FEA400"/>
                </a:solidFill>
                <a:latin typeface="Consolas" panose="020B0609020204030204" pitchFamily="49" charset="0"/>
              </a:rPr>
              <a:t>Main</a:t>
            </a:r>
            <a:r>
              <a:rPr lang="en-US" sz="1600">
                <a:latin typeface="Consolas" panose="020B0609020204030204" pitchFamily="49" charset="0"/>
              </a:rPr>
              <a:t>(string[] args</a:t>
            </a:r>
            <a:r>
              <a:rPr lang="en-US" sz="1600">
                <a:solidFill>
                  <a:schemeClr val="bg1"/>
                </a:solidFill>
                <a:latin typeface="Consolas" panose="020B0609020204030204" pitchFamily="49" charset="0"/>
              </a:rPr>
              <a:t>)</a:t>
            </a:r>
          </a:p>
          <a:p>
            <a:pPr marL="51435" indent="0" algn="just">
              <a:spcBef>
                <a:spcPts val="0"/>
              </a:spcBef>
              <a:buNone/>
            </a:pPr>
            <a:r>
              <a:rPr lang="en-US" sz="1600">
                <a:latin typeface="Consolas" panose="020B0609020204030204" pitchFamily="49" charset="0"/>
              </a:rPr>
              <a:t>		{	</a:t>
            </a:r>
          </a:p>
          <a:p>
            <a:pPr marL="51435" indent="0">
              <a:spcBef>
                <a:spcPts val="0"/>
              </a:spcBef>
              <a:buNone/>
            </a:pPr>
            <a:r>
              <a:rPr lang="en-US" sz="1600">
                <a:solidFill>
                  <a:srgbClr val="0432FF"/>
                </a:solidFill>
                <a:latin typeface="Consolas" panose="020B0609020204030204" pitchFamily="49" charset="0"/>
              </a:rPr>
              <a:t>			int</a:t>
            </a:r>
            <a:r>
              <a:rPr lang="en-US" sz="1600">
                <a:solidFill>
                  <a:schemeClr val="bg1"/>
                </a:solidFill>
                <a:latin typeface="Consolas" panose="020B0609020204030204" pitchFamily="49" charset="0"/>
              </a:rPr>
              <a:t> </a:t>
            </a:r>
            <a:r>
              <a:rPr lang="en-US" sz="1600">
                <a:solidFill>
                  <a:schemeClr val="accent6">
                    <a:lumMod val="75000"/>
                  </a:schemeClr>
                </a:solidFill>
                <a:latin typeface="Consolas" panose="020B0609020204030204" pitchFamily="49" charset="0"/>
              </a:rPr>
              <a:t>x </a:t>
            </a:r>
            <a:r>
              <a:rPr lang="en-US" sz="1600">
                <a:latin typeface="Consolas" panose="020B0609020204030204" pitchFamily="49" charset="0"/>
              </a:rPr>
              <a:t>= 8;</a:t>
            </a:r>
          </a:p>
          <a:p>
            <a:pPr marL="51435" indent="0">
              <a:spcBef>
                <a:spcPts val="0"/>
              </a:spcBef>
              <a:buNone/>
            </a:pPr>
            <a:r>
              <a:rPr lang="en-US" sz="1600">
                <a:solidFill>
                  <a:srgbClr val="0432FF"/>
                </a:solidFill>
                <a:latin typeface="Consolas" panose="020B0609020204030204" pitchFamily="49" charset="0"/>
              </a:rPr>
              <a:t>			double</a:t>
            </a:r>
            <a:r>
              <a:rPr lang="en-US" sz="1600">
                <a:solidFill>
                  <a:schemeClr val="bg1"/>
                </a:solidFill>
                <a:latin typeface="Consolas" panose="020B0609020204030204" pitchFamily="49" charset="0"/>
              </a:rPr>
              <a:t> </a:t>
            </a:r>
            <a:r>
              <a:rPr lang="en-US" sz="1600">
                <a:solidFill>
                  <a:schemeClr val="accent6">
                    <a:lumMod val="75000"/>
                  </a:schemeClr>
                </a:solidFill>
                <a:latin typeface="Consolas" panose="020B0609020204030204" pitchFamily="49" charset="0"/>
              </a:rPr>
              <a:t>y </a:t>
            </a:r>
            <a:r>
              <a:rPr lang="en-US" sz="1600">
                <a:latin typeface="Consolas" panose="020B0609020204030204" pitchFamily="49" charset="0"/>
              </a:rPr>
              <a:t>= 2.5;</a:t>
            </a:r>
          </a:p>
          <a:p>
            <a:pPr marL="51435" indent="0">
              <a:spcBef>
                <a:spcPts val="0"/>
              </a:spcBef>
              <a:buNone/>
            </a:pPr>
            <a:r>
              <a:rPr lang="en-US" sz="1600">
                <a:solidFill>
                  <a:srgbClr val="0432FF"/>
                </a:solidFill>
                <a:latin typeface="Consolas" panose="020B0609020204030204" pitchFamily="49" charset="0"/>
              </a:rPr>
              <a:t>			double</a:t>
            </a:r>
            <a:r>
              <a:rPr lang="en-US" sz="1600">
                <a:solidFill>
                  <a:schemeClr val="bg1"/>
                </a:solidFill>
                <a:latin typeface="Consolas" panose="020B0609020204030204" pitchFamily="49" charset="0"/>
              </a:rPr>
              <a:t> </a:t>
            </a:r>
            <a:r>
              <a:rPr lang="en-US" sz="1600">
                <a:solidFill>
                  <a:schemeClr val="accent6">
                    <a:lumMod val="75000"/>
                  </a:schemeClr>
                </a:solidFill>
                <a:latin typeface="Consolas" panose="020B0609020204030204" pitchFamily="49" charset="0"/>
              </a:rPr>
              <a:t>s = </a:t>
            </a:r>
            <a:r>
              <a:rPr lang="en-US" sz="1600" dirty="0">
                <a:solidFill>
                  <a:srgbClr val="FEA400"/>
                </a:solidFill>
                <a:latin typeface="Consolas" panose="020B0609020204030204" pitchFamily="49" charset="0"/>
              </a:rPr>
              <a:t>Sum</a:t>
            </a:r>
            <a:r>
              <a:rPr lang="en-US" sz="1600">
                <a:latin typeface="Consolas" panose="020B0609020204030204" pitchFamily="49" charset="0"/>
              </a:rPr>
              <a:t>(</a:t>
            </a:r>
            <a:r>
              <a:rPr lang="en-US" sz="1600">
                <a:solidFill>
                  <a:schemeClr val="accent6">
                    <a:lumMod val="75000"/>
                  </a:schemeClr>
                </a:solidFill>
                <a:latin typeface="Consolas" panose="020B0609020204030204" pitchFamily="49" charset="0"/>
              </a:rPr>
              <a:t>x</a:t>
            </a:r>
            <a:r>
              <a:rPr lang="en-US" sz="1600">
                <a:latin typeface="Consolas" panose="020B0609020204030204" pitchFamily="49" charset="0"/>
              </a:rPr>
              <a:t>, </a:t>
            </a:r>
            <a:r>
              <a:rPr lang="en-US" sz="1600">
                <a:solidFill>
                  <a:schemeClr val="accent6">
                    <a:lumMod val="75000"/>
                  </a:schemeClr>
                </a:solidFill>
                <a:latin typeface="Consolas" panose="020B0609020204030204" pitchFamily="49" charset="0"/>
              </a:rPr>
              <a:t>y</a:t>
            </a:r>
            <a:r>
              <a:rPr lang="en-US" sz="1600">
                <a:latin typeface="Consolas" panose="020B0609020204030204" pitchFamily="49" charset="0"/>
              </a:rPr>
              <a:t>);</a:t>
            </a:r>
          </a:p>
          <a:p>
            <a:pPr marL="51435" indent="0">
              <a:spcBef>
                <a:spcPts val="0"/>
              </a:spcBef>
              <a:buNone/>
            </a:pPr>
            <a:r>
              <a:rPr lang="en-US" sz="1600">
                <a:solidFill>
                  <a:srgbClr val="2B91AF"/>
                </a:solidFill>
                <a:latin typeface="Consolas" panose="020B0609020204030204" pitchFamily="49" charset="0"/>
              </a:rPr>
              <a:t>			Console</a:t>
            </a:r>
            <a:r>
              <a:rPr lang="en-US" sz="1600">
                <a:latin typeface="Consolas" panose="020B0609020204030204" pitchFamily="49" charset="0"/>
              </a:rPr>
              <a:t>.</a:t>
            </a:r>
            <a:r>
              <a:rPr lang="en-US" sz="1600">
                <a:solidFill>
                  <a:srgbClr val="FEA400"/>
                </a:solidFill>
                <a:latin typeface="Consolas" panose="020B0609020204030204" pitchFamily="49" charset="0"/>
              </a:rPr>
              <a:t>WriteLine</a:t>
            </a:r>
            <a:r>
              <a:rPr lang="en-US" sz="1600">
                <a:latin typeface="Consolas" panose="020B0609020204030204" pitchFamily="49" charset="0"/>
                <a:cs typeface="Consolas" panose="020B0609020204030204" pitchFamily="49" charset="0"/>
              </a:rPr>
              <a:t>(</a:t>
            </a:r>
            <a:r>
              <a:rPr lang="en-US" sz="1600">
                <a:solidFill>
                  <a:schemeClr val="accent6">
                    <a:lumMod val="75000"/>
                  </a:schemeClr>
                </a:solidFill>
                <a:latin typeface="Consolas" panose="020B0609020204030204" pitchFamily="49" charset="0"/>
              </a:rPr>
              <a:t>s</a:t>
            </a:r>
            <a:r>
              <a:rPr lang="en-US" sz="1600">
                <a:latin typeface="Consolas" panose="020B0609020204030204" pitchFamily="49" charset="0"/>
                <a:cs typeface="Consolas" panose="020B0609020204030204" pitchFamily="49" charset="0"/>
              </a:rPr>
              <a:t>);</a:t>
            </a:r>
            <a:endParaRPr lang="en-US" sz="1600">
              <a:latin typeface="Consolas" panose="020B0609020204030204" pitchFamily="49" charset="0"/>
            </a:endParaRPr>
          </a:p>
          <a:p>
            <a:pPr marL="51435" indent="0">
              <a:spcBef>
                <a:spcPts val="0"/>
              </a:spcBef>
              <a:buNone/>
            </a:pPr>
            <a:r>
              <a:rPr lang="en-US" sz="1600">
                <a:latin typeface="Consolas" panose="020B0609020204030204" pitchFamily="49" charset="0"/>
              </a:rPr>
              <a:t>		}</a:t>
            </a:r>
          </a:p>
          <a:p>
            <a:pPr marL="51435" indent="0">
              <a:spcBef>
                <a:spcPts val="0"/>
              </a:spcBef>
              <a:buNone/>
            </a:pPr>
            <a:r>
              <a:rPr lang="en-US" sz="1600">
                <a:latin typeface="Consolas" panose="020B0609020204030204" pitchFamily="49" charset="0"/>
              </a:rPr>
              <a:t>	}</a:t>
            </a:r>
          </a:p>
          <a:p>
            <a:pPr marL="51435" indent="0">
              <a:spcBef>
                <a:spcPts val="0"/>
              </a:spcBef>
              <a:buNone/>
            </a:pPr>
            <a:r>
              <a:rPr lang="en-US" sz="1600">
                <a:latin typeface="Consolas" panose="020B0609020204030204" pitchFamily="49" charset="0"/>
              </a:rPr>
              <a:t>}</a:t>
            </a:r>
          </a:p>
        </p:txBody>
      </p:sp>
      <p:sp>
        <p:nvSpPr>
          <p:cNvPr id="8" name="Line Callout 1 7">
            <a:extLst>
              <a:ext uri="{FF2B5EF4-FFF2-40B4-BE49-F238E27FC236}">
                <a16:creationId xmlns:a16="http://schemas.microsoft.com/office/drawing/2014/main" id="{9AEC737B-CB7D-BA76-D6A9-DFCCDD55E2E8}"/>
              </a:ext>
            </a:extLst>
          </p:cNvPr>
          <p:cNvSpPr/>
          <p:nvPr/>
        </p:nvSpPr>
        <p:spPr>
          <a:xfrm>
            <a:off x="6034089" y="2509843"/>
            <a:ext cx="3063552" cy="824345"/>
          </a:xfrm>
          <a:prstGeom prst="borderCallout1">
            <a:avLst>
              <a:gd name="adj1" fmla="val 102042"/>
              <a:gd name="adj2" fmla="val 32730"/>
              <a:gd name="adj3" fmla="val 245635"/>
              <a:gd name="adj4" fmla="val -5841"/>
            </a:avLst>
          </a:prstGeom>
          <a:ln/>
        </p:spPr>
        <p:style>
          <a:lnRef idx="1">
            <a:schemeClr val="accent2"/>
          </a:lnRef>
          <a:fillRef idx="2">
            <a:schemeClr val="accent2"/>
          </a:fillRef>
          <a:effectRef idx="1">
            <a:schemeClr val="accent2"/>
          </a:effectRef>
          <a:fontRef idx="minor">
            <a:schemeClr val="dk1"/>
          </a:fontRef>
        </p:style>
        <p:txBody>
          <a:bodyPr rtlCol="0" anchor="ctr"/>
          <a:lstStyle/>
          <a:p>
            <a:pPr algn="just"/>
            <a:r>
              <a:rPr lang="en-VN" sz="1600" b="1" dirty="0">
                <a:solidFill>
                  <a:srgbClr val="FF0000"/>
                </a:solidFill>
                <a:latin typeface="Consolas" pitchFamily="49" charset="0"/>
                <a:cs typeface="Consolas" pitchFamily="49" charset="0"/>
              </a:rPr>
              <a:t>Lỗi: </a:t>
            </a:r>
            <a:r>
              <a:rPr lang="en-VN" sz="1600" dirty="0">
                <a:solidFill>
                  <a:schemeClr val="tx1"/>
                </a:solidFill>
                <a:latin typeface="Consolas" pitchFamily="49" charset="0"/>
                <a:cs typeface="Consolas" pitchFamily="49" charset="0"/>
              </a:rPr>
              <a:t>do đối số </a:t>
            </a:r>
            <a:r>
              <a:rPr lang="en-VN" sz="1600" dirty="0">
                <a:solidFill>
                  <a:srgbClr val="FFFF00"/>
                </a:solidFill>
                <a:latin typeface="Consolas" pitchFamily="49" charset="0"/>
                <a:cs typeface="Consolas" pitchFamily="49" charset="0"/>
              </a:rPr>
              <a:t>y</a:t>
            </a:r>
            <a:r>
              <a:rPr lang="en-VN" sz="1600" dirty="0">
                <a:solidFill>
                  <a:schemeClr val="tx1"/>
                </a:solidFill>
                <a:latin typeface="Consolas" pitchFamily="49" charset="0"/>
                <a:cs typeface="Consolas" pitchFamily="49" charset="0"/>
              </a:rPr>
              <a:t> (</a:t>
            </a:r>
            <a:r>
              <a:rPr lang="en-VN" sz="1600" dirty="0">
                <a:solidFill>
                  <a:srgbClr val="0432FF"/>
                </a:solidFill>
                <a:latin typeface="Consolas" pitchFamily="49" charset="0"/>
                <a:cs typeface="Consolas" pitchFamily="49" charset="0"/>
              </a:rPr>
              <a:t>double</a:t>
            </a:r>
            <a:r>
              <a:rPr lang="en-VN" sz="1600" dirty="0">
                <a:solidFill>
                  <a:schemeClr val="tx1"/>
                </a:solidFill>
                <a:latin typeface="Consolas" pitchFamily="49" charset="0"/>
                <a:cs typeface="Consolas" pitchFamily="49" charset="0"/>
              </a:rPr>
              <a:t>) có </a:t>
            </a:r>
            <a:r>
              <a:rPr lang="en-VN" sz="1600" dirty="0">
                <a:solidFill>
                  <a:srgbClr val="FFFF00"/>
                </a:solidFill>
                <a:latin typeface="Consolas" pitchFamily="49" charset="0"/>
                <a:cs typeface="Consolas" pitchFamily="49" charset="0"/>
              </a:rPr>
              <a:t>kiểu dữ liệu không phù </a:t>
            </a:r>
            <a:r>
              <a:rPr lang="en-VN" sz="1600" dirty="0">
                <a:solidFill>
                  <a:schemeClr val="tx1"/>
                </a:solidFill>
                <a:latin typeface="Consolas" pitchFamily="49" charset="0"/>
                <a:cs typeface="Consolas" pitchFamily="49" charset="0"/>
              </a:rPr>
              <a:t>hợp với tham số </a:t>
            </a:r>
            <a:r>
              <a:rPr lang="en-VN" sz="1600" dirty="0">
                <a:solidFill>
                  <a:srgbClr val="FFFF00"/>
                </a:solidFill>
                <a:latin typeface="Consolas" pitchFamily="49" charset="0"/>
                <a:cs typeface="Consolas" pitchFamily="49" charset="0"/>
              </a:rPr>
              <a:t>b</a:t>
            </a:r>
            <a:r>
              <a:rPr lang="en-VN" sz="1600" dirty="0">
                <a:solidFill>
                  <a:schemeClr val="tx1"/>
                </a:solidFill>
                <a:latin typeface="Consolas" pitchFamily="49" charset="0"/>
                <a:cs typeface="Consolas" pitchFamily="49" charset="0"/>
              </a:rPr>
              <a:t> (</a:t>
            </a:r>
            <a:r>
              <a:rPr lang="en-VN" sz="1600" dirty="0">
                <a:solidFill>
                  <a:srgbClr val="0432FF"/>
                </a:solidFill>
                <a:latin typeface="Consolas" pitchFamily="49" charset="0"/>
                <a:cs typeface="Consolas" pitchFamily="49" charset="0"/>
              </a:rPr>
              <a:t>int</a:t>
            </a:r>
            <a:r>
              <a:rPr lang="en-VN" sz="1600" dirty="0">
                <a:solidFill>
                  <a:schemeClr val="tx1"/>
                </a:solidFill>
                <a:latin typeface="Consolas" pitchFamily="49" charset="0"/>
                <a:cs typeface="Consolas" pitchFamily="49" charset="0"/>
              </a:rPr>
              <a:t>)</a:t>
            </a:r>
            <a:endParaRPr lang="en-GB" sz="1600" dirty="0">
              <a:solidFill>
                <a:srgbClr val="0432FF"/>
              </a:solidFill>
              <a:latin typeface="Consolas" pitchFamily="49" charset="0"/>
              <a:cs typeface="Consolas" pitchFamily="49" charset="0"/>
            </a:endParaRPr>
          </a:p>
        </p:txBody>
      </p:sp>
      <p:sp>
        <p:nvSpPr>
          <p:cNvPr id="9" name="Line Callout 1 8">
            <a:extLst>
              <a:ext uri="{FF2B5EF4-FFF2-40B4-BE49-F238E27FC236}">
                <a16:creationId xmlns:a16="http://schemas.microsoft.com/office/drawing/2014/main" id="{DC175753-3F24-3356-8989-10B70178F675}"/>
              </a:ext>
            </a:extLst>
          </p:cNvPr>
          <p:cNvSpPr/>
          <p:nvPr/>
        </p:nvSpPr>
        <p:spPr>
          <a:xfrm>
            <a:off x="46359" y="2784853"/>
            <a:ext cx="2790800" cy="1098670"/>
          </a:xfrm>
          <a:prstGeom prst="borderCallout1">
            <a:avLst>
              <a:gd name="adj1" fmla="val 102042"/>
              <a:gd name="adj2" fmla="val 32730"/>
              <a:gd name="adj3" fmla="val 162839"/>
              <a:gd name="adj4" fmla="val 134624"/>
            </a:avLst>
          </a:prstGeom>
          <a:ln/>
        </p:spPr>
        <p:style>
          <a:lnRef idx="1">
            <a:schemeClr val="accent2"/>
          </a:lnRef>
          <a:fillRef idx="2">
            <a:schemeClr val="accent2"/>
          </a:fillRef>
          <a:effectRef idx="1">
            <a:schemeClr val="accent2"/>
          </a:effectRef>
          <a:fontRef idx="minor">
            <a:schemeClr val="dk1"/>
          </a:fontRef>
        </p:style>
        <p:txBody>
          <a:bodyPr rtlCol="0" anchor="ctr"/>
          <a:lstStyle/>
          <a:p>
            <a:pPr algn="just"/>
            <a:r>
              <a:rPr lang="en-VN" sz="1600" dirty="0">
                <a:solidFill>
                  <a:schemeClr val="tx1"/>
                </a:solidFill>
                <a:latin typeface="Consolas" pitchFamily="49" charset="0"/>
                <a:cs typeface="Consolas" pitchFamily="49" charset="0"/>
              </a:rPr>
              <a:t>Phép gán hợp lệ vì kết quả trả về kiểu </a:t>
            </a:r>
            <a:r>
              <a:rPr lang="en-VN" sz="1600" dirty="0">
                <a:solidFill>
                  <a:srgbClr val="0432FF"/>
                </a:solidFill>
                <a:latin typeface="Consolas" pitchFamily="49" charset="0"/>
                <a:cs typeface="Consolas" pitchFamily="49" charset="0"/>
              </a:rPr>
              <a:t>int</a:t>
            </a:r>
            <a:r>
              <a:rPr lang="en-VN" sz="1600" dirty="0">
                <a:solidFill>
                  <a:schemeClr val="tx1"/>
                </a:solidFill>
                <a:latin typeface="Consolas" pitchFamily="49" charset="0"/>
                <a:cs typeface="Consolas" pitchFamily="49" charset="0"/>
              </a:rPr>
              <a:t> có thể lưu vào biến </a:t>
            </a:r>
            <a:r>
              <a:rPr lang="en-VN" sz="1600" dirty="0">
                <a:solidFill>
                  <a:srgbClr val="FFFF00"/>
                </a:solidFill>
                <a:latin typeface="Consolas" pitchFamily="49" charset="0"/>
                <a:cs typeface="Consolas" pitchFamily="49" charset="0"/>
              </a:rPr>
              <a:t>result</a:t>
            </a:r>
            <a:r>
              <a:rPr lang="en-VN" sz="1600" dirty="0">
                <a:solidFill>
                  <a:schemeClr val="tx1"/>
                </a:solidFill>
                <a:latin typeface="Consolas" pitchFamily="49" charset="0"/>
                <a:cs typeface="Consolas" pitchFamily="49" charset="0"/>
              </a:rPr>
              <a:t> kiểu </a:t>
            </a:r>
            <a:r>
              <a:rPr lang="en-VN" sz="1600" dirty="0">
                <a:solidFill>
                  <a:srgbClr val="0432FF"/>
                </a:solidFill>
                <a:latin typeface="Consolas" pitchFamily="49" charset="0"/>
                <a:cs typeface="Consolas" pitchFamily="49" charset="0"/>
              </a:rPr>
              <a:t>double</a:t>
            </a:r>
            <a:endParaRPr lang="en-GB" sz="1600" dirty="0">
              <a:solidFill>
                <a:srgbClr val="0432FF"/>
              </a:solidFill>
              <a:latin typeface="Consolas" pitchFamily="49" charset="0"/>
              <a:cs typeface="Consolas" pitchFamily="49" charset="0"/>
            </a:endParaRPr>
          </a:p>
        </p:txBody>
      </p:sp>
    </p:spTree>
    <p:extLst>
      <p:ext uri="{BB962C8B-B14F-4D97-AF65-F5344CB8AC3E}">
        <p14:creationId xmlns:p14="http://schemas.microsoft.com/office/powerpoint/2010/main" val="18279706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dissolve">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CCA81C-97CC-C247-AB27-CCD4F422B26C}"/>
              </a:ext>
            </a:extLst>
          </p:cNvPr>
          <p:cNvSpPr>
            <a:spLocks noGrp="1"/>
          </p:cNvSpPr>
          <p:nvPr>
            <p:ph type="title"/>
          </p:nvPr>
        </p:nvSpPr>
        <p:spPr/>
        <p:txBody>
          <a:bodyPr>
            <a:normAutofit fontScale="90000"/>
          </a:bodyPr>
          <a:lstStyle/>
          <a:p>
            <a:r>
              <a:rPr lang="en-VN"/>
              <a:t>VẬN DỤNG</a:t>
            </a:r>
          </a:p>
        </p:txBody>
      </p:sp>
      <p:sp>
        <p:nvSpPr>
          <p:cNvPr id="3" name="Content Placeholder 2">
            <a:extLst>
              <a:ext uri="{FF2B5EF4-FFF2-40B4-BE49-F238E27FC236}">
                <a16:creationId xmlns:a16="http://schemas.microsoft.com/office/drawing/2014/main" id="{E8A0D24C-4533-0E47-B790-258B7284770A}"/>
              </a:ext>
            </a:extLst>
          </p:cNvPr>
          <p:cNvSpPr>
            <a:spLocks noGrp="1"/>
          </p:cNvSpPr>
          <p:nvPr>
            <p:ph idx="1"/>
          </p:nvPr>
        </p:nvSpPr>
        <p:spPr/>
        <p:txBody>
          <a:bodyPr>
            <a:normAutofit/>
          </a:bodyPr>
          <a:lstStyle/>
          <a:p>
            <a:r>
              <a:rPr lang="vi-VN" err="1"/>
              <a:t>Viết hàm </a:t>
            </a:r>
            <a:r>
              <a:rPr lang="vi-VN" err="1">
                <a:solidFill>
                  <a:srgbClr val="EF6822"/>
                </a:solidFill>
              </a:rPr>
              <a:t>in ra màn hình các số nguyên từ 1 đến n </a:t>
            </a:r>
            <a:r>
              <a:rPr lang="vi-VN" err="1"/>
              <a:t>(</a:t>
            </a:r>
            <a:r>
              <a:rPr lang="vi-VN" i="1" err="1"/>
              <a:t>với n là tham số của hàm</a:t>
            </a:r>
            <a:r>
              <a:rPr lang="vi-VN" err="1"/>
              <a:t>). Trường hợp n &lt; 1 thì thông báo </a:t>
            </a:r>
            <a:r>
              <a:rPr lang="vi-VN" i="1" err="1">
                <a:solidFill>
                  <a:srgbClr val="C00000"/>
                </a:solidFill>
              </a:rPr>
              <a:t>“Giá trị tham số không hợp lệ”</a:t>
            </a:r>
            <a:endParaRPr lang="en-VN" i="1">
              <a:solidFill>
                <a:srgbClr val="C00000"/>
              </a:solidFill>
            </a:endParaRPr>
          </a:p>
        </p:txBody>
      </p:sp>
      <p:sp>
        <p:nvSpPr>
          <p:cNvPr id="4" name="Footer Placeholder 3">
            <a:extLst>
              <a:ext uri="{FF2B5EF4-FFF2-40B4-BE49-F238E27FC236}">
                <a16:creationId xmlns:a16="http://schemas.microsoft.com/office/drawing/2014/main" id="{E826BE1C-A0C9-D141-A123-5501067A5549}"/>
              </a:ext>
            </a:extLst>
          </p:cNvPr>
          <p:cNvSpPr>
            <a:spLocks noGrp="1"/>
          </p:cNvSpPr>
          <p:nvPr>
            <p:ph type="ftr" sz="quarter" idx="11"/>
          </p:nvPr>
        </p:nvSpPr>
        <p:spPr/>
        <p:txBody>
          <a:bodyPr/>
          <a:lstStyle/>
          <a:p>
            <a:r>
              <a:rPr lang="vi-VN" dirty="0"/>
              <a:t>Bài 5: Hàm</a:t>
            </a:r>
            <a:endParaRPr lang="en-US" dirty="0"/>
          </a:p>
        </p:txBody>
      </p:sp>
      <p:sp>
        <p:nvSpPr>
          <p:cNvPr id="5" name="Slide Number Placeholder 4">
            <a:extLst>
              <a:ext uri="{FF2B5EF4-FFF2-40B4-BE49-F238E27FC236}">
                <a16:creationId xmlns:a16="http://schemas.microsoft.com/office/drawing/2014/main" id="{430408F4-1B10-094C-AF52-9199770B3E32}"/>
              </a:ext>
            </a:extLst>
          </p:cNvPr>
          <p:cNvSpPr>
            <a:spLocks noGrp="1"/>
          </p:cNvSpPr>
          <p:nvPr>
            <p:ph type="sldNum" sz="quarter" idx="12"/>
          </p:nvPr>
        </p:nvSpPr>
        <p:spPr/>
        <p:txBody>
          <a:bodyPr/>
          <a:lstStyle/>
          <a:p>
            <a:fld id="{1AD93096-5B34-4342-9326-69289CEAE4C2}" type="slidenum">
              <a:rPr lang="en-US" smtClean="0"/>
              <a:pPr/>
              <a:t>22</a:t>
            </a:fld>
            <a:endParaRPr lang="en-US" dirty="0"/>
          </a:p>
        </p:txBody>
      </p:sp>
    </p:spTree>
    <p:extLst>
      <p:ext uri="{BB962C8B-B14F-4D97-AF65-F5344CB8AC3E}">
        <p14:creationId xmlns:p14="http://schemas.microsoft.com/office/powerpoint/2010/main" val="29770253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CCA81C-97CC-C247-AB27-CCD4F422B26C}"/>
              </a:ext>
            </a:extLst>
          </p:cNvPr>
          <p:cNvSpPr>
            <a:spLocks noGrp="1"/>
          </p:cNvSpPr>
          <p:nvPr>
            <p:ph type="title"/>
          </p:nvPr>
        </p:nvSpPr>
        <p:spPr/>
        <p:txBody>
          <a:bodyPr>
            <a:normAutofit fontScale="90000"/>
          </a:bodyPr>
          <a:lstStyle/>
          <a:p>
            <a:r>
              <a:rPr lang="en-VN"/>
              <a:t>VẬN DỤNG</a:t>
            </a:r>
          </a:p>
        </p:txBody>
      </p:sp>
      <p:sp>
        <p:nvSpPr>
          <p:cNvPr id="3" name="Content Placeholder 2">
            <a:extLst>
              <a:ext uri="{FF2B5EF4-FFF2-40B4-BE49-F238E27FC236}">
                <a16:creationId xmlns:a16="http://schemas.microsoft.com/office/drawing/2014/main" id="{E8A0D24C-4533-0E47-B790-258B7284770A}"/>
              </a:ext>
            </a:extLst>
          </p:cNvPr>
          <p:cNvSpPr>
            <a:spLocks noGrp="1"/>
          </p:cNvSpPr>
          <p:nvPr>
            <p:ph idx="1"/>
          </p:nvPr>
        </p:nvSpPr>
        <p:spPr/>
        <p:txBody>
          <a:bodyPr>
            <a:normAutofit/>
          </a:bodyPr>
          <a:lstStyle/>
          <a:p>
            <a:r>
              <a:rPr lang="en-US" err="1"/>
              <a:t>Định nghĩa hàm thực hiện các chức năng sau:</a:t>
            </a:r>
          </a:p>
          <a:p>
            <a:pPr lvl="1"/>
            <a:r>
              <a:rPr lang="en-US" err="1">
                <a:solidFill>
                  <a:srgbClr val="EF6822"/>
                </a:solidFill>
              </a:rPr>
              <a:t>Tính và trả về tổng 2 số nguyên</a:t>
            </a:r>
            <a:r>
              <a:rPr lang="en-US" err="1"/>
              <a:t>: a + b</a:t>
            </a:r>
          </a:p>
          <a:p>
            <a:pPr lvl="1"/>
            <a:r>
              <a:rPr lang="en-US" err="1">
                <a:solidFill>
                  <a:srgbClr val="EF6822"/>
                </a:solidFill>
              </a:rPr>
              <a:t>Tính và trả về hiệu 2 số nguyên</a:t>
            </a:r>
            <a:r>
              <a:rPr lang="en-US" err="1"/>
              <a:t>: a – b</a:t>
            </a:r>
          </a:p>
          <a:p>
            <a:pPr lvl="1"/>
            <a:r>
              <a:rPr lang="en-US" err="1">
                <a:solidFill>
                  <a:srgbClr val="EF6822"/>
                </a:solidFill>
              </a:rPr>
              <a:t>Tính và trả về tích 2 số nguyên</a:t>
            </a:r>
            <a:r>
              <a:rPr lang="en-US" err="1"/>
              <a:t>: a * b</a:t>
            </a:r>
          </a:p>
          <a:p>
            <a:pPr lvl="1"/>
            <a:r>
              <a:rPr lang="en-US" err="1">
                <a:solidFill>
                  <a:srgbClr val="EF6822"/>
                </a:solidFill>
              </a:rPr>
              <a:t>Tính và trả về thương</a:t>
            </a:r>
            <a:r>
              <a:rPr lang="en-US" err="1"/>
              <a:t>: a / b (kết quả phép chia thực. Ví dụ: 5 / 2 = 2.5)</a:t>
            </a:r>
          </a:p>
          <a:p>
            <a:pPr marL="457200" lvl="1" indent="0">
              <a:buNone/>
            </a:pPr>
            <a:r>
              <a:rPr lang="en-US" err="1"/>
              <a:t>(Với a, b là các tham số của hàm)</a:t>
            </a:r>
          </a:p>
          <a:p>
            <a:endParaRPr lang="en-US" err="1"/>
          </a:p>
        </p:txBody>
      </p:sp>
      <p:sp>
        <p:nvSpPr>
          <p:cNvPr id="4" name="Footer Placeholder 3">
            <a:extLst>
              <a:ext uri="{FF2B5EF4-FFF2-40B4-BE49-F238E27FC236}">
                <a16:creationId xmlns:a16="http://schemas.microsoft.com/office/drawing/2014/main" id="{E826BE1C-A0C9-D141-A123-5501067A5549}"/>
              </a:ext>
            </a:extLst>
          </p:cNvPr>
          <p:cNvSpPr>
            <a:spLocks noGrp="1"/>
          </p:cNvSpPr>
          <p:nvPr>
            <p:ph type="ftr" sz="quarter" idx="11"/>
          </p:nvPr>
        </p:nvSpPr>
        <p:spPr/>
        <p:txBody>
          <a:bodyPr/>
          <a:lstStyle/>
          <a:p>
            <a:r>
              <a:rPr lang="vi-VN" dirty="0"/>
              <a:t>Bài 5: Hàm</a:t>
            </a:r>
            <a:endParaRPr lang="en-US" dirty="0"/>
          </a:p>
        </p:txBody>
      </p:sp>
      <p:sp>
        <p:nvSpPr>
          <p:cNvPr id="5" name="Slide Number Placeholder 4">
            <a:extLst>
              <a:ext uri="{FF2B5EF4-FFF2-40B4-BE49-F238E27FC236}">
                <a16:creationId xmlns:a16="http://schemas.microsoft.com/office/drawing/2014/main" id="{C6508434-E4DB-EA4B-9570-66E0540F2B83}"/>
              </a:ext>
            </a:extLst>
          </p:cNvPr>
          <p:cNvSpPr>
            <a:spLocks noGrp="1"/>
          </p:cNvSpPr>
          <p:nvPr>
            <p:ph type="sldNum" sz="quarter" idx="12"/>
          </p:nvPr>
        </p:nvSpPr>
        <p:spPr/>
        <p:txBody>
          <a:bodyPr/>
          <a:lstStyle/>
          <a:p>
            <a:fld id="{1AD93096-5B34-4342-9326-69289CEAE4C2}" type="slidenum">
              <a:rPr lang="en-US" smtClean="0"/>
              <a:pPr/>
              <a:t>23</a:t>
            </a:fld>
            <a:endParaRPr lang="en-US" dirty="0"/>
          </a:p>
        </p:txBody>
      </p:sp>
    </p:spTree>
    <p:extLst>
      <p:ext uri="{BB962C8B-B14F-4D97-AF65-F5344CB8AC3E}">
        <p14:creationId xmlns:p14="http://schemas.microsoft.com/office/powerpoint/2010/main" val="3851638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CCA81C-97CC-C247-AB27-CCD4F422B26C}"/>
              </a:ext>
            </a:extLst>
          </p:cNvPr>
          <p:cNvSpPr>
            <a:spLocks noGrp="1"/>
          </p:cNvSpPr>
          <p:nvPr>
            <p:ph type="title"/>
          </p:nvPr>
        </p:nvSpPr>
        <p:spPr/>
        <p:txBody>
          <a:bodyPr>
            <a:normAutofit fontScale="90000"/>
          </a:bodyPr>
          <a:lstStyle/>
          <a:p>
            <a:r>
              <a:rPr lang="en-VN"/>
              <a:t>VẬN DỤNG</a:t>
            </a:r>
          </a:p>
        </p:txBody>
      </p:sp>
      <p:sp>
        <p:nvSpPr>
          <p:cNvPr id="3" name="Content Placeholder 2">
            <a:extLst>
              <a:ext uri="{FF2B5EF4-FFF2-40B4-BE49-F238E27FC236}">
                <a16:creationId xmlns:a16="http://schemas.microsoft.com/office/drawing/2014/main" id="{E8A0D24C-4533-0E47-B790-258B7284770A}"/>
              </a:ext>
            </a:extLst>
          </p:cNvPr>
          <p:cNvSpPr>
            <a:spLocks noGrp="1"/>
          </p:cNvSpPr>
          <p:nvPr>
            <p:ph idx="1"/>
          </p:nvPr>
        </p:nvSpPr>
        <p:spPr/>
        <p:txBody>
          <a:bodyPr>
            <a:normAutofit/>
          </a:bodyPr>
          <a:lstStyle/>
          <a:p>
            <a:r>
              <a:rPr lang="en-US" err="1"/>
              <a:t>Viết hàm</a:t>
            </a:r>
            <a:r>
              <a:rPr lang="en-US"/>
              <a:t> </a:t>
            </a:r>
            <a:r>
              <a:rPr lang="en-US">
                <a:solidFill>
                  <a:srgbClr val="EF6822"/>
                </a:solidFill>
              </a:rPr>
              <a:t>hoán</a:t>
            </a:r>
            <a:r>
              <a:rPr lang="en-US" err="1">
                <a:solidFill>
                  <a:srgbClr val="EF6822"/>
                </a:solidFill>
              </a:rPr>
              <a:t> đổi giá trị </a:t>
            </a:r>
            <a:r>
              <a:rPr lang="en-US" err="1"/>
              <a:t>của 2 số nguyên a và b</a:t>
            </a:r>
            <a:endParaRPr lang="en-US"/>
          </a:p>
        </p:txBody>
      </p:sp>
      <p:sp>
        <p:nvSpPr>
          <p:cNvPr id="4" name="Footer Placeholder 3">
            <a:extLst>
              <a:ext uri="{FF2B5EF4-FFF2-40B4-BE49-F238E27FC236}">
                <a16:creationId xmlns:a16="http://schemas.microsoft.com/office/drawing/2014/main" id="{E826BE1C-A0C9-D141-A123-5501067A5549}"/>
              </a:ext>
            </a:extLst>
          </p:cNvPr>
          <p:cNvSpPr>
            <a:spLocks noGrp="1"/>
          </p:cNvSpPr>
          <p:nvPr>
            <p:ph type="ftr" sz="quarter" idx="11"/>
          </p:nvPr>
        </p:nvSpPr>
        <p:spPr/>
        <p:txBody>
          <a:bodyPr/>
          <a:lstStyle/>
          <a:p>
            <a:r>
              <a:rPr lang="vi-VN" dirty="0"/>
              <a:t>Bài 5: Hàm</a:t>
            </a:r>
            <a:endParaRPr lang="en-US" dirty="0"/>
          </a:p>
        </p:txBody>
      </p:sp>
      <p:sp>
        <p:nvSpPr>
          <p:cNvPr id="5" name="Content Placeholder 5">
            <a:extLst>
              <a:ext uri="{FF2B5EF4-FFF2-40B4-BE49-F238E27FC236}">
                <a16:creationId xmlns:a16="http://schemas.microsoft.com/office/drawing/2014/main" id="{46DA1B82-2B37-0D45-A421-754B4B8830A2}"/>
              </a:ext>
            </a:extLst>
          </p:cNvPr>
          <p:cNvSpPr txBox="1">
            <a:spLocks/>
          </p:cNvSpPr>
          <p:nvPr/>
        </p:nvSpPr>
        <p:spPr>
          <a:xfrm>
            <a:off x="940594" y="1678071"/>
            <a:ext cx="6990368" cy="4249729"/>
          </a:xfrm>
          <a:prstGeom prst="rect">
            <a:avLst/>
          </a:prstGeom>
        </p:spPr>
        <p:style>
          <a:lnRef idx="2">
            <a:schemeClr val="accent2"/>
          </a:lnRef>
          <a:fillRef idx="1">
            <a:schemeClr val="lt1"/>
          </a:fillRef>
          <a:effectRef idx="0">
            <a:schemeClr val="accent2"/>
          </a:effectRef>
          <a:fontRef idx="minor">
            <a:schemeClr val="dk1"/>
          </a:fontRef>
        </p:style>
        <p:txBody>
          <a:bodyPr>
            <a:noAutofit/>
          </a:bodyPr>
          <a:lstStyle>
            <a:lvl1pPr marL="308610" indent="-257175" algn="l" rtl="0" eaLnBrk="1" latinLnBrk="0" hangingPunct="1">
              <a:spcBef>
                <a:spcPts val="525"/>
              </a:spcBef>
              <a:buSzPct val="95000"/>
              <a:buFont typeface="Wingdings"/>
              <a:buChar char=""/>
              <a:defRPr sz="1500" kern="1200" spc="0">
                <a:solidFill>
                  <a:schemeClr val="tx1"/>
                </a:solidFill>
                <a:latin typeface="+mn-lt"/>
                <a:ea typeface="+mn-ea"/>
                <a:cs typeface="Arial" pitchFamily="34" charset="0"/>
              </a:defRPr>
            </a:lvl1pPr>
            <a:lvl2pPr marL="555498" indent="-214313" algn="l" rtl="0" eaLnBrk="1" latinLnBrk="0" hangingPunct="1">
              <a:spcBef>
                <a:spcPct val="20000"/>
              </a:spcBef>
              <a:buClr>
                <a:schemeClr val="accent2"/>
              </a:buClr>
              <a:buSzPct val="90000"/>
              <a:buFont typeface="Wingdings"/>
              <a:buChar char=""/>
              <a:defRPr sz="1350" kern="1200" spc="0">
                <a:solidFill>
                  <a:schemeClr val="tx1"/>
                </a:solidFill>
                <a:latin typeface="+mn-lt"/>
                <a:ea typeface="+mn-ea"/>
                <a:cs typeface="Arial" pitchFamily="34" charset="0"/>
              </a:defRPr>
            </a:lvl2pPr>
            <a:lvl3pPr marL="747522" indent="-171450" algn="l" rtl="0" eaLnBrk="1" latinLnBrk="0" hangingPunct="1">
              <a:spcBef>
                <a:spcPct val="20000"/>
              </a:spcBef>
              <a:buClr>
                <a:schemeClr val="accent2"/>
              </a:buClr>
              <a:buFont typeface="Wingdings 2"/>
              <a:buChar char=""/>
              <a:defRPr sz="1200" kern="1200" spc="0">
                <a:solidFill>
                  <a:schemeClr val="tx1"/>
                </a:solidFill>
                <a:latin typeface="+mn-lt"/>
                <a:ea typeface="+mn-ea"/>
                <a:cs typeface="Arial" pitchFamily="34" charset="0"/>
              </a:defRPr>
            </a:lvl3pPr>
            <a:lvl4pPr marL="946404" indent="-171450" algn="l" rtl="0" eaLnBrk="1" latinLnBrk="0" hangingPunct="1">
              <a:spcBef>
                <a:spcPct val="20000"/>
              </a:spcBef>
              <a:buClr>
                <a:schemeClr val="accent3"/>
              </a:buClr>
              <a:buFont typeface="Wingdings 3"/>
              <a:buChar char=""/>
              <a:defRPr sz="1200" kern="1200" spc="0">
                <a:solidFill>
                  <a:schemeClr val="tx1"/>
                </a:solidFill>
                <a:latin typeface="+mn-lt"/>
                <a:ea typeface="+mn-ea"/>
                <a:cs typeface="Arial" pitchFamily="34" charset="0"/>
              </a:defRPr>
            </a:lvl4pPr>
            <a:lvl5pPr marL="1110996" indent="-157734" algn="l" rtl="0" eaLnBrk="1" latinLnBrk="0" hangingPunct="1">
              <a:spcBef>
                <a:spcPct val="20000"/>
              </a:spcBef>
              <a:buClr>
                <a:schemeClr val="accent3"/>
              </a:buClr>
              <a:buFont typeface="Wingdings 2"/>
              <a:buChar char=""/>
              <a:defRPr sz="1050" kern="1200" spc="0">
                <a:solidFill>
                  <a:schemeClr val="tx1"/>
                </a:solidFill>
                <a:latin typeface="+mn-lt"/>
                <a:ea typeface="+mn-ea"/>
                <a:cs typeface="Arial" pitchFamily="34" charset="0"/>
              </a:defRPr>
            </a:lvl5pPr>
            <a:lvl6pPr marL="1282446" indent="-157734" algn="l" rtl="0" eaLnBrk="1" latinLnBrk="0" hangingPunct="1">
              <a:spcBef>
                <a:spcPct val="20000"/>
              </a:spcBef>
              <a:buClr>
                <a:schemeClr val="accent3"/>
              </a:buClr>
              <a:buFont typeface="Wingdings 2"/>
              <a:buChar char=""/>
              <a:defRPr sz="1350" kern="1200">
                <a:solidFill>
                  <a:schemeClr val="tx1"/>
                </a:solidFill>
                <a:latin typeface="+mn-lt"/>
                <a:ea typeface="+mn-ea"/>
                <a:cs typeface="+mn-cs"/>
              </a:defRPr>
            </a:lvl6pPr>
            <a:lvl7pPr marL="1426464"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7pPr>
            <a:lvl8pPr marL="1570482"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8pPr>
            <a:lvl9pPr marL="1714500"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9pPr>
            <a:extLst/>
          </a:lstStyle>
          <a:p>
            <a:pPr marL="51435" indent="0">
              <a:spcBef>
                <a:spcPts val="0"/>
              </a:spcBef>
              <a:buNone/>
            </a:pPr>
            <a:r>
              <a:rPr lang="en-US" sz="1600">
                <a:solidFill>
                  <a:srgbClr val="0432FF"/>
                </a:solidFill>
                <a:latin typeface="Consolas" panose="020B0609020204030204" pitchFamily="49" charset="0"/>
              </a:rPr>
              <a:t>static</a:t>
            </a:r>
            <a:r>
              <a:rPr lang="en-US" sz="1600">
                <a:latin typeface="Consolas" panose="020B0609020204030204" pitchFamily="49" charset="0"/>
              </a:rPr>
              <a:t> </a:t>
            </a:r>
            <a:r>
              <a:rPr lang="en-US" sz="1600">
                <a:solidFill>
                  <a:srgbClr val="0000FF"/>
                </a:solidFill>
                <a:latin typeface="Consolas" panose="020B0609020204030204" pitchFamily="49" charset="0"/>
              </a:rPr>
              <a:t>void</a:t>
            </a:r>
            <a:r>
              <a:rPr lang="en-US" sz="1600">
                <a:latin typeface="Consolas" panose="020B0609020204030204" pitchFamily="49" charset="0"/>
              </a:rPr>
              <a:t> </a:t>
            </a:r>
            <a:r>
              <a:rPr lang="en-US" sz="1600" dirty="0">
                <a:solidFill>
                  <a:srgbClr val="FEA400"/>
                </a:solidFill>
                <a:latin typeface="Consolas" panose="020B0609020204030204" pitchFamily="49" charset="0"/>
              </a:rPr>
              <a:t>Swap</a:t>
            </a:r>
            <a:r>
              <a:rPr lang="en-US" sz="1600">
                <a:latin typeface="Consolas" panose="020B0609020204030204" pitchFamily="49" charset="0"/>
              </a:rPr>
              <a:t>(</a:t>
            </a:r>
            <a:r>
              <a:rPr lang="en-US" sz="1600">
                <a:solidFill>
                  <a:srgbClr val="0432FF"/>
                </a:solidFill>
                <a:latin typeface="Consolas" panose="020B0609020204030204" pitchFamily="49" charset="0"/>
              </a:rPr>
              <a:t>int</a:t>
            </a:r>
            <a:r>
              <a:rPr lang="en-US" sz="1600">
                <a:solidFill>
                  <a:schemeClr val="bg1"/>
                </a:solidFill>
                <a:latin typeface="Consolas" panose="020B0609020204030204" pitchFamily="49" charset="0"/>
              </a:rPr>
              <a:t> </a:t>
            </a:r>
            <a:r>
              <a:rPr lang="en-US" sz="1600">
                <a:solidFill>
                  <a:schemeClr val="accent6">
                    <a:lumMod val="75000"/>
                  </a:schemeClr>
                </a:solidFill>
                <a:latin typeface="Consolas" panose="020B0609020204030204" pitchFamily="49" charset="0"/>
              </a:rPr>
              <a:t>a</a:t>
            </a:r>
            <a:r>
              <a:rPr lang="en-US" sz="1600">
                <a:latin typeface="Consolas" panose="020B0609020204030204" pitchFamily="49" charset="0"/>
              </a:rPr>
              <a:t>, </a:t>
            </a:r>
            <a:r>
              <a:rPr lang="en-US" sz="1600">
                <a:solidFill>
                  <a:srgbClr val="0432FF"/>
                </a:solidFill>
                <a:latin typeface="Consolas" panose="020B0609020204030204" pitchFamily="49" charset="0"/>
              </a:rPr>
              <a:t>int</a:t>
            </a:r>
            <a:r>
              <a:rPr lang="en-US" sz="1600">
                <a:solidFill>
                  <a:schemeClr val="bg1"/>
                </a:solidFill>
                <a:latin typeface="Consolas" panose="020B0609020204030204" pitchFamily="49" charset="0"/>
              </a:rPr>
              <a:t> </a:t>
            </a:r>
            <a:r>
              <a:rPr lang="en-US" sz="1600">
                <a:solidFill>
                  <a:schemeClr val="accent6">
                    <a:lumMod val="75000"/>
                  </a:schemeClr>
                </a:solidFill>
                <a:latin typeface="Consolas" panose="020B0609020204030204" pitchFamily="49" charset="0"/>
              </a:rPr>
              <a:t>b</a:t>
            </a:r>
            <a:r>
              <a:rPr lang="en-US" sz="1600">
                <a:latin typeface="Consolas" panose="020B0609020204030204" pitchFamily="49" charset="0"/>
              </a:rPr>
              <a:t>)</a:t>
            </a:r>
          </a:p>
          <a:p>
            <a:pPr marL="51435" indent="0">
              <a:spcBef>
                <a:spcPts val="0"/>
              </a:spcBef>
              <a:buNone/>
            </a:pPr>
            <a:r>
              <a:rPr lang="en-US" sz="1600">
                <a:latin typeface="Consolas" panose="020B0609020204030204" pitchFamily="49" charset="0"/>
              </a:rPr>
              <a:t>{</a:t>
            </a:r>
          </a:p>
          <a:p>
            <a:pPr marL="51435" indent="0">
              <a:spcBef>
                <a:spcPts val="0"/>
              </a:spcBef>
              <a:buNone/>
            </a:pPr>
            <a:r>
              <a:rPr lang="en-US" sz="1600">
                <a:solidFill>
                  <a:schemeClr val="bg1"/>
                </a:solidFill>
                <a:latin typeface="Consolas" panose="020B0609020204030204" pitchFamily="49" charset="0"/>
              </a:rPr>
              <a:t>    </a:t>
            </a:r>
            <a:r>
              <a:rPr lang="en-US" sz="1600">
                <a:solidFill>
                  <a:srgbClr val="0432FF"/>
                </a:solidFill>
                <a:latin typeface="Consolas" panose="020B0609020204030204" pitchFamily="49" charset="0"/>
              </a:rPr>
              <a:t>int</a:t>
            </a:r>
            <a:r>
              <a:rPr lang="en-US" sz="1600">
                <a:solidFill>
                  <a:schemeClr val="bg1"/>
                </a:solidFill>
                <a:latin typeface="Consolas" panose="020B0609020204030204" pitchFamily="49" charset="0"/>
              </a:rPr>
              <a:t> </a:t>
            </a:r>
            <a:r>
              <a:rPr lang="en-US" sz="1600">
                <a:solidFill>
                  <a:schemeClr val="accent6">
                    <a:lumMod val="75000"/>
                  </a:schemeClr>
                </a:solidFill>
                <a:latin typeface="Consolas" panose="020B0609020204030204" pitchFamily="49" charset="0"/>
              </a:rPr>
              <a:t>temp</a:t>
            </a:r>
            <a:r>
              <a:rPr lang="en-US" sz="1600">
                <a:latin typeface="Consolas" panose="020B0609020204030204" pitchFamily="49" charset="0"/>
              </a:rPr>
              <a:t> = </a:t>
            </a:r>
            <a:r>
              <a:rPr lang="en-US" sz="1600">
                <a:solidFill>
                  <a:schemeClr val="accent6">
                    <a:lumMod val="75000"/>
                  </a:schemeClr>
                </a:solidFill>
                <a:latin typeface="Consolas" panose="020B0609020204030204" pitchFamily="49" charset="0"/>
              </a:rPr>
              <a:t>a</a:t>
            </a:r>
            <a:r>
              <a:rPr lang="en-US" sz="1600">
                <a:latin typeface="Consolas" panose="020B0609020204030204" pitchFamily="49" charset="0"/>
              </a:rPr>
              <a:t>;</a:t>
            </a:r>
          </a:p>
          <a:p>
            <a:pPr marL="51435" indent="0">
              <a:spcBef>
                <a:spcPts val="0"/>
              </a:spcBef>
              <a:buNone/>
            </a:pPr>
            <a:r>
              <a:rPr lang="en-US" sz="1600">
                <a:solidFill>
                  <a:schemeClr val="accent6">
                    <a:lumMod val="75000"/>
                  </a:schemeClr>
                </a:solidFill>
                <a:latin typeface="Consolas" panose="020B0609020204030204" pitchFamily="49" charset="0"/>
              </a:rPr>
              <a:t>    a</a:t>
            </a:r>
            <a:r>
              <a:rPr lang="en-US" sz="1600">
                <a:latin typeface="Consolas" panose="020B0609020204030204" pitchFamily="49" charset="0"/>
              </a:rPr>
              <a:t> = </a:t>
            </a:r>
            <a:r>
              <a:rPr lang="en-US" sz="1600">
                <a:solidFill>
                  <a:schemeClr val="accent6">
                    <a:lumMod val="75000"/>
                  </a:schemeClr>
                </a:solidFill>
                <a:latin typeface="Consolas" panose="020B0609020204030204" pitchFamily="49" charset="0"/>
              </a:rPr>
              <a:t>b</a:t>
            </a:r>
            <a:r>
              <a:rPr lang="en-US" sz="1600">
                <a:latin typeface="Consolas" panose="020B0609020204030204" pitchFamily="49" charset="0"/>
              </a:rPr>
              <a:t>;</a:t>
            </a:r>
          </a:p>
          <a:p>
            <a:pPr marL="51435" indent="0">
              <a:spcBef>
                <a:spcPts val="0"/>
              </a:spcBef>
              <a:buNone/>
            </a:pPr>
            <a:r>
              <a:rPr lang="en-US" sz="1600">
                <a:solidFill>
                  <a:schemeClr val="accent6">
                    <a:lumMod val="75000"/>
                  </a:schemeClr>
                </a:solidFill>
                <a:latin typeface="Consolas" panose="020B0609020204030204" pitchFamily="49" charset="0"/>
              </a:rPr>
              <a:t>    b</a:t>
            </a:r>
            <a:r>
              <a:rPr lang="en-US" sz="1600">
                <a:latin typeface="Consolas" panose="020B0609020204030204" pitchFamily="49" charset="0"/>
              </a:rPr>
              <a:t> = </a:t>
            </a:r>
            <a:r>
              <a:rPr lang="en-US" sz="1600">
                <a:solidFill>
                  <a:schemeClr val="accent6">
                    <a:lumMod val="75000"/>
                  </a:schemeClr>
                </a:solidFill>
                <a:latin typeface="Consolas" panose="020B0609020204030204" pitchFamily="49" charset="0"/>
              </a:rPr>
              <a:t>temp</a:t>
            </a:r>
            <a:r>
              <a:rPr lang="en-US" sz="1600">
                <a:latin typeface="Consolas" panose="020B0609020204030204" pitchFamily="49" charset="0"/>
              </a:rPr>
              <a:t>;</a:t>
            </a:r>
          </a:p>
          <a:p>
            <a:pPr marL="51435" indent="0">
              <a:spcBef>
                <a:spcPts val="0"/>
              </a:spcBef>
              <a:buNone/>
            </a:pPr>
            <a:r>
              <a:rPr lang="en-US" sz="1600">
                <a:solidFill>
                  <a:srgbClr val="2B91AF"/>
                </a:solidFill>
                <a:latin typeface="Consolas" panose="020B0609020204030204" pitchFamily="49" charset="0"/>
              </a:rPr>
              <a:t>    Console</a:t>
            </a:r>
            <a:r>
              <a:rPr lang="en-US" sz="1600">
                <a:latin typeface="Consolas" panose="020B0609020204030204" pitchFamily="49" charset="0"/>
              </a:rPr>
              <a:t>.</a:t>
            </a:r>
            <a:r>
              <a:rPr lang="en-US" sz="1600">
                <a:solidFill>
                  <a:srgbClr val="FEA400"/>
                </a:solidFill>
                <a:latin typeface="Consolas" panose="020B0609020204030204" pitchFamily="49" charset="0"/>
              </a:rPr>
              <a:t>WriteLine</a:t>
            </a:r>
            <a:r>
              <a:rPr lang="en-US" sz="1600">
                <a:latin typeface="Consolas" panose="020B0609020204030204" pitchFamily="49" charset="0"/>
                <a:cs typeface="Consolas" panose="020B0609020204030204" pitchFamily="49" charset="0"/>
              </a:rPr>
              <a:t>($</a:t>
            </a:r>
            <a:r>
              <a:rPr lang="en-US" sz="1600">
                <a:solidFill>
                  <a:srgbClr val="A31515"/>
                </a:solidFill>
                <a:latin typeface="Consolas" panose="020B0609020204030204" pitchFamily="49" charset="0"/>
              </a:rPr>
              <a:t>"In Swap method: a = </a:t>
            </a:r>
            <a:r>
              <a:rPr lang="en-US" sz="1600">
                <a:latin typeface="Consolas" panose="020B0609020204030204" pitchFamily="49" charset="0"/>
              </a:rPr>
              <a:t>{</a:t>
            </a:r>
            <a:r>
              <a:rPr lang="en-US" sz="1600">
                <a:solidFill>
                  <a:schemeClr val="accent6">
                    <a:lumMod val="75000"/>
                  </a:schemeClr>
                </a:solidFill>
                <a:latin typeface="Consolas" panose="020B0609020204030204" pitchFamily="49" charset="0"/>
              </a:rPr>
              <a:t>a</a:t>
            </a:r>
            <a:r>
              <a:rPr lang="en-US" sz="1600">
                <a:latin typeface="Consolas" panose="020B0609020204030204" pitchFamily="49" charset="0"/>
              </a:rPr>
              <a:t>}</a:t>
            </a:r>
            <a:r>
              <a:rPr lang="en-US" sz="1600">
                <a:solidFill>
                  <a:srgbClr val="A31515"/>
                </a:solidFill>
                <a:latin typeface="Consolas" panose="020B0609020204030204" pitchFamily="49" charset="0"/>
              </a:rPr>
              <a:t>, b = </a:t>
            </a:r>
            <a:r>
              <a:rPr lang="en-US" sz="1600">
                <a:latin typeface="Consolas" panose="020B0609020204030204" pitchFamily="49" charset="0"/>
              </a:rPr>
              <a:t>{</a:t>
            </a:r>
            <a:r>
              <a:rPr lang="en-US" sz="1600">
                <a:solidFill>
                  <a:schemeClr val="accent6">
                    <a:lumMod val="75000"/>
                  </a:schemeClr>
                </a:solidFill>
                <a:latin typeface="Consolas" panose="020B0609020204030204" pitchFamily="49" charset="0"/>
              </a:rPr>
              <a:t>b</a:t>
            </a:r>
            <a:r>
              <a:rPr lang="en-US" sz="1600">
                <a:latin typeface="Consolas" panose="020B0609020204030204" pitchFamily="49" charset="0"/>
              </a:rPr>
              <a:t>}</a:t>
            </a:r>
            <a:r>
              <a:rPr lang="en-US" sz="1600">
                <a:solidFill>
                  <a:srgbClr val="A31515"/>
                </a:solidFill>
                <a:latin typeface="Consolas" panose="020B0609020204030204" pitchFamily="49" charset="0"/>
              </a:rPr>
              <a:t>"</a:t>
            </a:r>
            <a:r>
              <a:rPr lang="en-US" sz="1600">
                <a:latin typeface="Consolas" panose="020B0609020204030204" pitchFamily="49" charset="0"/>
                <a:cs typeface="Consolas" panose="020B0609020204030204" pitchFamily="49" charset="0"/>
              </a:rPr>
              <a:t>);</a:t>
            </a:r>
            <a:endParaRPr lang="en-US" sz="1600">
              <a:latin typeface="Consolas" panose="020B0609020204030204" pitchFamily="49" charset="0"/>
            </a:endParaRPr>
          </a:p>
          <a:p>
            <a:pPr marL="51435" indent="0">
              <a:spcBef>
                <a:spcPts val="0"/>
              </a:spcBef>
              <a:buNone/>
            </a:pPr>
            <a:r>
              <a:rPr lang="en-US" sz="1600">
                <a:latin typeface="Consolas" panose="020B0609020204030204" pitchFamily="49" charset="0"/>
              </a:rPr>
              <a:t>}</a:t>
            </a:r>
          </a:p>
          <a:p>
            <a:pPr marL="51435" indent="0" algn="just">
              <a:spcBef>
                <a:spcPts val="0"/>
              </a:spcBef>
              <a:buNone/>
            </a:pPr>
            <a:endParaRPr lang="en-US" sz="1600">
              <a:solidFill>
                <a:schemeClr val="bg1"/>
              </a:solidFill>
              <a:latin typeface="Consolas" panose="020B0609020204030204" pitchFamily="49" charset="0"/>
            </a:endParaRPr>
          </a:p>
          <a:p>
            <a:pPr marL="51435" indent="0" algn="just">
              <a:spcBef>
                <a:spcPts val="0"/>
              </a:spcBef>
              <a:buNone/>
            </a:pPr>
            <a:r>
              <a:rPr lang="en-US" sz="1600">
                <a:solidFill>
                  <a:srgbClr val="0000FF"/>
                </a:solidFill>
                <a:latin typeface="Consolas" panose="020B0609020204030204" pitchFamily="49" charset="0"/>
              </a:rPr>
              <a:t>static</a:t>
            </a:r>
            <a:r>
              <a:rPr lang="en-US" sz="1600">
                <a:latin typeface="Consolas" panose="020B0609020204030204" pitchFamily="49" charset="0"/>
              </a:rPr>
              <a:t> </a:t>
            </a:r>
            <a:r>
              <a:rPr lang="en-US" sz="1600">
                <a:solidFill>
                  <a:srgbClr val="0000FF"/>
                </a:solidFill>
                <a:latin typeface="Consolas" panose="020B0609020204030204" pitchFamily="49" charset="0"/>
              </a:rPr>
              <a:t>void</a:t>
            </a:r>
            <a:r>
              <a:rPr lang="en-US" sz="1600">
                <a:latin typeface="Consolas" panose="020B0609020204030204" pitchFamily="49" charset="0"/>
              </a:rPr>
              <a:t> </a:t>
            </a:r>
            <a:r>
              <a:rPr lang="en-US" sz="1600">
                <a:solidFill>
                  <a:srgbClr val="FEA400"/>
                </a:solidFill>
                <a:latin typeface="Consolas" panose="020B0609020204030204" pitchFamily="49" charset="0"/>
              </a:rPr>
              <a:t>Main</a:t>
            </a:r>
            <a:r>
              <a:rPr lang="en-US" sz="1600">
                <a:latin typeface="Consolas" panose="020B0609020204030204" pitchFamily="49" charset="0"/>
              </a:rPr>
              <a:t>(</a:t>
            </a:r>
            <a:r>
              <a:rPr lang="en-US" sz="1600">
                <a:solidFill>
                  <a:srgbClr val="0000FF"/>
                </a:solidFill>
                <a:latin typeface="Consolas" panose="020B0609020204030204" pitchFamily="49" charset="0"/>
              </a:rPr>
              <a:t>string</a:t>
            </a:r>
            <a:r>
              <a:rPr lang="en-US" sz="1600">
                <a:latin typeface="Consolas" panose="020B0609020204030204" pitchFamily="49" charset="0"/>
              </a:rPr>
              <a:t>[] args)</a:t>
            </a:r>
          </a:p>
          <a:p>
            <a:pPr marL="51435" indent="0" algn="just">
              <a:spcBef>
                <a:spcPts val="0"/>
              </a:spcBef>
              <a:buNone/>
            </a:pPr>
            <a:r>
              <a:rPr lang="en-US" sz="1600">
                <a:latin typeface="Consolas" panose="020B0609020204030204" pitchFamily="49" charset="0"/>
              </a:rPr>
              <a:t>{</a:t>
            </a:r>
          </a:p>
          <a:p>
            <a:pPr marL="51435" indent="0">
              <a:spcBef>
                <a:spcPts val="0"/>
              </a:spcBef>
              <a:buNone/>
            </a:pPr>
            <a:r>
              <a:rPr lang="en-US" sz="1600">
                <a:solidFill>
                  <a:srgbClr val="0432FF"/>
                </a:solidFill>
                <a:latin typeface="Consolas" panose="020B0609020204030204" pitchFamily="49" charset="0"/>
              </a:rPr>
              <a:t>    int</a:t>
            </a:r>
            <a:r>
              <a:rPr lang="en-US" sz="1600">
                <a:solidFill>
                  <a:schemeClr val="bg1"/>
                </a:solidFill>
                <a:latin typeface="Consolas" panose="020B0609020204030204" pitchFamily="49" charset="0"/>
              </a:rPr>
              <a:t> </a:t>
            </a:r>
            <a:r>
              <a:rPr lang="en-US" sz="1600">
                <a:solidFill>
                  <a:schemeClr val="accent6">
                    <a:lumMod val="75000"/>
                  </a:schemeClr>
                </a:solidFill>
                <a:latin typeface="Consolas" panose="020B0609020204030204" pitchFamily="49" charset="0"/>
              </a:rPr>
              <a:t>a </a:t>
            </a:r>
            <a:r>
              <a:rPr lang="en-US" sz="1600">
                <a:latin typeface="Consolas" panose="020B0609020204030204" pitchFamily="49" charset="0"/>
              </a:rPr>
              <a:t>= 8;</a:t>
            </a:r>
          </a:p>
          <a:p>
            <a:pPr marL="51435" indent="0">
              <a:spcBef>
                <a:spcPts val="0"/>
              </a:spcBef>
              <a:buNone/>
            </a:pPr>
            <a:r>
              <a:rPr lang="en-US" sz="1600">
                <a:solidFill>
                  <a:srgbClr val="0432FF"/>
                </a:solidFill>
                <a:latin typeface="Consolas" panose="020B0609020204030204" pitchFamily="49" charset="0"/>
              </a:rPr>
              <a:t>    int</a:t>
            </a:r>
            <a:r>
              <a:rPr lang="en-US" sz="1600">
                <a:solidFill>
                  <a:schemeClr val="bg1"/>
                </a:solidFill>
                <a:latin typeface="Consolas" panose="020B0609020204030204" pitchFamily="49" charset="0"/>
              </a:rPr>
              <a:t> </a:t>
            </a:r>
            <a:r>
              <a:rPr lang="en-US" sz="1600">
                <a:solidFill>
                  <a:schemeClr val="accent6">
                    <a:lumMod val="75000"/>
                  </a:schemeClr>
                </a:solidFill>
                <a:latin typeface="Consolas" panose="020B0609020204030204" pitchFamily="49" charset="0"/>
              </a:rPr>
              <a:t>b</a:t>
            </a:r>
            <a:r>
              <a:rPr lang="en-US" sz="1600">
                <a:latin typeface="Consolas" panose="020B0609020204030204" pitchFamily="49" charset="0"/>
              </a:rPr>
              <a:t> = 5;</a:t>
            </a:r>
          </a:p>
          <a:p>
            <a:pPr marL="51435" indent="0">
              <a:spcBef>
                <a:spcPts val="0"/>
              </a:spcBef>
              <a:buNone/>
            </a:pPr>
            <a:r>
              <a:rPr lang="en-US" sz="1600">
                <a:solidFill>
                  <a:srgbClr val="2B91AF"/>
                </a:solidFill>
                <a:latin typeface="Consolas" panose="020B0609020204030204" pitchFamily="49" charset="0"/>
              </a:rPr>
              <a:t>    Console</a:t>
            </a:r>
            <a:r>
              <a:rPr lang="en-US" sz="1600">
                <a:latin typeface="Consolas" panose="020B0609020204030204" pitchFamily="49" charset="0"/>
              </a:rPr>
              <a:t>.</a:t>
            </a:r>
            <a:r>
              <a:rPr lang="en-US" sz="1600">
                <a:solidFill>
                  <a:srgbClr val="FEA400"/>
                </a:solidFill>
                <a:latin typeface="Consolas" panose="020B0609020204030204" pitchFamily="49" charset="0"/>
              </a:rPr>
              <a:t>WriteLine</a:t>
            </a:r>
            <a:r>
              <a:rPr lang="en-US" sz="1600">
                <a:latin typeface="Consolas" panose="020B0609020204030204" pitchFamily="49" charset="0"/>
                <a:cs typeface="Consolas" panose="020B0609020204030204" pitchFamily="49" charset="0"/>
              </a:rPr>
              <a:t>($</a:t>
            </a:r>
            <a:r>
              <a:rPr lang="en-US" sz="1600">
                <a:solidFill>
                  <a:srgbClr val="A31515"/>
                </a:solidFill>
                <a:latin typeface="Consolas" panose="020B0609020204030204" pitchFamily="49" charset="0"/>
              </a:rPr>
              <a:t>"Before swapping: a = </a:t>
            </a:r>
            <a:r>
              <a:rPr lang="en-US" sz="1600">
                <a:latin typeface="Consolas" panose="020B0609020204030204" pitchFamily="49" charset="0"/>
              </a:rPr>
              <a:t>{</a:t>
            </a:r>
            <a:r>
              <a:rPr lang="en-US" sz="1600">
                <a:solidFill>
                  <a:schemeClr val="accent6">
                    <a:lumMod val="75000"/>
                  </a:schemeClr>
                </a:solidFill>
                <a:latin typeface="Consolas" panose="020B0609020204030204" pitchFamily="49" charset="0"/>
              </a:rPr>
              <a:t>a</a:t>
            </a:r>
            <a:r>
              <a:rPr lang="en-US" sz="1600">
                <a:latin typeface="Consolas" panose="020B0609020204030204" pitchFamily="49" charset="0"/>
              </a:rPr>
              <a:t>}</a:t>
            </a:r>
            <a:r>
              <a:rPr lang="en-US" sz="1600">
                <a:solidFill>
                  <a:srgbClr val="A31515"/>
                </a:solidFill>
                <a:latin typeface="Consolas" panose="020B0609020204030204" pitchFamily="49" charset="0"/>
              </a:rPr>
              <a:t>, b = </a:t>
            </a:r>
            <a:r>
              <a:rPr lang="en-US" sz="1600">
                <a:latin typeface="Consolas" panose="020B0609020204030204" pitchFamily="49" charset="0"/>
              </a:rPr>
              <a:t>{</a:t>
            </a:r>
            <a:r>
              <a:rPr lang="en-US" sz="1600">
                <a:solidFill>
                  <a:schemeClr val="accent6">
                    <a:lumMod val="75000"/>
                  </a:schemeClr>
                </a:solidFill>
                <a:latin typeface="Consolas" panose="020B0609020204030204" pitchFamily="49" charset="0"/>
              </a:rPr>
              <a:t>b</a:t>
            </a:r>
            <a:r>
              <a:rPr lang="en-US" sz="1600">
                <a:latin typeface="Consolas" panose="020B0609020204030204" pitchFamily="49" charset="0"/>
              </a:rPr>
              <a:t>}</a:t>
            </a:r>
            <a:r>
              <a:rPr lang="en-US" sz="1600">
                <a:solidFill>
                  <a:srgbClr val="A31515"/>
                </a:solidFill>
                <a:latin typeface="Consolas" panose="020B0609020204030204" pitchFamily="49" charset="0"/>
              </a:rPr>
              <a:t>"</a:t>
            </a:r>
            <a:r>
              <a:rPr lang="en-US" sz="1600">
                <a:latin typeface="Consolas" panose="020B0609020204030204" pitchFamily="49" charset="0"/>
                <a:cs typeface="Consolas" panose="020B0609020204030204" pitchFamily="49" charset="0"/>
              </a:rPr>
              <a:t>);</a:t>
            </a:r>
          </a:p>
          <a:p>
            <a:pPr marL="51435" indent="0">
              <a:spcBef>
                <a:spcPts val="0"/>
              </a:spcBef>
              <a:buNone/>
            </a:pPr>
            <a:r>
              <a:rPr lang="en-US" sz="1600" dirty="0">
                <a:solidFill>
                  <a:srgbClr val="FEA400"/>
                </a:solidFill>
                <a:latin typeface="Consolas" panose="020B0609020204030204" pitchFamily="49" charset="0"/>
              </a:rPr>
              <a:t>    Swap</a:t>
            </a:r>
            <a:r>
              <a:rPr lang="en-US" sz="1600">
                <a:latin typeface="Consolas" panose="020B0609020204030204" pitchFamily="49" charset="0"/>
              </a:rPr>
              <a:t>(</a:t>
            </a:r>
            <a:r>
              <a:rPr lang="en-US" sz="1600">
                <a:solidFill>
                  <a:schemeClr val="accent6">
                    <a:lumMod val="75000"/>
                  </a:schemeClr>
                </a:solidFill>
                <a:latin typeface="Consolas" panose="020B0609020204030204" pitchFamily="49" charset="0"/>
              </a:rPr>
              <a:t>a</a:t>
            </a:r>
            <a:r>
              <a:rPr lang="en-US" sz="1600">
                <a:latin typeface="Consolas" panose="020B0609020204030204" pitchFamily="49" charset="0"/>
              </a:rPr>
              <a:t>, </a:t>
            </a:r>
            <a:r>
              <a:rPr lang="en-US" sz="1600">
                <a:solidFill>
                  <a:schemeClr val="accent6">
                    <a:lumMod val="75000"/>
                  </a:schemeClr>
                </a:solidFill>
                <a:latin typeface="Consolas" panose="020B0609020204030204" pitchFamily="49" charset="0"/>
              </a:rPr>
              <a:t>b</a:t>
            </a:r>
            <a:r>
              <a:rPr lang="en-US" sz="1600">
                <a:latin typeface="Consolas" panose="020B0609020204030204" pitchFamily="49" charset="0"/>
              </a:rPr>
              <a:t>);</a:t>
            </a:r>
          </a:p>
          <a:p>
            <a:pPr marL="51435" indent="0">
              <a:spcBef>
                <a:spcPts val="0"/>
              </a:spcBef>
              <a:buNone/>
            </a:pPr>
            <a:r>
              <a:rPr lang="en-US" sz="1600">
                <a:solidFill>
                  <a:srgbClr val="2B91AF"/>
                </a:solidFill>
                <a:latin typeface="Consolas" panose="020B0609020204030204" pitchFamily="49" charset="0"/>
              </a:rPr>
              <a:t>    Console</a:t>
            </a:r>
            <a:r>
              <a:rPr lang="en-US" sz="1600">
                <a:latin typeface="Consolas" panose="020B0609020204030204" pitchFamily="49" charset="0"/>
              </a:rPr>
              <a:t>.</a:t>
            </a:r>
            <a:r>
              <a:rPr lang="en-US" sz="1600">
                <a:solidFill>
                  <a:srgbClr val="FEA400"/>
                </a:solidFill>
                <a:latin typeface="Consolas" panose="020B0609020204030204" pitchFamily="49" charset="0"/>
              </a:rPr>
              <a:t>WriteLine</a:t>
            </a:r>
            <a:r>
              <a:rPr lang="en-US" sz="1600">
                <a:latin typeface="Consolas" panose="020B0609020204030204" pitchFamily="49" charset="0"/>
                <a:cs typeface="Consolas" panose="020B0609020204030204" pitchFamily="49" charset="0"/>
              </a:rPr>
              <a:t>($</a:t>
            </a:r>
            <a:r>
              <a:rPr lang="en-US" sz="1600">
                <a:solidFill>
                  <a:srgbClr val="A31515"/>
                </a:solidFill>
                <a:latin typeface="Consolas" panose="020B0609020204030204" pitchFamily="49" charset="0"/>
              </a:rPr>
              <a:t>"After swapping: a = </a:t>
            </a:r>
            <a:r>
              <a:rPr lang="en-US" sz="1600">
                <a:latin typeface="Consolas" panose="020B0609020204030204" pitchFamily="49" charset="0"/>
              </a:rPr>
              <a:t>{</a:t>
            </a:r>
            <a:r>
              <a:rPr lang="en-US" sz="1600">
                <a:solidFill>
                  <a:schemeClr val="accent6">
                    <a:lumMod val="75000"/>
                  </a:schemeClr>
                </a:solidFill>
                <a:latin typeface="Consolas" panose="020B0609020204030204" pitchFamily="49" charset="0"/>
              </a:rPr>
              <a:t>a</a:t>
            </a:r>
            <a:r>
              <a:rPr lang="en-US" sz="1600">
                <a:latin typeface="Consolas" panose="020B0609020204030204" pitchFamily="49" charset="0"/>
              </a:rPr>
              <a:t>}</a:t>
            </a:r>
            <a:r>
              <a:rPr lang="en-US" sz="1600">
                <a:solidFill>
                  <a:srgbClr val="A31515"/>
                </a:solidFill>
                <a:latin typeface="Consolas" panose="020B0609020204030204" pitchFamily="49" charset="0"/>
              </a:rPr>
              <a:t>, b = </a:t>
            </a:r>
            <a:r>
              <a:rPr lang="en-US" sz="1600">
                <a:latin typeface="Consolas" panose="020B0609020204030204" pitchFamily="49" charset="0"/>
              </a:rPr>
              <a:t>{</a:t>
            </a:r>
            <a:r>
              <a:rPr lang="en-US" sz="1600">
                <a:solidFill>
                  <a:schemeClr val="accent6">
                    <a:lumMod val="75000"/>
                  </a:schemeClr>
                </a:solidFill>
                <a:latin typeface="Consolas" panose="020B0609020204030204" pitchFamily="49" charset="0"/>
              </a:rPr>
              <a:t>b</a:t>
            </a:r>
            <a:r>
              <a:rPr lang="en-US" sz="1600">
                <a:latin typeface="Consolas" panose="020B0609020204030204" pitchFamily="49" charset="0"/>
              </a:rPr>
              <a:t>}</a:t>
            </a:r>
            <a:r>
              <a:rPr lang="en-US" sz="1600">
                <a:solidFill>
                  <a:srgbClr val="A31515"/>
                </a:solidFill>
                <a:latin typeface="Consolas" panose="020B0609020204030204" pitchFamily="49" charset="0"/>
              </a:rPr>
              <a:t>"</a:t>
            </a:r>
            <a:r>
              <a:rPr lang="en-US" sz="1600">
                <a:latin typeface="Consolas" panose="020B0609020204030204" pitchFamily="49" charset="0"/>
                <a:cs typeface="Consolas" panose="020B0609020204030204" pitchFamily="49" charset="0"/>
              </a:rPr>
              <a:t>);</a:t>
            </a:r>
            <a:endParaRPr lang="en-US" sz="1600">
              <a:latin typeface="Consolas" panose="020B0609020204030204" pitchFamily="49" charset="0"/>
            </a:endParaRPr>
          </a:p>
          <a:p>
            <a:pPr marL="51435" indent="0">
              <a:spcBef>
                <a:spcPts val="0"/>
              </a:spcBef>
              <a:buNone/>
            </a:pPr>
            <a:r>
              <a:rPr lang="en-US" sz="1600">
                <a:latin typeface="Consolas" panose="020B0609020204030204" pitchFamily="49" charset="0"/>
              </a:rPr>
              <a:t>}</a:t>
            </a:r>
          </a:p>
        </p:txBody>
      </p:sp>
      <p:sp>
        <p:nvSpPr>
          <p:cNvPr id="6" name="Line Callout 1 5">
            <a:extLst>
              <a:ext uri="{FF2B5EF4-FFF2-40B4-BE49-F238E27FC236}">
                <a16:creationId xmlns:a16="http://schemas.microsoft.com/office/drawing/2014/main" id="{C7BB7A6B-E35F-1B42-BA19-BFB164C38356}"/>
              </a:ext>
            </a:extLst>
          </p:cNvPr>
          <p:cNvSpPr/>
          <p:nvPr/>
        </p:nvSpPr>
        <p:spPr>
          <a:xfrm>
            <a:off x="4713569" y="1604041"/>
            <a:ext cx="4392488" cy="1212025"/>
          </a:xfrm>
          <a:prstGeom prst="borderCallout1">
            <a:avLst>
              <a:gd name="adj1" fmla="val 76077"/>
              <a:gd name="adj2" fmla="val 98"/>
              <a:gd name="adj3" fmla="val 172608"/>
              <a:gd name="adj4" fmla="val -56916"/>
            </a:avLst>
          </a:prstGeom>
          <a:ln w="19050"/>
        </p:spPr>
        <p:style>
          <a:lnRef idx="3">
            <a:schemeClr val="lt1"/>
          </a:lnRef>
          <a:fillRef idx="1">
            <a:schemeClr val="accent4"/>
          </a:fillRef>
          <a:effectRef idx="1">
            <a:schemeClr val="accent4"/>
          </a:effectRef>
          <a:fontRef idx="minor">
            <a:schemeClr val="lt1"/>
          </a:fontRef>
        </p:style>
        <p:txBody>
          <a:bodyPr rtlCol="0" anchor="ctr"/>
          <a:lstStyle/>
          <a:p>
            <a:r>
              <a:rPr lang="en-US" sz="2000">
                <a:solidFill>
                  <a:schemeClr val="tx1"/>
                </a:solidFill>
                <a:latin typeface="Consolas" panose="020B0609020204030204" pitchFamily="49" charset="0"/>
              </a:rPr>
              <a:t>Before swapping: </a:t>
            </a:r>
            <a:r>
              <a:rPr lang="en-GB" sz="2000" dirty="0">
                <a:solidFill>
                  <a:schemeClr val="tx1"/>
                </a:solidFill>
                <a:latin typeface="Consolas" pitchFamily="49" charset="0"/>
                <a:cs typeface="Consolas" pitchFamily="49" charset="0"/>
              </a:rPr>
              <a:t>a = 8, b = 5</a:t>
            </a:r>
          </a:p>
          <a:p>
            <a:r>
              <a:rPr lang="en-US" sz="2000">
                <a:solidFill>
                  <a:schemeClr val="tx1"/>
                </a:solidFill>
                <a:latin typeface="Consolas" panose="020B0609020204030204" pitchFamily="49" charset="0"/>
              </a:rPr>
              <a:t>In Swap method: </a:t>
            </a:r>
            <a:r>
              <a:rPr lang="en-GB" sz="2000" dirty="0">
                <a:solidFill>
                  <a:schemeClr val="tx1"/>
                </a:solidFill>
                <a:latin typeface="Consolas" pitchFamily="49" charset="0"/>
                <a:cs typeface="Consolas" pitchFamily="49" charset="0"/>
              </a:rPr>
              <a:t>a = 5, b = 8</a:t>
            </a:r>
          </a:p>
          <a:p>
            <a:r>
              <a:rPr lang="en-US" sz="2000">
                <a:solidFill>
                  <a:schemeClr val="tx1"/>
                </a:solidFill>
                <a:latin typeface="Consolas" panose="020B0609020204030204" pitchFamily="49" charset="0"/>
              </a:rPr>
              <a:t>After swapping: </a:t>
            </a:r>
            <a:r>
              <a:rPr lang="en-GB" sz="2000" dirty="0">
                <a:solidFill>
                  <a:schemeClr val="tx1"/>
                </a:solidFill>
                <a:latin typeface="Consolas" pitchFamily="49" charset="0"/>
                <a:cs typeface="Consolas" pitchFamily="49" charset="0"/>
              </a:rPr>
              <a:t>a = 8, b = 5</a:t>
            </a:r>
          </a:p>
        </p:txBody>
      </p:sp>
      <p:sp>
        <p:nvSpPr>
          <p:cNvPr id="7" name="Cloud Callout 6">
            <a:extLst>
              <a:ext uri="{FF2B5EF4-FFF2-40B4-BE49-F238E27FC236}">
                <a16:creationId xmlns:a16="http://schemas.microsoft.com/office/drawing/2014/main" id="{BF0D22BF-820F-8F48-9D85-49F999B4DD38}"/>
              </a:ext>
            </a:extLst>
          </p:cNvPr>
          <p:cNvSpPr/>
          <p:nvPr/>
        </p:nvSpPr>
        <p:spPr>
          <a:xfrm>
            <a:off x="7072287" y="3429000"/>
            <a:ext cx="1468999" cy="912127"/>
          </a:xfrm>
          <a:prstGeom prst="cloudCallout">
            <a:avLst>
              <a:gd name="adj1" fmla="val 52767"/>
              <a:gd name="adj2" fmla="val 93315"/>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VN"/>
              <a:t>Tại sao?</a:t>
            </a:r>
          </a:p>
        </p:txBody>
      </p:sp>
      <p:pic>
        <p:nvPicPr>
          <p:cNvPr id="8" name="Picture 7" descr="Text&#10;&#10;Description automatically generated with medium confidence">
            <a:extLst>
              <a:ext uri="{FF2B5EF4-FFF2-40B4-BE49-F238E27FC236}">
                <a16:creationId xmlns:a16="http://schemas.microsoft.com/office/drawing/2014/main" id="{80E1E989-F641-A045-A12C-1E64BC57A63D}"/>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Lst>
          </a:blip>
          <a:stretch>
            <a:fillRect/>
          </a:stretch>
        </p:blipFill>
        <p:spPr>
          <a:xfrm>
            <a:off x="7397351" y="4324461"/>
            <a:ext cx="2448272" cy="2448272"/>
          </a:xfrm>
          <a:prstGeom prst="rect">
            <a:avLst/>
          </a:prstGeom>
        </p:spPr>
      </p:pic>
      <p:sp>
        <p:nvSpPr>
          <p:cNvPr id="9" name="Slide Number Placeholder 8">
            <a:extLst>
              <a:ext uri="{FF2B5EF4-FFF2-40B4-BE49-F238E27FC236}">
                <a16:creationId xmlns:a16="http://schemas.microsoft.com/office/drawing/2014/main" id="{9F671A50-C8FA-6D40-AAF7-191D09B10BF3}"/>
              </a:ext>
            </a:extLst>
          </p:cNvPr>
          <p:cNvSpPr>
            <a:spLocks noGrp="1"/>
          </p:cNvSpPr>
          <p:nvPr>
            <p:ph type="sldNum" sz="quarter" idx="12"/>
          </p:nvPr>
        </p:nvSpPr>
        <p:spPr/>
        <p:txBody>
          <a:bodyPr/>
          <a:lstStyle/>
          <a:p>
            <a:fld id="{1AD93096-5B34-4342-9326-69289CEAE4C2}" type="slidenum">
              <a:rPr lang="en-US" smtClean="0"/>
              <a:pPr/>
              <a:t>24</a:t>
            </a:fld>
            <a:endParaRPr lang="en-US" dirty="0"/>
          </a:p>
        </p:txBody>
      </p:sp>
    </p:spTree>
    <p:extLst>
      <p:ext uri="{BB962C8B-B14F-4D97-AF65-F5344CB8AC3E}">
        <p14:creationId xmlns:p14="http://schemas.microsoft.com/office/powerpoint/2010/main" val="7350031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dissolve">
                                      <p:cBhvr>
                                        <p:cTn id="13" dur="5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6" fill="hold" nodeType="clickEffect">
                                  <p:stCondLst>
                                    <p:cond delay="0"/>
                                  </p:stCondLst>
                                  <p:childTnLst>
                                    <p:set>
                                      <p:cBhvr>
                                        <p:cTn id="17" dur="1" fill="hold">
                                          <p:stCondLst>
                                            <p:cond delay="0"/>
                                          </p:stCondLst>
                                        </p:cTn>
                                        <p:tgtEl>
                                          <p:spTgt spid="8"/>
                                        </p:tgtEl>
                                        <p:attrNameLst>
                                          <p:attrName>style.visibility</p:attrName>
                                        </p:attrNameLst>
                                      </p:cBhvr>
                                      <p:to>
                                        <p:strVal val="visible"/>
                                      </p:to>
                                    </p:set>
                                    <p:anim calcmode="lin" valueType="num">
                                      <p:cBhvr additive="base">
                                        <p:cTn id="18" dur="500" fill="hold"/>
                                        <p:tgtEl>
                                          <p:spTgt spid="8"/>
                                        </p:tgtEl>
                                        <p:attrNameLst>
                                          <p:attrName>ppt_x</p:attrName>
                                        </p:attrNameLst>
                                      </p:cBhvr>
                                      <p:tavLst>
                                        <p:tav tm="0">
                                          <p:val>
                                            <p:strVal val="1+#ppt_w/2"/>
                                          </p:val>
                                        </p:tav>
                                        <p:tav tm="100000">
                                          <p:val>
                                            <p:strVal val="#ppt_x"/>
                                          </p:val>
                                        </p:tav>
                                      </p:tavLst>
                                    </p:anim>
                                    <p:anim calcmode="lin" valueType="num">
                                      <p:cBhvr additive="base">
                                        <p:cTn id="19" dur="500" fill="hold"/>
                                        <p:tgtEl>
                                          <p:spTgt spid="8"/>
                                        </p:tgtEl>
                                        <p:attrNameLst>
                                          <p:attrName>ppt_y</p:attrName>
                                        </p:attrNameLst>
                                      </p:cBhvr>
                                      <p:tavLst>
                                        <p:tav tm="0">
                                          <p:val>
                                            <p:strVal val="1+#ppt_h/2"/>
                                          </p:val>
                                        </p:tav>
                                        <p:tav tm="100000">
                                          <p:val>
                                            <p:strVal val="#ppt_y"/>
                                          </p:val>
                                        </p:tav>
                                      </p:tavLst>
                                    </p:anim>
                                  </p:childTnLst>
                                </p:cTn>
                              </p:par>
                            </p:childTnLst>
                          </p:cTn>
                        </p:par>
                        <p:par>
                          <p:cTn id="20" fill="hold">
                            <p:stCondLst>
                              <p:cond delay="500"/>
                            </p:stCondLst>
                            <p:childTnLst>
                              <p:par>
                                <p:cTn id="21" presetID="9" presetClass="entr" presetSubtype="0"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dissolve">
                                      <p:cBhvr>
                                        <p:cTn id="2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E32633-B1C5-E941-AAD5-1FFEA1DCF3A9}"/>
              </a:ext>
            </a:extLst>
          </p:cNvPr>
          <p:cNvSpPr>
            <a:spLocks noGrp="1"/>
          </p:cNvSpPr>
          <p:nvPr>
            <p:ph type="title"/>
          </p:nvPr>
        </p:nvSpPr>
        <p:spPr/>
        <p:txBody>
          <a:bodyPr>
            <a:normAutofit fontScale="90000"/>
          </a:bodyPr>
          <a:lstStyle/>
          <a:p>
            <a:r>
              <a:rPr lang="en-VN"/>
              <a:t>CÁC DẠNG KIỂU DỮ LIỆU TRONG C#</a:t>
            </a:r>
          </a:p>
        </p:txBody>
      </p:sp>
      <p:sp>
        <p:nvSpPr>
          <p:cNvPr id="3" name="Content Placeholder 2">
            <a:extLst>
              <a:ext uri="{FF2B5EF4-FFF2-40B4-BE49-F238E27FC236}">
                <a16:creationId xmlns:a16="http://schemas.microsoft.com/office/drawing/2014/main" id="{47622408-7C9D-B344-8FC2-B1B3303EBD0D}"/>
              </a:ext>
            </a:extLst>
          </p:cNvPr>
          <p:cNvSpPr>
            <a:spLocks noGrp="1"/>
          </p:cNvSpPr>
          <p:nvPr>
            <p:ph idx="1"/>
          </p:nvPr>
        </p:nvSpPr>
        <p:spPr/>
        <p:txBody>
          <a:bodyPr/>
          <a:lstStyle/>
          <a:p>
            <a:r>
              <a:rPr lang="en-VN"/>
              <a:t>Các kiểu dữ liệu trong C# được chia thành 2 dạng :</a:t>
            </a:r>
          </a:p>
          <a:p>
            <a:pPr lvl="1"/>
            <a:r>
              <a:rPr lang="en-VN">
                <a:solidFill>
                  <a:srgbClr val="EF6822"/>
                </a:solidFill>
              </a:rPr>
              <a:t>Kiểu giá trị </a:t>
            </a:r>
            <a:r>
              <a:rPr lang="en-VN"/>
              <a:t>(</a:t>
            </a:r>
            <a:r>
              <a:rPr lang="en-VN">
                <a:solidFill>
                  <a:srgbClr val="17459E"/>
                </a:solidFill>
              </a:rPr>
              <a:t>value types</a:t>
            </a:r>
            <a:r>
              <a:rPr lang="en-VN"/>
              <a:t>): biến </a:t>
            </a:r>
            <a:r>
              <a:rPr lang="en-VN">
                <a:solidFill>
                  <a:srgbClr val="C00000"/>
                </a:solidFill>
              </a:rPr>
              <a:t>lưu trực tiếp giá trị </a:t>
            </a:r>
            <a:r>
              <a:rPr lang="en-VN"/>
              <a:t>của nó</a:t>
            </a:r>
          </a:p>
        </p:txBody>
      </p:sp>
      <p:sp>
        <p:nvSpPr>
          <p:cNvPr id="4" name="Footer Placeholder 3">
            <a:extLst>
              <a:ext uri="{FF2B5EF4-FFF2-40B4-BE49-F238E27FC236}">
                <a16:creationId xmlns:a16="http://schemas.microsoft.com/office/drawing/2014/main" id="{176E4D2C-7069-8247-A56D-B460AA0272B7}"/>
              </a:ext>
            </a:extLst>
          </p:cNvPr>
          <p:cNvSpPr>
            <a:spLocks noGrp="1"/>
          </p:cNvSpPr>
          <p:nvPr>
            <p:ph type="ftr" sz="quarter" idx="11"/>
          </p:nvPr>
        </p:nvSpPr>
        <p:spPr/>
        <p:txBody>
          <a:bodyPr/>
          <a:lstStyle/>
          <a:p>
            <a:r>
              <a:rPr lang="vi-VN" dirty="0"/>
              <a:t>Bài 5: Hàm</a:t>
            </a:r>
            <a:endParaRPr lang="en-US" dirty="0"/>
          </a:p>
        </p:txBody>
      </p:sp>
      <p:sp>
        <p:nvSpPr>
          <p:cNvPr id="5" name="Slide Number Placeholder 4">
            <a:extLst>
              <a:ext uri="{FF2B5EF4-FFF2-40B4-BE49-F238E27FC236}">
                <a16:creationId xmlns:a16="http://schemas.microsoft.com/office/drawing/2014/main" id="{EA1009C5-72AD-4541-9D29-4B496FE060F2}"/>
              </a:ext>
            </a:extLst>
          </p:cNvPr>
          <p:cNvSpPr>
            <a:spLocks noGrp="1"/>
          </p:cNvSpPr>
          <p:nvPr>
            <p:ph type="sldNum" sz="quarter" idx="12"/>
          </p:nvPr>
        </p:nvSpPr>
        <p:spPr/>
        <p:txBody>
          <a:bodyPr/>
          <a:lstStyle/>
          <a:p>
            <a:fld id="{1AD93096-5B34-4342-9326-69289CEAE4C2}" type="slidenum">
              <a:rPr lang="en-US" smtClean="0"/>
              <a:pPr/>
              <a:t>25</a:t>
            </a:fld>
            <a:endParaRPr lang="en-US" dirty="0"/>
          </a:p>
        </p:txBody>
      </p:sp>
      <p:sp>
        <p:nvSpPr>
          <p:cNvPr id="6" name="Magnetic Disk 5">
            <a:extLst>
              <a:ext uri="{FF2B5EF4-FFF2-40B4-BE49-F238E27FC236}">
                <a16:creationId xmlns:a16="http://schemas.microsoft.com/office/drawing/2014/main" id="{CFD16CAB-36DE-5D4F-A643-6A578098089C}"/>
              </a:ext>
            </a:extLst>
          </p:cNvPr>
          <p:cNvSpPr/>
          <p:nvPr/>
        </p:nvSpPr>
        <p:spPr>
          <a:xfrm>
            <a:off x="4330485" y="2328264"/>
            <a:ext cx="3147173" cy="3251620"/>
          </a:xfrm>
          <a:prstGeom prst="flowChartMagneticDisk">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VN"/>
          </a:p>
        </p:txBody>
      </p:sp>
      <p:grpSp>
        <p:nvGrpSpPr>
          <p:cNvPr id="13" name="Group 12">
            <a:extLst>
              <a:ext uri="{FF2B5EF4-FFF2-40B4-BE49-F238E27FC236}">
                <a16:creationId xmlns:a16="http://schemas.microsoft.com/office/drawing/2014/main" id="{50E7809E-BCAF-AD49-8E37-D32BCED27BE6}"/>
              </a:ext>
            </a:extLst>
          </p:cNvPr>
          <p:cNvGrpSpPr/>
          <p:nvPr/>
        </p:nvGrpSpPr>
        <p:grpSpPr>
          <a:xfrm>
            <a:off x="5440038" y="3995106"/>
            <a:ext cx="1183922" cy="1041021"/>
            <a:chOff x="2549476" y="5131179"/>
            <a:chExt cx="1183922" cy="1041021"/>
          </a:xfrm>
        </p:grpSpPr>
        <p:sp>
          <p:nvSpPr>
            <p:cNvPr id="7" name="Cube 6">
              <a:extLst>
                <a:ext uri="{FF2B5EF4-FFF2-40B4-BE49-F238E27FC236}">
                  <a16:creationId xmlns:a16="http://schemas.microsoft.com/office/drawing/2014/main" id="{55F1C39F-3723-A74B-B1FE-F939831B4826}"/>
                </a:ext>
              </a:extLst>
            </p:cNvPr>
            <p:cNvSpPr/>
            <p:nvPr/>
          </p:nvSpPr>
          <p:spPr>
            <a:xfrm>
              <a:off x="2549476" y="5268032"/>
              <a:ext cx="1031924" cy="904168"/>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0" name="TextBox 9">
              <a:extLst>
                <a:ext uri="{FF2B5EF4-FFF2-40B4-BE49-F238E27FC236}">
                  <a16:creationId xmlns:a16="http://schemas.microsoft.com/office/drawing/2014/main" id="{D35E4C83-FD41-B742-8CAD-F0AF0DE31FAB}"/>
                </a:ext>
              </a:extLst>
            </p:cNvPr>
            <p:cNvSpPr txBox="1"/>
            <p:nvPr/>
          </p:nvSpPr>
          <p:spPr>
            <a:xfrm>
              <a:off x="2720387" y="5624820"/>
              <a:ext cx="357808" cy="477054"/>
            </a:xfrm>
            <a:prstGeom prst="rect">
              <a:avLst/>
            </a:prstGeom>
            <a:noFill/>
          </p:spPr>
          <p:txBody>
            <a:bodyPr wrap="square" rtlCol="0">
              <a:spAutoFit/>
            </a:bodyPr>
            <a:lstStyle/>
            <a:p>
              <a:pPr algn="ctr"/>
              <a:r>
                <a:rPr lang="en-VN" sz="2500"/>
                <a:t>a</a:t>
              </a:r>
            </a:p>
          </p:txBody>
        </p:sp>
        <p:sp>
          <p:nvSpPr>
            <p:cNvPr id="11" name="TextBox 10">
              <a:extLst>
                <a:ext uri="{FF2B5EF4-FFF2-40B4-BE49-F238E27FC236}">
                  <a16:creationId xmlns:a16="http://schemas.microsoft.com/office/drawing/2014/main" id="{E1AC6061-9EA8-CB4A-A057-20F8FBF3D08B}"/>
                </a:ext>
              </a:extLst>
            </p:cNvPr>
            <p:cNvSpPr txBox="1"/>
            <p:nvPr/>
          </p:nvSpPr>
          <p:spPr>
            <a:xfrm>
              <a:off x="3103541" y="5445224"/>
              <a:ext cx="629857" cy="477054"/>
            </a:xfrm>
            <a:prstGeom prst="rect">
              <a:avLst/>
            </a:prstGeom>
            <a:noFill/>
            <a:scene3d>
              <a:camera prst="isometricRightUp">
                <a:rot lat="1800000" lon="18000000" rev="0"/>
              </a:camera>
              <a:lightRig rig="threePt" dir="t"/>
            </a:scene3d>
          </p:spPr>
          <p:txBody>
            <a:bodyPr wrap="square" rtlCol="0">
              <a:spAutoFit/>
            </a:bodyPr>
            <a:lstStyle/>
            <a:p>
              <a:pPr algn="ctr"/>
              <a:r>
                <a:rPr lang="en-VN" sz="2500"/>
                <a:t>int</a:t>
              </a:r>
            </a:p>
          </p:txBody>
        </p:sp>
        <p:sp>
          <p:nvSpPr>
            <p:cNvPr id="12" name="TextBox 11">
              <a:extLst>
                <a:ext uri="{FF2B5EF4-FFF2-40B4-BE49-F238E27FC236}">
                  <a16:creationId xmlns:a16="http://schemas.microsoft.com/office/drawing/2014/main" id="{B0993BA6-80CB-0B42-927A-D46EE82A11C2}"/>
                </a:ext>
              </a:extLst>
            </p:cNvPr>
            <p:cNvSpPr txBox="1"/>
            <p:nvPr/>
          </p:nvSpPr>
          <p:spPr>
            <a:xfrm>
              <a:off x="2899291" y="5131179"/>
              <a:ext cx="357808" cy="553998"/>
            </a:xfrm>
            <a:prstGeom prst="rect">
              <a:avLst/>
            </a:prstGeom>
            <a:noFill/>
          </p:spPr>
          <p:txBody>
            <a:bodyPr wrap="square" rtlCol="0">
              <a:spAutoFit/>
            </a:bodyPr>
            <a:lstStyle/>
            <a:p>
              <a:pPr algn="ctr"/>
              <a:r>
                <a:rPr lang="en-VN" sz="3000" b="1">
                  <a:solidFill>
                    <a:schemeClr val="bg1"/>
                  </a:solidFill>
                </a:rPr>
                <a:t>5</a:t>
              </a:r>
            </a:p>
          </p:txBody>
        </p:sp>
      </p:grpSp>
      <p:sp>
        <p:nvSpPr>
          <p:cNvPr id="14" name="TextBox 13">
            <a:extLst>
              <a:ext uri="{FF2B5EF4-FFF2-40B4-BE49-F238E27FC236}">
                <a16:creationId xmlns:a16="http://schemas.microsoft.com/office/drawing/2014/main" id="{485FF7E9-22EA-9F48-9A3A-4CF29DE5813B}"/>
              </a:ext>
            </a:extLst>
          </p:cNvPr>
          <p:cNvSpPr txBox="1"/>
          <p:nvPr/>
        </p:nvSpPr>
        <p:spPr>
          <a:xfrm>
            <a:off x="4688703" y="2617364"/>
            <a:ext cx="2667397" cy="477054"/>
          </a:xfrm>
          <a:prstGeom prst="rect">
            <a:avLst/>
          </a:prstGeom>
          <a:noFill/>
        </p:spPr>
        <p:txBody>
          <a:bodyPr wrap="none" rtlCol="0">
            <a:spAutoFit/>
          </a:bodyPr>
          <a:lstStyle/>
          <a:p>
            <a:r>
              <a:rPr lang="en-VN" sz="2500">
                <a:solidFill>
                  <a:srgbClr val="0432FF"/>
                </a:solidFill>
              </a:rPr>
              <a:t>Computer memory</a:t>
            </a:r>
          </a:p>
        </p:txBody>
      </p:sp>
      <p:sp>
        <p:nvSpPr>
          <p:cNvPr id="15" name="Line Callout 1 14">
            <a:extLst>
              <a:ext uri="{FF2B5EF4-FFF2-40B4-BE49-F238E27FC236}">
                <a16:creationId xmlns:a16="http://schemas.microsoft.com/office/drawing/2014/main" id="{F112DB2E-0171-854B-B415-6A683BFE5820}"/>
              </a:ext>
            </a:extLst>
          </p:cNvPr>
          <p:cNvSpPr/>
          <p:nvPr/>
        </p:nvSpPr>
        <p:spPr>
          <a:xfrm>
            <a:off x="1622380" y="3410558"/>
            <a:ext cx="1884268" cy="721401"/>
          </a:xfrm>
          <a:prstGeom prst="borderCallout1">
            <a:avLst>
              <a:gd name="adj1" fmla="val 59454"/>
              <a:gd name="adj2" fmla="val 100766"/>
              <a:gd name="adj3" fmla="val 147480"/>
              <a:gd name="adj4" fmla="val 198487"/>
            </a:avLst>
          </a:prstGeom>
          <a:ln/>
        </p:spPr>
        <p:style>
          <a:lnRef idx="1">
            <a:schemeClr val="accent2"/>
          </a:lnRef>
          <a:fillRef idx="2">
            <a:schemeClr val="accent2"/>
          </a:fillRef>
          <a:effectRef idx="1">
            <a:schemeClr val="accent2"/>
          </a:effectRef>
          <a:fontRef idx="minor">
            <a:schemeClr val="dk1"/>
          </a:fontRef>
        </p:style>
        <p:txBody>
          <a:bodyPr rtlCol="0" anchor="ctr"/>
          <a:lstStyle/>
          <a:p>
            <a:r>
              <a:rPr lang="en-US" sz="2000">
                <a:solidFill>
                  <a:schemeClr val="tx1"/>
                </a:solidFill>
                <a:latin typeface="Consolas" panose="020B0609020204030204" pitchFamily="49" charset="0"/>
              </a:rPr>
              <a:t>i</a:t>
            </a:r>
            <a:r>
              <a:rPr lang="en-VN" sz="2000">
                <a:solidFill>
                  <a:schemeClr val="tx1"/>
                </a:solidFill>
                <a:latin typeface="Consolas" panose="020B0609020204030204" pitchFamily="49" charset="0"/>
              </a:rPr>
              <a:t>nt a = 5;</a:t>
            </a:r>
            <a:endParaRPr lang="en-GB" sz="2000" dirty="0">
              <a:solidFill>
                <a:schemeClr val="tx1"/>
              </a:solidFill>
              <a:latin typeface="Consolas" pitchFamily="49" charset="0"/>
              <a:cs typeface="Consolas" pitchFamily="49" charset="0"/>
            </a:endParaRPr>
          </a:p>
        </p:txBody>
      </p:sp>
    </p:spTree>
    <p:extLst>
      <p:ext uri="{BB962C8B-B14F-4D97-AF65-F5344CB8AC3E}">
        <p14:creationId xmlns:p14="http://schemas.microsoft.com/office/powerpoint/2010/main" val="5009541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E32633-B1C5-E941-AAD5-1FFEA1DCF3A9}"/>
              </a:ext>
            </a:extLst>
          </p:cNvPr>
          <p:cNvSpPr>
            <a:spLocks noGrp="1"/>
          </p:cNvSpPr>
          <p:nvPr>
            <p:ph type="title"/>
          </p:nvPr>
        </p:nvSpPr>
        <p:spPr/>
        <p:txBody>
          <a:bodyPr>
            <a:normAutofit fontScale="90000"/>
          </a:bodyPr>
          <a:lstStyle/>
          <a:p>
            <a:r>
              <a:rPr lang="en-VN"/>
              <a:t>CÁC DẠNG KIỂU DỮ LIỆU TRONG C#</a:t>
            </a:r>
          </a:p>
        </p:txBody>
      </p:sp>
      <p:sp>
        <p:nvSpPr>
          <p:cNvPr id="3" name="Content Placeholder 2">
            <a:extLst>
              <a:ext uri="{FF2B5EF4-FFF2-40B4-BE49-F238E27FC236}">
                <a16:creationId xmlns:a16="http://schemas.microsoft.com/office/drawing/2014/main" id="{47622408-7C9D-B344-8FC2-B1B3303EBD0D}"/>
              </a:ext>
            </a:extLst>
          </p:cNvPr>
          <p:cNvSpPr>
            <a:spLocks noGrp="1"/>
          </p:cNvSpPr>
          <p:nvPr>
            <p:ph idx="1"/>
          </p:nvPr>
        </p:nvSpPr>
        <p:spPr/>
        <p:txBody>
          <a:bodyPr/>
          <a:lstStyle/>
          <a:p>
            <a:r>
              <a:rPr lang="en-VN"/>
              <a:t>Các kiểu dữ liệu trong C# được chia thành 2 dạng:</a:t>
            </a:r>
            <a:endParaRPr lang="en-VN">
              <a:solidFill>
                <a:srgbClr val="00FDFF"/>
              </a:solidFill>
            </a:endParaRPr>
          </a:p>
          <a:p>
            <a:pPr lvl="1"/>
            <a:r>
              <a:rPr lang="en-VN">
                <a:solidFill>
                  <a:srgbClr val="EF6822"/>
                </a:solidFill>
              </a:rPr>
              <a:t>Kiểu tham chiếu </a:t>
            </a:r>
            <a:r>
              <a:rPr lang="en-VN"/>
              <a:t>(</a:t>
            </a:r>
            <a:r>
              <a:rPr lang="en-VN">
                <a:solidFill>
                  <a:srgbClr val="17459E"/>
                </a:solidFill>
              </a:rPr>
              <a:t>reference types</a:t>
            </a:r>
            <a:r>
              <a:rPr lang="en-VN"/>
              <a:t>): biến</a:t>
            </a:r>
            <a:r>
              <a:rPr lang="en-VN">
                <a:solidFill>
                  <a:srgbClr val="17459E"/>
                </a:solidFill>
              </a:rPr>
              <a:t> </a:t>
            </a:r>
            <a:r>
              <a:rPr lang="en-VN">
                <a:solidFill>
                  <a:srgbClr val="C00000"/>
                </a:solidFill>
              </a:rPr>
              <a:t>lưu địa chỉ </a:t>
            </a:r>
            <a:r>
              <a:rPr lang="en-VN"/>
              <a:t>tham chiếu đến vùng vùng nhớ chứa giá trị của nó</a:t>
            </a:r>
            <a:endParaRPr lang="en-VN">
              <a:solidFill>
                <a:srgbClr val="17459E"/>
              </a:solidFill>
            </a:endParaRPr>
          </a:p>
        </p:txBody>
      </p:sp>
      <p:sp>
        <p:nvSpPr>
          <p:cNvPr id="4" name="Footer Placeholder 3">
            <a:extLst>
              <a:ext uri="{FF2B5EF4-FFF2-40B4-BE49-F238E27FC236}">
                <a16:creationId xmlns:a16="http://schemas.microsoft.com/office/drawing/2014/main" id="{176E4D2C-7069-8247-A56D-B460AA0272B7}"/>
              </a:ext>
            </a:extLst>
          </p:cNvPr>
          <p:cNvSpPr>
            <a:spLocks noGrp="1"/>
          </p:cNvSpPr>
          <p:nvPr>
            <p:ph type="ftr" sz="quarter" idx="11"/>
          </p:nvPr>
        </p:nvSpPr>
        <p:spPr/>
        <p:txBody>
          <a:bodyPr/>
          <a:lstStyle/>
          <a:p>
            <a:r>
              <a:rPr lang="vi-VN" dirty="0"/>
              <a:t>Bài 5: Hàm</a:t>
            </a:r>
            <a:endParaRPr lang="en-US" dirty="0"/>
          </a:p>
        </p:txBody>
      </p:sp>
      <p:sp>
        <p:nvSpPr>
          <p:cNvPr id="5" name="Slide Number Placeholder 4">
            <a:extLst>
              <a:ext uri="{FF2B5EF4-FFF2-40B4-BE49-F238E27FC236}">
                <a16:creationId xmlns:a16="http://schemas.microsoft.com/office/drawing/2014/main" id="{EA1009C5-72AD-4541-9D29-4B496FE060F2}"/>
              </a:ext>
            </a:extLst>
          </p:cNvPr>
          <p:cNvSpPr>
            <a:spLocks noGrp="1"/>
          </p:cNvSpPr>
          <p:nvPr>
            <p:ph type="sldNum" sz="quarter" idx="12"/>
          </p:nvPr>
        </p:nvSpPr>
        <p:spPr/>
        <p:txBody>
          <a:bodyPr/>
          <a:lstStyle/>
          <a:p>
            <a:fld id="{1AD93096-5B34-4342-9326-69289CEAE4C2}" type="slidenum">
              <a:rPr lang="en-US" smtClean="0"/>
              <a:pPr/>
              <a:t>26</a:t>
            </a:fld>
            <a:endParaRPr lang="en-US" dirty="0"/>
          </a:p>
        </p:txBody>
      </p:sp>
      <p:sp>
        <p:nvSpPr>
          <p:cNvPr id="8" name="Magnetic Disk 7">
            <a:extLst>
              <a:ext uri="{FF2B5EF4-FFF2-40B4-BE49-F238E27FC236}">
                <a16:creationId xmlns:a16="http://schemas.microsoft.com/office/drawing/2014/main" id="{5B14CD43-A189-1C4C-A1D0-C29F5F1E5948}"/>
              </a:ext>
            </a:extLst>
          </p:cNvPr>
          <p:cNvSpPr/>
          <p:nvPr/>
        </p:nvSpPr>
        <p:spPr>
          <a:xfrm>
            <a:off x="4338886" y="2601212"/>
            <a:ext cx="4176464" cy="2962520"/>
          </a:xfrm>
          <a:prstGeom prst="flowChartMagneticDisk">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VN"/>
          </a:p>
        </p:txBody>
      </p:sp>
      <p:grpSp>
        <p:nvGrpSpPr>
          <p:cNvPr id="10" name="Group 9">
            <a:extLst>
              <a:ext uri="{FF2B5EF4-FFF2-40B4-BE49-F238E27FC236}">
                <a16:creationId xmlns:a16="http://schemas.microsoft.com/office/drawing/2014/main" id="{F47856DF-5A72-1A4D-8305-48BA68098BE9}"/>
              </a:ext>
            </a:extLst>
          </p:cNvPr>
          <p:cNvGrpSpPr/>
          <p:nvPr/>
        </p:nvGrpSpPr>
        <p:grpSpPr>
          <a:xfrm>
            <a:off x="5025912" y="4026962"/>
            <a:ext cx="1368482" cy="1041021"/>
            <a:chOff x="2549476" y="5131179"/>
            <a:chExt cx="1368482" cy="1041021"/>
          </a:xfrm>
        </p:grpSpPr>
        <p:sp>
          <p:nvSpPr>
            <p:cNvPr id="11" name="Cube 10">
              <a:extLst>
                <a:ext uri="{FF2B5EF4-FFF2-40B4-BE49-F238E27FC236}">
                  <a16:creationId xmlns:a16="http://schemas.microsoft.com/office/drawing/2014/main" id="{479FD96E-5806-4A47-BF0C-B65623FC8EDC}"/>
                </a:ext>
              </a:extLst>
            </p:cNvPr>
            <p:cNvSpPr/>
            <p:nvPr/>
          </p:nvSpPr>
          <p:spPr>
            <a:xfrm>
              <a:off x="2549476" y="5268032"/>
              <a:ext cx="1031924" cy="904168"/>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2" name="TextBox 11">
              <a:extLst>
                <a:ext uri="{FF2B5EF4-FFF2-40B4-BE49-F238E27FC236}">
                  <a16:creationId xmlns:a16="http://schemas.microsoft.com/office/drawing/2014/main" id="{5C359424-A44E-7D43-801F-782124BF5005}"/>
                </a:ext>
              </a:extLst>
            </p:cNvPr>
            <p:cNvSpPr txBox="1"/>
            <p:nvPr/>
          </p:nvSpPr>
          <p:spPr>
            <a:xfrm>
              <a:off x="2720387" y="5624820"/>
              <a:ext cx="357808" cy="477054"/>
            </a:xfrm>
            <a:prstGeom prst="rect">
              <a:avLst/>
            </a:prstGeom>
            <a:noFill/>
          </p:spPr>
          <p:txBody>
            <a:bodyPr wrap="square" rtlCol="0">
              <a:spAutoFit/>
            </a:bodyPr>
            <a:lstStyle/>
            <a:p>
              <a:pPr algn="ctr"/>
              <a:r>
                <a:rPr lang="en-VN" sz="2500"/>
                <a:t>s</a:t>
              </a:r>
            </a:p>
          </p:txBody>
        </p:sp>
        <p:sp>
          <p:nvSpPr>
            <p:cNvPr id="13" name="TextBox 12">
              <a:extLst>
                <a:ext uri="{FF2B5EF4-FFF2-40B4-BE49-F238E27FC236}">
                  <a16:creationId xmlns:a16="http://schemas.microsoft.com/office/drawing/2014/main" id="{E0674DF8-6A08-2A46-B5F5-4DBAEE7821E4}"/>
                </a:ext>
              </a:extLst>
            </p:cNvPr>
            <p:cNvSpPr txBox="1"/>
            <p:nvPr/>
          </p:nvSpPr>
          <p:spPr>
            <a:xfrm>
              <a:off x="2942569" y="5445224"/>
              <a:ext cx="975389" cy="477054"/>
            </a:xfrm>
            <a:prstGeom prst="rect">
              <a:avLst/>
            </a:prstGeom>
            <a:noFill/>
            <a:scene3d>
              <a:camera prst="isometricRightUp">
                <a:rot lat="1800000" lon="18000000" rev="0"/>
              </a:camera>
              <a:lightRig rig="threePt" dir="t"/>
            </a:scene3d>
          </p:spPr>
          <p:txBody>
            <a:bodyPr wrap="square" rtlCol="0">
              <a:spAutoFit/>
            </a:bodyPr>
            <a:lstStyle/>
            <a:p>
              <a:pPr algn="ctr"/>
              <a:r>
                <a:rPr lang="en-VN" sz="2500"/>
                <a:t>string</a:t>
              </a:r>
            </a:p>
          </p:txBody>
        </p:sp>
        <p:sp>
          <p:nvSpPr>
            <p:cNvPr id="14" name="TextBox 13">
              <a:extLst>
                <a:ext uri="{FF2B5EF4-FFF2-40B4-BE49-F238E27FC236}">
                  <a16:creationId xmlns:a16="http://schemas.microsoft.com/office/drawing/2014/main" id="{098D6ED3-2BC9-0C48-A41F-A75006D7D804}"/>
                </a:ext>
              </a:extLst>
            </p:cNvPr>
            <p:cNvSpPr txBox="1"/>
            <p:nvPr/>
          </p:nvSpPr>
          <p:spPr>
            <a:xfrm>
              <a:off x="2899291" y="5131179"/>
              <a:ext cx="357808" cy="553998"/>
            </a:xfrm>
            <a:prstGeom prst="rect">
              <a:avLst/>
            </a:prstGeom>
            <a:noFill/>
          </p:spPr>
          <p:txBody>
            <a:bodyPr wrap="square" rtlCol="0">
              <a:spAutoFit/>
            </a:bodyPr>
            <a:lstStyle/>
            <a:p>
              <a:pPr algn="ctr"/>
              <a:endParaRPr lang="en-VN" sz="3000" b="1">
                <a:solidFill>
                  <a:schemeClr val="bg1"/>
                </a:solidFill>
              </a:endParaRPr>
            </a:p>
          </p:txBody>
        </p:sp>
      </p:grpSp>
      <p:sp>
        <p:nvSpPr>
          <p:cNvPr id="15" name="TextBox 14">
            <a:extLst>
              <a:ext uri="{FF2B5EF4-FFF2-40B4-BE49-F238E27FC236}">
                <a16:creationId xmlns:a16="http://schemas.microsoft.com/office/drawing/2014/main" id="{EBB63344-489E-3D49-9FED-AA81E83970F7}"/>
              </a:ext>
            </a:extLst>
          </p:cNvPr>
          <p:cNvSpPr txBox="1"/>
          <p:nvPr/>
        </p:nvSpPr>
        <p:spPr>
          <a:xfrm>
            <a:off x="5093419" y="2854430"/>
            <a:ext cx="2667397" cy="477054"/>
          </a:xfrm>
          <a:prstGeom prst="rect">
            <a:avLst/>
          </a:prstGeom>
          <a:noFill/>
        </p:spPr>
        <p:txBody>
          <a:bodyPr wrap="none" rtlCol="0">
            <a:spAutoFit/>
          </a:bodyPr>
          <a:lstStyle/>
          <a:p>
            <a:r>
              <a:rPr lang="en-VN" sz="2500">
                <a:solidFill>
                  <a:srgbClr val="0432FF"/>
                </a:solidFill>
              </a:rPr>
              <a:t>Computer memory</a:t>
            </a:r>
          </a:p>
        </p:txBody>
      </p:sp>
      <p:sp>
        <p:nvSpPr>
          <p:cNvPr id="16" name="Line Callout 1 15">
            <a:extLst>
              <a:ext uri="{FF2B5EF4-FFF2-40B4-BE49-F238E27FC236}">
                <a16:creationId xmlns:a16="http://schemas.microsoft.com/office/drawing/2014/main" id="{1B01AB01-A59C-6140-89CC-E70C2BB83828}"/>
              </a:ext>
            </a:extLst>
          </p:cNvPr>
          <p:cNvSpPr/>
          <p:nvPr/>
        </p:nvSpPr>
        <p:spPr>
          <a:xfrm>
            <a:off x="853494" y="3200986"/>
            <a:ext cx="2998847" cy="721401"/>
          </a:xfrm>
          <a:prstGeom prst="borderCallout1">
            <a:avLst>
              <a:gd name="adj1" fmla="val 59454"/>
              <a:gd name="adj2" fmla="val 100766"/>
              <a:gd name="adj3" fmla="val 180727"/>
              <a:gd name="adj4" fmla="val 138503"/>
            </a:avLst>
          </a:prstGeom>
          <a:ln/>
        </p:spPr>
        <p:style>
          <a:lnRef idx="1">
            <a:schemeClr val="accent2"/>
          </a:lnRef>
          <a:fillRef idx="2">
            <a:schemeClr val="accent2"/>
          </a:fillRef>
          <a:effectRef idx="1">
            <a:schemeClr val="accent2"/>
          </a:effectRef>
          <a:fontRef idx="minor">
            <a:schemeClr val="dk1"/>
          </a:fontRef>
        </p:style>
        <p:txBody>
          <a:bodyPr rtlCol="0" anchor="ctr"/>
          <a:lstStyle/>
          <a:p>
            <a:r>
              <a:rPr lang="en-US" sz="2000">
                <a:solidFill>
                  <a:schemeClr val="tx1"/>
                </a:solidFill>
                <a:latin typeface="Consolas" panose="020B0609020204030204" pitchFamily="49" charset="0"/>
              </a:rPr>
              <a:t>string</a:t>
            </a:r>
            <a:r>
              <a:rPr lang="en-VN" sz="2000">
                <a:solidFill>
                  <a:schemeClr val="tx1"/>
                </a:solidFill>
                <a:latin typeface="Consolas" panose="020B0609020204030204" pitchFamily="49" charset="0"/>
              </a:rPr>
              <a:t> s = “Hello”;</a:t>
            </a:r>
            <a:endParaRPr lang="en-GB" sz="2000" dirty="0">
              <a:solidFill>
                <a:schemeClr val="tx1"/>
              </a:solidFill>
              <a:latin typeface="Consolas" pitchFamily="49" charset="0"/>
              <a:cs typeface="Consolas" pitchFamily="49" charset="0"/>
            </a:endParaRPr>
          </a:p>
        </p:txBody>
      </p:sp>
      <p:grpSp>
        <p:nvGrpSpPr>
          <p:cNvPr id="18" name="Group 17">
            <a:extLst>
              <a:ext uri="{FF2B5EF4-FFF2-40B4-BE49-F238E27FC236}">
                <a16:creationId xmlns:a16="http://schemas.microsoft.com/office/drawing/2014/main" id="{FF7FE418-35C8-E24D-BD45-83FA76D4115F}"/>
              </a:ext>
            </a:extLst>
          </p:cNvPr>
          <p:cNvGrpSpPr/>
          <p:nvPr/>
        </p:nvGrpSpPr>
        <p:grpSpPr>
          <a:xfrm>
            <a:off x="6908980" y="3922387"/>
            <a:ext cx="1228597" cy="1135744"/>
            <a:chOff x="2522603" y="5036456"/>
            <a:chExt cx="1228597" cy="1135744"/>
          </a:xfrm>
        </p:grpSpPr>
        <p:sp>
          <p:nvSpPr>
            <p:cNvPr id="19" name="Cube 18">
              <a:extLst>
                <a:ext uri="{FF2B5EF4-FFF2-40B4-BE49-F238E27FC236}">
                  <a16:creationId xmlns:a16="http://schemas.microsoft.com/office/drawing/2014/main" id="{39E1F3EF-064B-E045-970D-A7B47EB400CD}"/>
                </a:ext>
              </a:extLst>
            </p:cNvPr>
            <p:cNvSpPr/>
            <p:nvPr/>
          </p:nvSpPr>
          <p:spPr>
            <a:xfrm>
              <a:off x="2549476" y="5268032"/>
              <a:ext cx="1031924" cy="904168"/>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2" name="TextBox 21">
              <a:extLst>
                <a:ext uri="{FF2B5EF4-FFF2-40B4-BE49-F238E27FC236}">
                  <a16:creationId xmlns:a16="http://schemas.microsoft.com/office/drawing/2014/main" id="{CF822407-37E2-9A4A-9BEF-54DD6DD038B1}"/>
                </a:ext>
              </a:extLst>
            </p:cNvPr>
            <p:cNvSpPr txBox="1"/>
            <p:nvPr/>
          </p:nvSpPr>
          <p:spPr>
            <a:xfrm>
              <a:off x="2522603" y="5036456"/>
              <a:ext cx="1228597" cy="553998"/>
            </a:xfrm>
            <a:prstGeom prst="rect">
              <a:avLst/>
            </a:prstGeom>
            <a:noFill/>
          </p:spPr>
          <p:txBody>
            <a:bodyPr wrap="square" rtlCol="0">
              <a:spAutoFit/>
            </a:bodyPr>
            <a:lstStyle/>
            <a:p>
              <a:pPr algn="ctr"/>
              <a:r>
                <a:rPr lang="en-VN" sz="3000" b="1">
                  <a:solidFill>
                    <a:schemeClr val="bg1"/>
                  </a:solidFill>
                </a:rPr>
                <a:t>Hello</a:t>
              </a:r>
            </a:p>
          </p:txBody>
        </p:sp>
      </p:grpSp>
      <p:cxnSp>
        <p:nvCxnSpPr>
          <p:cNvPr id="24" name="Curved Connector 23">
            <a:extLst>
              <a:ext uri="{FF2B5EF4-FFF2-40B4-BE49-F238E27FC236}">
                <a16:creationId xmlns:a16="http://schemas.microsoft.com/office/drawing/2014/main" id="{C9381EA5-97CB-9A43-B493-58578244F52D}"/>
              </a:ext>
            </a:extLst>
          </p:cNvPr>
          <p:cNvCxnSpPr>
            <a:cxnSpLocks/>
          </p:cNvCxnSpPr>
          <p:nvPr/>
        </p:nvCxnSpPr>
        <p:spPr>
          <a:xfrm>
            <a:off x="5554631" y="4341009"/>
            <a:ext cx="1354349" cy="239951"/>
          </a:xfrm>
          <a:prstGeom prst="curvedConnector3">
            <a:avLst>
              <a:gd name="adj1" fmla="val 50000"/>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727344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E32633-B1C5-E941-AAD5-1FFEA1DCF3A9}"/>
              </a:ext>
            </a:extLst>
          </p:cNvPr>
          <p:cNvSpPr>
            <a:spLocks noGrp="1"/>
          </p:cNvSpPr>
          <p:nvPr>
            <p:ph type="title"/>
          </p:nvPr>
        </p:nvSpPr>
        <p:spPr/>
        <p:txBody>
          <a:bodyPr>
            <a:normAutofit fontScale="90000"/>
          </a:bodyPr>
          <a:lstStyle/>
          <a:p>
            <a:r>
              <a:rPr lang="en-VN"/>
              <a:t>CÁC DẠNG KIỂU DỮ LIỆU TRONG C#</a:t>
            </a:r>
          </a:p>
        </p:txBody>
      </p:sp>
      <p:sp>
        <p:nvSpPr>
          <p:cNvPr id="4" name="Footer Placeholder 3">
            <a:extLst>
              <a:ext uri="{FF2B5EF4-FFF2-40B4-BE49-F238E27FC236}">
                <a16:creationId xmlns:a16="http://schemas.microsoft.com/office/drawing/2014/main" id="{176E4D2C-7069-8247-A56D-B460AA0272B7}"/>
              </a:ext>
            </a:extLst>
          </p:cNvPr>
          <p:cNvSpPr>
            <a:spLocks noGrp="1"/>
          </p:cNvSpPr>
          <p:nvPr>
            <p:ph type="ftr" sz="quarter" idx="11"/>
          </p:nvPr>
        </p:nvSpPr>
        <p:spPr/>
        <p:txBody>
          <a:bodyPr/>
          <a:lstStyle/>
          <a:p>
            <a:r>
              <a:rPr lang="vi-VN" dirty="0"/>
              <a:t>Bài 5: Hàm</a:t>
            </a:r>
            <a:endParaRPr lang="en-US" dirty="0"/>
          </a:p>
        </p:txBody>
      </p:sp>
      <p:sp>
        <p:nvSpPr>
          <p:cNvPr id="5" name="Slide Number Placeholder 4">
            <a:extLst>
              <a:ext uri="{FF2B5EF4-FFF2-40B4-BE49-F238E27FC236}">
                <a16:creationId xmlns:a16="http://schemas.microsoft.com/office/drawing/2014/main" id="{EA1009C5-72AD-4541-9D29-4B496FE060F2}"/>
              </a:ext>
            </a:extLst>
          </p:cNvPr>
          <p:cNvSpPr>
            <a:spLocks noGrp="1"/>
          </p:cNvSpPr>
          <p:nvPr>
            <p:ph type="sldNum" sz="quarter" idx="12"/>
          </p:nvPr>
        </p:nvSpPr>
        <p:spPr/>
        <p:txBody>
          <a:bodyPr/>
          <a:lstStyle/>
          <a:p>
            <a:fld id="{1AD93096-5B34-4342-9326-69289CEAE4C2}" type="slidenum">
              <a:rPr lang="en-US" smtClean="0"/>
              <a:pPr/>
              <a:t>27</a:t>
            </a:fld>
            <a:endParaRPr lang="en-US" dirty="0"/>
          </a:p>
        </p:txBody>
      </p:sp>
      <p:pic>
        <p:nvPicPr>
          <p:cNvPr id="20" name="Picture 19">
            <a:extLst>
              <a:ext uri="{FF2B5EF4-FFF2-40B4-BE49-F238E27FC236}">
                <a16:creationId xmlns:a16="http://schemas.microsoft.com/office/drawing/2014/main" id="{7616B104-F556-AB4B-9FAE-F713DB9D2A73}"/>
              </a:ext>
            </a:extLst>
          </p:cNvPr>
          <p:cNvPicPr>
            <a:picLocks noChangeAspect="1"/>
          </p:cNvPicPr>
          <p:nvPr/>
        </p:nvPicPr>
        <p:blipFill>
          <a:blip r:embed="rId2"/>
          <a:stretch>
            <a:fillRect/>
          </a:stretch>
        </p:blipFill>
        <p:spPr>
          <a:xfrm>
            <a:off x="1064990" y="995375"/>
            <a:ext cx="7014019" cy="5311711"/>
          </a:xfrm>
          <a:prstGeom prst="rect">
            <a:avLst/>
          </a:prstGeom>
        </p:spPr>
      </p:pic>
    </p:spTree>
    <p:extLst>
      <p:ext uri="{BB962C8B-B14F-4D97-AF65-F5344CB8AC3E}">
        <p14:creationId xmlns:p14="http://schemas.microsoft.com/office/powerpoint/2010/main" val="20997249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41AF66-68E7-B54F-A0AE-E8D51FA0DFE6}"/>
              </a:ext>
            </a:extLst>
          </p:cNvPr>
          <p:cNvSpPr>
            <a:spLocks noGrp="1"/>
          </p:cNvSpPr>
          <p:nvPr>
            <p:ph type="title"/>
          </p:nvPr>
        </p:nvSpPr>
        <p:spPr/>
        <p:txBody>
          <a:bodyPr>
            <a:normAutofit fontScale="90000"/>
          </a:bodyPr>
          <a:lstStyle/>
          <a:p>
            <a:r>
              <a:rPr lang="vi-VN"/>
              <a:t>CÁC DẠNG THAM SỐ CỦA HÀM</a:t>
            </a:r>
            <a:endParaRPr lang="en-VN"/>
          </a:p>
        </p:txBody>
      </p:sp>
      <p:sp>
        <p:nvSpPr>
          <p:cNvPr id="3" name="Content Placeholder 2">
            <a:extLst>
              <a:ext uri="{FF2B5EF4-FFF2-40B4-BE49-F238E27FC236}">
                <a16:creationId xmlns:a16="http://schemas.microsoft.com/office/drawing/2014/main" id="{32B2AE70-993F-724C-BED2-B73A399FFD02}"/>
              </a:ext>
            </a:extLst>
          </p:cNvPr>
          <p:cNvSpPr>
            <a:spLocks noGrp="1"/>
          </p:cNvSpPr>
          <p:nvPr>
            <p:ph idx="1"/>
          </p:nvPr>
        </p:nvSpPr>
        <p:spPr/>
        <p:txBody>
          <a:bodyPr>
            <a:normAutofit/>
          </a:bodyPr>
          <a:lstStyle/>
          <a:p>
            <a:pPr algn="just"/>
            <a:r>
              <a:rPr lang="en-VN"/>
              <a:t>Tham số của hàm có 2 dạng:</a:t>
            </a:r>
          </a:p>
          <a:p>
            <a:pPr lvl="1" algn="just"/>
            <a:r>
              <a:rPr lang="en-VN">
                <a:solidFill>
                  <a:srgbClr val="EF6822"/>
                </a:solidFill>
              </a:rPr>
              <a:t>Truyền tham trị </a:t>
            </a:r>
            <a:r>
              <a:rPr lang="en-VN"/>
              <a:t>(</a:t>
            </a:r>
            <a:r>
              <a:rPr lang="en-VN" i="1">
                <a:solidFill>
                  <a:srgbClr val="17459E"/>
                </a:solidFill>
              </a:rPr>
              <a:t>passing by value</a:t>
            </a:r>
            <a:r>
              <a:rPr lang="en-VN"/>
              <a:t>): truyền giá trị của đối số cho tham số của hàm </a:t>
            </a:r>
            <a:r>
              <a:rPr lang="en-VN" i="1"/>
              <a:t>(tham số là một bản sao của đối số)</a:t>
            </a:r>
          </a:p>
          <a:p>
            <a:pPr lvl="1" algn="just"/>
            <a:r>
              <a:rPr lang="en-VN">
                <a:solidFill>
                  <a:srgbClr val="EF6822"/>
                </a:solidFill>
              </a:rPr>
              <a:t>Truyền tham chiếu </a:t>
            </a:r>
            <a:r>
              <a:rPr lang="en-VN"/>
              <a:t>(</a:t>
            </a:r>
            <a:r>
              <a:rPr lang="en-VN" i="1">
                <a:solidFill>
                  <a:srgbClr val="17459E"/>
                </a:solidFill>
              </a:rPr>
              <a:t>passing by reference</a:t>
            </a:r>
            <a:r>
              <a:rPr lang="en-VN"/>
              <a:t>): truyền địa chỉ của đối số cho tham số của hàm </a:t>
            </a:r>
            <a:r>
              <a:rPr lang="en-VN" i="1"/>
              <a:t>(tham số và đối số là một)</a:t>
            </a:r>
          </a:p>
          <a:p>
            <a:pPr algn="just"/>
            <a:r>
              <a:rPr lang="en-VN"/>
              <a:t>Phần tiếp theo trình bày </a:t>
            </a:r>
            <a:r>
              <a:rPr lang="en-VN">
                <a:solidFill>
                  <a:srgbClr val="EF6822"/>
                </a:solidFill>
              </a:rPr>
              <a:t>2 dạng truyền tham số đối với kiểu dữ liệu giá trị </a:t>
            </a:r>
            <a:r>
              <a:rPr lang="en-VN"/>
              <a:t>(</a:t>
            </a:r>
            <a:r>
              <a:rPr lang="en-VN" i="1"/>
              <a:t>kiểu dữ liệu tham chiếu sẽ được đề cập trong bài học tiếp theo về kiểu dữ liệu Mảng một chiều).</a:t>
            </a:r>
            <a:endParaRPr lang="en-VN"/>
          </a:p>
        </p:txBody>
      </p:sp>
      <p:sp>
        <p:nvSpPr>
          <p:cNvPr id="4" name="Footer Placeholder 3">
            <a:extLst>
              <a:ext uri="{FF2B5EF4-FFF2-40B4-BE49-F238E27FC236}">
                <a16:creationId xmlns:a16="http://schemas.microsoft.com/office/drawing/2014/main" id="{988761CB-12A1-8F44-A29B-5373A7ECDCAA}"/>
              </a:ext>
            </a:extLst>
          </p:cNvPr>
          <p:cNvSpPr>
            <a:spLocks noGrp="1"/>
          </p:cNvSpPr>
          <p:nvPr>
            <p:ph type="ftr" sz="quarter" idx="11"/>
          </p:nvPr>
        </p:nvSpPr>
        <p:spPr/>
        <p:txBody>
          <a:bodyPr/>
          <a:lstStyle/>
          <a:p>
            <a:r>
              <a:rPr lang="vi-VN" dirty="0"/>
              <a:t>Bài 5: Hàm</a:t>
            </a:r>
            <a:endParaRPr lang="en-US" dirty="0"/>
          </a:p>
        </p:txBody>
      </p:sp>
      <p:sp>
        <p:nvSpPr>
          <p:cNvPr id="5" name="Slide Number Placeholder 4">
            <a:extLst>
              <a:ext uri="{FF2B5EF4-FFF2-40B4-BE49-F238E27FC236}">
                <a16:creationId xmlns:a16="http://schemas.microsoft.com/office/drawing/2014/main" id="{E64096CC-DEE0-9549-A3CC-C63E540357CC}"/>
              </a:ext>
            </a:extLst>
          </p:cNvPr>
          <p:cNvSpPr>
            <a:spLocks noGrp="1"/>
          </p:cNvSpPr>
          <p:nvPr>
            <p:ph type="sldNum" sz="quarter" idx="12"/>
          </p:nvPr>
        </p:nvSpPr>
        <p:spPr/>
        <p:txBody>
          <a:bodyPr/>
          <a:lstStyle/>
          <a:p>
            <a:fld id="{1AD93096-5B34-4342-9326-69289CEAE4C2}" type="slidenum">
              <a:rPr lang="en-US" smtClean="0"/>
              <a:pPr/>
              <a:t>28</a:t>
            </a:fld>
            <a:endParaRPr lang="en-US" dirty="0"/>
          </a:p>
        </p:txBody>
      </p:sp>
    </p:spTree>
    <p:extLst>
      <p:ext uri="{BB962C8B-B14F-4D97-AF65-F5344CB8AC3E}">
        <p14:creationId xmlns:p14="http://schemas.microsoft.com/office/powerpoint/2010/main" val="362164457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9F558-D333-EE4F-BF8A-DD5A2AF8E8E5}"/>
              </a:ext>
            </a:extLst>
          </p:cNvPr>
          <p:cNvSpPr>
            <a:spLocks noGrp="1"/>
          </p:cNvSpPr>
          <p:nvPr>
            <p:ph type="title"/>
          </p:nvPr>
        </p:nvSpPr>
        <p:spPr/>
        <p:txBody>
          <a:bodyPr>
            <a:normAutofit fontScale="90000"/>
          </a:bodyPr>
          <a:lstStyle/>
          <a:p>
            <a:r>
              <a:rPr lang="en-US"/>
              <a:t>T</a:t>
            </a:r>
            <a:r>
              <a:rPr lang="en-VN"/>
              <a:t>RUYỀN THAM TRỊ</a:t>
            </a:r>
          </a:p>
        </p:txBody>
      </p:sp>
      <p:sp>
        <p:nvSpPr>
          <p:cNvPr id="3" name="Content Placeholder 2">
            <a:extLst>
              <a:ext uri="{FF2B5EF4-FFF2-40B4-BE49-F238E27FC236}">
                <a16:creationId xmlns:a16="http://schemas.microsoft.com/office/drawing/2014/main" id="{46E931EB-84F8-664B-A670-FCDDEF319EBC}"/>
              </a:ext>
            </a:extLst>
          </p:cNvPr>
          <p:cNvSpPr>
            <a:spLocks noGrp="1"/>
          </p:cNvSpPr>
          <p:nvPr>
            <p:ph idx="1"/>
          </p:nvPr>
        </p:nvSpPr>
        <p:spPr/>
        <p:txBody>
          <a:bodyPr/>
          <a:lstStyle/>
          <a:p>
            <a:pPr algn="just"/>
            <a:r>
              <a:rPr lang="en-VN">
                <a:solidFill>
                  <a:srgbClr val="FFC000"/>
                </a:solidFill>
              </a:rPr>
              <a:t>Truyền tham trị </a:t>
            </a:r>
            <a:r>
              <a:rPr lang="en-VN"/>
              <a:t>(</a:t>
            </a:r>
            <a:r>
              <a:rPr lang="en-VN" i="1">
                <a:solidFill>
                  <a:srgbClr val="17459E"/>
                </a:solidFill>
              </a:rPr>
              <a:t>passing by value</a:t>
            </a:r>
            <a:r>
              <a:rPr lang="en-VN"/>
              <a:t>): </a:t>
            </a:r>
            <a:r>
              <a:rPr lang="en-VN">
                <a:solidFill>
                  <a:srgbClr val="17459E"/>
                </a:solidFill>
              </a:rPr>
              <a:t>truyền giá trị của đối số cho tham số</a:t>
            </a:r>
            <a:r>
              <a:rPr lang="en-VN"/>
              <a:t> của hàm, khi đó tham số của hàm sẽ được cấp phát một vùng nhớ mới để lưu giá trị này </a:t>
            </a:r>
            <a:r>
              <a:rPr lang="en-VN">
                <a:sym typeface="Wingdings" pitchFamily="2" charset="2"/>
              </a:rPr>
              <a:t> </a:t>
            </a:r>
            <a:r>
              <a:rPr lang="en-VN">
                <a:solidFill>
                  <a:srgbClr val="EF6822"/>
                </a:solidFill>
                <a:sym typeface="Wingdings" pitchFamily="2" charset="2"/>
              </a:rPr>
              <a:t>tham số là một bản sao của đối số </a:t>
            </a:r>
            <a:r>
              <a:rPr lang="en-VN">
                <a:sym typeface="Wingdings" pitchFamily="2" charset="2"/>
              </a:rPr>
              <a:t>nên việc </a:t>
            </a:r>
            <a:r>
              <a:rPr lang="en-VN">
                <a:solidFill>
                  <a:srgbClr val="EF6822"/>
                </a:solidFill>
                <a:sym typeface="Wingdings" pitchFamily="2" charset="2"/>
              </a:rPr>
              <a:t>mọi thao tác trên tham số không làm ảnh hưởng đến đối số</a:t>
            </a:r>
          </a:p>
        </p:txBody>
      </p:sp>
      <p:sp>
        <p:nvSpPr>
          <p:cNvPr id="4" name="Footer Placeholder 3">
            <a:extLst>
              <a:ext uri="{FF2B5EF4-FFF2-40B4-BE49-F238E27FC236}">
                <a16:creationId xmlns:a16="http://schemas.microsoft.com/office/drawing/2014/main" id="{F03246C0-7681-AD48-868A-D72606C1877E}"/>
              </a:ext>
            </a:extLst>
          </p:cNvPr>
          <p:cNvSpPr>
            <a:spLocks noGrp="1"/>
          </p:cNvSpPr>
          <p:nvPr>
            <p:ph type="ftr" sz="quarter" idx="11"/>
          </p:nvPr>
        </p:nvSpPr>
        <p:spPr/>
        <p:txBody>
          <a:bodyPr/>
          <a:lstStyle/>
          <a:p>
            <a:r>
              <a:rPr lang="vi-VN" dirty="0"/>
              <a:t>Bài 5: Hàm</a:t>
            </a:r>
            <a:endParaRPr lang="en-US" dirty="0"/>
          </a:p>
        </p:txBody>
      </p:sp>
      <p:sp>
        <p:nvSpPr>
          <p:cNvPr id="5" name="Slide Number Placeholder 4">
            <a:extLst>
              <a:ext uri="{FF2B5EF4-FFF2-40B4-BE49-F238E27FC236}">
                <a16:creationId xmlns:a16="http://schemas.microsoft.com/office/drawing/2014/main" id="{A2231E3D-50C2-5841-8CD1-9EA17109550A}"/>
              </a:ext>
            </a:extLst>
          </p:cNvPr>
          <p:cNvSpPr>
            <a:spLocks noGrp="1"/>
          </p:cNvSpPr>
          <p:nvPr>
            <p:ph type="sldNum" sz="quarter" idx="12"/>
          </p:nvPr>
        </p:nvSpPr>
        <p:spPr/>
        <p:txBody>
          <a:bodyPr/>
          <a:lstStyle/>
          <a:p>
            <a:fld id="{1AD93096-5B34-4342-9326-69289CEAE4C2}" type="slidenum">
              <a:rPr lang="en-US" smtClean="0"/>
              <a:pPr/>
              <a:t>29</a:t>
            </a:fld>
            <a:endParaRPr lang="en-US" dirty="0"/>
          </a:p>
        </p:txBody>
      </p:sp>
    </p:spTree>
    <p:extLst>
      <p:ext uri="{BB962C8B-B14F-4D97-AF65-F5344CB8AC3E}">
        <p14:creationId xmlns:p14="http://schemas.microsoft.com/office/powerpoint/2010/main" val="135162316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9F558-D333-EE4F-BF8A-DD5A2AF8E8E5}"/>
              </a:ext>
            </a:extLst>
          </p:cNvPr>
          <p:cNvSpPr>
            <a:spLocks noGrp="1"/>
          </p:cNvSpPr>
          <p:nvPr>
            <p:ph type="title"/>
          </p:nvPr>
        </p:nvSpPr>
        <p:spPr/>
        <p:txBody>
          <a:bodyPr>
            <a:normAutofit fontScale="90000"/>
          </a:bodyPr>
          <a:lstStyle/>
          <a:p>
            <a:r>
              <a:rPr lang="en-US"/>
              <a:t>T</a:t>
            </a:r>
            <a:r>
              <a:rPr lang="en-VN"/>
              <a:t>RUYỀN THAM TRỊ</a:t>
            </a:r>
          </a:p>
        </p:txBody>
      </p:sp>
      <p:sp>
        <p:nvSpPr>
          <p:cNvPr id="3" name="Content Placeholder 2">
            <a:extLst>
              <a:ext uri="{FF2B5EF4-FFF2-40B4-BE49-F238E27FC236}">
                <a16:creationId xmlns:a16="http://schemas.microsoft.com/office/drawing/2014/main" id="{46E931EB-84F8-664B-A670-FCDDEF319EBC}"/>
              </a:ext>
            </a:extLst>
          </p:cNvPr>
          <p:cNvSpPr>
            <a:spLocks noGrp="1"/>
          </p:cNvSpPr>
          <p:nvPr>
            <p:ph idx="1"/>
          </p:nvPr>
        </p:nvSpPr>
        <p:spPr/>
        <p:txBody>
          <a:bodyPr/>
          <a:lstStyle/>
          <a:p>
            <a:endParaRPr lang="en-VN"/>
          </a:p>
        </p:txBody>
      </p:sp>
      <p:sp>
        <p:nvSpPr>
          <p:cNvPr id="4" name="Footer Placeholder 3">
            <a:extLst>
              <a:ext uri="{FF2B5EF4-FFF2-40B4-BE49-F238E27FC236}">
                <a16:creationId xmlns:a16="http://schemas.microsoft.com/office/drawing/2014/main" id="{F03246C0-7681-AD48-868A-D72606C1877E}"/>
              </a:ext>
            </a:extLst>
          </p:cNvPr>
          <p:cNvSpPr>
            <a:spLocks noGrp="1"/>
          </p:cNvSpPr>
          <p:nvPr>
            <p:ph type="ftr" sz="quarter" idx="11"/>
          </p:nvPr>
        </p:nvSpPr>
        <p:spPr/>
        <p:txBody>
          <a:bodyPr/>
          <a:lstStyle/>
          <a:p>
            <a:r>
              <a:rPr lang="vi-VN" dirty="0"/>
              <a:t>Bài 5: Hàm</a:t>
            </a:r>
            <a:endParaRPr lang="en-US" dirty="0"/>
          </a:p>
        </p:txBody>
      </p:sp>
      <p:sp>
        <p:nvSpPr>
          <p:cNvPr id="5" name="Slide Number Placeholder 4">
            <a:extLst>
              <a:ext uri="{FF2B5EF4-FFF2-40B4-BE49-F238E27FC236}">
                <a16:creationId xmlns:a16="http://schemas.microsoft.com/office/drawing/2014/main" id="{A2231E3D-50C2-5841-8CD1-9EA17109550A}"/>
              </a:ext>
            </a:extLst>
          </p:cNvPr>
          <p:cNvSpPr>
            <a:spLocks noGrp="1"/>
          </p:cNvSpPr>
          <p:nvPr>
            <p:ph type="sldNum" sz="quarter" idx="12"/>
          </p:nvPr>
        </p:nvSpPr>
        <p:spPr/>
        <p:txBody>
          <a:bodyPr/>
          <a:lstStyle/>
          <a:p>
            <a:fld id="{1AD93096-5B34-4342-9326-69289CEAE4C2}" type="slidenum">
              <a:rPr lang="en-US" smtClean="0"/>
              <a:pPr/>
              <a:t>30</a:t>
            </a:fld>
            <a:endParaRPr lang="en-US" dirty="0"/>
          </a:p>
        </p:txBody>
      </p:sp>
      <p:sp>
        <p:nvSpPr>
          <p:cNvPr id="27" name="Content Placeholder 5">
            <a:extLst>
              <a:ext uri="{FF2B5EF4-FFF2-40B4-BE49-F238E27FC236}">
                <a16:creationId xmlns:a16="http://schemas.microsoft.com/office/drawing/2014/main" id="{AB9DFC89-818A-5444-BD5A-A62A26C593CB}"/>
              </a:ext>
            </a:extLst>
          </p:cNvPr>
          <p:cNvSpPr txBox="1">
            <a:spLocks/>
          </p:cNvSpPr>
          <p:nvPr/>
        </p:nvSpPr>
        <p:spPr>
          <a:xfrm>
            <a:off x="90386" y="1503294"/>
            <a:ext cx="6154486" cy="3851412"/>
          </a:xfrm>
          <a:prstGeom prst="rect">
            <a:avLst/>
          </a:prstGeom>
        </p:spPr>
        <p:style>
          <a:lnRef idx="2">
            <a:schemeClr val="accent2"/>
          </a:lnRef>
          <a:fillRef idx="1">
            <a:schemeClr val="lt1"/>
          </a:fillRef>
          <a:effectRef idx="0">
            <a:schemeClr val="accent2"/>
          </a:effectRef>
          <a:fontRef idx="minor">
            <a:schemeClr val="dk1"/>
          </a:fontRef>
        </p:style>
        <p:txBody>
          <a:bodyPr>
            <a:noAutofit/>
          </a:bodyPr>
          <a:lstStyle>
            <a:lvl1pPr marL="308610" indent="-257175" algn="l" rtl="0" eaLnBrk="1" latinLnBrk="0" hangingPunct="1">
              <a:spcBef>
                <a:spcPts val="525"/>
              </a:spcBef>
              <a:buSzPct val="95000"/>
              <a:buFont typeface="Wingdings"/>
              <a:buChar char=""/>
              <a:defRPr sz="1500" kern="1200" spc="0">
                <a:solidFill>
                  <a:schemeClr val="tx1"/>
                </a:solidFill>
                <a:latin typeface="+mn-lt"/>
                <a:ea typeface="+mn-ea"/>
                <a:cs typeface="Arial" pitchFamily="34" charset="0"/>
              </a:defRPr>
            </a:lvl1pPr>
            <a:lvl2pPr marL="555498" indent="-214313" algn="l" rtl="0" eaLnBrk="1" latinLnBrk="0" hangingPunct="1">
              <a:spcBef>
                <a:spcPct val="20000"/>
              </a:spcBef>
              <a:buClr>
                <a:schemeClr val="accent2"/>
              </a:buClr>
              <a:buSzPct val="90000"/>
              <a:buFont typeface="Wingdings"/>
              <a:buChar char=""/>
              <a:defRPr sz="1350" kern="1200" spc="0">
                <a:solidFill>
                  <a:schemeClr val="tx1"/>
                </a:solidFill>
                <a:latin typeface="+mn-lt"/>
                <a:ea typeface="+mn-ea"/>
                <a:cs typeface="Arial" pitchFamily="34" charset="0"/>
              </a:defRPr>
            </a:lvl2pPr>
            <a:lvl3pPr marL="747522" indent="-171450" algn="l" rtl="0" eaLnBrk="1" latinLnBrk="0" hangingPunct="1">
              <a:spcBef>
                <a:spcPct val="20000"/>
              </a:spcBef>
              <a:buClr>
                <a:schemeClr val="accent2"/>
              </a:buClr>
              <a:buFont typeface="Wingdings 2"/>
              <a:buChar char=""/>
              <a:defRPr sz="1200" kern="1200" spc="0">
                <a:solidFill>
                  <a:schemeClr val="tx1"/>
                </a:solidFill>
                <a:latin typeface="+mn-lt"/>
                <a:ea typeface="+mn-ea"/>
                <a:cs typeface="Arial" pitchFamily="34" charset="0"/>
              </a:defRPr>
            </a:lvl3pPr>
            <a:lvl4pPr marL="946404" indent="-171450" algn="l" rtl="0" eaLnBrk="1" latinLnBrk="0" hangingPunct="1">
              <a:spcBef>
                <a:spcPct val="20000"/>
              </a:spcBef>
              <a:buClr>
                <a:schemeClr val="accent3"/>
              </a:buClr>
              <a:buFont typeface="Wingdings 3"/>
              <a:buChar char=""/>
              <a:defRPr sz="1200" kern="1200" spc="0">
                <a:solidFill>
                  <a:schemeClr val="tx1"/>
                </a:solidFill>
                <a:latin typeface="+mn-lt"/>
                <a:ea typeface="+mn-ea"/>
                <a:cs typeface="Arial" pitchFamily="34" charset="0"/>
              </a:defRPr>
            </a:lvl4pPr>
            <a:lvl5pPr marL="1110996" indent="-157734" algn="l" rtl="0" eaLnBrk="1" latinLnBrk="0" hangingPunct="1">
              <a:spcBef>
                <a:spcPct val="20000"/>
              </a:spcBef>
              <a:buClr>
                <a:schemeClr val="accent3"/>
              </a:buClr>
              <a:buFont typeface="Wingdings 2"/>
              <a:buChar char=""/>
              <a:defRPr sz="1050" kern="1200" spc="0">
                <a:solidFill>
                  <a:schemeClr val="tx1"/>
                </a:solidFill>
                <a:latin typeface="+mn-lt"/>
                <a:ea typeface="+mn-ea"/>
                <a:cs typeface="Arial" pitchFamily="34" charset="0"/>
              </a:defRPr>
            </a:lvl5pPr>
            <a:lvl6pPr marL="1282446" indent="-157734" algn="l" rtl="0" eaLnBrk="1" latinLnBrk="0" hangingPunct="1">
              <a:spcBef>
                <a:spcPct val="20000"/>
              </a:spcBef>
              <a:buClr>
                <a:schemeClr val="accent3"/>
              </a:buClr>
              <a:buFont typeface="Wingdings 2"/>
              <a:buChar char=""/>
              <a:defRPr sz="1350" kern="1200">
                <a:solidFill>
                  <a:schemeClr val="tx1"/>
                </a:solidFill>
                <a:latin typeface="+mn-lt"/>
                <a:ea typeface="+mn-ea"/>
                <a:cs typeface="+mn-cs"/>
              </a:defRPr>
            </a:lvl6pPr>
            <a:lvl7pPr marL="1426464"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7pPr>
            <a:lvl8pPr marL="1570482"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8pPr>
            <a:lvl9pPr marL="1714500"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9pPr>
            <a:extLst/>
          </a:lstStyle>
          <a:p>
            <a:pPr marL="51435" indent="0">
              <a:spcBef>
                <a:spcPts val="0"/>
              </a:spcBef>
              <a:buNone/>
            </a:pPr>
            <a:r>
              <a:rPr lang="en-US" sz="1400">
                <a:solidFill>
                  <a:srgbClr val="0432FF"/>
                </a:solidFill>
                <a:latin typeface="Consolas" panose="020B0609020204030204" pitchFamily="49" charset="0"/>
              </a:rPr>
              <a:t>static</a:t>
            </a:r>
            <a:r>
              <a:rPr lang="en-US" sz="1400">
                <a:latin typeface="Consolas" panose="020B0609020204030204" pitchFamily="49" charset="0"/>
              </a:rPr>
              <a:t> </a:t>
            </a:r>
            <a:r>
              <a:rPr lang="en-US" sz="1400">
                <a:solidFill>
                  <a:srgbClr val="0000FF"/>
                </a:solidFill>
                <a:latin typeface="Consolas" panose="020B0609020204030204" pitchFamily="49" charset="0"/>
              </a:rPr>
              <a:t>void</a:t>
            </a:r>
            <a:r>
              <a:rPr lang="en-US" sz="1400">
                <a:latin typeface="Consolas" panose="020B0609020204030204" pitchFamily="49" charset="0"/>
              </a:rPr>
              <a:t> </a:t>
            </a:r>
            <a:r>
              <a:rPr lang="en-US" sz="1400" dirty="0">
                <a:solidFill>
                  <a:srgbClr val="FEA400"/>
                </a:solidFill>
                <a:latin typeface="Consolas" panose="020B0609020204030204" pitchFamily="49" charset="0"/>
              </a:rPr>
              <a:t>Swap</a:t>
            </a:r>
            <a:r>
              <a:rPr lang="en-US" sz="1400">
                <a:latin typeface="Consolas" panose="020B0609020204030204" pitchFamily="49" charset="0"/>
              </a:rPr>
              <a:t>(</a:t>
            </a:r>
            <a:r>
              <a:rPr lang="en-US" sz="1400">
                <a:solidFill>
                  <a:srgbClr val="0432FF"/>
                </a:solidFill>
                <a:highlight>
                  <a:srgbClr val="FFFF00"/>
                </a:highlight>
                <a:latin typeface="Consolas" panose="020B0609020204030204" pitchFamily="49" charset="0"/>
              </a:rPr>
              <a:t>int</a:t>
            </a:r>
            <a:r>
              <a:rPr lang="en-US" sz="1400">
                <a:solidFill>
                  <a:schemeClr val="bg1"/>
                </a:solidFill>
                <a:highlight>
                  <a:srgbClr val="FFFF00"/>
                </a:highlight>
                <a:latin typeface="Consolas" panose="020B0609020204030204" pitchFamily="49" charset="0"/>
              </a:rPr>
              <a:t> </a:t>
            </a:r>
            <a:r>
              <a:rPr lang="en-US" sz="1400">
                <a:solidFill>
                  <a:schemeClr val="accent6">
                    <a:lumMod val="75000"/>
                  </a:schemeClr>
                </a:solidFill>
                <a:highlight>
                  <a:srgbClr val="FFFF00"/>
                </a:highlight>
                <a:latin typeface="Consolas" panose="020B0609020204030204" pitchFamily="49" charset="0"/>
              </a:rPr>
              <a:t>a</a:t>
            </a:r>
            <a:r>
              <a:rPr lang="en-US" sz="1400">
                <a:highlight>
                  <a:srgbClr val="FFFF00"/>
                </a:highlight>
                <a:latin typeface="Consolas" panose="020B0609020204030204" pitchFamily="49" charset="0"/>
              </a:rPr>
              <a:t>, </a:t>
            </a:r>
            <a:r>
              <a:rPr lang="en-US" sz="1400">
                <a:solidFill>
                  <a:srgbClr val="0432FF"/>
                </a:solidFill>
                <a:highlight>
                  <a:srgbClr val="FFFF00"/>
                </a:highlight>
                <a:latin typeface="Consolas" panose="020B0609020204030204" pitchFamily="49" charset="0"/>
              </a:rPr>
              <a:t>int</a:t>
            </a:r>
            <a:r>
              <a:rPr lang="en-US" sz="1400">
                <a:solidFill>
                  <a:schemeClr val="bg1"/>
                </a:solidFill>
                <a:highlight>
                  <a:srgbClr val="FFFF00"/>
                </a:highlight>
                <a:latin typeface="Consolas" panose="020B0609020204030204" pitchFamily="49" charset="0"/>
              </a:rPr>
              <a:t> </a:t>
            </a:r>
            <a:r>
              <a:rPr lang="en-US" sz="1400">
                <a:solidFill>
                  <a:schemeClr val="accent6">
                    <a:lumMod val="75000"/>
                  </a:schemeClr>
                </a:solidFill>
                <a:highlight>
                  <a:srgbClr val="FFFF00"/>
                </a:highlight>
                <a:latin typeface="Consolas" panose="020B0609020204030204" pitchFamily="49" charset="0"/>
              </a:rPr>
              <a:t>b</a:t>
            </a:r>
            <a:r>
              <a:rPr lang="en-US" sz="1400">
                <a:latin typeface="Consolas" panose="020B0609020204030204" pitchFamily="49" charset="0"/>
              </a:rPr>
              <a:t>)</a:t>
            </a:r>
          </a:p>
          <a:p>
            <a:pPr marL="51435" indent="0">
              <a:spcBef>
                <a:spcPts val="0"/>
              </a:spcBef>
              <a:buNone/>
            </a:pPr>
            <a:r>
              <a:rPr lang="en-US" sz="1400">
                <a:latin typeface="Consolas" panose="020B0609020204030204" pitchFamily="49" charset="0"/>
              </a:rPr>
              <a:t>{</a:t>
            </a:r>
          </a:p>
          <a:p>
            <a:pPr marL="51435" indent="0">
              <a:spcBef>
                <a:spcPts val="0"/>
              </a:spcBef>
              <a:buNone/>
            </a:pPr>
            <a:r>
              <a:rPr lang="en-US" sz="1400">
                <a:solidFill>
                  <a:schemeClr val="bg1"/>
                </a:solidFill>
                <a:latin typeface="Consolas" panose="020B0609020204030204" pitchFamily="49" charset="0"/>
              </a:rPr>
              <a:t>    </a:t>
            </a:r>
            <a:r>
              <a:rPr lang="en-US" sz="1400">
                <a:solidFill>
                  <a:srgbClr val="0432FF"/>
                </a:solidFill>
                <a:latin typeface="Consolas" panose="020B0609020204030204" pitchFamily="49" charset="0"/>
              </a:rPr>
              <a:t>int</a:t>
            </a:r>
            <a:r>
              <a:rPr lang="en-US" sz="1400">
                <a:solidFill>
                  <a:schemeClr val="bg1"/>
                </a:solidFill>
                <a:latin typeface="Consolas" panose="020B0609020204030204" pitchFamily="49" charset="0"/>
              </a:rPr>
              <a:t> </a:t>
            </a:r>
            <a:r>
              <a:rPr lang="en-US" sz="1400">
                <a:solidFill>
                  <a:schemeClr val="accent6">
                    <a:lumMod val="75000"/>
                  </a:schemeClr>
                </a:solidFill>
                <a:latin typeface="Consolas" panose="020B0609020204030204" pitchFamily="49" charset="0"/>
              </a:rPr>
              <a:t>temp </a:t>
            </a:r>
            <a:r>
              <a:rPr lang="en-US" sz="1400">
                <a:latin typeface="Consolas" panose="020B0609020204030204" pitchFamily="49" charset="0"/>
              </a:rPr>
              <a:t>=</a:t>
            </a:r>
            <a:r>
              <a:rPr lang="en-US" sz="1400">
                <a:solidFill>
                  <a:schemeClr val="accent6">
                    <a:lumMod val="75000"/>
                  </a:schemeClr>
                </a:solidFill>
                <a:latin typeface="Consolas" panose="020B0609020204030204" pitchFamily="49" charset="0"/>
              </a:rPr>
              <a:t> a</a:t>
            </a:r>
          </a:p>
          <a:p>
            <a:pPr marL="51435" indent="0">
              <a:spcBef>
                <a:spcPts val="0"/>
              </a:spcBef>
              <a:buNone/>
            </a:pPr>
            <a:r>
              <a:rPr lang="en-US" sz="1400">
                <a:solidFill>
                  <a:schemeClr val="accent6">
                    <a:lumMod val="75000"/>
                  </a:schemeClr>
                </a:solidFill>
                <a:latin typeface="Consolas" panose="020B0609020204030204" pitchFamily="49" charset="0"/>
              </a:rPr>
              <a:t>    a </a:t>
            </a:r>
            <a:r>
              <a:rPr lang="en-US" sz="1400">
                <a:latin typeface="Consolas" panose="020B0609020204030204" pitchFamily="49" charset="0"/>
              </a:rPr>
              <a:t>= </a:t>
            </a:r>
            <a:r>
              <a:rPr lang="en-US" sz="1400">
                <a:solidFill>
                  <a:schemeClr val="accent6">
                    <a:lumMod val="75000"/>
                  </a:schemeClr>
                </a:solidFill>
                <a:latin typeface="Consolas" panose="020B0609020204030204" pitchFamily="49" charset="0"/>
              </a:rPr>
              <a:t>b</a:t>
            </a:r>
            <a:r>
              <a:rPr lang="en-US" sz="1400">
                <a:latin typeface="Consolas" panose="020B0609020204030204" pitchFamily="49" charset="0"/>
              </a:rPr>
              <a:t>;</a:t>
            </a:r>
          </a:p>
          <a:p>
            <a:pPr marL="51435" indent="0">
              <a:spcBef>
                <a:spcPts val="0"/>
              </a:spcBef>
              <a:buNone/>
            </a:pPr>
            <a:r>
              <a:rPr lang="en-US" sz="1400">
                <a:solidFill>
                  <a:schemeClr val="accent6">
                    <a:lumMod val="75000"/>
                  </a:schemeClr>
                </a:solidFill>
                <a:latin typeface="Consolas" panose="020B0609020204030204" pitchFamily="49" charset="0"/>
              </a:rPr>
              <a:t>    b </a:t>
            </a:r>
            <a:r>
              <a:rPr lang="en-US" sz="1400">
                <a:latin typeface="Consolas" panose="020B0609020204030204" pitchFamily="49" charset="0"/>
              </a:rPr>
              <a:t>= </a:t>
            </a:r>
            <a:r>
              <a:rPr lang="en-US" sz="1400">
                <a:solidFill>
                  <a:schemeClr val="accent6">
                    <a:lumMod val="75000"/>
                  </a:schemeClr>
                </a:solidFill>
                <a:latin typeface="Consolas" panose="020B0609020204030204" pitchFamily="49" charset="0"/>
              </a:rPr>
              <a:t>temp</a:t>
            </a:r>
            <a:r>
              <a:rPr lang="en-US" sz="1400">
                <a:latin typeface="Consolas" panose="020B0609020204030204" pitchFamily="49" charset="0"/>
              </a:rPr>
              <a:t>;</a:t>
            </a:r>
          </a:p>
          <a:p>
            <a:pPr marL="51435" indent="0">
              <a:spcBef>
                <a:spcPts val="0"/>
              </a:spcBef>
              <a:buNone/>
            </a:pPr>
            <a:r>
              <a:rPr lang="en-US" sz="1400">
                <a:solidFill>
                  <a:srgbClr val="2B91AF"/>
                </a:solidFill>
                <a:latin typeface="Consolas" panose="020B0609020204030204" pitchFamily="49" charset="0"/>
              </a:rPr>
              <a:t>    Console</a:t>
            </a:r>
            <a:r>
              <a:rPr lang="en-US" sz="1400">
                <a:latin typeface="Consolas" panose="020B0609020204030204" pitchFamily="49" charset="0"/>
              </a:rPr>
              <a:t>.</a:t>
            </a:r>
            <a:r>
              <a:rPr lang="en-US" sz="1400">
                <a:solidFill>
                  <a:srgbClr val="FEA400"/>
                </a:solidFill>
                <a:latin typeface="Consolas" panose="020B0609020204030204" pitchFamily="49" charset="0"/>
              </a:rPr>
              <a:t>WriteLine</a:t>
            </a:r>
            <a:r>
              <a:rPr lang="en-US" sz="1400">
                <a:latin typeface="Consolas" panose="020B0609020204030204" pitchFamily="49" charset="0"/>
                <a:cs typeface="Consolas" panose="020B0609020204030204" pitchFamily="49" charset="0"/>
              </a:rPr>
              <a:t>($</a:t>
            </a:r>
            <a:r>
              <a:rPr lang="en-US" sz="1400">
                <a:solidFill>
                  <a:srgbClr val="A31515"/>
                </a:solidFill>
                <a:latin typeface="Consolas" panose="020B0609020204030204" pitchFamily="49" charset="0"/>
              </a:rPr>
              <a:t>"In Swap method: a = </a:t>
            </a:r>
            <a:r>
              <a:rPr lang="en-US" sz="1400">
                <a:latin typeface="Consolas" panose="020B0609020204030204" pitchFamily="49" charset="0"/>
              </a:rPr>
              <a:t>{</a:t>
            </a:r>
            <a:r>
              <a:rPr lang="en-US" sz="1400">
                <a:solidFill>
                  <a:schemeClr val="accent6">
                    <a:lumMod val="75000"/>
                  </a:schemeClr>
                </a:solidFill>
                <a:latin typeface="Consolas" panose="020B0609020204030204" pitchFamily="49" charset="0"/>
              </a:rPr>
              <a:t>a</a:t>
            </a:r>
            <a:r>
              <a:rPr lang="en-US" sz="1400">
                <a:latin typeface="Consolas" panose="020B0609020204030204" pitchFamily="49" charset="0"/>
              </a:rPr>
              <a:t>}</a:t>
            </a:r>
            <a:r>
              <a:rPr lang="en-US" sz="1400">
                <a:solidFill>
                  <a:srgbClr val="A31515"/>
                </a:solidFill>
                <a:latin typeface="Consolas" panose="020B0609020204030204" pitchFamily="49" charset="0"/>
              </a:rPr>
              <a:t>, b = </a:t>
            </a:r>
            <a:r>
              <a:rPr lang="en-US" sz="1400">
                <a:latin typeface="Consolas" panose="020B0609020204030204" pitchFamily="49" charset="0"/>
              </a:rPr>
              <a:t>{</a:t>
            </a:r>
            <a:r>
              <a:rPr lang="en-US" sz="1400">
                <a:solidFill>
                  <a:schemeClr val="accent6">
                    <a:lumMod val="75000"/>
                  </a:schemeClr>
                </a:solidFill>
                <a:latin typeface="Consolas" panose="020B0609020204030204" pitchFamily="49" charset="0"/>
              </a:rPr>
              <a:t>b</a:t>
            </a:r>
            <a:r>
              <a:rPr lang="en-US" sz="1400">
                <a:latin typeface="Consolas" panose="020B0609020204030204" pitchFamily="49" charset="0"/>
              </a:rPr>
              <a:t>}</a:t>
            </a:r>
            <a:r>
              <a:rPr lang="en-US" sz="1400">
                <a:solidFill>
                  <a:srgbClr val="A31515"/>
                </a:solidFill>
                <a:latin typeface="Consolas" panose="020B0609020204030204" pitchFamily="49" charset="0"/>
              </a:rPr>
              <a:t>"</a:t>
            </a:r>
            <a:r>
              <a:rPr lang="en-US" sz="1400">
                <a:latin typeface="Consolas" panose="020B0609020204030204" pitchFamily="49" charset="0"/>
                <a:cs typeface="Consolas" panose="020B0609020204030204" pitchFamily="49" charset="0"/>
              </a:rPr>
              <a:t>);</a:t>
            </a:r>
            <a:endParaRPr lang="en-US" sz="1400">
              <a:latin typeface="Consolas" panose="020B0609020204030204" pitchFamily="49" charset="0"/>
            </a:endParaRPr>
          </a:p>
          <a:p>
            <a:pPr marL="51435" indent="0">
              <a:spcBef>
                <a:spcPts val="0"/>
              </a:spcBef>
              <a:buNone/>
            </a:pPr>
            <a:r>
              <a:rPr lang="en-US" sz="1400">
                <a:latin typeface="Consolas" panose="020B0609020204030204" pitchFamily="49" charset="0"/>
              </a:rPr>
              <a:t>}</a:t>
            </a:r>
          </a:p>
          <a:p>
            <a:pPr marL="51435" indent="0" algn="just">
              <a:spcBef>
                <a:spcPts val="0"/>
              </a:spcBef>
              <a:buNone/>
            </a:pPr>
            <a:endParaRPr lang="en-US" sz="1400">
              <a:solidFill>
                <a:schemeClr val="bg1"/>
              </a:solidFill>
              <a:latin typeface="Consolas" panose="020B0609020204030204" pitchFamily="49" charset="0"/>
            </a:endParaRPr>
          </a:p>
          <a:p>
            <a:pPr marL="51435" indent="0" algn="just">
              <a:spcBef>
                <a:spcPts val="0"/>
              </a:spcBef>
              <a:buNone/>
            </a:pPr>
            <a:r>
              <a:rPr lang="en-US" sz="1400">
                <a:solidFill>
                  <a:srgbClr val="0000FF"/>
                </a:solidFill>
                <a:latin typeface="Consolas" panose="020B0609020204030204" pitchFamily="49" charset="0"/>
              </a:rPr>
              <a:t>static</a:t>
            </a:r>
            <a:r>
              <a:rPr lang="en-US" sz="1400">
                <a:latin typeface="Consolas" panose="020B0609020204030204" pitchFamily="49" charset="0"/>
              </a:rPr>
              <a:t> </a:t>
            </a:r>
            <a:r>
              <a:rPr lang="en-US" sz="1400">
                <a:solidFill>
                  <a:srgbClr val="0000FF"/>
                </a:solidFill>
                <a:latin typeface="Consolas" panose="020B0609020204030204" pitchFamily="49" charset="0"/>
              </a:rPr>
              <a:t>void</a:t>
            </a:r>
            <a:r>
              <a:rPr lang="en-US" sz="1400">
                <a:latin typeface="Consolas" panose="020B0609020204030204" pitchFamily="49" charset="0"/>
              </a:rPr>
              <a:t> </a:t>
            </a:r>
            <a:r>
              <a:rPr lang="en-US" sz="1400">
                <a:solidFill>
                  <a:srgbClr val="FEA400"/>
                </a:solidFill>
                <a:latin typeface="Consolas" panose="020B0609020204030204" pitchFamily="49" charset="0"/>
              </a:rPr>
              <a:t>Main</a:t>
            </a:r>
            <a:r>
              <a:rPr lang="en-US" sz="1400">
                <a:latin typeface="Consolas" panose="020B0609020204030204" pitchFamily="49" charset="0"/>
              </a:rPr>
              <a:t>(</a:t>
            </a:r>
            <a:r>
              <a:rPr lang="en-US" sz="1400">
                <a:solidFill>
                  <a:srgbClr val="0000FF"/>
                </a:solidFill>
                <a:latin typeface="Consolas" panose="020B0609020204030204" pitchFamily="49" charset="0"/>
              </a:rPr>
              <a:t>string</a:t>
            </a:r>
            <a:r>
              <a:rPr lang="en-US" sz="1400">
                <a:latin typeface="Consolas" panose="020B0609020204030204" pitchFamily="49" charset="0"/>
              </a:rPr>
              <a:t>[] args)</a:t>
            </a:r>
          </a:p>
          <a:p>
            <a:pPr marL="51435" indent="0" algn="just">
              <a:spcBef>
                <a:spcPts val="0"/>
              </a:spcBef>
              <a:buNone/>
            </a:pPr>
            <a:r>
              <a:rPr lang="en-US" sz="1400">
                <a:latin typeface="Consolas" panose="020B0609020204030204" pitchFamily="49" charset="0"/>
              </a:rPr>
              <a:t>{</a:t>
            </a:r>
          </a:p>
          <a:p>
            <a:pPr marL="51435" indent="0">
              <a:spcBef>
                <a:spcPts val="0"/>
              </a:spcBef>
              <a:buNone/>
            </a:pPr>
            <a:r>
              <a:rPr lang="en-US" sz="1400">
                <a:solidFill>
                  <a:srgbClr val="0432FF"/>
                </a:solidFill>
                <a:latin typeface="Consolas" panose="020B0609020204030204" pitchFamily="49" charset="0"/>
              </a:rPr>
              <a:t>    int</a:t>
            </a:r>
            <a:r>
              <a:rPr lang="en-US" sz="1400">
                <a:solidFill>
                  <a:schemeClr val="bg1"/>
                </a:solidFill>
                <a:latin typeface="Consolas" panose="020B0609020204030204" pitchFamily="49" charset="0"/>
              </a:rPr>
              <a:t> </a:t>
            </a:r>
            <a:r>
              <a:rPr lang="en-US" sz="1400">
                <a:solidFill>
                  <a:schemeClr val="accent6">
                    <a:lumMod val="75000"/>
                  </a:schemeClr>
                </a:solidFill>
                <a:latin typeface="Consolas" panose="020B0609020204030204" pitchFamily="49" charset="0"/>
              </a:rPr>
              <a:t>a </a:t>
            </a:r>
            <a:r>
              <a:rPr lang="en-US" sz="1400">
                <a:latin typeface="Consolas" panose="020B0609020204030204" pitchFamily="49" charset="0"/>
              </a:rPr>
              <a:t>= 8;</a:t>
            </a:r>
          </a:p>
          <a:p>
            <a:pPr marL="51435" indent="0">
              <a:spcBef>
                <a:spcPts val="0"/>
              </a:spcBef>
              <a:buNone/>
            </a:pPr>
            <a:r>
              <a:rPr lang="en-US" sz="1400">
                <a:solidFill>
                  <a:srgbClr val="0432FF"/>
                </a:solidFill>
                <a:latin typeface="Consolas" panose="020B0609020204030204" pitchFamily="49" charset="0"/>
              </a:rPr>
              <a:t>    int</a:t>
            </a:r>
            <a:r>
              <a:rPr lang="en-US" sz="1400">
                <a:solidFill>
                  <a:schemeClr val="bg1"/>
                </a:solidFill>
                <a:latin typeface="Consolas" panose="020B0609020204030204" pitchFamily="49" charset="0"/>
              </a:rPr>
              <a:t> </a:t>
            </a:r>
            <a:r>
              <a:rPr lang="en-US" sz="1400">
                <a:solidFill>
                  <a:schemeClr val="accent6">
                    <a:lumMod val="75000"/>
                  </a:schemeClr>
                </a:solidFill>
                <a:latin typeface="Consolas" panose="020B0609020204030204" pitchFamily="49" charset="0"/>
              </a:rPr>
              <a:t>b </a:t>
            </a:r>
            <a:r>
              <a:rPr lang="en-US" sz="1400">
                <a:latin typeface="Consolas" panose="020B0609020204030204" pitchFamily="49" charset="0"/>
              </a:rPr>
              <a:t>= 5;</a:t>
            </a:r>
          </a:p>
          <a:p>
            <a:pPr marL="51435" indent="0">
              <a:spcBef>
                <a:spcPts val="0"/>
              </a:spcBef>
              <a:buNone/>
            </a:pPr>
            <a:r>
              <a:rPr lang="en-US" sz="1400">
                <a:solidFill>
                  <a:srgbClr val="2B91AF"/>
                </a:solidFill>
                <a:latin typeface="Consolas" panose="020B0609020204030204" pitchFamily="49" charset="0"/>
              </a:rPr>
              <a:t>    Console</a:t>
            </a:r>
            <a:r>
              <a:rPr lang="en-US" sz="1400">
                <a:latin typeface="Consolas" panose="020B0609020204030204" pitchFamily="49" charset="0"/>
              </a:rPr>
              <a:t>.</a:t>
            </a:r>
            <a:r>
              <a:rPr lang="en-US" sz="1400">
                <a:solidFill>
                  <a:srgbClr val="FEA400"/>
                </a:solidFill>
                <a:latin typeface="Consolas" panose="020B0609020204030204" pitchFamily="49" charset="0"/>
              </a:rPr>
              <a:t>WriteLine</a:t>
            </a:r>
            <a:r>
              <a:rPr lang="en-US" sz="1400">
                <a:latin typeface="Consolas" panose="020B0609020204030204" pitchFamily="49" charset="0"/>
                <a:cs typeface="Consolas" panose="020B0609020204030204" pitchFamily="49" charset="0"/>
              </a:rPr>
              <a:t>($</a:t>
            </a:r>
            <a:r>
              <a:rPr lang="en-US" sz="1400">
                <a:solidFill>
                  <a:srgbClr val="A31515"/>
                </a:solidFill>
                <a:latin typeface="Consolas" panose="020B0609020204030204" pitchFamily="49" charset="0"/>
              </a:rPr>
              <a:t>"Before swapping: a = </a:t>
            </a:r>
            <a:r>
              <a:rPr lang="en-US" sz="1400">
                <a:latin typeface="Consolas" panose="020B0609020204030204" pitchFamily="49" charset="0"/>
              </a:rPr>
              <a:t>{</a:t>
            </a:r>
            <a:r>
              <a:rPr lang="en-US" sz="1400">
                <a:solidFill>
                  <a:schemeClr val="accent6">
                    <a:lumMod val="75000"/>
                  </a:schemeClr>
                </a:solidFill>
                <a:latin typeface="Consolas" panose="020B0609020204030204" pitchFamily="49" charset="0"/>
              </a:rPr>
              <a:t>a</a:t>
            </a:r>
            <a:r>
              <a:rPr lang="en-US" sz="1400">
                <a:latin typeface="Consolas" panose="020B0609020204030204" pitchFamily="49" charset="0"/>
              </a:rPr>
              <a:t>}</a:t>
            </a:r>
            <a:r>
              <a:rPr lang="en-US" sz="1400">
                <a:solidFill>
                  <a:srgbClr val="A31515"/>
                </a:solidFill>
                <a:latin typeface="Consolas" panose="020B0609020204030204" pitchFamily="49" charset="0"/>
              </a:rPr>
              <a:t>, b = </a:t>
            </a:r>
            <a:r>
              <a:rPr lang="en-US" sz="1400">
                <a:latin typeface="Consolas" panose="020B0609020204030204" pitchFamily="49" charset="0"/>
              </a:rPr>
              <a:t>{</a:t>
            </a:r>
            <a:r>
              <a:rPr lang="en-US" sz="1400">
                <a:solidFill>
                  <a:schemeClr val="accent6">
                    <a:lumMod val="75000"/>
                  </a:schemeClr>
                </a:solidFill>
                <a:latin typeface="Consolas" panose="020B0609020204030204" pitchFamily="49" charset="0"/>
              </a:rPr>
              <a:t>b</a:t>
            </a:r>
            <a:r>
              <a:rPr lang="en-US" sz="1400">
                <a:latin typeface="Consolas" panose="020B0609020204030204" pitchFamily="49" charset="0"/>
              </a:rPr>
              <a:t>}</a:t>
            </a:r>
            <a:r>
              <a:rPr lang="en-US" sz="1400">
                <a:solidFill>
                  <a:srgbClr val="A31515"/>
                </a:solidFill>
                <a:latin typeface="Consolas" panose="020B0609020204030204" pitchFamily="49" charset="0"/>
              </a:rPr>
              <a:t>"</a:t>
            </a:r>
            <a:r>
              <a:rPr lang="en-US" sz="1400">
                <a:latin typeface="Consolas" panose="020B0609020204030204" pitchFamily="49" charset="0"/>
                <a:cs typeface="Consolas" panose="020B0609020204030204" pitchFamily="49" charset="0"/>
              </a:rPr>
              <a:t>);</a:t>
            </a:r>
          </a:p>
          <a:p>
            <a:pPr marL="51435" indent="0">
              <a:spcBef>
                <a:spcPts val="0"/>
              </a:spcBef>
              <a:buNone/>
            </a:pPr>
            <a:r>
              <a:rPr lang="en-US" sz="1400" dirty="0">
                <a:solidFill>
                  <a:srgbClr val="FEA400"/>
                </a:solidFill>
                <a:latin typeface="Consolas" panose="020B0609020204030204" pitchFamily="49" charset="0"/>
              </a:rPr>
              <a:t>    Swap</a:t>
            </a:r>
            <a:r>
              <a:rPr lang="en-US" sz="1400">
                <a:latin typeface="Consolas" panose="020B0609020204030204" pitchFamily="49" charset="0"/>
              </a:rPr>
              <a:t>(</a:t>
            </a:r>
            <a:r>
              <a:rPr lang="en-US" sz="1400">
                <a:solidFill>
                  <a:schemeClr val="accent6">
                    <a:lumMod val="75000"/>
                  </a:schemeClr>
                </a:solidFill>
                <a:latin typeface="Consolas" panose="020B0609020204030204" pitchFamily="49" charset="0"/>
              </a:rPr>
              <a:t>a</a:t>
            </a:r>
            <a:r>
              <a:rPr lang="en-US" sz="1400">
                <a:latin typeface="Consolas" panose="020B0609020204030204" pitchFamily="49" charset="0"/>
              </a:rPr>
              <a:t>, </a:t>
            </a:r>
            <a:r>
              <a:rPr lang="en-US" sz="1400">
                <a:solidFill>
                  <a:schemeClr val="accent6">
                    <a:lumMod val="75000"/>
                  </a:schemeClr>
                </a:solidFill>
                <a:latin typeface="Consolas" panose="020B0609020204030204" pitchFamily="49" charset="0"/>
              </a:rPr>
              <a:t>b</a:t>
            </a:r>
            <a:r>
              <a:rPr lang="en-US" sz="1400">
                <a:latin typeface="Consolas" panose="020B0609020204030204" pitchFamily="49" charset="0"/>
              </a:rPr>
              <a:t>);</a:t>
            </a:r>
          </a:p>
          <a:p>
            <a:pPr marL="51435" indent="0">
              <a:spcBef>
                <a:spcPts val="0"/>
              </a:spcBef>
              <a:buNone/>
            </a:pPr>
            <a:r>
              <a:rPr lang="en-US" sz="1400">
                <a:solidFill>
                  <a:srgbClr val="2B91AF"/>
                </a:solidFill>
                <a:latin typeface="Consolas" panose="020B0609020204030204" pitchFamily="49" charset="0"/>
              </a:rPr>
              <a:t>    Console</a:t>
            </a:r>
            <a:r>
              <a:rPr lang="en-US" sz="1400">
                <a:solidFill>
                  <a:schemeClr val="bg1"/>
                </a:solidFill>
                <a:latin typeface="Consolas" panose="020B0609020204030204" pitchFamily="49" charset="0"/>
              </a:rPr>
              <a:t>.</a:t>
            </a:r>
            <a:r>
              <a:rPr lang="en-US" sz="1400">
                <a:solidFill>
                  <a:srgbClr val="FEA400"/>
                </a:solidFill>
                <a:latin typeface="Consolas" panose="020B0609020204030204" pitchFamily="49" charset="0"/>
              </a:rPr>
              <a:t>WriteLine</a:t>
            </a:r>
            <a:r>
              <a:rPr lang="en-US" sz="1400">
                <a:latin typeface="Consolas" panose="020B0609020204030204" pitchFamily="49" charset="0"/>
                <a:cs typeface="Consolas" panose="020B0609020204030204" pitchFamily="49" charset="0"/>
              </a:rPr>
              <a:t>($</a:t>
            </a:r>
            <a:r>
              <a:rPr lang="en-US" sz="1400">
                <a:solidFill>
                  <a:srgbClr val="A31515"/>
                </a:solidFill>
                <a:latin typeface="Consolas" panose="020B0609020204030204" pitchFamily="49" charset="0"/>
              </a:rPr>
              <a:t>"After swapping: a = </a:t>
            </a:r>
            <a:r>
              <a:rPr lang="en-US" sz="1400">
                <a:latin typeface="Consolas" panose="020B0609020204030204" pitchFamily="49" charset="0"/>
              </a:rPr>
              <a:t>{</a:t>
            </a:r>
            <a:r>
              <a:rPr lang="en-US" sz="1400">
                <a:solidFill>
                  <a:schemeClr val="accent6">
                    <a:lumMod val="75000"/>
                  </a:schemeClr>
                </a:solidFill>
                <a:latin typeface="Consolas" panose="020B0609020204030204" pitchFamily="49" charset="0"/>
              </a:rPr>
              <a:t>a</a:t>
            </a:r>
            <a:r>
              <a:rPr lang="en-US" sz="1400">
                <a:latin typeface="Consolas" panose="020B0609020204030204" pitchFamily="49" charset="0"/>
              </a:rPr>
              <a:t>}</a:t>
            </a:r>
            <a:r>
              <a:rPr lang="en-US" sz="1400">
                <a:solidFill>
                  <a:srgbClr val="A31515"/>
                </a:solidFill>
                <a:latin typeface="Consolas" panose="020B0609020204030204" pitchFamily="49" charset="0"/>
              </a:rPr>
              <a:t>, b = </a:t>
            </a:r>
            <a:r>
              <a:rPr lang="en-US" sz="1400">
                <a:latin typeface="Consolas" panose="020B0609020204030204" pitchFamily="49" charset="0"/>
              </a:rPr>
              <a:t>{</a:t>
            </a:r>
            <a:r>
              <a:rPr lang="en-US" sz="1400">
                <a:solidFill>
                  <a:schemeClr val="accent6">
                    <a:lumMod val="75000"/>
                  </a:schemeClr>
                </a:solidFill>
                <a:latin typeface="Consolas" panose="020B0609020204030204" pitchFamily="49" charset="0"/>
              </a:rPr>
              <a:t>b</a:t>
            </a:r>
            <a:r>
              <a:rPr lang="en-US" sz="1400">
                <a:latin typeface="Consolas" panose="020B0609020204030204" pitchFamily="49" charset="0"/>
              </a:rPr>
              <a:t>}</a:t>
            </a:r>
            <a:r>
              <a:rPr lang="en-US" sz="1400">
                <a:solidFill>
                  <a:srgbClr val="A31515"/>
                </a:solidFill>
                <a:latin typeface="Consolas" panose="020B0609020204030204" pitchFamily="49" charset="0"/>
              </a:rPr>
              <a:t>"</a:t>
            </a:r>
            <a:r>
              <a:rPr lang="en-US" sz="1400">
                <a:latin typeface="Consolas" panose="020B0609020204030204" pitchFamily="49" charset="0"/>
                <a:cs typeface="Consolas" panose="020B0609020204030204" pitchFamily="49" charset="0"/>
              </a:rPr>
              <a:t>);</a:t>
            </a:r>
            <a:endParaRPr lang="en-US" sz="1400">
              <a:latin typeface="Consolas" panose="020B0609020204030204" pitchFamily="49" charset="0"/>
            </a:endParaRPr>
          </a:p>
          <a:p>
            <a:pPr marL="51435" indent="0">
              <a:spcBef>
                <a:spcPts val="0"/>
              </a:spcBef>
              <a:buNone/>
            </a:pPr>
            <a:r>
              <a:rPr lang="en-US" sz="1400">
                <a:latin typeface="Consolas" panose="020B0609020204030204" pitchFamily="49" charset="0"/>
              </a:rPr>
              <a:t>}</a:t>
            </a:r>
          </a:p>
        </p:txBody>
      </p:sp>
      <p:sp>
        <p:nvSpPr>
          <p:cNvPr id="25" name="Rectangle 24">
            <a:extLst>
              <a:ext uri="{FF2B5EF4-FFF2-40B4-BE49-F238E27FC236}">
                <a16:creationId xmlns:a16="http://schemas.microsoft.com/office/drawing/2014/main" id="{DC70CD03-0CB7-C74B-ADCF-886EEF99FC2C}"/>
              </a:ext>
            </a:extLst>
          </p:cNvPr>
          <p:cNvSpPr/>
          <p:nvPr/>
        </p:nvSpPr>
        <p:spPr>
          <a:xfrm>
            <a:off x="566713" y="3653470"/>
            <a:ext cx="5584713" cy="463110"/>
          </a:xfrm>
          <a:prstGeom prst="rect">
            <a:avLst/>
          </a:prstGeom>
          <a:solidFill>
            <a:srgbClr val="FFFF00">
              <a:alpha val="26391"/>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grpSp>
        <p:nvGrpSpPr>
          <p:cNvPr id="8" name="Group 7">
            <a:extLst>
              <a:ext uri="{FF2B5EF4-FFF2-40B4-BE49-F238E27FC236}">
                <a16:creationId xmlns:a16="http://schemas.microsoft.com/office/drawing/2014/main" id="{03C66A05-6973-CEEF-5C0A-43D085A4580E}"/>
              </a:ext>
            </a:extLst>
          </p:cNvPr>
          <p:cNvGrpSpPr/>
          <p:nvPr/>
        </p:nvGrpSpPr>
        <p:grpSpPr>
          <a:xfrm>
            <a:off x="6375617" y="1500240"/>
            <a:ext cx="2660879" cy="3857521"/>
            <a:chOff x="6375617" y="2153543"/>
            <a:chExt cx="2660879" cy="3857521"/>
          </a:xfrm>
        </p:grpSpPr>
        <p:sp>
          <p:nvSpPr>
            <p:cNvPr id="7" name="Rectangle 6">
              <a:extLst>
                <a:ext uri="{FF2B5EF4-FFF2-40B4-BE49-F238E27FC236}">
                  <a16:creationId xmlns:a16="http://schemas.microsoft.com/office/drawing/2014/main" id="{017118D7-FF79-3B44-A42B-3224CA0A0058}"/>
                </a:ext>
              </a:extLst>
            </p:cNvPr>
            <p:cNvSpPr/>
            <p:nvPr/>
          </p:nvSpPr>
          <p:spPr>
            <a:xfrm>
              <a:off x="6375617" y="2153543"/>
              <a:ext cx="2660879" cy="3857521"/>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VN"/>
            </a:p>
          </p:txBody>
        </p:sp>
        <p:grpSp>
          <p:nvGrpSpPr>
            <p:cNvPr id="30" name="Group 29">
              <a:extLst>
                <a:ext uri="{FF2B5EF4-FFF2-40B4-BE49-F238E27FC236}">
                  <a16:creationId xmlns:a16="http://schemas.microsoft.com/office/drawing/2014/main" id="{8B4923B7-F50A-1E47-88C2-B7BE5FE8F909}"/>
                </a:ext>
              </a:extLst>
            </p:cNvPr>
            <p:cNvGrpSpPr/>
            <p:nvPr/>
          </p:nvGrpSpPr>
          <p:grpSpPr>
            <a:xfrm>
              <a:off x="6448566" y="4221088"/>
              <a:ext cx="2515922" cy="1694776"/>
              <a:chOff x="6448566" y="4221088"/>
              <a:chExt cx="2515922" cy="1694776"/>
            </a:xfrm>
          </p:grpSpPr>
          <p:sp>
            <p:nvSpPr>
              <p:cNvPr id="26" name="Rectangle 25">
                <a:extLst>
                  <a:ext uri="{FF2B5EF4-FFF2-40B4-BE49-F238E27FC236}">
                    <a16:creationId xmlns:a16="http://schemas.microsoft.com/office/drawing/2014/main" id="{4308B351-EAA4-8E45-84E0-515CD6E4F1A9}"/>
                  </a:ext>
                </a:extLst>
              </p:cNvPr>
              <p:cNvSpPr/>
              <p:nvPr/>
            </p:nvSpPr>
            <p:spPr>
              <a:xfrm>
                <a:off x="6448566" y="4221088"/>
                <a:ext cx="2507622" cy="1694776"/>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VN"/>
              </a:p>
            </p:txBody>
          </p:sp>
          <p:grpSp>
            <p:nvGrpSpPr>
              <p:cNvPr id="29" name="Group 28">
                <a:extLst>
                  <a:ext uri="{FF2B5EF4-FFF2-40B4-BE49-F238E27FC236}">
                    <a16:creationId xmlns:a16="http://schemas.microsoft.com/office/drawing/2014/main" id="{5E13BB26-F8B6-D14A-ADAD-4630761CA213}"/>
                  </a:ext>
                </a:extLst>
              </p:cNvPr>
              <p:cNvGrpSpPr/>
              <p:nvPr/>
            </p:nvGrpSpPr>
            <p:grpSpPr>
              <a:xfrm>
                <a:off x="6628438" y="4321623"/>
                <a:ext cx="2336050" cy="1427525"/>
                <a:chOff x="6628438" y="4321623"/>
                <a:chExt cx="2336050" cy="1427525"/>
              </a:xfrm>
            </p:grpSpPr>
            <p:grpSp>
              <p:nvGrpSpPr>
                <p:cNvPr id="9" name="Group 8">
                  <a:extLst>
                    <a:ext uri="{FF2B5EF4-FFF2-40B4-BE49-F238E27FC236}">
                      <a16:creationId xmlns:a16="http://schemas.microsoft.com/office/drawing/2014/main" id="{1FC3DDDF-6B29-1043-8642-104679B9CF34}"/>
                    </a:ext>
                  </a:extLst>
                </p:cNvPr>
                <p:cNvGrpSpPr/>
                <p:nvPr/>
              </p:nvGrpSpPr>
              <p:grpSpPr>
                <a:xfrm>
                  <a:off x="6628438" y="4708127"/>
                  <a:ext cx="1183922" cy="1041021"/>
                  <a:chOff x="2549476" y="5131179"/>
                  <a:chExt cx="1183922" cy="1041021"/>
                </a:xfrm>
              </p:grpSpPr>
              <p:sp>
                <p:nvSpPr>
                  <p:cNvPr id="10" name="Cube 9">
                    <a:extLst>
                      <a:ext uri="{FF2B5EF4-FFF2-40B4-BE49-F238E27FC236}">
                        <a16:creationId xmlns:a16="http://schemas.microsoft.com/office/drawing/2014/main" id="{203F4FE4-4102-7241-9BDA-D9F3CE713E0B}"/>
                      </a:ext>
                    </a:extLst>
                  </p:cNvPr>
                  <p:cNvSpPr/>
                  <p:nvPr/>
                </p:nvSpPr>
                <p:spPr>
                  <a:xfrm>
                    <a:off x="2549476" y="5268032"/>
                    <a:ext cx="1031924" cy="904168"/>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1" name="TextBox 10">
                    <a:extLst>
                      <a:ext uri="{FF2B5EF4-FFF2-40B4-BE49-F238E27FC236}">
                        <a16:creationId xmlns:a16="http://schemas.microsoft.com/office/drawing/2014/main" id="{4E5C2BEE-9243-7749-B104-7221FAF2400A}"/>
                      </a:ext>
                    </a:extLst>
                  </p:cNvPr>
                  <p:cNvSpPr txBox="1"/>
                  <p:nvPr/>
                </p:nvSpPr>
                <p:spPr>
                  <a:xfrm>
                    <a:off x="2720387" y="5624820"/>
                    <a:ext cx="357808" cy="477054"/>
                  </a:xfrm>
                  <a:prstGeom prst="rect">
                    <a:avLst/>
                  </a:prstGeom>
                  <a:noFill/>
                </p:spPr>
                <p:txBody>
                  <a:bodyPr wrap="square" rtlCol="0">
                    <a:spAutoFit/>
                  </a:bodyPr>
                  <a:lstStyle/>
                  <a:p>
                    <a:pPr algn="ctr"/>
                    <a:r>
                      <a:rPr lang="en-VN" sz="2500"/>
                      <a:t>a</a:t>
                    </a:r>
                  </a:p>
                </p:txBody>
              </p:sp>
              <p:sp>
                <p:nvSpPr>
                  <p:cNvPr id="12" name="TextBox 11">
                    <a:extLst>
                      <a:ext uri="{FF2B5EF4-FFF2-40B4-BE49-F238E27FC236}">
                        <a16:creationId xmlns:a16="http://schemas.microsoft.com/office/drawing/2014/main" id="{6E88D47F-18B2-1C49-8413-22CCB65D76E7}"/>
                      </a:ext>
                    </a:extLst>
                  </p:cNvPr>
                  <p:cNvSpPr txBox="1"/>
                  <p:nvPr/>
                </p:nvSpPr>
                <p:spPr>
                  <a:xfrm>
                    <a:off x="3103541" y="5445224"/>
                    <a:ext cx="629857" cy="477054"/>
                  </a:xfrm>
                  <a:prstGeom prst="rect">
                    <a:avLst/>
                  </a:prstGeom>
                  <a:noFill/>
                  <a:scene3d>
                    <a:camera prst="isometricRightUp">
                      <a:rot lat="1800000" lon="18000000" rev="0"/>
                    </a:camera>
                    <a:lightRig rig="threePt" dir="t"/>
                  </a:scene3d>
                </p:spPr>
                <p:txBody>
                  <a:bodyPr wrap="square" rtlCol="0">
                    <a:spAutoFit/>
                  </a:bodyPr>
                  <a:lstStyle/>
                  <a:p>
                    <a:pPr algn="ctr"/>
                    <a:r>
                      <a:rPr lang="en-VN" sz="2500"/>
                      <a:t>int</a:t>
                    </a:r>
                  </a:p>
                </p:txBody>
              </p:sp>
              <p:sp>
                <p:nvSpPr>
                  <p:cNvPr id="13" name="TextBox 12">
                    <a:extLst>
                      <a:ext uri="{FF2B5EF4-FFF2-40B4-BE49-F238E27FC236}">
                        <a16:creationId xmlns:a16="http://schemas.microsoft.com/office/drawing/2014/main" id="{44A3BA20-464E-3545-9062-49CE65322D5F}"/>
                      </a:ext>
                    </a:extLst>
                  </p:cNvPr>
                  <p:cNvSpPr txBox="1"/>
                  <p:nvPr/>
                </p:nvSpPr>
                <p:spPr>
                  <a:xfrm>
                    <a:off x="2899291" y="5131179"/>
                    <a:ext cx="357808" cy="553998"/>
                  </a:xfrm>
                  <a:prstGeom prst="rect">
                    <a:avLst/>
                  </a:prstGeom>
                  <a:noFill/>
                </p:spPr>
                <p:txBody>
                  <a:bodyPr wrap="square" rtlCol="0">
                    <a:spAutoFit/>
                  </a:bodyPr>
                  <a:lstStyle/>
                  <a:p>
                    <a:pPr algn="ctr"/>
                    <a:r>
                      <a:rPr lang="en-VN" sz="3000" b="1">
                        <a:solidFill>
                          <a:schemeClr val="bg1"/>
                        </a:solidFill>
                      </a:rPr>
                      <a:t>8</a:t>
                    </a:r>
                  </a:p>
                </p:txBody>
              </p:sp>
            </p:grpSp>
            <p:grpSp>
              <p:nvGrpSpPr>
                <p:cNvPr id="20" name="Group 19">
                  <a:extLst>
                    <a:ext uri="{FF2B5EF4-FFF2-40B4-BE49-F238E27FC236}">
                      <a16:creationId xmlns:a16="http://schemas.microsoft.com/office/drawing/2014/main" id="{EE34EF6E-773B-AA46-A71C-449627CFCE6E}"/>
                    </a:ext>
                  </a:extLst>
                </p:cNvPr>
                <p:cNvGrpSpPr/>
                <p:nvPr/>
              </p:nvGrpSpPr>
              <p:grpSpPr>
                <a:xfrm>
                  <a:off x="7780566" y="4691237"/>
                  <a:ext cx="1183922" cy="1041021"/>
                  <a:chOff x="2549476" y="5131179"/>
                  <a:chExt cx="1183922" cy="1041021"/>
                </a:xfrm>
              </p:grpSpPr>
              <p:sp>
                <p:nvSpPr>
                  <p:cNvPr id="21" name="Cube 20">
                    <a:extLst>
                      <a:ext uri="{FF2B5EF4-FFF2-40B4-BE49-F238E27FC236}">
                        <a16:creationId xmlns:a16="http://schemas.microsoft.com/office/drawing/2014/main" id="{18A3C763-D36F-1C46-BC48-6FCBE0BC4C2C}"/>
                      </a:ext>
                    </a:extLst>
                  </p:cNvPr>
                  <p:cNvSpPr/>
                  <p:nvPr/>
                </p:nvSpPr>
                <p:spPr>
                  <a:xfrm>
                    <a:off x="2549476" y="5268032"/>
                    <a:ext cx="1031924" cy="904168"/>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2" name="TextBox 21">
                    <a:extLst>
                      <a:ext uri="{FF2B5EF4-FFF2-40B4-BE49-F238E27FC236}">
                        <a16:creationId xmlns:a16="http://schemas.microsoft.com/office/drawing/2014/main" id="{269ABC8A-A147-7147-9308-E8BA4D1642C8}"/>
                      </a:ext>
                    </a:extLst>
                  </p:cNvPr>
                  <p:cNvSpPr txBox="1"/>
                  <p:nvPr/>
                </p:nvSpPr>
                <p:spPr>
                  <a:xfrm>
                    <a:off x="2720387" y="5624820"/>
                    <a:ext cx="357808" cy="477054"/>
                  </a:xfrm>
                  <a:prstGeom prst="rect">
                    <a:avLst/>
                  </a:prstGeom>
                  <a:noFill/>
                </p:spPr>
                <p:txBody>
                  <a:bodyPr wrap="square" rtlCol="0">
                    <a:spAutoFit/>
                  </a:bodyPr>
                  <a:lstStyle/>
                  <a:p>
                    <a:pPr algn="ctr"/>
                    <a:r>
                      <a:rPr lang="en-VN" sz="2500"/>
                      <a:t>b</a:t>
                    </a:r>
                  </a:p>
                </p:txBody>
              </p:sp>
              <p:sp>
                <p:nvSpPr>
                  <p:cNvPr id="23" name="TextBox 22">
                    <a:extLst>
                      <a:ext uri="{FF2B5EF4-FFF2-40B4-BE49-F238E27FC236}">
                        <a16:creationId xmlns:a16="http://schemas.microsoft.com/office/drawing/2014/main" id="{C9580063-EDCB-634C-BECF-FE4F07DC5C25}"/>
                      </a:ext>
                    </a:extLst>
                  </p:cNvPr>
                  <p:cNvSpPr txBox="1"/>
                  <p:nvPr/>
                </p:nvSpPr>
                <p:spPr>
                  <a:xfrm>
                    <a:off x="3103541" y="5445224"/>
                    <a:ext cx="629857" cy="477054"/>
                  </a:xfrm>
                  <a:prstGeom prst="rect">
                    <a:avLst/>
                  </a:prstGeom>
                  <a:noFill/>
                  <a:scene3d>
                    <a:camera prst="isometricRightUp">
                      <a:rot lat="1800000" lon="18000000" rev="0"/>
                    </a:camera>
                    <a:lightRig rig="threePt" dir="t"/>
                  </a:scene3d>
                </p:spPr>
                <p:txBody>
                  <a:bodyPr wrap="square" rtlCol="0">
                    <a:spAutoFit/>
                  </a:bodyPr>
                  <a:lstStyle/>
                  <a:p>
                    <a:pPr algn="ctr"/>
                    <a:r>
                      <a:rPr lang="en-VN" sz="2500"/>
                      <a:t>int</a:t>
                    </a:r>
                  </a:p>
                </p:txBody>
              </p:sp>
              <p:sp>
                <p:nvSpPr>
                  <p:cNvPr id="24" name="TextBox 23">
                    <a:extLst>
                      <a:ext uri="{FF2B5EF4-FFF2-40B4-BE49-F238E27FC236}">
                        <a16:creationId xmlns:a16="http://schemas.microsoft.com/office/drawing/2014/main" id="{06906E88-C39C-4E46-861F-C2B218453DB1}"/>
                      </a:ext>
                    </a:extLst>
                  </p:cNvPr>
                  <p:cNvSpPr txBox="1"/>
                  <p:nvPr/>
                </p:nvSpPr>
                <p:spPr>
                  <a:xfrm>
                    <a:off x="2899291" y="5131179"/>
                    <a:ext cx="357808" cy="553998"/>
                  </a:xfrm>
                  <a:prstGeom prst="rect">
                    <a:avLst/>
                  </a:prstGeom>
                  <a:noFill/>
                </p:spPr>
                <p:txBody>
                  <a:bodyPr wrap="square" rtlCol="0">
                    <a:spAutoFit/>
                  </a:bodyPr>
                  <a:lstStyle/>
                  <a:p>
                    <a:pPr algn="ctr"/>
                    <a:r>
                      <a:rPr lang="en-VN" sz="3000" b="1">
                        <a:solidFill>
                          <a:schemeClr val="bg1"/>
                        </a:solidFill>
                      </a:rPr>
                      <a:t>5</a:t>
                    </a:r>
                  </a:p>
                </p:txBody>
              </p:sp>
            </p:grpSp>
            <p:sp>
              <p:nvSpPr>
                <p:cNvPr id="6" name="TextBox 5">
                  <a:extLst>
                    <a:ext uri="{FF2B5EF4-FFF2-40B4-BE49-F238E27FC236}">
                      <a16:creationId xmlns:a16="http://schemas.microsoft.com/office/drawing/2014/main" id="{B091BEE9-D18B-3147-BC37-7DE3EEB8580F}"/>
                    </a:ext>
                  </a:extLst>
                </p:cNvPr>
                <p:cNvSpPr txBox="1"/>
                <p:nvPr/>
              </p:nvSpPr>
              <p:spPr>
                <a:xfrm>
                  <a:off x="7297872" y="4321623"/>
                  <a:ext cx="724979" cy="369332"/>
                </a:xfrm>
                <a:prstGeom prst="rect">
                  <a:avLst/>
                </a:prstGeom>
                <a:noFill/>
              </p:spPr>
              <p:txBody>
                <a:bodyPr wrap="square" rtlCol="0">
                  <a:spAutoFit/>
                </a:bodyPr>
                <a:lstStyle/>
                <a:p>
                  <a:pPr algn="ctr"/>
                  <a:r>
                    <a:rPr lang="en-VN" b="1">
                      <a:solidFill>
                        <a:srgbClr val="0432FF"/>
                      </a:solidFill>
                      <a:latin typeface="Calibri" panose="020F0502020204030204" pitchFamily="34" charset="0"/>
                      <a:cs typeface="Calibri" panose="020F0502020204030204" pitchFamily="34" charset="0"/>
                    </a:rPr>
                    <a:t>Main</a:t>
                  </a:r>
                </a:p>
              </p:txBody>
            </p:sp>
          </p:grpSp>
        </p:grpSp>
      </p:grpSp>
    </p:spTree>
    <p:extLst>
      <p:ext uri="{BB962C8B-B14F-4D97-AF65-F5344CB8AC3E}">
        <p14:creationId xmlns:p14="http://schemas.microsoft.com/office/powerpoint/2010/main" val="11012471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blinds(horizontal)">
                                      <p:cBhvr>
                                        <p:cTn id="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9F558-D333-EE4F-BF8A-DD5A2AF8E8E5}"/>
              </a:ext>
            </a:extLst>
          </p:cNvPr>
          <p:cNvSpPr>
            <a:spLocks noGrp="1"/>
          </p:cNvSpPr>
          <p:nvPr>
            <p:ph type="title"/>
          </p:nvPr>
        </p:nvSpPr>
        <p:spPr/>
        <p:txBody>
          <a:bodyPr>
            <a:normAutofit fontScale="90000"/>
          </a:bodyPr>
          <a:lstStyle/>
          <a:p>
            <a:r>
              <a:rPr lang="en-US"/>
              <a:t>T</a:t>
            </a:r>
            <a:r>
              <a:rPr lang="en-VN"/>
              <a:t>RUYỀN THAM TRỊ</a:t>
            </a:r>
          </a:p>
        </p:txBody>
      </p:sp>
      <p:sp>
        <p:nvSpPr>
          <p:cNvPr id="3" name="Content Placeholder 2">
            <a:extLst>
              <a:ext uri="{FF2B5EF4-FFF2-40B4-BE49-F238E27FC236}">
                <a16:creationId xmlns:a16="http://schemas.microsoft.com/office/drawing/2014/main" id="{46E931EB-84F8-664B-A670-FCDDEF319EBC}"/>
              </a:ext>
            </a:extLst>
          </p:cNvPr>
          <p:cNvSpPr>
            <a:spLocks noGrp="1"/>
          </p:cNvSpPr>
          <p:nvPr>
            <p:ph idx="1"/>
          </p:nvPr>
        </p:nvSpPr>
        <p:spPr/>
        <p:txBody>
          <a:bodyPr/>
          <a:lstStyle/>
          <a:p>
            <a:endParaRPr lang="en-VN"/>
          </a:p>
        </p:txBody>
      </p:sp>
      <p:sp>
        <p:nvSpPr>
          <p:cNvPr id="4" name="Footer Placeholder 3">
            <a:extLst>
              <a:ext uri="{FF2B5EF4-FFF2-40B4-BE49-F238E27FC236}">
                <a16:creationId xmlns:a16="http://schemas.microsoft.com/office/drawing/2014/main" id="{F03246C0-7681-AD48-868A-D72606C1877E}"/>
              </a:ext>
            </a:extLst>
          </p:cNvPr>
          <p:cNvSpPr>
            <a:spLocks noGrp="1"/>
          </p:cNvSpPr>
          <p:nvPr>
            <p:ph type="ftr" sz="quarter" idx="11"/>
          </p:nvPr>
        </p:nvSpPr>
        <p:spPr/>
        <p:txBody>
          <a:bodyPr/>
          <a:lstStyle/>
          <a:p>
            <a:r>
              <a:rPr lang="vi-VN" dirty="0"/>
              <a:t>Bài 5: Hàm</a:t>
            </a:r>
            <a:endParaRPr lang="en-US" dirty="0"/>
          </a:p>
        </p:txBody>
      </p:sp>
      <p:sp>
        <p:nvSpPr>
          <p:cNvPr id="5" name="Slide Number Placeholder 4">
            <a:extLst>
              <a:ext uri="{FF2B5EF4-FFF2-40B4-BE49-F238E27FC236}">
                <a16:creationId xmlns:a16="http://schemas.microsoft.com/office/drawing/2014/main" id="{A2231E3D-50C2-5841-8CD1-9EA17109550A}"/>
              </a:ext>
            </a:extLst>
          </p:cNvPr>
          <p:cNvSpPr>
            <a:spLocks noGrp="1"/>
          </p:cNvSpPr>
          <p:nvPr>
            <p:ph type="sldNum" sz="quarter" idx="12"/>
          </p:nvPr>
        </p:nvSpPr>
        <p:spPr/>
        <p:txBody>
          <a:bodyPr/>
          <a:lstStyle/>
          <a:p>
            <a:fld id="{1AD93096-5B34-4342-9326-69289CEAE4C2}" type="slidenum">
              <a:rPr lang="en-US" smtClean="0"/>
              <a:pPr/>
              <a:t>31</a:t>
            </a:fld>
            <a:endParaRPr lang="en-US" dirty="0"/>
          </a:p>
        </p:txBody>
      </p:sp>
      <p:sp>
        <p:nvSpPr>
          <p:cNvPr id="27" name="Content Placeholder 5">
            <a:extLst>
              <a:ext uri="{FF2B5EF4-FFF2-40B4-BE49-F238E27FC236}">
                <a16:creationId xmlns:a16="http://schemas.microsoft.com/office/drawing/2014/main" id="{AB9DFC89-818A-5444-BD5A-A62A26C593CB}"/>
              </a:ext>
            </a:extLst>
          </p:cNvPr>
          <p:cNvSpPr txBox="1">
            <a:spLocks/>
          </p:cNvSpPr>
          <p:nvPr/>
        </p:nvSpPr>
        <p:spPr>
          <a:xfrm>
            <a:off x="90386" y="1503294"/>
            <a:ext cx="6154486" cy="3851412"/>
          </a:xfrm>
          <a:prstGeom prst="rect">
            <a:avLst/>
          </a:prstGeom>
        </p:spPr>
        <p:style>
          <a:lnRef idx="2">
            <a:schemeClr val="accent2"/>
          </a:lnRef>
          <a:fillRef idx="1">
            <a:schemeClr val="lt1"/>
          </a:fillRef>
          <a:effectRef idx="0">
            <a:schemeClr val="accent2"/>
          </a:effectRef>
          <a:fontRef idx="minor">
            <a:schemeClr val="dk1"/>
          </a:fontRef>
        </p:style>
        <p:txBody>
          <a:bodyPr>
            <a:noAutofit/>
          </a:bodyPr>
          <a:lstStyle>
            <a:lvl1pPr marL="308610" indent="-257175" algn="l" rtl="0" eaLnBrk="1" latinLnBrk="0" hangingPunct="1">
              <a:spcBef>
                <a:spcPts val="525"/>
              </a:spcBef>
              <a:buSzPct val="95000"/>
              <a:buFont typeface="Wingdings"/>
              <a:buChar char=""/>
              <a:defRPr sz="1500" kern="1200" spc="0">
                <a:solidFill>
                  <a:schemeClr val="tx1"/>
                </a:solidFill>
                <a:latin typeface="+mn-lt"/>
                <a:ea typeface="+mn-ea"/>
                <a:cs typeface="Arial" pitchFamily="34" charset="0"/>
              </a:defRPr>
            </a:lvl1pPr>
            <a:lvl2pPr marL="555498" indent="-214313" algn="l" rtl="0" eaLnBrk="1" latinLnBrk="0" hangingPunct="1">
              <a:spcBef>
                <a:spcPct val="20000"/>
              </a:spcBef>
              <a:buClr>
                <a:schemeClr val="accent2"/>
              </a:buClr>
              <a:buSzPct val="90000"/>
              <a:buFont typeface="Wingdings"/>
              <a:buChar char=""/>
              <a:defRPr sz="1350" kern="1200" spc="0">
                <a:solidFill>
                  <a:schemeClr val="tx1"/>
                </a:solidFill>
                <a:latin typeface="+mn-lt"/>
                <a:ea typeface="+mn-ea"/>
                <a:cs typeface="Arial" pitchFamily="34" charset="0"/>
              </a:defRPr>
            </a:lvl2pPr>
            <a:lvl3pPr marL="747522" indent="-171450" algn="l" rtl="0" eaLnBrk="1" latinLnBrk="0" hangingPunct="1">
              <a:spcBef>
                <a:spcPct val="20000"/>
              </a:spcBef>
              <a:buClr>
                <a:schemeClr val="accent2"/>
              </a:buClr>
              <a:buFont typeface="Wingdings 2"/>
              <a:buChar char=""/>
              <a:defRPr sz="1200" kern="1200" spc="0">
                <a:solidFill>
                  <a:schemeClr val="tx1"/>
                </a:solidFill>
                <a:latin typeface="+mn-lt"/>
                <a:ea typeface="+mn-ea"/>
                <a:cs typeface="Arial" pitchFamily="34" charset="0"/>
              </a:defRPr>
            </a:lvl3pPr>
            <a:lvl4pPr marL="946404" indent="-171450" algn="l" rtl="0" eaLnBrk="1" latinLnBrk="0" hangingPunct="1">
              <a:spcBef>
                <a:spcPct val="20000"/>
              </a:spcBef>
              <a:buClr>
                <a:schemeClr val="accent3"/>
              </a:buClr>
              <a:buFont typeface="Wingdings 3"/>
              <a:buChar char=""/>
              <a:defRPr sz="1200" kern="1200" spc="0">
                <a:solidFill>
                  <a:schemeClr val="tx1"/>
                </a:solidFill>
                <a:latin typeface="+mn-lt"/>
                <a:ea typeface="+mn-ea"/>
                <a:cs typeface="Arial" pitchFamily="34" charset="0"/>
              </a:defRPr>
            </a:lvl4pPr>
            <a:lvl5pPr marL="1110996" indent="-157734" algn="l" rtl="0" eaLnBrk="1" latinLnBrk="0" hangingPunct="1">
              <a:spcBef>
                <a:spcPct val="20000"/>
              </a:spcBef>
              <a:buClr>
                <a:schemeClr val="accent3"/>
              </a:buClr>
              <a:buFont typeface="Wingdings 2"/>
              <a:buChar char=""/>
              <a:defRPr sz="1050" kern="1200" spc="0">
                <a:solidFill>
                  <a:schemeClr val="tx1"/>
                </a:solidFill>
                <a:latin typeface="+mn-lt"/>
                <a:ea typeface="+mn-ea"/>
                <a:cs typeface="Arial" pitchFamily="34" charset="0"/>
              </a:defRPr>
            </a:lvl5pPr>
            <a:lvl6pPr marL="1282446" indent="-157734" algn="l" rtl="0" eaLnBrk="1" latinLnBrk="0" hangingPunct="1">
              <a:spcBef>
                <a:spcPct val="20000"/>
              </a:spcBef>
              <a:buClr>
                <a:schemeClr val="accent3"/>
              </a:buClr>
              <a:buFont typeface="Wingdings 2"/>
              <a:buChar char=""/>
              <a:defRPr sz="1350" kern="1200">
                <a:solidFill>
                  <a:schemeClr val="tx1"/>
                </a:solidFill>
                <a:latin typeface="+mn-lt"/>
                <a:ea typeface="+mn-ea"/>
                <a:cs typeface="+mn-cs"/>
              </a:defRPr>
            </a:lvl6pPr>
            <a:lvl7pPr marL="1426464"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7pPr>
            <a:lvl8pPr marL="1570482"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8pPr>
            <a:lvl9pPr marL="1714500"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9pPr>
            <a:extLst/>
          </a:lstStyle>
          <a:p>
            <a:pPr marL="51435" indent="0">
              <a:spcBef>
                <a:spcPts val="0"/>
              </a:spcBef>
              <a:buNone/>
            </a:pPr>
            <a:r>
              <a:rPr lang="en-US" sz="1400">
                <a:solidFill>
                  <a:srgbClr val="0432FF"/>
                </a:solidFill>
                <a:latin typeface="Consolas" panose="020B0609020204030204" pitchFamily="49" charset="0"/>
              </a:rPr>
              <a:t>static</a:t>
            </a:r>
            <a:r>
              <a:rPr lang="en-US" sz="1400">
                <a:latin typeface="Consolas" panose="020B0609020204030204" pitchFamily="49" charset="0"/>
              </a:rPr>
              <a:t> </a:t>
            </a:r>
            <a:r>
              <a:rPr lang="en-US" sz="1400">
                <a:solidFill>
                  <a:srgbClr val="0000FF"/>
                </a:solidFill>
                <a:latin typeface="Consolas" panose="020B0609020204030204" pitchFamily="49" charset="0"/>
              </a:rPr>
              <a:t>void</a:t>
            </a:r>
            <a:r>
              <a:rPr lang="en-US" sz="1400">
                <a:latin typeface="Consolas" panose="020B0609020204030204" pitchFamily="49" charset="0"/>
              </a:rPr>
              <a:t> </a:t>
            </a:r>
            <a:r>
              <a:rPr lang="en-US" sz="1400" dirty="0">
                <a:solidFill>
                  <a:srgbClr val="FEA400"/>
                </a:solidFill>
                <a:latin typeface="Consolas" panose="020B0609020204030204" pitchFamily="49" charset="0"/>
              </a:rPr>
              <a:t>Swap</a:t>
            </a:r>
            <a:r>
              <a:rPr lang="en-US" sz="1400">
                <a:latin typeface="Consolas" panose="020B0609020204030204" pitchFamily="49" charset="0"/>
              </a:rPr>
              <a:t>(</a:t>
            </a:r>
            <a:r>
              <a:rPr lang="en-US" sz="1400">
                <a:solidFill>
                  <a:srgbClr val="0432FF"/>
                </a:solidFill>
                <a:highlight>
                  <a:srgbClr val="FFFF00"/>
                </a:highlight>
                <a:latin typeface="Consolas" panose="020B0609020204030204" pitchFamily="49" charset="0"/>
              </a:rPr>
              <a:t>int</a:t>
            </a:r>
            <a:r>
              <a:rPr lang="en-US" sz="1400">
                <a:solidFill>
                  <a:schemeClr val="bg1"/>
                </a:solidFill>
                <a:highlight>
                  <a:srgbClr val="FFFF00"/>
                </a:highlight>
                <a:latin typeface="Consolas" panose="020B0609020204030204" pitchFamily="49" charset="0"/>
              </a:rPr>
              <a:t> </a:t>
            </a:r>
            <a:r>
              <a:rPr lang="en-US" sz="1400">
                <a:solidFill>
                  <a:schemeClr val="accent6">
                    <a:lumMod val="75000"/>
                  </a:schemeClr>
                </a:solidFill>
                <a:highlight>
                  <a:srgbClr val="FFFF00"/>
                </a:highlight>
                <a:latin typeface="Consolas" panose="020B0609020204030204" pitchFamily="49" charset="0"/>
              </a:rPr>
              <a:t>a</a:t>
            </a:r>
            <a:r>
              <a:rPr lang="en-US" sz="1400">
                <a:highlight>
                  <a:srgbClr val="FFFF00"/>
                </a:highlight>
                <a:latin typeface="Consolas" panose="020B0609020204030204" pitchFamily="49" charset="0"/>
              </a:rPr>
              <a:t>, </a:t>
            </a:r>
            <a:r>
              <a:rPr lang="en-US" sz="1400">
                <a:solidFill>
                  <a:srgbClr val="0432FF"/>
                </a:solidFill>
                <a:highlight>
                  <a:srgbClr val="FFFF00"/>
                </a:highlight>
                <a:latin typeface="Consolas" panose="020B0609020204030204" pitchFamily="49" charset="0"/>
              </a:rPr>
              <a:t>int</a:t>
            </a:r>
            <a:r>
              <a:rPr lang="en-US" sz="1400">
                <a:solidFill>
                  <a:schemeClr val="bg1"/>
                </a:solidFill>
                <a:highlight>
                  <a:srgbClr val="FFFF00"/>
                </a:highlight>
                <a:latin typeface="Consolas" panose="020B0609020204030204" pitchFamily="49" charset="0"/>
              </a:rPr>
              <a:t> </a:t>
            </a:r>
            <a:r>
              <a:rPr lang="en-US" sz="1400">
                <a:solidFill>
                  <a:schemeClr val="accent6">
                    <a:lumMod val="75000"/>
                  </a:schemeClr>
                </a:solidFill>
                <a:highlight>
                  <a:srgbClr val="FFFF00"/>
                </a:highlight>
                <a:latin typeface="Consolas" panose="020B0609020204030204" pitchFamily="49" charset="0"/>
              </a:rPr>
              <a:t>b</a:t>
            </a:r>
            <a:r>
              <a:rPr lang="en-US" sz="1400">
                <a:latin typeface="Consolas" panose="020B0609020204030204" pitchFamily="49" charset="0"/>
              </a:rPr>
              <a:t>)</a:t>
            </a:r>
          </a:p>
          <a:p>
            <a:pPr marL="51435" indent="0">
              <a:spcBef>
                <a:spcPts val="0"/>
              </a:spcBef>
              <a:buNone/>
            </a:pPr>
            <a:r>
              <a:rPr lang="en-US" sz="1400">
                <a:latin typeface="Consolas" panose="020B0609020204030204" pitchFamily="49" charset="0"/>
              </a:rPr>
              <a:t>{</a:t>
            </a:r>
          </a:p>
          <a:p>
            <a:pPr marL="51435" indent="0">
              <a:spcBef>
                <a:spcPts val="0"/>
              </a:spcBef>
              <a:buNone/>
            </a:pPr>
            <a:r>
              <a:rPr lang="en-US" sz="1400">
                <a:solidFill>
                  <a:schemeClr val="bg1"/>
                </a:solidFill>
                <a:latin typeface="Consolas" panose="020B0609020204030204" pitchFamily="49" charset="0"/>
              </a:rPr>
              <a:t>    </a:t>
            </a:r>
            <a:r>
              <a:rPr lang="en-US" sz="1400">
                <a:solidFill>
                  <a:srgbClr val="0432FF"/>
                </a:solidFill>
                <a:latin typeface="Consolas" panose="020B0609020204030204" pitchFamily="49" charset="0"/>
              </a:rPr>
              <a:t>int</a:t>
            </a:r>
            <a:r>
              <a:rPr lang="en-US" sz="1400">
                <a:solidFill>
                  <a:schemeClr val="bg1"/>
                </a:solidFill>
                <a:latin typeface="Consolas" panose="020B0609020204030204" pitchFamily="49" charset="0"/>
              </a:rPr>
              <a:t> </a:t>
            </a:r>
            <a:r>
              <a:rPr lang="en-US" sz="1400">
                <a:solidFill>
                  <a:schemeClr val="accent6">
                    <a:lumMod val="75000"/>
                  </a:schemeClr>
                </a:solidFill>
                <a:latin typeface="Consolas" panose="020B0609020204030204" pitchFamily="49" charset="0"/>
              </a:rPr>
              <a:t>temp </a:t>
            </a:r>
            <a:r>
              <a:rPr lang="en-US" sz="1400">
                <a:latin typeface="Consolas" panose="020B0609020204030204" pitchFamily="49" charset="0"/>
              </a:rPr>
              <a:t>=</a:t>
            </a:r>
            <a:r>
              <a:rPr lang="en-US" sz="1400">
                <a:solidFill>
                  <a:schemeClr val="accent6">
                    <a:lumMod val="75000"/>
                  </a:schemeClr>
                </a:solidFill>
                <a:latin typeface="Consolas" panose="020B0609020204030204" pitchFamily="49" charset="0"/>
              </a:rPr>
              <a:t> a</a:t>
            </a:r>
          </a:p>
          <a:p>
            <a:pPr marL="51435" indent="0">
              <a:spcBef>
                <a:spcPts val="0"/>
              </a:spcBef>
              <a:buNone/>
            </a:pPr>
            <a:r>
              <a:rPr lang="en-US" sz="1400">
                <a:solidFill>
                  <a:schemeClr val="accent6">
                    <a:lumMod val="75000"/>
                  </a:schemeClr>
                </a:solidFill>
                <a:latin typeface="Consolas" panose="020B0609020204030204" pitchFamily="49" charset="0"/>
              </a:rPr>
              <a:t>    a </a:t>
            </a:r>
            <a:r>
              <a:rPr lang="en-US" sz="1400">
                <a:latin typeface="Consolas" panose="020B0609020204030204" pitchFamily="49" charset="0"/>
              </a:rPr>
              <a:t>= </a:t>
            </a:r>
            <a:r>
              <a:rPr lang="en-US" sz="1400">
                <a:solidFill>
                  <a:schemeClr val="accent6">
                    <a:lumMod val="75000"/>
                  </a:schemeClr>
                </a:solidFill>
                <a:latin typeface="Consolas" panose="020B0609020204030204" pitchFamily="49" charset="0"/>
              </a:rPr>
              <a:t>b</a:t>
            </a:r>
            <a:r>
              <a:rPr lang="en-US" sz="1400">
                <a:latin typeface="Consolas" panose="020B0609020204030204" pitchFamily="49" charset="0"/>
              </a:rPr>
              <a:t>;</a:t>
            </a:r>
          </a:p>
          <a:p>
            <a:pPr marL="51435" indent="0">
              <a:spcBef>
                <a:spcPts val="0"/>
              </a:spcBef>
              <a:buNone/>
            </a:pPr>
            <a:r>
              <a:rPr lang="en-US" sz="1400">
                <a:solidFill>
                  <a:schemeClr val="accent6">
                    <a:lumMod val="75000"/>
                  </a:schemeClr>
                </a:solidFill>
                <a:latin typeface="Consolas" panose="020B0609020204030204" pitchFamily="49" charset="0"/>
              </a:rPr>
              <a:t>    b </a:t>
            </a:r>
            <a:r>
              <a:rPr lang="en-US" sz="1400">
                <a:latin typeface="Consolas" panose="020B0609020204030204" pitchFamily="49" charset="0"/>
              </a:rPr>
              <a:t>= </a:t>
            </a:r>
            <a:r>
              <a:rPr lang="en-US" sz="1400">
                <a:solidFill>
                  <a:schemeClr val="accent6">
                    <a:lumMod val="75000"/>
                  </a:schemeClr>
                </a:solidFill>
                <a:latin typeface="Consolas" panose="020B0609020204030204" pitchFamily="49" charset="0"/>
              </a:rPr>
              <a:t>temp</a:t>
            </a:r>
            <a:r>
              <a:rPr lang="en-US" sz="1400">
                <a:latin typeface="Consolas" panose="020B0609020204030204" pitchFamily="49" charset="0"/>
              </a:rPr>
              <a:t>;</a:t>
            </a:r>
          </a:p>
          <a:p>
            <a:pPr marL="51435" indent="0">
              <a:spcBef>
                <a:spcPts val="0"/>
              </a:spcBef>
              <a:buNone/>
            </a:pPr>
            <a:r>
              <a:rPr lang="en-US" sz="1400">
                <a:solidFill>
                  <a:srgbClr val="2B91AF"/>
                </a:solidFill>
                <a:latin typeface="Consolas" panose="020B0609020204030204" pitchFamily="49" charset="0"/>
              </a:rPr>
              <a:t>    Console</a:t>
            </a:r>
            <a:r>
              <a:rPr lang="en-US" sz="1400">
                <a:latin typeface="Consolas" panose="020B0609020204030204" pitchFamily="49" charset="0"/>
              </a:rPr>
              <a:t>.</a:t>
            </a:r>
            <a:r>
              <a:rPr lang="en-US" sz="1400">
                <a:solidFill>
                  <a:srgbClr val="FEA400"/>
                </a:solidFill>
                <a:latin typeface="Consolas" panose="020B0609020204030204" pitchFamily="49" charset="0"/>
              </a:rPr>
              <a:t>WriteLine</a:t>
            </a:r>
            <a:r>
              <a:rPr lang="en-US" sz="1400">
                <a:latin typeface="Consolas" panose="020B0609020204030204" pitchFamily="49" charset="0"/>
                <a:cs typeface="Consolas" panose="020B0609020204030204" pitchFamily="49" charset="0"/>
              </a:rPr>
              <a:t>($</a:t>
            </a:r>
            <a:r>
              <a:rPr lang="en-US" sz="1400">
                <a:solidFill>
                  <a:srgbClr val="A31515"/>
                </a:solidFill>
                <a:latin typeface="Consolas" panose="020B0609020204030204" pitchFamily="49" charset="0"/>
              </a:rPr>
              <a:t>"In Swap method: a = </a:t>
            </a:r>
            <a:r>
              <a:rPr lang="en-US" sz="1400">
                <a:latin typeface="Consolas" panose="020B0609020204030204" pitchFamily="49" charset="0"/>
              </a:rPr>
              <a:t>{</a:t>
            </a:r>
            <a:r>
              <a:rPr lang="en-US" sz="1400">
                <a:solidFill>
                  <a:schemeClr val="accent6">
                    <a:lumMod val="75000"/>
                  </a:schemeClr>
                </a:solidFill>
                <a:latin typeface="Consolas" panose="020B0609020204030204" pitchFamily="49" charset="0"/>
              </a:rPr>
              <a:t>a</a:t>
            </a:r>
            <a:r>
              <a:rPr lang="en-US" sz="1400">
                <a:latin typeface="Consolas" panose="020B0609020204030204" pitchFamily="49" charset="0"/>
              </a:rPr>
              <a:t>}</a:t>
            </a:r>
            <a:r>
              <a:rPr lang="en-US" sz="1400">
                <a:solidFill>
                  <a:srgbClr val="A31515"/>
                </a:solidFill>
                <a:latin typeface="Consolas" panose="020B0609020204030204" pitchFamily="49" charset="0"/>
              </a:rPr>
              <a:t>, b = </a:t>
            </a:r>
            <a:r>
              <a:rPr lang="en-US" sz="1400">
                <a:latin typeface="Consolas" panose="020B0609020204030204" pitchFamily="49" charset="0"/>
              </a:rPr>
              <a:t>{</a:t>
            </a:r>
            <a:r>
              <a:rPr lang="en-US" sz="1400">
                <a:solidFill>
                  <a:schemeClr val="accent6">
                    <a:lumMod val="75000"/>
                  </a:schemeClr>
                </a:solidFill>
                <a:latin typeface="Consolas" panose="020B0609020204030204" pitchFamily="49" charset="0"/>
              </a:rPr>
              <a:t>b</a:t>
            </a:r>
            <a:r>
              <a:rPr lang="en-US" sz="1400">
                <a:latin typeface="Consolas" panose="020B0609020204030204" pitchFamily="49" charset="0"/>
              </a:rPr>
              <a:t>}</a:t>
            </a:r>
            <a:r>
              <a:rPr lang="en-US" sz="1400">
                <a:solidFill>
                  <a:srgbClr val="A31515"/>
                </a:solidFill>
                <a:latin typeface="Consolas" panose="020B0609020204030204" pitchFamily="49" charset="0"/>
              </a:rPr>
              <a:t>"</a:t>
            </a:r>
            <a:r>
              <a:rPr lang="en-US" sz="1400">
                <a:latin typeface="Consolas" panose="020B0609020204030204" pitchFamily="49" charset="0"/>
                <a:cs typeface="Consolas" panose="020B0609020204030204" pitchFamily="49" charset="0"/>
              </a:rPr>
              <a:t>);</a:t>
            </a:r>
            <a:endParaRPr lang="en-US" sz="1400">
              <a:latin typeface="Consolas" panose="020B0609020204030204" pitchFamily="49" charset="0"/>
            </a:endParaRPr>
          </a:p>
          <a:p>
            <a:pPr marL="51435" indent="0">
              <a:spcBef>
                <a:spcPts val="0"/>
              </a:spcBef>
              <a:buNone/>
            </a:pPr>
            <a:r>
              <a:rPr lang="en-US" sz="1400">
                <a:latin typeface="Consolas" panose="020B0609020204030204" pitchFamily="49" charset="0"/>
              </a:rPr>
              <a:t>}</a:t>
            </a:r>
          </a:p>
          <a:p>
            <a:pPr marL="51435" indent="0" algn="just">
              <a:spcBef>
                <a:spcPts val="0"/>
              </a:spcBef>
              <a:buNone/>
            </a:pPr>
            <a:endParaRPr lang="en-US" sz="1400">
              <a:solidFill>
                <a:schemeClr val="bg1"/>
              </a:solidFill>
              <a:latin typeface="Consolas" panose="020B0609020204030204" pitchFamily="49" charset="0"/>
            </a:endParaRPr>
          </a:p>
          <a:p>
            <a:pPr marL="51435" indent="0" algn="just">
              <a:spcBef>
                <a:spcPts val="0"/>
              </a:spcBef>
              <a:buNone/>
            </a:pPr>
            <a:r>
              <a:rPr lang="en-US" sz="1400">
                <a:solidFill>
                  <a:srgbClr val="0000FF"/>
                </a:solidFill>
                <a:latin typeface="Consolas" panose="020B0609020204030204" pitchFamily="49" charset="0"/>
              </a:rPr>
              <a:t>static</a:t>
            </a:r>
            <a:r>
              <a:rPr lang="en-US" sz="1400">
                <a:latin typeface="Consolas" panose="020B0609020204030204" pitchFamily="49" charset="0"/>
              </a:rPr>
              <a:t> </a:t>
            </a:r>
            <a:r>
              <a:rPr lang="en-US" sz="1400">
                <a:solidFill>
                  <a:srgbClr val="0000FF"/>
                </a:solidFill>
                <a:latin typeface="Consolas" panose="020B0609020204030204" pitchFamily="49" charset="0"/>
              </a:rPr>
              <a:t>void</a:t>
            </a:r>
            <a:r>
              <a:rPr lang="en-US" sz="1400">
                <a:latin typeface="Consolas" panose="020B0609020204030204" pitchFamily="49" charset="0"/>
              </a:rPr>
              <a:t> </a:t>
            </a:r>
            <a:r>
              <a:rPr lang="en-US" sz="1400">
                <a:solidFill>
                  <a:srgbClr val="FEA400"/>
                </a:solidFill>
                <a:latin typeface="Consolas" panose="020B0609020204030204" pitchFamily="49" charset="0"/>
              </a:rPr>
              <a:t>Main</a:t>
            </a:r>
            <a:r>
              <a:rPr lang="en-US" sz="1400">
                <a:latin typeface="Consolas" panose="020B0609020204030204" pitchFamily="49" charset="0"/>
              </a:rPr>
              <a:t>(</a:t>
            </a:r>
            <a:r>
              <a:rPr lang="en-US" sz="1400">
                <a:solidFill>
                  <a:srgbClr val="0000FF"/>
                </a:solidFill>
                <a:latin typeface="Consolas" panose="020B0609020204030204" pitchFamily="49" charset="0"/>
              </a:rPr>
              <a:t>string</a:t>
            </a:r>
            <a:r>
              <a:rPr lang="en-US" sz="1400">
                <a:latin typeface="Consolas" panose="020B0609020204030204" pitchFamily="49" charset="0"/>
              </a:rPr>
              <a:t>[] args)</a:t>
            </a:r>
          </a:p>
          <a:p>
            <a:pPr marL="51435" indent="0" algn="just">
              <a:spcBef>
                <a:spcPts val="0"/>
              </a:spcBef>
              <a:buNone/>
            </a:pPr>
            <a:r>
              <a:rPr lang="en-US" sz="1400">
                <a:latin typeface="Consolas" panose="020B0609020204030204" pitchFamily="49" charset="0"/>
              </a:rPr>
              <a:t>{</a:t>
            </a:r>
          </a:p>
          <a:p>
            <a:pPr marL="51435" indent="0">
              <a:spcBef>
                <a:spcPts val="0"/>
              </a:spcBef>
              <a:buNone/>
            </a:pPr>
            <a:r>
              <a:rPr lang="en-US" sz="1400">
                <a:solidFill>
                  <a:srgbClr val="0432FF"/>
                </a:solidFill>
                <a:latin typeface="Consolas" panose="020B0609020204030204" pitchFamily="49" charset="0"/>
              </a:rPr>
              <a:t>    int</a:t>
            </a:r>
            <a:r>
              <a:rPr lang="en-US" sz="1400">
                <a:solidFill>
                  <a:schemeClr val="bg1"/>
                </a:solidFill>
                <a:latin typeface="Consolas" panose="020B0609020204030204" pitchFamily="49" charset="0"/>
              </a:rPr>
              <a:t> </a:t>
            </a:r>
            <a:r>
              <a:rPr lang="en-US" sz="1400">
                <a:solidFill>
                  <a:schemeClr val="accent6">
                    <a:lumMod val="75000"/>
                  </a:schemeClr>
                </a:solidFill>
                <a:latin typeface="Consolas" panose="020B0609020204030204" pitchFamily="49" charset="0"/>
              </a:rPr>
              <a:t>a </a:t>
            </a:r>
            <a:r>
              <a:rPr lang="en-US" sz="1400">
                <a:latin typeface="Consolas" panose="020B0609020204030204" pitchFamily="49" charset="0"/>
              </a:rPr>
              <a:t>= 8;</a:t>
            </a:r>
          </a:p>
          <a:p>
            <a:pPr marL="51435" indent="0">
              <a:spcBef>
                <a:spcPts val="0"/>
              </a:spcBef>
              <a:buNone/>
            </a:pPr>
            <a:r>
              <a:rPr lang="en-US" sz="1400">
                <a:solidFill>
                  <a:srgbClr val="0432FF"/>
                </a:solidFill>
                <a:latin typeface="Consolas" panose="020B0609020204030204" pitchFamily="49" charset="0"/>
              </a:rPr>
              <a:t>    int</a:t>
            </a:r>
            <a:r>
              <a:rPr lang="en-US" sz="1400">
                <a:solidFill>
                  <a:schemeClr val="bg1"/>
                </a:solidFill>
                <a:latin typeface="Consolas" panose="020B0609020204030204" pitchFamily="49" charset="0"/>
              </a:rPr>
              <a:t> </a:t>
            </a:r>
            <a:r>
              <a:rPr lang="en-US" sz="1400">
                <a:solidFill>
                  <a:schemeClr val="accent6">
                    <a:lumMod val="75000"/>
                  </a:schemeClr>
                </a:solidFill>
                <a:latin typeface="Consolas" panose="020B0609020204030204" pitchFamily="49" charset="0"/>
              </a:rPr>
              <a:t>b </a:t>
            </a:r>
            <a:r>
              <a:rPr lang="en-US" sz="1400">
                <a:latin typeface="Consolas" panose="020B0609020204030204" pitchFamily="49" charset="0"/>
              </a:rPr>
              <a:t>= 5;</a:t>
            </a:r>
          </a:p>
          <a:p>
            <a:pPr marL="51435" indent="0">
              <a:spcBef>
                <a:spcPts val="0"/>
              </a:spcBef>
              <a:buNone/>
            </a:pPr>
            <a:r>
              <a:rPr lang="en-US" sz="1400">
                <a:solidFill>
                  <a:srgbClr val="2B91AF"/>
                </a:solidFill>
                <a:latin typeface="Consolas" panose="020B0609020204030204" pitchFamily="49" charset="0"/>
              </a:rPr>
              <a:t>    Console</a:t>
            </a:r>
            <a:r>
              <a:rPr lang="en-US" sz="1400">
                <a:latin typeface="Consolas" panose="020B0609020204030204" pitchFamily="49" charset="0"/>
              </a:rPr>
              <a:t>.</a:t>
            </a:r>
            <a:r>
              <a:rPr lang="en-US" sz="1400">
                <a:solidFill>
                  <a:srgbClr val="FEA400"/>
                </a:solidFill>
                <a:latin typeface="Consolas" panose="020B0609020204030204" pitchFamily="49" charset="0"/>
              </a:rPr>
              <a:t>WriteLine</a:t>
            </a:r>
            <a:r>
              <a:rPr lang="en-US" sz="1400">
                <a:latin typeface="Consolas" panose="020B0609020204030204" pitchFamily="49" charset="0"/>
                <a:cs typeface="Consolas" panose="020B0609020204030204" pitchFamily="49" charset="0"/>
              </a:rPr>
              <a:t>($</a:t>
            </a:r>
            <a:r>
              <a:rPr lang="en-US" sz="1400">
                <a:solidFill>
                  <a:srgbClr val="A31515"/>
                </a:solidFill>
                <a:latin typeface="Consolas" panose="020B0609020204030204" pitchFamily="49" charset="0"/>
              </a:rPr>
              <a:t>"Before swapping: a = </a:t>
            </a:r>
            <a:r>
              <a:rPr lang="en-US" sz="1400">
                <a:latin typeface="Consolas" panose="020B0609020204030204" pitchFamily="49" charset="0"/>
              </a:rPr>
              <a:t>{</a:t>
            </a:r>
            <a:r>
              <a:rPr lang="en-US" sz="1400">
                <a:solidFill>
                  <a:schemeClr val="accent6">
                    <a:lumMod val="75000"/>
                  </a:schemeClr>
                </a:solidFill>
                <a:latin typeface="Consolas" panose="020B0609020204030204" pitchFamily="49" charset="0"/>
              </a:rPr>
              <a:t>a</a:t>
            </a:r>
            <a:r>
              <a:rPr lang="en-US" sz="1400">
                <a:latin typeface="Consolas" panose="020B0609020204030204" pitchFamily="49" charset="0"/>
              </a:rPr>
              <a:t>}</a:t>
            </a:r>
            <a:r>
              <a:rPr lang="en-US" sz="1400">
                <a:solidFill>
                  <a:srgbClr val="A31515"/>
                </a:solidFill>
                <a:latin typeface="Consolas" panose="020B0609020204030204" pitchFamily="49" charset="0"/>
              </a:rPr>
              <a:t>, b = </a:t>
            </a:r>
            <a:r>
              <a:rPr lang="en-US" sz="1400">
                <a:latin typeface="Consolas" panose="020B0609020204030204" pitchFamily="49" charset="0"/>
              </a:rPr>
              <a:t>{</a:t>
            </a:r>
            <a:r>
              <a:rPr lang="en-US" sz="1400">
                <a:solidFill>
                  <a:schemeClr val="accent6">
                    <a:lumMod val="75000"/>
                  </a:schemeClr>
                </a:solidFill>
                <a:latin typeface="Consolas" panose="020B0609020204030204" pitchFamily="49" charset="0"/>
              </a:rPr>
              <a:t>b</a:t>
            </a:r>
            <a:r>
              <a:rPr lang="en-US" sz="1400">
                <a:latin typeface="Consolas" panose="020B0609020204030204" pitchFamily="49" charset="0"/>
              </a:rPr>
              <a:t>}</a:t>
            </a:r>
            <a:r>
              <a:rPr lang="en-US" sz="1400">
                <a:solidFill>
                  <a:srgbClr val="A31515"/>
                </a:solidFill>
                <a:latin typeface="Consolas" panose="020B0609020204030204" pitchFamily="49" charset="0"/>
              </a:rPr>
              <a:t>"</a:t>
            </a:r>
            <a:r>
              <a:rPr lang="en-US" sz="1400">
                <a:latin typeface="Consolas" panose="020B0609020204030204" pitchFamily="49" charset="0"/>
                <a:cs typeface="Consolas" panose="020B0609020204030204" pitchFamily="49" charset="0"/>
              </a:rPr>
              <a:t>);</a:t>
            </a:r>
          </a:p>
          <a:p>
            <a:pPr marL="51435" indent="0">
              <a:spcBef>
                <a:spcPts val="0"/>
              </a:spcBef>
              <a:buNone/>
            </a:pPr>
            <a:r>
              <a:rPr lang="en-US" sz="1400" dirty="0">
                <a:solidFill>
                  <a:srgbClr val="FEA400"/>
                </a:solidFill>
                <a:latin typeface="Consolas" panose="020B0609020204030204" pitchFamily="49" charset="0"/>
              </a:rPr>
              <a:t>    Swap</a:t>
            </a:r>
            <a:r>
              <a:rPr lang="en-US" sz="1400">
                <a:latin typeface="Consolas" panose="020B0609020204030204" pitchFamily="49" charset="0"/>
              </a:rPr>
              <a:t>(</a:t>
            </a:r>
            <a:r>
              <a:rPr lang="en-US" sz="1400">
                <a:solidFill>
                  <a:schemeClr val="accent6">
                    <a:lumMod val="75000"/>
                  </a:schemeClr>
                </a:solidFill>
                <a:latin typeface="Consolas" panose="020B0609020204030204" pitchFamily="49" charset="0"/>
              </a:rPr>
              <a:t>a</a:t>
            </a:r>
            <a:r>
              <a:rPr lang="en-US" sz="1400">
                <a:latin typeface="Consolas" panose="020B0609020204030204" pitchFamily="49" charset="0"/>
              </a:rPr>
              <a:t>,</a:t>
            </a:r>
            <a:r>
              <a:rPr lang="en-US" sz="1400">
                <a:solidFill>
                  <a:schemeClr val="accent6">
                    <a:lumMod val="75000"/>
                  </a:schemeClr>
                </a:solidFill>
                <a:latin typeface="Consolas" panose="020B0609020204030204" pitchFamily="49" charset="0"/>
              </a:rPr>
              <a:t> b</a:t>
            </a:r>
            <a:r>
              <a:rPr lang="en-US" sz="1400">
                <a:latin typeface="Consolas" panose="020B0609020204030204" pitchFamily="49" charset="0"/>
              </a:rPr>
              <a:t>);</a:t>
            </a:r>
          </a:p>
          <a:p>
            <a:pPr marL="51435" indent="0">
              <a:spcBef>
                <a:spcPts val="0"/>
              </a:spcBef>
              <a:buNone/>
            </a:pPr>
            <a:r>
              <a:rPr lang="en-US" sz="1400">
                <a:solidFill>
                  <a:srgbClr val="2B91AF"/>
                </a:solidFill>
                <a:latin typeface="Consolas" panose="020B0609020204030204" pitchFamily="49" charset="0"/>
              </a:rPr>
              <a:t>    Console</a:t>
            </a:r>
            <a:r>
              <a:rPr lang="en-US" sz="1400">
                <a:solidFill>
                  <a:schemeClr val="bg1"/>
                </a:solidFill>
                <a:latin typeface="Consolas" panose="020B0609020204030204" pitchFamily="49" charset="0"/>
              </a:rPr>
              <a:t>.</a:t>
            </a:r>
            <a:r>
              <a:rPr lang="en-US" sz="1400">
                <a:solidFill>
                  <a:srgbClr val="FEA400"/>
                </a:solidFill>
                <a:latin typeface="Consolas" panose="020B0609020204030204" pitchFamily="49" charset="0"/>
              </a:rPr>
              <a:t>WriteLine</a:t>
            </a:r>
            <a:r>
              <a:rPr lang="en-US" sz="1400">
                <a:latin typeface="Consolas" panose="020B0609020204030204" pitchFamily="49" charset="0"/>
                <a:cs typeface="Consolas" panose="020B0609020204030204" pitchFamily="49" charset="0"/>
              </a:rPr>
              <a:t>($</a:t>
            </a:r>
            <a:r>
              <a:rPr lang="en-US" sz="1400">
                <a:solidFill>
                  <a:srgbClr val="A31515"/>
                </a:solidFill>
                <a:latin typeface="Consolas" panose="020B0609020204030204" pitchFamily="49" charset="0"/>
              </a:rPr>
              <a:t>"After swapping: a = </a:t>
            </a:r>
            <a:r>
              <a:rPr lang="en-US" sz="1400">
                <a:latin typeface="Consolas" panose="020B0609020204030204" pitchFamily="49" charset="0"/>
              </a:rPr>
              <a:t>{</a:t>
            </a:r>
            <a:r>
              <a:rPr lang="en-US" sz="1400">
                <a:solidFill>
                  <a:schemeClr val="accent6">
                    <a:lumMod val="75000"/>
                  </a:schemeClr>
                </a:solidFill>
                <a:latin typeface="Consolas" panose="020B0609020204030204" pitchFamily="49" charset="0"/>
              </a:rPr>
              <a:t>a</a:t>
            </a:r>
            <a:r>
              <a:rPr lang="en-US" sz="1400">
                <a:latin typeface="Consolas" panose="020B0609020204030204" pitchFamily="49" charset="0"/>
              </a:rPr>
              <a:t>}</a:t>
            </a:r>
            <a:r>
              <a:rPr lang="en-US" sz="1400">
                <a:solidFill>
                  <a:srgbClr val="A31515"/>
                </a:solidFill>
                <a:latin typeface="Consolas" panose="020B0609020204030204" pitchFamily="49" charset="0"/>
              </a:rPr>
              <a:t>, b = </a:t>
            </a:r>
            <a:r>
              <a:rPr lang="en-US" sz="1400">
                <a:latin typeface="Consolas" panose="020B0609020204030204" pitchFamily="49" charset="0"/>
              </a:rPr>
              <a:t>{</a:t>
            </a:r>
            <a:r>
              <a:rPr lang="en-US" sz="1400">
                <a:solidFill>
                  <a:schemeClr val="accent6">
                    <a:lumMod val="75000"/>
                  </a:schemeClr>
                </a:solidFill>
                <a:latin typeface="Consolas" panose="020B0609020204030204" pitchFamily="49" charset="0"/>
              </a:rPr>
              <a:t>b</a:t>
            </a:r>
            <a:r>
              <a:rPr lang="en-US" sz="1400">
                <a:latin typeface="Consolas" panose="020B0609020204030204" pitchFamily="49" charset="0"/>
              </a:rPr>
              <a:t>}</a:t>
            </a:r>
            <a:r>
              <a:rPr lang="en-US" sz="1400">
                <a:solidFill>
                  <a:srgbClr val="A31515"/>
                </a:solidFill>
                <a:latin typeface="Consolas" panose="020B0609020204030204" pitchFamily="49" charset="0"/>
              </a:rPr>
              <a:t>"</a:t>
            </a:r>
            <a:r>
              <a:rPr lang="en-US" sz="1400">
                <a:latin typeface="Consolas" panose="020B0609020204030204" pitchFamily="49" charset="0"/>
                <a:cs typeface="Consolas" panose="020B0609020204030204" pitchFamily="49" charset="0"/>
              </a:rPr>
              <a:t>);</a:t>
            </a:r>
            <a:endParaRPr lang="en-US" sz="1400">
              <a:latin typeface="Consolas" panose="020B0609020204030204" pitchFamily="49" charset="0"/>
            </a:endParaRPr>
          </a:p>
          <a:p>
            <a:pPr marL="51435" indent="0">
              <a:spcBef>
                <a:spcPts val="0"/>
              </a:spcBef>
              <a:buNone/>
            </a:pPr>
            <a:r>
              <a:rPr lang="en-US" sz="1400">
                <a:latin typeface="Consolas" panose="020B0609020204030204" pitchFamily="49" charset="0"/>
              </a:rPr>
              <a:t>}</a:t>
            </a:r>
          </a:p>
        </p:txBody>
      </p:sp>
      <p:sp>
        <p:nvSpPr>
          <p:cNvPr id="25" name="Rectangle 24">
            <a:extLst>
              <a:ext uri="{FF2B5EF4-FFF2-40B4-BE49-F238E27FC236}">
                <a16:creationId xmlns:a16="http://schemas.microsoft.com/office/drawing/2014/main" id="{DC70CD03-0CB7-C74B-ADCF-886EEF99FC2C}"/>
              </a:ext>
            </a:extLst>
          </p:cNvPr>
          <p:cNvSpPr/>
          <p:nvPr/>
        </p:nvSpPr>
        <p:spPr>
          <a:xfrm>
            <a:off x="566706" y="4079648"/>
            <a:ext cx="5620887" cy="314327"/>
          </a:xfrm>
          <a:prstGeom prst="rect">
            <a:avLst/>
          </a:prstGeom>
          <a:solidFill>
            <a:srgbClr val="FFFF00">
              <a:alpha val="26391"/>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grpSp>
        <p:nvGrpSpPr>
          <p:cNvPr id="14" name="Group 13">
            <a:extLst>
              <a:ext uri="{FF2B5EF4-FFF2-40B4-BE49-F238E27FC236}">
                <a16:creationId xmlns:a16="http://schemas.microsoft.com/office/drawing/2014/main" id="{0271011C-2585-F25D-272E-67439FAFDF50}"/>
              </a:ext>
            </a:extLst>
          </p:cNvPr>
          <p:cNvGrpSpPr/>
          <p:nvPr/>
        </p:nvGrpSpPr>
        <p:grpSpPr>
          <a:xfrm>
            <a:off x="6375617" y="1500240"/>
            <a:ext cx="2660879" cy="3857521"/>
            <a:chOff x="6375617" y="2153543"/>
            <a:chExt cx="2660879" cy="3857521"/>
          </a:xfrm>
        </p:grpSpPr>
        <p:sp>
          <p:nvSpPr>
            <p:cNvPr id="7" name="Rectangle 6">
              <a:extLst>
                <a:ext uri="{FF2B5EF4-FFF2-40B4-BE49-F238E27FC236}">
                  <a16:creationId xmlns:a16="http://schemas.microsoft.com/office/drawing/2014/main" id="{017118D7-FF79-3B44-A42B-3224CA0A0058}"/>
                </a:ext>
              </a:extLst>
            </p:cNvPr>
            <p:cNvSpPr/>
            <p:nvPr/>
          </p:nvSpPr>
          <p:spPr>
            <a:xfrm>
              <a:off x="6375617" y="2153543"/>
              <a:ext cx="2660879" cy="3857521"/>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VN"/>
            </a:p>
          </p:txBody>
        </p:sp>
        <p:grpSp>
          <p:nvGrpSpPr>
            <p:cNvPr id="8" name="Group 7">
              <a:extLst>
                <a:ext uri="{FF2B5EF4-FFF2-40B4-BE49-F238E27FC236}">
                  <a16:creationId xmlns:a16="http://schemas.microsoft.com/office/drawing/2014/main" id="{7C6281FC-1F39-0A4D-AD3E-9056AFD2D60F}"/>
                </a:ext>
              </a:extLst>
            </p:cNvPr>
            <p:cNvGrpSpPr/>
            <p:nvPr/>
          </p:nvGrpSpPr>
          <p:grpSpPr>
            <a:xfrm>
              <a:off x="6448566" y="4221088"/>
              <a:ext cx="2515922" cy="1694776"/>
              <a:chOff x="6448566" y="4221088"/>
              <a:chExt cx="2515922" cy="1694776"/>
            </a:xfrm>
          </p:grpSpPr>
          <p:sp>
            <p:nvSpPr>
              <p:cNvPr id="26" name="Rectangle 25">
                <a:extLst>
                  <a:ext uri="{FF2B5EF4-FFF2-40B4-BE49-F238E27FC236}">
                    <a16:creationId xmlns:a16="http://schemas.microsoft.com/office/drawing/2014/main" id="{4308B351-EAA4-8E45-84E0-515CD6E4F1A9}"/>
                  </a:ext>
                </a:extLst>
              </p:cNvPr>
              <p:cNvSpPr/>
              <p:nvPr/>
            </p:nvSpPr>
            <p:spPr>
              <a:xfrm>
                <a:off x="6448566" y="4221088"/>
                <a:ext cx="2507622" cy="1694776"/>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VN"/>
              </a:p>
            </p:txBody>
          </p:sp>
          <p:grpSp>
            <p:nvGrpSpPr>
              <p:cNvPr id="9" name="Group 8">
                <a:extLst>
                  <a:ext uri="{FF2B5EF4-FFF2-40B4-BE49-F238E27FC236}">
                    <a16:creationId xmlns:a16="http://schemas.microsoft.com/office/drawing/2014/main" id="{1FC3DDDF-6B29-1043-8642-104679B9CF34}"/>
                  </a:ext>
                </a:extLst>
              </p:cNvPr>
              <p:cNvGrpSpPr/>
              <p:nvPr/>
            </p:nvGrpSpPr>
            <p:grpSpPr>
              <a:xfrm>
                <a:off x="6628438" y="4708127"/>
                <a:ext cx="1183922" cy="1041021"/>
                <a:chOff x="2549476" y="5131179"/>
                <a:chExt cx="1183922" cy="1041021"/>
              </a:xfrm>
            </p:grpSpPr>
            <p:sp>
              <p:nvSpPr>
                <p:cNvPr id="10" name="Cube 9">
                  <a:extLst>
                    <a:ext uri="{FF2B5EF4-FFF2-40B4-BE49-F238E27FC236}">
                      <a16:creationId xmlns:a16="http://schemas.microsoft.com/office/drawing/2014/main" id="{203F4FE4-4102-7241-9BDA-D9F3CE713E0B}"/>
                    </a:ext>
                  </a:extLst>
                </p:cNvPr>
                <p:cNvSpPr/>
                <p:nvPr/>
              </p:nvSpPr>
              <p:spPr>
                <a:xfrm>
                  <a:off x="2549476" y="5268032"/>
                  <a:ext cx="1031924" cy="904168"/>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1" name="TextBox 10">
                  <a:extLst>
                    <a:ext uri="{FF2B5EF4-FFF2-40B4-BE49-F238E27FC236}">
                      <a16:creationId xmlns:a16="http://schemas.microsoft.com/office/drawing/2014/main" id="{4E5C2BEE-9243-7749-B104-7221FAF2400A}"/>
                    </a:ext>
                  </a:extLst>
                </p:cNvPr>
                <p:cNvSpPr txBox="1"/>
                <p:nvPr/>
              </p:nvSpPr>
              <p:spPr>
                <a:xfrm>
                  <a:off x="2720387" y="5624820"/>
                  <a:ext cx="357808" cy="477054"/>
                </a:xfrm>
                <a:prstGeom prst="rect">
                  <a:avLst/>
                </a:prstGeom>
                <a:noFill/>
              </p:spPr>
              <p:txBody>
                <a:bodyPr wrap="square" rtlCol="0">
                  <a:spAutoFit/>
                </a:bodyPr>
                <a:lstStyle/>
                <a:p>
                  <a:pPr algn="ctr"/>
                  <a:r>
                    <a:rPr lang="en-VN" sz="2500"/>
                    <a:t>a</a:t>
                  </a:r>
                </a:p>
              </p:txBody>
            </p:sp>
            <p:sp>
              <p:nvSpPr>
                <p:cNvPr id="12" name="TextBox 11">
                  <a:extLst>
                    <a:ext uri="{FF2B5EF4-FFF2-40B4-BE49-F238E27FC236}">
                      <a16:creationId xmlns:a16="http://schemas.microsoft.com/office/drawing/2014/main" id="{6E88D47F-18B2-1C49-8413-22CCB65D76E7}"/>
                    </a:ext>
                  </a:extLst>
                </p:cNvPr>
                <p:cNvSpPr txBox="1"/>
                <p:nvPr/>
              </p:nvSpPr>
              <p:spPr>
                <a:xfrm>
                  <a:off x="3103541" y="5445224"/>
                  <a:ext cx="629857" cy="477054"/>
                </a:xfrm>
                <a:prstGeom prst="rect">
                  <a:avLst/>
                </a:prstGeom>
                <a:noFill/>
                <a:scene3d>
                  <a:camera prst="isometricRightUp">
                    <a:rot lat="1800000" lon="18000000" rev="0"/>
                  </a:camera>
                  <a:lightRig rig="threePt" dir="t"/>
                </a:scene3d>
              </p:spPr>
              <p:txBody>
                <a:bodyPr wrap="square" rtlCol="0">
                  <a:spAutoFit/>
                </a:bodyPr>
                <a:lstStyle/>
                <a:p>
                  <a:pPr algn="ctr"/>
                  <a:r>
                    <a:rPr lang="en-VN" sz="2500"/>
                    <a:t>int</a:t>
                  </a:r>
                </a:p>
              </p:txBody>
            </p:sp>
            <p:sp>
              <p:nvSpPr>
                <p:cNvPr id="13" name="TextBox 12">
                  <a:extLst>
                    <a:ext uri="{FF2B5EF4-FFF2-40B4-BE49-F238E27FC236}">
                      <a16:creationId xmlns:a16="http://schemas.microsoft.com/office/drawing/2014/main" id="{44A3BA20-464E-3545-9062-49CE65322D5F}"/>
                    </a:ext>
                  </a:extLst>
                </p:cNvPr>
                <p:cNvSpPr txBox="1"/>
                <p:nvPr/>
              </p:nvSpPr>
              <p:spPr>
                <a:xfrm>
                  <a:off x="2899291" y="5131179"/>
                  <a:ext cx="357808" cy="553998"/>
                </a:xfrm>
                <a:prstGeom prst="rect">
                  <a:avLst/>
                </a:prstGeom>
                <a:noFill/>
              </p:spPr>
              <p:txBody>
                <a:bodyPr wrap="square" rtlCol="0">
                  <a:spAutoFit/>
                </a:bodyPr>
                <a:lstStyle/>
                <a:p>
                  <a:pPr algn="ctr"/>
                  <a:r>
                    <a:rPr lang="en-VN" sz="3000" b="1">
                      <a:solidFill>
                        <a:schemeClr val="bg1"/>
                      </a:solidFill>
                    </a:rPr>
                    <a:t>8</a:t>
                  </a:r>
                </a:p>
              </p:txBody>
            </p:sp>
          </p:grpSp>
          <p:grpSp>
            <p:nvGrpSpPr>
              <p:cNvPr id="20" name="Group 19">
                <a:extLst>
                  <a:ext uri="{FF2B5EF4-FFF2-40B4-BE49-F238E27FC236}">
                    <a16:creationId xmlns:a16="http://schemas.microsoft.com/office/drawing/2014/main" id="{EE34EF6E-773B-AA46-A71C-449627CFCE6E}"/>
                  </a:ext>
                </a:extLst>
              </p:cNvPr>
              <p:cNvGrpSpPr/>
              <p:nvPr/>
            </p:nvGrpSpPr>
            <p:grpSpPr>
              <a:xfrm>
                <a:off x="7780566" y="4691237"/>
                <a:ext cx="1183922" cy="1041021"/>
                <a:chOff x="2549476" y="5131179"/>
                <a:chExt cx="1183922" cy="1041021"/>
              </a:xfrm>
            </p:grpSpPr>
            <p:sp>
              <p:nvSpPr>
                <p:cNvPr id="21" name="Cube 20">
                  <a:extLst>
                    <a:ext uri="{FF2B5EF4-FFF2-40B4-BE49-F238E27FC236}">
                      <a16:creationId xmlns:a16="http://schemas.microsoft.com/office/drawing/2014/main" id="{18A3C763-D36F-1C46-BC48-6FCBE0BC4C2C}"/>
                    </a:ext>
                  </a:extLst>
                </p:cNvPr>
                <p:cNvSpPr/>
                <p:nvPr/>
              </p:nvSpPr>
              <p:spPr>
                <a:xfrm>
                  <a:off x="2549476" y="5268032"/>
                  <a:ext cx="1031924" cy="904168"/>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2" name="TextBox 21">
                  <a:extLst>
                    <a:ext uri="{FF2B5EF4-FFF2-40B4-BE49-F238E27FC236}">
                      <a16:creationId xmlns:a16="http://schemas.microsoft.com/office/drawing/2014/main" id="{269ABC8A-A147-7147-9308-E8BA4D1642C8}"/>
                    </a:ext>
                  </a:extLst>
                </p:cNvPr>
                <p:cNvSpPr txBox="1"/>
                <p:nvPr/>
              </p:nvSpPr>
              <p:spPr>
                <a:xfrm>
                  <a:off x="2720387" y="5624820"/>
                  <a:ext cx="357808" cy="477054"/>
                </a:xfrm>
                <a:prstGeom prst="rect">
                  <a:avLst/>
                </a:prstGeom>
                <a:noFill/>
              </p:spPr>
              <p:txBody>
                <a:bodyPr wrap="square" rtlCol="0">
                  <a:spAutoFit/>
                </a:bodyPr>
                <a:lstStyle/>
                <a:p>
                  <a:pPr algn="ctr"/>
                  <a:r>
                    <a:rPr lang="en-VN" sz="2500"/>
                    <a:t>b</a:t>
                  </a:r>
                </a:p>
              </p:txBody>
            </p:sp>
            <p:sp>
              <p:nvSpPr>
                <p:cNvPr id="23" name="TextBox 22">
                  <a:extLst>
                    <a:ext uri="{FF2B5EF4-FFF2-40B4-BE49-F238E27FC236}">
                      <a16:creationId xmlns:a16="http://schemas.microsoft.com/office/drawing/2014/main" id="{C9580063-EDCB-634C-BECF-FE4F07DC5C25}"/>
                    </a:ext>
                  </a:extLst>
                </p:cNvPr>
                <p:cNvSpPr txBox="1"/>
                <p:nvPr/>
              </p:nvSpPr>
              <p:spPr>
                <a:xfrm>
                  <a:off x="3103541" y="5445224"/>
                  <a:ext cx="629857" cy="477054"/>
                </a:xfrm>
                <a:prstGeom prst="rect">
                  <a:avLst/>
                </a:prstGeom>
                <a:noFill/>
                <a:scene3d>
                  <a:camera prst="isometricRightUp">
                    <a:rot lat="1800000" lon="18000000" rev="0"/>
                  </a:camera>
                  <a:lightRig rig="threePt" dir="t"/>
                </a:scene3d>
              </p:spPr>
              <p:txBody>
                <a:bodyPr wrap="square" rtlCol="0">
                  <a:spAutoFit/>
                </a:bodyPr>
                <a:lstStyle/>
                <a:p>
                  <a:pPr algn="ctr"/>
                  <a:r>
                    <a:rPr lang="en-VN" sz="2500"/>
                    <a:t>int</a:t>
                  </a:r>
                </a:p>
              </p:txBody>
            </p:sp>
            <p:sp>
              <p:nvSpPr>
                <p:cNvPr id="24" name="TextBox 23">
                  <a:extLst>
                    <a:ext uri="{FF2B5EF4-FFF2-40B4-BE49-F238E27FC236}">
                      <a16:creationId xmlns:a16="http://schemas.microsoft.com/office/drawing/2014/main" id="{06906E88-C39C-4E46-861F-C2B218453DB1}"/>
                    </a:ext>
                  </a:extLst>
                </p:cNvPr>
                <p:cNvSpPr txBox="1"/>
                <p:nvPr/>
              </p:nvSpPr>
              <p:spPr>
                <a:xfrm>
                  <a:off x="2899291" y="5131179"/>
                  <a:ext cx="357808" cy="553998"/>
                </a:xfrm>
                <a:prstGeom prst="rect">
                  <a:avLst/>
                </a:prstGeom>
                <a:noFill/>
              </p:spPr>
              <p:txBody>
                <a:bodyPr wrap="square" rtlCol="0">
                  <a:spAutoFit/>
                </a:bodyPr>
                <a:lstStyle/>
                <a:p>
                  <a:pPr algn="ctr"/>
                  <a:r>
                    <a:rPr lang="en-VN" sz="3000" b="1">
                      <a:solidFill>
                        <a:schemeClr val="bg1"/>
                      </a:solidFill>
                    </a:rPr>
                    <a:t>5</a:t>
                  </a:r>
                </a:p>
              </p:txBody>
            </p:sp>
          </p:grpSp>
          <p:sp>
            <p:nvSpPr>
              <p:cNvPr id="6" name="TextBox 5">
                <a:extLst>
                  <a:ext uri="{FF2B5EF4-FFF2-40B4-BE49-F238E27FC236}">
                    <a16:creationId xmlns:a16="http://schemas.microsoft.com/office/drawing/2014/main" id="{B091BEE9-D18B-3147-BC37-7DE3EEB8580F}"/>
                  </a:ext>
                </a:extLst>
              </p:cNvPr>
              <p:cNvSpPr txBox="1"/>
              <p:nvPr/>
            </p:nvSpPr>
            <p:spPr>
              <a:xfrm>
                <a:off x="7297872" y="4321623"/>
                <a:ext cx="724979" cy="369332"/>
              </a:xfrm>
              <a:prstGeom prst="rect">
                <a:avLst/>
              </a:prstGeom>
              <a:noFill/>
            </p:spPr>
            <p:txBody>
              <a:bodyPr wrap="square" rtlCol="0">
                <a:spAutoFit/>
              </a:bodyPr>
              <a:lstStyle/>
              <a:p>
                <a:pPr algn="ctr"/>
                <a:r>
                  <a:rPr lang="en-VN" b="1">
                    <a:solidFill>
                      <a:srgbClr val="0432FF"/>
                    </a:solidFill>
                    <a:latin typeface="Calibri" panose="020F0502020204030204" pitchFamily="34" charset="0"/>
                    <a:cs typeface="Calibri" panose="020F0502020204030204" pitchFamily="34" charset="0"/>
                  </a:rPr>
                  <a:t>Main</a:t>
                </a:r>
              </a:p>
            </p:txBody>
          </p:sp>
        </p:grpSp>
      </p:grpSp>
      <p:sp>
        <p:nvSpPr>
          <p:cNvPr id="28" name="Line Callout 1 27">
            <a:extLst>
              <a:ext uri="{FF2B5EF4-FFF2-40B4-BE49-F238E27FC236}">
                <a16:creationId xmlns:a16="http://schemas.microsoft.com/office/drawing/2014/main" id="{FDAAC7D6-3B03-684C-965A-E2205CEF82B6}"/>
              </a:ext>
            </a:extLst>
          </p:cNvPr>
          <p:cNvSpPr/>
          <p:nvPr/>
        </p:nvSpPr>
        <p:spPr>
          <a:xfrm>
            <a:off x="4309201" y="2956190"/>
            <a:ext cx="4392488" cy="477055"/>
          </a:xfrm>
          <a:prstGeom prst="borderCallout1">
            <a:avLst>
              <a:gd name="adj1" fmla="val 76077"/>
              <a:gd name="adj2" fmla="val 98"/>
              <a:gd name="adj3" fmla="val 229168"/>
              <a:gd name="adj4" fmla="val -16305"/>
            </a:avLst>
          </a:prstGeom>
          <a:ln/>
        </p:spPr>
        <p:style>
          <a:lnRef idx="1">
            <a:schemeClr val="accent2"/>
          </a:lnRef>
          <a:fillRef idx="2">
            <a:schemeClr val="accent2"/>
          </a:fillRef>
          <a:effectRef idx="1">
            <a:schemeClr val="accent2"/>
          </a:effectRef>
          <a:fontRef idx="minor">
            <a:schemeClr val="dk1"/>
          </a:fontRef>
        </p:style>
        <p:txBody>
          <a:bodyPr rtlCol="0" anchor="ctr"/>
          <a:lstStyle/>
          <a:p>
            <a:r>
              <a:rPr lang="en-US" sz="2000">
                <a:solidFill>
                  <a:schemeClr val="tx1"/>
                </a:solidFill>
                <a:latin typeface="Consolas" panose="020B0609020204030204" pitchFamily="49" charset="0"/>
              </a:rPr>
              <a:t>Before swapping: </a:t>
            </a:r>
            <a:r>
              <a:rPr lang="en-GB" sz="2000" dirty="0">
                <a:solidFill>
                  <a:schemeClr val="tx1"/>
                </a:solidFill>
                <a:latin typeface="Consolas" pitchFamily="49" charset="0"/>
                <a:cs typeface="Consolas" pitchFamily="49" charset="0"/>
              </a:rPr>
              <a:t>a = 8, b = 5</a:t>
            </a:r>
          </a:p>
        </p:txBody>
      </p:sp>
    </p:spTree>
    <p:extLst>
      <p:ext uri="{BB962C8B-B14F-4D97-AF65-F5344CB8AC3E}">
        <p14:creationId xmlns:p14="http://schemas.microsoft.com/office/powerpoint/2010/main" val="9083355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dissolve">
                                      <p:cBhvr>
                                        <p:cTn id="7"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9F558-D333-EE4F-BF8A-DD5A2AF8E8E5}"/>
              </a:ext>
            </a:extLst>
          </p:cNvPr>
          <p:cNvSpPr>
            <a:spLocks noGrp="1"/>
          </p:cNvSpPr>
          <p:nvPr>
            <p:ph type="title"/>
          </p:nvPr>
        </p:nvSpPr>
        <p:spPr/>
        <p:txBody>
          <a:bodyPr>
            <a:normAutofit fontScale="90000"/>
          </a:bodyPr>
          <a:lstStyle/>
          <a:p>
            <a:r>
              <a:rPr lang="en-US"/>
              <a:t>T</a:t>
            </a:r>
            <a:r>
              <a:rPr lang="en-VN"/>
              <a:t>RUYỀN THAM TRỊ</a:t>
            </a:r>
          </a:p>
        </p:txBody>
      </p:sp>
      <p:sp>
        <p:nvSpPr>
          <p:cNvPr id="3" name="Content Placeholder 2">
            <a:extLst>
              <a:ext uri="{FF2B5EF4-FFF2-40B4-BE49-F238E27FC236}">
                <a16:creationId xmlns:a16="http://schemas.microsoft.com/office/drawing/2014/main" id="{46E931EB-84F8-664B-A670-FCDDEF319EBC}"/>
              </a:ext>
            </a:extLst>
          </p:cNvPr>
          <p:cNvSpPr>
            <a:spLocks noGrp="1"/>
          </p:cNvSpPr>
          <p:nvPr>
            <p:ph idx="1"/>
          </p:nvPr>
        </p:nvSpPr>
        <p:spPr/>
        <p:txBody>
          <a:bodyPr/>
          <a:lstStyle/>
          <a:p>
            <a:endParaRPr lang="en-VN"/>
          </a:p>
        </p:txBody>
      </p:sp>
      <p:sp>
        <p:nvSpPr>
          <p:cNvPr id="4" name="Footer Placeholder 3">
            <a:extLst>
              <a:ext uri="{FF2B5EF4-FFF2-40B4-BE49-F238E27FC236}">
                <a16:creationId xmlns:a16="http://schemas.microsoft.com/office/drawing/2014/main" id="{F03246C0-7681-AD48-868A-D72606C1877E}"/>
              </a:ext>
            </a:extLst>
          </p:cNvPr>
          <p:cNvSpPr>
            <a:spLocks noGrp="1"/>
          </p:cNvSpPr>
          <p:nvPr>
            <p:ph type="ftr" sz="quarter" idx="11"/>
          </p:nvPr>
        </p:nvSpPr>
        <p:spPr/>
        <p:txBody>
          <a:bodyPr/>
          <a:lstStyle/>
          <a:p>
            <a:r>
              <a:rPr lang="vi-VN" dirty="0"/>
              <a:t>Bài 5: Hàm</a:t>
            </a:r>
            <a:endParaRPr lang="en-US" dirty="0"/>
          </a:p>
        </p:txBody>
      </p:sp>
      <p:sp>
        <p:nvSpPr>
          <p:cNvPr id="5" name="Slide Number Placeholder 4">
            <a:extLst>
              <a:ext uri="{FF2B5EF4-FFF2-40B4-BE49-F238E27FC236}">
                <a16:creationId xmlns:a16="http://schemas.microsoft.com/office/drawing/2014/main" id="{A2231E3D-50C2-5841-8CD1-9EA17109550A}"/>
              </a:ext>
            </a:extLst>
          </p:cNvPr>
          <p:cNvSpPr>
            <a:spLocks noGrp="1"/>
          </p:cNvSpPr>
          <p:nvPr>
            <p:ph type="sldNum" sz="quarter" idx="12"/>
          </p:nvPr>
        </p:nvSpPr>
        <p:spPr/>
        <p:txBody>
          <a:bodyPr/>
          <a:lstStyle/>
          <a:p>
            <a:fld id="{1AD93096-5B34-4342-9326-69289CEAE4C2}" type="slidenum">
              <a:rPr lang="en-US" smtClean="0"/>
              <a:pPr/>
              <a:t>32</a:t>
            </a:fld>
            <a:endParaRPr lang="en-US" dirty="0"/>
          </a:p>
        </p:txBody>
      </p:sp>
      <p:sp>
        <p:nvSpPr>
          <p:cNvPr id="27" name="Content Placeholder 5">
            <a:extLst>
              <a:ext uri="{FF2B5EF4-FFF2-40B4-BE49-F238E27FC236}">
                <a16:creationId xmlns:a16="http://schemas.microsoft.com/office/drawing/2014/main" id="{AB9DFC89-818A-5444-BD5A-A62A26C593CB}"/>
              </a:ext>
            </a:extLst>
          </p:cNvPr>
          <p:cNvSpPr txBox="1">
            <a:spLocks/>
          </p:cNvSpPr>
          <p:nvPr/>
        </p:nvSpPr>
        <p:spPr>
          <a:xfrm>
            <a:off x="90386" y="1503294"/>
            <a:ext cx="6154486" cy="3851412"/>
          </a:xfrm>
          <a:prstGeom prst="rect">
            <a:avLst/>
          </a:prstGeom>
        </p:spPr>
        <p:style>
          <a:lnRef idx="2">
            <a:schemeClr val="accent2"/>
          </a:lnRef>
          <a:fillRef idx="1">
            <a:schemeClr val="lt1"/>
          </a:fillRef>
          <a:effectRef idx="0">
            <a:schemeClr val="accent2"/>
          </a:effectRef>
          <a:fontRef idx="minor">
            <a:schemeClr val="dk1"/>
          </a:fontRef>
        </p:style>
        <p:txBody>
          <a:bodyPr>
            <a:noAutofit/>
          </a:bodyPr>
          <a:lstStyle>
            <a:lvl1pPr marL="308610" indent="-257175" algn="l" rtl="0" eaLnBrk="1" latinLnBrk="0" hangingPunct="1">
              <a:spcBef>
                <a:spcPts val="525"/>
              </a:spcBef>
              <a:buSzPct val="95000"/>
              <a:buFont typeface="Wingdings"/>
              <a:buChar char=""/>
              <a:defRPr sz="1500" kern="1200" spc="0">
                <a:solidFill>
                  <a:schemeClr val="tx1"/>
                </a:solidFill>
                <a:latin typeface="+mn-lt"/>
                <a:ea typeface="+mn-ea"/>
                <a:cs typeface="Arial" pitchFamily="34" charset="0"/>
              </a:defRPr>
            </a:lvl1pPr>
            <a:lvl2pPr marL="555498" indent="-214313" algn="l" rtl="0" eaLnBrk="1" latinLnBrk="0" hangingPunct="1">
              <a:spcBef>
                <a:spcPct val="20000"/>
              </a:spcBef>
              <a:buClr>
                <a:schemeClr val="accent2"/>
              </a:buClr>
              <a:buSzPct val="90000"/>
              <a:buFont typeface="Wingdings"/>
              <a:buChar char=""/>
              <a:defRPr sz="1350" kern="1200" spc="0">
                <a:solidFill>
                  <a:schemeClr val="tx1"/>
                </a:solidFill>
                <a:latin typeface="+mn-lt"/>
                <a:ea typeface="+mn-ea"/>
                <a:cs typeface="Arial" pitchFamily="34" charset="0"/>
              </a:defRPr>
            </a:lvl2pPr>
            <a:lvl3pPr marL="747522" indent="-171450" algn="l" rtl="0" eaLnBrk="1" latinLnBrk="0" hangingPunct="1">
              <a:spcBef>
                <a:spcPct val="20000"/>
              </a:spcBef>
              <a:buClr>
                <a:schemeClr val="accent2"/>
              </a:buClr>
              <a:buFont typeface="Wingdings 2"/>
              <a:buChar char=""/>
              <a:defRPr sz="1200" kern="1200" spc="0">
                <a:solidFill>
                  <a:schemeClr val="tx1"/>
                </a:solidFill>
                <a:latin typeface="+mn-lt"/>
                <a:ea typeface="+mn-ea"/>
                <a:cs typeface="Arial" pitchFamily="34" charset="0"/>
              </a:defRPr>
            </a:lvl3pPr>
            <a:lvl4pPr marL="946404" indent="-171450" algn="l" rtl="0" eaLnBrk="1" latinLnBrk="0" hangingPunct="1">
              <a:spcBef>
                <a:spcPct val="20000"/>
              </a:spcBef>
              <a:buClr>
                <a:schemeClr val="accent3"/>
              </a:buClr>
              <a:buFont typeface="Wingdings 3"/>
              <a:buChar char=""/>
              <a:defRPr sz="1200" kern="1200" spc="0">
                <a:solidFill>
                  <a:schemeClr val="tx1"/>
                </a:solidFill>
                <a:latin typeface="+mn-lt"/>
                <a:ea typeface="+mn-ea"/>
                <a:cs typeface="Arial" pitchFamily="34" charset="0"/>
              </a:defRPr>
            </a:lvl4pPr>
            <a:lvl5pPr marL="1110996" indent="-157734" algn="l" rtl="0" eaLnBrk="1" latinLnBrk="0" hangingPunct="1">
              <a:spcBef>
                <a:spcPct val="20000"/>
              </a:spcBef>
              <a:buClr>
                <a:schemeClr val="accent3"/>
              </a:buClr>
              <a:buFont typeface="Wingdings 2"/>
              <a:buChar char=""/>
              <a:defRPr sz="1050" kern="1200" spc="0">
                <a:solidFill>
                  <a:schemeClr val="tx1"/>
                </a:solidFill>
                <a:latin typeface="+mn-lt"/>
                <a:ea typeface="+mn-ea"/>
                <a:cs typeface="Arial" pitchFamily="34" charset="0"/>
              </a:defRPr>
            </a:lvl5pPr>
            <a:lvl6pPr marL="1282446" indent="-157734" algn="l" rtl="0" eaLnBrk="1" latinLnBrk="0" hangingPunct="1">
              <a:spcBef>
                <a:spcPct val="20000"/>
              </a:spcBef>
              <a:buClr>
                <a:schemeClr val="accent3"/>
              </a:buClr>
              <a:buFont typeface="Wingdings 2"/>
              <a:buChar char=""/>
              <a:defRPr sz="1350" kern="1200">
                <a:solidFill>
                  <a:schemeClr val="tx1"/>
                </a:solidFill>
                <a:latin typeface="+mn-lt"/>
                <a:ea typeface="+mn-ea"/>
                <a:cs typeface="+mn-cs"/>
              </a:defRPr>
            </a:lvl6pPr>
            <a:lvl7pPr marL="1426464"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7pPr>
            <a:lvl8pPr marL="1570482"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8pPr>
            <a:lvl9pPr marL="1714500"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9pPr>
            <a:extLst/>
          </a:lstStyle>
          <a:p>
            <a:pPr marL="51435" indent="0">
              <a:spcBef>
                <a:spcPts val="0"/>
              </a:spcBef>
              <a:buNone/>
            </a:pPr>
            <a:r>
              <a:rPr lang="en-US" sz="1400">
                <a:solidFill>
                  <a:srgbClr val="0432FF"/>
                </a:solidFill>
                <a:latin typeface="Consolas" panose="020B0609020204030204" pitchFamily="49" charset="0"/>
              </a:rPr>
              <a:t>static</a:t>
            </a:r>
            <a:r>
              <a:rPr lang="en-US" sz="1400">
                <a:latin typeface="Consolas" panose="020B0609020204030204" pitchFamily="49" charset="0"/>
              </a:rPr>
              <a:t> </a:t>
            </a:r>
            <a:r>
              <a:rPr lang="en-US" sz="1400">
                <a:solidFill>
                  <a:srgbClr val="0000FF"/>
                </a:solidFill>
                <a:latin typeface="Consolas" panose="020B0609020204030204" pitchFamily="49" charset="0"/>
              </a:rPr>
              <a:t>void</a:t>
            </a:r>
            <a:r>
              <a:rPr lang="en-US" sz="1400">
                <a:latin typeface="Consolas" panose="020B0609020204030204" pitchFamily="49" charset="0"/>
              </a:rPr>
              <a:t> </a:t>
            </a:r>
            <a:r>
              <a:rPr lang="en-US" sz="1400" dirty="0">
                <a:solidFill>
                  <a:srgbClr val="FEA400"/>
                </a:solidFill>
                <a:latin typeface="Consolas" panose="020B0609020204030204" pitchFamily="49" charset="0"/>
              </a:rPr>
              <a:t>Swap</a:t>
            </a:r>
            <a:r>
              <a:rPr lang="en-US" sz="1400">
                <a:latin typeface="Consolas" panose="020B0609020204030204" pitchFamily="49" charset="0"/>
              </a:rPr>
              <a:t>(</a:t>
            </a:r>
            <a:r>
              <a:rPr lang="en-US" sz="1400">
                <a:solidFill>
                  <a:srgbClr val="0432FF"/>
                </a:solidFill>
                <a:highlight>
                  <a:srgbClr val="FFFF00"/>
                </a:highlight>
                <a:latin typeface="Consolas" panose="020B0609020204030204" pitchFamily="49" charset="0"/>
              </a:rPr>
              <a:t>int</a:t>
            </a:r>
            <a:r>
              <a:rPr lang="en-US" sz="1400">
                <a:solidFill>
                  <a:schemeClr val="bg1"/>
                </a:solidFill>
                <a:highlight>
                  <a:srgbClr val="FFFF00"/>
                </a:highlight>
                <a:latin typeface="Consolas" panose="020B0609020204030204" pitchFamily="49" charset="0"/>
              </a:rPr>
              <a:t> </a:t>
            </a:r>
            <a:r>
              <a:rPr lang="en-US" sz="1400">
                <a:solidFill>
                  <a:schemeClr val="accent6">
                    <a:lumMod val="75000"/>
                  </a:schemeClr>
                </a:solidFill>
                <a:highlight>
                  <a:srgbClr val="FFFF00"/>
                </a:highlight>
                <a:latin typeface="Consolas" panose="020B0609020204030204" pitchFamily="49" charset="0"/>
              </a:rPr>
              <a:t>a</a:t>
            </a:r>
            <a:r>
              <a:rPr lang="en-US" sz="1400">
                <a:highlight>
                  <a:srgbClr val="FFFF00"/>
                </a:highlight>
                <a:latin typeface="Consolas" panose="020B0609020204030204" pitchFamily="49" charset="0"/>
              </a:rPr>
              <a:t>, </a:t>
            </a:r>
            <a:r>
              <a:rPr lang="en-US" sz="1400">
                <a:solidFill>
                  <a:srgbClr val="0432FF"/>
                </a:solidFill>
                <a:highlight>
                  <a:srgbClr val="FFFF00"/>
                </a:highlight>
                <a:latin typeface="Consolas" panose="020B0609020204030204" pitchFamily="49" charset="0"/>
              </a:rPr>
              <a:t>int</a:t>
            </a:r>
            <a:r>
              <a:rPr lang="en-US" sz="1400">
                <a:solidFill>
                  <a:schemeClr val="bg1"/>
                </a:solidFill>
                <a:highlight>
                  <a:srgbClr val="FFFF00"/>
                </a:highlight>
                <a:latin typeface="Consolas" panose="020B0609020204030204" pitchFamily="49" charset="0"/>
              </a:rPr>
              <a:t> </a:t>
            </a:r>
            <a:r>
              <a:rPr lang="en-US" sz="1400">
                <a:solidFill>
                  <a:schemeClr val="accent6">
                    <a:lumMod val="75000"/>
                  </a:schemeClr>
                </a:solidFill>
                <a:highlight>
                  <a:srgbClr val="FFFF00"/>
                </a:highlight>
                <a:latin typeface="Consolas" panose="020B0609020204030204" pitchFamily="49" charset="0"/>
              </a:rPr>
              <a:t>b</a:t>
            </a:r>
            <a:r>
              <a:rPr lang="en-US" sz="1400">
                <a:latin typeface="Consolas" panose="020B0609020204030204" pitchFamily="49" charset="0"/>
              </a:rPr>
              <a:t>)</a:t>
            </a:r>
          </a:p>
          <a:p>
            <a:pPr marL="51435" indent="0">
              <a:spcBef>
                <a:spcPts val="0"/>
              </a:spcBef>
              <a:buNone/>
            </a:pPr>
            <a:r>
              <a:rPr lang="en-US" sz="1400">
                <a:latin typeface="Consolas" panose="020B0609020204030204" pitchFamily="49" charset="0"/>
              </a:rPr>
              <a:t>{</a:t>
            </a:r>
          </a:p>
          <a:p>
            <a:pPr marL="51435" indent="0">
              <a:spcBef>
                <a:spcPts val="0"/>
              </a:spcBef>
              <a:buNone/>
            </a:pPr>
            <a:r>
              <a:rPr lang="en-US" sz="1400">
                <a:solidFill>
                  <a:schemeClr val="bg1"/>
                </a:solidFill>
                <a:latin typeface="Consolas" panose="020B0609020204030204" pitchFamily="49" charset="0"/>
              </a:rPr>
              <a:t>    </a:t>
            </a:r>
            <a:r>
              <a:rPr lang="en-US" sz="1400">
                <a:solidFill>
                  <a:srgbClr val="0432FF"/>
                </a:solidFill>
                <a:latin typeface="Consolas" panose="020B0609020204030204" pitchFamily="49" charset="0"/>
              </a:rPr>
              <a:t>int</a:t>
            </a:r>
            <a:r>
              <a:rPr lang="en-US" sz="1400">
                <a:solidFill>
                  <a:schemeClr val="bg1"/>
                </a:solidFill>
                <a:latin typeface="Consolas" panose="020B0609020204030204" pitchFamily="49" charset="0"/>
              </a:rPr>
              <a:t> </a:t>
            </a:r>
            <a:r>
              <a:rPr lang="en-US" sz="1400">
                <a:solidFill>
                  <a:schemeClr val="accent6">
                    <a:lumMod val="75000"/>
                  </a:schemeClr>
                </a:solidFill>
                <a:latin typeface="Consolas" panose="020B0609020204030204" pitchFamily="49" charset="0"/>
              </a:rPr>
              <a:t>temp </a:t>
            </a:r>
            <a:r>
              <a:rPr lang="en-US" sz="1400">
                <a:latin typeface="Consolas" panose="020B0609020204030204" pitchFamily="49" charset="0"/>
              </a:rPr>
              <a:t>=</a:t>
            </a:r>
            <a:r>
              <a:rPr lang="en-US" sz="1400">
                <a:solidFill>
                  <a:schemeClr val="accent6">
                    <a:lumMod val="75000"/>
                  </a:schemeClr>
                </a:solidFill>
                <a:latin typeface="Consolas" panose="020B0609020204030204" pitchFamily="49" charset="0"/>
              </a:rPr>
              <a:t> a</a:t>
            </a:r>
          </a:p>
          <a:p>
            <a:pPr marL="51435" indent="0">
              <a:spcBef>
                <a:spcPts val="0"/>
              </a:spcBef>
              <a:buNone/>
            </a:pPr>
            <a:r>
              <a:rPr lang="en-US" sz="1400">
                <a:solidFill>
                  <a:schemeClr val="accent6">
                    <a:lumMod val="75000"/>
                  </a:schemeClr>
                </a:solidFill>
                <a:latin typeface="Consolas" panose="020B0609020204030204" pitchFamily="49" charset="0"/>
              </a:rPr>
              <a:t>    a </a:t>
            </a:r>
            <a:r>
              <a:rPr lang="en-US" sz="1400">
                <a:latin typeface="Consolas" panose="020B0609020204030204" pitchFamily="49" charset="0"/>
              </a:rPr>
              <a:t>= </a:t>
            </a:r>
            <a:r>
              <a:rPr lang="en-US" sz="1400">
                <a:solidFill>
                  <a:schemeClr val="accent6">
                    <a:lumMod val="75000"/>
                  </a:schemeClr>
                </a:solidFill>
                <a:latin typeface="Consolas" panose="020B0609020204030204" pitchFamily="49" charset="0"/>
              </a:rPr>
              <a:t>b</a:t>
            </a:r>
            <a:r>
              <a:rPr lang="en-US" sz="1400">
                <a:latin typeface="Consolas" panose="020B0609020204030204" pitchFamily="49" charset="0"/>
              </a:rPr>
              <a:t>;</a:t>
            </a:r>
          </a:p>
          <a:p>
            <a:pPr marL="51435" indent="0">
              <a:spcBef>
                <a:spcPts val="0"/>
              </a:spcBef>
              <a:buNone/>
            </a:pPr>
            <a:r>
              <a:rPr lang="en-US" sz="1400">
                <a:solidFill>
                  <a:schemeClr val="accent6">
                    <a:lumMod val="75000"/>
                  </a:schemeClr>
                </a:solidFill>
                <a:latin typeface="Consolas" panose="020B0609020204030204" pitchFamily="49" charset="0"/>
              </a:rPr>
              <a:t>    b </a:t>
            </a:r>
            <a:r>
              <a:rPr lang="en-US" sz="1400">
                <a:latin typeface="Consolas" panose="020B0609020204030204" pitchFamily="49" charset="0"/>
              </a:rPr>
              <a:t>= </a:t>
            </a:r>
            <a:r>
              <a:rPr lang="en-US" sz="1400">
                <a:solidFill>
                  <a:schemeClr val="accent6">
                    <a:lumMod val="75000"/>
                  </a:schemeClr>
                </a:solidFill>
                <a:latin typeface="Consolas" panose="020B0609020204030204" pitchFamily="49" charset="0"/>
              </a:rPr>
              <a:t>temp</a:t>
            </a:r>
            <a:r>
              <a:rPr lang="en-US" sz="1400">
                <a:latin typeface="Consolas" panose="020B0609020204030204" pitchFamily="49" charset="0"/>
              </a:rPr>
              <a:t>;</a:t>
            </a:r>
          </a:p>
          <a:p>
            <a:pPr marL="51435" indent="0">
              <a:spcBef>
                <a:spcPts val="0"/>
              </a:spcBef>
              <a:buNone/>
            </a:pPr>
            <a:r>
              <a:rPr lang="en-US" sz="1400">
                <a:solidFill>
                  <a:srgbClr val="2B91AF"/>
                </a:solidFill>
                <a:latin typeface="Consolas" panose="020B0609020204030204" pitchFamily="49" charset="0"/>
              </a:rPr>
              <a:t>    Console</a:t>
            </a:r>
            <a:r>
              <a:rPr lang="en-US" sz="1400">
                <a:latin typeface="Consolas" panose="020B0609020204030204" pitchFamily="49" charset="0"/>
              </a:rPr>
              <a:t>.</a:t>
            </a:r>
            <a:r>
              <a:rPr lang="en-US" sz="1400">
                <a:solidFill>
                  <a:srgbClr val="FEA400"/>
                </a:solidFill>
                <a:latin typeface="Consolas" panose="020B0609020204030204" pitchFamily="49" charset="0"/>
              </a:rPr>
              <a:t>WriteLine</a:t>
            </a:r>
            <a:r>
              <a:rPr lang="en-US" sz="1400">
                <a:latin typeface="Consolas" panose="020B0609020204030204" pitchFamily="49" charset="0"/>
                <a:cs typeface="Consolas" panose="020B0609020204030204" pitchFamily="49" charset="0"/>
              </a:rPr>
              <a:t>($</a:t>
            </a:r>
            <a:r>
              <a:rPr lang="en-US" sz="1400">
                <a:solidFill>
                  <a:srgbClr val="A31515"/>
                </a:solidFill>
                <a:latin typeface="Consolas" panose="020B0609020204030204" pitchFamily="49" charset="0"/>
              </a:rPr>
              <a:t>"In Swap method: a = </a:t>
            </a:r>
            <a:r>
              <a:rPr lang="en-US" sz="1400">
                <a:latin typeface="Consolas" panose="020B0609020204030204" pitchFamily="49" charset="0"/>
              </a:rPr>
              <a:t>{</a:t>
            </a:r>
            <a:r>
              <a:rPr lang="en-US" sz="1400">
                <a:solidFill>
                  <a:schemeClr val="accent6">
                    <a:lumMod val="75000"/>
                  </a:schemeClr>
                </a:solidFill>
                <a:latin typeface="Consolas" panose="020B0609020204030204" pitchFamily="49" charset="0"/>
              </a:rPr>
              <a:t>a</a:t>
            </a:r>
            <a:r>
              <a:rPr lang="en-US" sz="1400">
                <a:latin typeface="Consolas" panose="020B0609020204030204" pitchFamily="49" charset="0"/>
              </a:rPr>
              <a:t>}</a:t>
            </a:r>
            <a:r>
              <a:rPr lang="en-US" sz="1400">
                <a:solidFill>
                  <a:srgbClr val="A31515"/>
                </a:solidFill>
                <a:latin typeface="Consolas" panose="020B0609020204030204" pitchFamily="49" charset="0"/>
              </a:rPr>
              <a:t>, b = </a:t>
            </a:r>
            <a:r>
              <a:rPr lang="en-US" sz="1400">
                <a:latin typeface="Consolas" panose="020B0609020204030204" pitchFamily="49" charset="0"/>
              </a:rPr>
              <a:t>{</a:t>
            </a:r>
            <a:r>
              <a:rPr lang="en-US" sz="1400">
                <a:solidFill>
                  <a:schemeClr val="accent6">
                    <a:lumMod val="75000"/>
                  </a:schemeClr>
                </a:solidFill>
                <a:latin typeface="Consolas" panose="020B0609020204030204" pitchFamily="49" charset="0"/>
              </a:rPr>
              <a:t>b</a:t>
            </a:r>
            <a:r>
              <a:rPr lang="en-US" sz="1400">
                <a:latin typeface="Consolas" panose="020B0609020204030204" pitchFamily="49" charset="0"/>
              </a:rPr>
              <a:t>}</a:t>
            </a:r>
            <a:r>
              <a:rPr lang="en-US" sz="1400">
                <a:solidFill>
                  <a:srgbClr val="A31515"/>
                </a:solidFill>
                <a:latin typeface="Consolas" panose="020B0609020204030204" pitchFamily="49" charset="0"/>
              </a:rPr>
              <a:t>"</a:t>
            </a:r>
            <a:r>
              <a:rPr lang="en-US" sz="1400">
                <a:latin typeface="Consolas" panose="020B0609020204030204" pitchFamily="49" charset="0"/>
                <a:cs typeface="Consolas" panose="020B0609020204030204" pitchFamily="49" charset="0"/>
              </a:rPr>
              <a:t>);</a:t>
            </a:r>
            <a:endParaRPr lang="en-US" sz="1400">
              <a:latin typeface="Consolas" panose="020B0609020204030204" pitchFamily="49" charset="0"/>
            </a:endParaRPr>
          </a:p>
          <a:p>
            <a:pPr marL="51435" indent="0">
              <a:spcBef>
                <a:spcPts val="0"/>
              </a:spcBef>
              <a:buNone/>
            </a:pPr>
            <a:r>
              <a:rPr lang="en-US" sz="1400">
                <a:latin typeface="Consolas" panose="020B0609020204030204" pitchFamily="49" charset="0"/>
              </a:rPr>
              <a:t>}</a:t>
            </a:r>
          </a:p>
          <a:p>
            <a:pPr marL="51435" indent="0" algn="just">
              <a:spcBef>
                <a:spcPts val="0"/>
              </a:spcBef>
              <a:buNone/>
            </a:pPr>
            <a:endParaRPr lang="en-US" sz="1400">
              <a:solidFill>
                <a:schemeClr val="bg1"/>
              </a:solidFill>
              <a:latin typeface="Consolas" panose="020B0609020204030204" pitchFamily="49" charset="0"/>
            </a:endParaRPr>
          </a:p>
          <a:p>
            <a:pPr marL="51435" indent="0" algn="just">
              <a:spcBef>
                <a:spcPts val="0"/>
              </a:spcBef>
              <a:buNone/>
            </a:pPr>
            <a:r>
              <a:rPr lang="en-US" sz="1400">
                <a:solidFill>
                  <a:srgbClr val="0000FF"/>
                </a:solidFill>
                <a:latin typeface="Consolas" panose="020B0609020204030204" pitchFamily="49" charset="0"/>
              </a:rPr>
              <a:t>static</a:t>
            </a:r>
            <a:r>
              <a:rPr lang="en-US" sz="1400">
                <a:latin typeface="Consolas" panose="020B0609020204030204" pitchFamily="49" charset="0"/>
              </a:rPr>
              <a:t> </a:t>
            </a:r>
            <a:r>
              <a:rPr lang="en-US" sz="1400">
                <a:solidFill>
                  <a:srgbClr val="0000FF"/>
                </a:solidFill>
                <a:latin typeface="Consolas" panose="020B0609020204030204" pitchFamily="49" charset="0"/>
              </a:rPr>
              <a:t>void</a:t>
            </a:r>
            <a:r>
              <a:rPr lang="en-US" sz="1400">
                <a:latin typeface="Consolas" panose="020B0609020204030204" pitchFamily="49" charset="0"/>
              </a:rPr>
              <a:t> </a:t>
            </a:r>
            <a:r>
              <a:rPr lang="en-US" sz="1400">
                <a:solidFill>
                  <a:srgbClr val="FEA400"/>
                </a:solidFill>
                <a:latin typeface="Consolas" panose="020B0609020204030204" pitchFamily="49" charset="0"/>
              </a:rPr>
              <a:t>Main</a:t>
            </a:r>
            <a:r>
              <a:rPr lang="en-US" sz="1400">
                <a:latin typeface="Consolas" panose="020B0609020204030204" pitchFamily="49" charset="0"/>
              </a:rPr>
              <a:t>(</a:t>
            </a:r>
            <a:r>
              <a:rPr lang="en-US" sz="1400">
                <a:solidFill>
                  <a:srgbClr val="0000FF"/>
                </a:solidFill>
                <a:latin typeface="Consolas" panose="020B0609020204030204" pitchFamily="49" charset="0"/>
              </a:rPr>
              <a:t>string</a:t>
            </a:r>
            <a:r>
              <a:rPr lang="en-US" sz="1400">
                <a:latin typeface="Consolas" panose="020B0609020204030204" pitchFamily="49" charset="0"/>
              </a:rPr>
              <a:t>[] args)</a:t>
            </a:r>
          </a:p>
          <a:p>
            <a:pPr marL="51435" indent="0" algn="just">
              <a:spcBef>
                <a:spcPts val="0"/>
              </a:spcBef>
              <a:buNone/>
            </a:pPr>
            <a:r>
              <a:rPr lang="en-US" sz="1400">
                <a:latin typeface="Consolas" panose="020B0609020204030204" pitchFamily="49" charset="0"/>
              </a:rPr>
              <a:t>{</a:t>
            </a:r>
          </a:p>
          <a:p>
            <a:pPr marL="51435" indent="0">
              <a:spcBef>
                <a:spcPts val="0"/>
              </a:spcBef>
              <a:buNone/>
            </a:pPr>
            <a:r>
              <a:rPr lang="en-US" sz="1400">
                <a:solidFill>
                  <a:srgbClr val="0432FF"/>
                </a:solidFill>
                <a:latin typeface="Consolas" panose="020B0609020204030204" pitchFamily="49" charset="0"/>
              </a:rPr>
              <a:t>    int</a:t>
            </a:r>
            <a:r>
              <a:rPr lang="en-US" sz="1400">
                <a:solidFill>
                  <a:schemeClr val="bg1"/>
                </a:solidFill>
                <a:latin typeface="Consolas" panose="020B0609020204030204" pitchFamily="49" charset="0"/>
              </a:rPr>
              <a:t> </a:t>
            </a:r>
            <a:r>
              <a:rPr lang="en-US" sz="1400">
                <a:solidFill>
                  <a:schemeClr val="accent6">
                    <a:lumMod val="75000"/>
                  </a:schemeClr>
                </a:solidFill>
                <a:latin typeface="Consolas" panose="020B0609020204030204" pitchFamily="49" charset="0"/>
              </a:rPr>
              <a:t>a </a:t>
            </a:r>
            <a:r>
              <a:rPr lang="en-US" sz="1400">
                <a:latin typeface="Consolas" panose="020B0609020204030204" pitchFamily="49" charset="0"/>
              </a:rPr>
              <a:t>= 8;</a:t>
            </a:r>
          </a:p>
          <a:p>
            <a:pPr marL="51435" indent="0">
              <a:spcBef>
                <a:spcPts val="0"/>
              </a:spcBef>
              <a:buNone/>
            </a:pPr>
            <a:r>
              <a:rPr lang="en-US" sz="1400">
                <a:solidFill>
                  <a:srgbClr val="0432FF"/>
                </a:solidFill>
                <a:latin typeface="Consolas" panose="020B0609020204030204" pitchFamily="49" charset="0"/>
              </a:rPr>
              <a:t>    int</a:t>
            </a:r>
            <a:r>
              <a:rPr lang="en-US" sz="1400">
                <a:solidFill>
                  <a:schemeClr val="bg1"/>
                </a:solidFill>
                <a:latin typeface="Consolas" panose="020B0609020204030204" pitchFamily="49" charset="0"/>
              </a:rPr>
              <a:t> </a:t>
            </a:r>
            <a:r>
              <a:rPr lang="en-US" sz="1400">
                <a:solidFill>
                  <a:schemeClr val="accent6">
                    <a:lumMod val="75000"/>
                  </a:schemeClr>
                </a:solidFill>
                <a:latin typeface="Consolas" panose="020B0609020204030204" pitchFamily="49" charset="0"/>
              </a:rPr>
              <a:t>b </a:t>
            </a:r>
            <a:r>
              <a:rPr lang="en-US" sz="1400">
                <a:latin typeface="Consolas" panose="020B0609020204030204" pitchFamily="49" charset="0"/>
              </a:rPr>
              <a:t>= 5;</a:t>
            </a:r>
          </a:p>
          <a:p>
            <a:pPr marL="51435" indent="0">
              <a:spcBef>
                <a:spcPts val="0"/>
              </a:spcBef>
              <a:buNone/>
            </a:pPr>
            <a:r>
              <a:rPr lang="en-US" sz="1400">
                <a:solidFill>
                  <a:srgbClr val="2B91AF"/>
                </a:solidFill>
                <a:latin typeface="Consolas" panose="020B0609020204030204" pitchFamily="49" charset="0"/>
              </a:rPr>
              <a:t>    Console</a:t>
            </a:r>
            <a:r>
              <a:rPr lang="en-US" sz="1400">
                <a:latin typeface="Consolas" panose="020B0609020204030204" pitchFamily="49" charset="0"/>
              </a:rPr>
              <a:t>.</a:t>
            </a:r>
            <a:r>
              <a:rPr lang="en-US" sz="1400">
                <a:solidFill>
                  <a:srgbClr val="FEA400"/>
                </a:solidFill>
                <a:latin typeface="Consolas" panose="020B0609020204030204" pitchFamily="49" charset="0"/>
              </a:rPr>
              <a:t>WriteLine</a:t>
            </a:r>
            <a:r>
              <a:rPr lang="en-US" sz="1400">
                <a:latin typeface="Consolas" panose="020B0609020204030204" pitchFamily="49" charset="0"/>
                <a:cs typeface="Consolas" panose="020B0609020204030204" pitchFamily="49" charset="0"/>
              </a:rPr>
              <a:t>($</a:t>
            </a:r>
            <a:r>
              <a:rPr lang="en-US" sz="1400">
                <a:solidFill>
                  <a:srgbClr val="A31515"/>
                </a:solidFill>
                <a:latin typeface="Consolas" panose="020B0609020204030204" pitchFamily="49" charset="0"/>
              </a:rPr>
              <a:t>"Before swapping: a = </a:t>
            </a:r>
            <a:r>
              <a:rPr lang="en-US" sz="1400">
                <a:latin typeface="Consolas" panose="020B0609020204030204" pitchFamily="49" charset="0"/>
              </a:rPr>
              <a:t>{</a:t>
            </a:r>
            <a:r>
              <a:rPr lang="en-US" sz="1400">
                <a:solidFill>
                  <a:schemeClr val="accent6">
                    <a:lumMod val="75000"/>
                  </a:schemeClr>
                </a:solidFill>
                <a:latin typeface="Consolas" panose="020B0609020204030204" pitchFamily="49" charset="0"/>
              </a:rPr>
              <a:t>a</a:t>
            </a:r>
            <a:r>
              <a:rPr lang="en-US" sz="1400">
                <a:latin typeface="Consolas" panose="020B0609020204030204" pitchFamily="49" charset="0"/>
              </a:rPr>
              <a:t>}</a:t>
            </a:r>
            <a:r>
              <a:rPr lang="en-US" sz="1400">
                <a:solidFill>
                  <a:srgbClr val="A31515"/>
                </a:solidFill>
                <a:latin typeface="Consolas" panose="020B0609020204030204" pitchFamily="49" charset="0"/>
              </a:rPr>
              <a:t>, b = </a:t>
            </a:r>
            <a:r>
              <a:rPr lang="en-US" sz="1400">
                <a:latin typeface="Consolas" panose="020B0609020204030204" pitchFamily="49" charset="0"/>
              </a:rPr>
              <a:t>{</a:t>
            </a:r>
            <a:r>
              <a:rPr lang="en-US" sz="1400">
                <a:solidFill>
                  <a:schemeClr val="accent6">
                    <a:lumMod val="75000"/>
                  </a:schemeClr>
                </a:solidFill>
                <a:latin typeface="Consolas" panose="020B0609020204030204" pitchFamily="49" charset="0"/>
              </a:rPr>
              <a:t>b</a:t>
            </a:r>
            <a:r>
              <a:rPr lang="en-US" sz="1400">
                <a:latin typeface="Consolas" panose="020B0609020204030204" pitchFamily="49" charset="0"/>
              </a:rPr>
              <a:t>}</a:t>
            </a:r>
            <a:r>
              <a:rPr lang="en-US" sz="1400">
                <a:solidFill>
                  <a:srgbClr val="A31515"/>
                </a:solidFill>
                <a:latin typeface="Consolas" panose="020B0609020204030204" pitchFamily="49" charset="0"/>
              </a:rPr>
              <a:t>"</a:t>
            </a:r>
            <a:r>
              <a:rPr lang="en-US" sz="1400">
                <a:latin typeface="Consolas" panose="020B0609020204030204" pitchFamily="49" charset="0"/>
                <a:cs typeface="Consolas" panose="020B0609020204030204" pitchFamily="49" charset="0"/>
              </a:rPr>
              <a:t>);</a:t>
            </a:r>
          </a:p>
          <a:p>
            <a:pPr marL="51435" indent="0">
              <a:spcBef>
                <a:spcPts val="0"/>
              </a:spcBef>
              <a:buNone/>
            </a:pPr>
            <a:r>
              <a:rPr lang="en-US" sz="1400" dirty="0">
                <a:solidFill>
                  <a:srgbClr val="FEA400"/>
                </a:solidFill>
                <a:latin typeface="Consolas" panose="020B0609020204030204" pitchFamily="49" charset="0"/>
              </a:rPr>
              <a:t>    Swap</a:t>
            </a:r>
            <a:r>
              <a:rPr lang="en-US" sz="1400">
                <a:latin typeface="Consolas" panose="020B0609020204030204" pitchFamily="49" charset="0"/>
              </a:rPr>
              <a:t>(</a:t>
            </a:r>
            <a:r>
              <a:rPr lang="en-US" sz="1400">
                <a:solidFill>
                  <a:schemeClr val="accent6">
                    <a:lumMod val="75000"/>
                  </a:schemeClr>
                </a:solidFill>
                <a:latin typeface="Consolas" panose="020B0609020204030204" pitchFamily="49" charset="0"/>
              </a:rPr>
              <a:t>a</a:t>
            </a:r>
            <a:r>
              <a:rPr lang="en-US" sz="1400">
                <a:latin typeface="Consolas" panose="020B0609020204030204" pitchFamily="49" charset="0"/>
              </a:rPr>
              <a:t>, </a:t>
            </a:r>
            <a:r>
              <a:rPr lang="en-US" sz="1400">
                <a:solidFill>
                  <a:schemeClr val="accent6">
                    <a:lumMod val="75000"/>
                  </a:schemeClr>
                </a:solidFill>
                <a:latin typeface="Consolas" panose="020B0609020204030204" pitchFamily="49" charset="0"/>
              </a:rPr>
              <a:t>b</a:t>
            </a:r>
            <a:r>
              <a:rPr lang="en-US" sz="1400">
                <a:latin typeface="Consolas" panose="020B0609020204030204" pitchFamily="49" charset="0"/>
              </a:rPr>
              <a:t>);</a:t>
            </a:r>
          </a:p>
          <a:p>
            <a:pPr marL="51435" indent="0">
              <a:spcBef>
                <a:spcPts val="0"/>
              </a:spcBef>
              <a:buNone/>
            </a:pPr>
            <a:r>
              <a:rPr lang="en-US" sz="1400">
                <a:solidFill>
                  <a:srgbClr val="2B91AF"/>
                </a:solidFill>
                <a:latin typeface="Consolas" panose="020B0609020204030204" pitchFamily="49" charset="0"/>
              </a:rPr>
              <a:t>    Console</a:t>
            </a:r>
            <a:r>
              <a:rPr lang="en-US" sz="1400">
                <a:solidFill>
                  <a:schemeClr val="bg1"/>
                </a:solidFill>
                <a:latin typeface="Consolas" panose="020B0609020204030204" pitchFamily="49" charset="0"/>
              </a:rPr>
              <a:t>.</a:t>
            </a:r>
            <a:r>
              <a:rPr lang="en-US" sz="1400">
                <a:solidFill>
                  <a:srgbClr val="FEA400"/>
                </a:solidFill>
                <a:latin typeface="Consolas" panose="020B0609020204030204" pitchFamily="49" charset="0"/>
              </a:rPr>
              <a:t>WriteLine</a:t>
            </a:r>
            <a:r>
              <a:rPr lang="en-US" sz="1400">
                <a:latin typeface="Consolas" panose="020B0609020204030204" pitchFamily="49" charset="0"/>
                <a:cs typeface="Consolas" panose="020B0609020204030204" pitchFamily="49" charset="0"/>
              </a:rPr>
              <a:t>($</a:t>
            </a:r>
            <a:r>
              <a:rPr lang="en-US" sz="1400">
                <a:solidFill>
                  <a:srgbClr val="A31515"/>
                </a:solidFill>
                <a:latin typeface="Consolas" panose="020B0609020204030204" pitchFamily="49" charset="0"/>
              </a:rPr>
              <a:t>"After swapping: a = </a:t>
            </a:r>
            <a:r>
              <a:rPr lang="en-US" sz="1400">
                <a:latin typeface="Consolas" panose="020B0609020204030204" pitchFamily="49" charset="0"/>
              </a:rPr>
              <a:t>{</a:t>
            </a:r>
            <a:r>
              <a:rPr lang="en-US" sz="1400">
                <a:solidFill>
                  <a:schemeClr val="accent6">
                    <a:lumMod val="75000"/>
                  </a:schemeClr>
                </a:solidFill>
                <a:latin typeface="Consolas" panose="020B0609020204030204" pitchFamily="49" charset="0"/>
              </a:rPr>
              <a:t>a</a:t>
            </a:r>
            <a:r>
              <a:rPr lang="en-US" sz="1400">
                <a:latin typeface="Consolas" panose="020B0609020204030204" pitchFamily="49" charset="0"/>
              </a:rPr>
              <a:t>}</a:t>
            </a:r>
            <a:r>
              <a:rPr lang="en-US" sz="1400">
                <a:solidFill>
                  <a:srgbClr val="A31515"/>
                </a:solidFill>
                <a:latin typeface="Consolas" panose="020B0609020204030204" pitchFamily="49" charset="0"/>
              </a:rPr>
              <a:t>, b = </a:t>
            </a:r>
            <a:r>
              <a:rPr lang="en-US" sz="1400">
                <a:latin typeface="Consolas" panose="020B0609020204030204" pitchFamily="49" charset="0"/>
              </a:rPr>
              <a:t>{</a:t>
            </a:r>
            <a:r>
              <a:rPr lang="en-US" sz="1400">
                <a:solidFill>
                  <a:schemeClr val="accent6">
                    <a:lumMod val="75000"/>
                  </a:schemeClr>
                </a:solidFill>
                <a:latin typeface="Consolas" panose="020B0609020204030204" pitchFamily="49" charset="0"/>
              </a:rPr>
              <a:t>b</a:t>
            </a:r>
            <a:r>
              <a:rPr lang="en-US" sz="1400">
                <a:latin typeface="Consolas" panose="020B0609020204030204" pitchFamily="49" charset="0"/>
              </a:rPr>
              <a:t>}</a:t>
            </a:r>
            <a:r>
              <a:rPr lang="en-US" sz="1400">
                <a:solidFill>
                  <a:srgbClr val="A31515"/>
                </a:solidFill>
                <a:latin typeface="Consolas" panose="020B0609020204030204" pitchFamily="49" charset="0"/>
              </a:rPr>
              <a:t>"</a:t>
            </a:r>
            <a:r>
              <a:rPr lang="en-US" sz="1400">
                <a:latin typeface="Consolas" panose="020B0609020204030204" pitchFamily="49" charset="0"/>
                <a:cs typeface="Consolas" panose="020B0609020204030204" pitchFamily="49" charset="0"/>
              </a:rPr>
              <a:t>);</a:t>
            </a:r>
            <a:endParaRPr lang="en-US" sz="1400">
              <a:latin typeface="Consolas" panose="020B0609020204030204" pitchFamily="49" charset="0"/>
            </a:endParaRPr>
          </a:p>
          <a:p>
            <a:pPr marL="51435" indent="0">
              <a:spcBef>
                <a:spcPts val="0"/>
              </a:spcBef>
              <a:buNone/>
            </a:pPr>
            <a:r>
              <a:rPr lang="en-US" sz="1400">
                <a:latin typeface="Consolas" panose="020B0609020204030204" pitchFamily="49" charset="0"/>
              </a:rPr>
              <a:t>}</a:t>
            </a:r>
          </a:p>
        </p:txBody>
      </p:sp>
      <p:sp>
        <p:nvSpPr>
          <p:cNvPr id="25" name="Rectangle 24">
            <a:extLst>
              <a:ext uri="{FF2B5EF4-FFF2-40B4-BE49-F238E27FC236}">
                <a16:creationId xmlns:a16="http://schemas.microsoft.com/office/drawing/2014/main" id="{DC70CD03-0CB7-C74B-ADCF-886EEF99FC2C}"/>
              </a:ext>
            </a:extLst>
          </p:cNvPr>
          <p:cNvSpPr/>
          <p:nvPr/>
        </p:nvSpPr>
        <p:spPr>
          <a:xfrm>
            <a:off x="576375" y="4293069"/>
            <a:ext cx="5620887" cy="314327"/>
          </a:xfrm>
          <a:prstGeom prst="rect">
            <a:avLst/>
          </a:prstGeom>
          <a:solidFill>
            <a:srgbClr val="FFFF00">
              <a:alpha val="26391"/>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7" name="Curved Right Arrow 16">
            <a:extLst>
              <a:ext uri="{FF2B5EF4-FFF2-40B4-BE49-F238E27FC236}">
                <a16:creationId xmlns:a16="http://schemas.microsoft.com/office/drawing/2014/main" id="{F121E1D2-CA13-4242-9914-8F81BB55A8A5}"/>
              </a:ext>
            </a:extLst>
          </p:cNvPr>
          <p:cNvSpPr/>
          <p:nvPr/>
        </p:nvSpPr>
        <p:spPr>
          <a:xfrm rot="10800000">
            <a:off x="3167629" y="1475210"/>
            <a:ext cx="865267" cy="3031335"/>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solidFill>
                <a:schemeClr val="tx1"/>
              </a:solidFill>
            </a:endParaRPr>
          </a:p>
        </p:txBody>
      </p:sp>
      <p:grpSp>
        <p:nvGrpSpPr>
          <p:cNvPr id="15" name="Group 14">
            <a:extLst>
              <a:ext uri="{FF2B5EF4-FFF2-40B4-BE49-F238E27FC236}">
                <a16:creationId xmlns:a16="http://schemas.microsoft.com/office/drawing/2014/main" id="{A046A67F-7A43-1133-74FB-B9C40CF4DA0D}"/>
              </a:ext>
            </a:extLst>
          </p:cNvPr>
          <p:cNvGrpSpPr/>
          <p:nvPr/>
        </p:nvGrpSpPr>
        <p:grpSpPr>
          <a:xfrm>
            <a:off x="6375617" y="1500240"/>
            <a:ext cx="2660879" cy="3857521"/>
            <a:chOff x="6375617" y="2153543"/>
            <a:chExt cx="2660879" cy="3857521"/>
          </a:xfrm>
        </p:grpSpPr>
        <p:sp>
          <p:nvSpPr>
            <p:cNvPr id="7" name="Rectangle 6">
              <a:extLst>
                <a:ext uri="{FF2B5EF4-FFF2-40B4-BE49-F238E27FC236}">
                  <a16:creationId xmlns:a16="http://schemas.microsoft.com/office/drawing/2014/main" id="{017118D7-FF79-3B44-A42B-3224CA0A0058}"/>
                </a:ext>
              </a:extLst>
            </p:cNvPr>
            <p:cNvSpPr/>
            <p:nvPr/>
          </p:nvSpPr>
          <p:spPr>
            <a:xfrm>
              <a:off x="6375617" y="2153543"/>
              <a:ext cx="2660879" cy="3857521"/>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VN"/>
            </a:p>
          </p:txBody>
        </p:sp>
        <p:grpSp>
          <p:nvGrpSpPr>
            <p:cNvPr id="14" name="Group 13">
              <a:extLst>
                <a:ext uri="{FF2B5EF4-FFF2-40B4-BE49-F238E27FC236}">
                  <a16:creationId xmlns:a16="http://schemas.microsoft.com/office/drawing/2014/main" id="{8DC8490A-FEC6-A246-8550-4196DCEAB4FC}"/>
                </a:ext>
              </a:extLst>
            </p:cNvPr>
            <p:cNvGrpSpPr/>
            <p:nvPr/>
          </p:nvGrpSpPr>
          <p:grpSpPr>
            <a:xfrm>
              <a:off x="6448566" y="4221088"/>
              <a:ext cx="2515922" cy="1694776"/>
              <a:chOff x="6448566" y="4221088"/>
              <a:chExt cx="2515922" cy="1694776"/>
            </a:xfrm>
          </p:grpSpPr>
          <p:grpSp>
            <p:nvGrpSpPr>
              <p:cNvPr id="8" name="Group 7">
                <a:extLst>
                  <a:ext uri="{FF2B5EF4-FFF2-40B4-BE49-F238E27FC236}">
                    <a16:creationId xmlns:a16="http://schemas.microsoft.com/office/drawing/2014/main" id="{E28B5928-840B-464B-841B-75D2B3DAA252}"/>
                  </a:ext>
                </a:extLst>
              </p:cNvPr>
              <p:cNvGrpSpPr/>
              <p:nvPr/>
            </p:nvGrpSpPr>
            <p:grpSpPr>
              <a:xfrm>
                <a:off x="6448566" y="4221088"/>
                <a:ext cx="2507622" cy="1694776"/>
                <a:chOff x="6448566" y="4221088"/>
                <a:chExt cx="2507622" cy="1694776"/>
              </a:xfrm>
            </p:grpSpPr>
            <p:sp>
              <p:nvSpPr>
                <p:cNvPr id="26" name="Rectangle 25">
                  <a:extLst>
                    <a:ext uri="{FF2B5EF4-FFF2-40B4-BE49-F238E27FC236}">
                      <a16:creationId xmlns:a16="http://schemas.microsoft.com/office/drawing/2014/main" id="{4308B351-EAA4-8E45-84E0-515CD6E4F1A9}"/>
                    </a:ext>
                  </a:extLst>
                </p:cNvPr>
                <p:cNvSpPr/>
                <p:nvPr/>
              </p:nvSpPr>
              <p:spPr>
                <a:xfrm>
                  <a:off x="6448566" y="4221088"/>
                  <a:ext cx="2507622" cy="1694776"/>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VN"/>
                </a:p>
              </p:txBody>
            </p:sp>
            <p:sp>
              <p:nvSpPr>
                <p:cNvPr id="6" name="TextBox 5">
                  <a:extLst>
                    <a:ext uri="{FF2B5EF4-FFF2-40B4-BE49-F238E27FC236}">
                      <a16:creationId xmlns:a16="http://schemas.microsoft.com/office/drawing/2014/main" id="{B091BEE9-D18B-3147-BC37-7DE3EEB8580F}"/>
                    </a:ext>
                  </a:extLst>
                </p:cNvPr>
                <p:cNvSpPr txBox="1"/>
                <p:nvPr/>
              </p:nvSpPr>
              <p:spPr>
                <a:xfrm>
                  <a:off x="7297872" y="4321623"/>
                  <a:ext cx="724979" cy="369332"/>
                </a:xfrm>
                <a:prstGeom prst="rect">
                  <a:avLst/>
                </a:prstGeom>
                <a:noFill/>
              </p:spPr>
              <p:txBody>
                <a:bodyPr wrap="square" rtlCol="0">
                  <a:spAutoFit/>
                </a:bodyPr>
                <a:lstStyle/>
                <a:p>
                  <a:pPr algn="ctr"/>
                  <a:r>
                    <a:rPr lang="en-VN" b="1">
                      <a:solidFill>
                        <a:srgbClr val="0432FF"/>
                      </a:solidFill>
                      <a:latin typeface="Calibri" panose="020F0502020204030204" pitchFamily="34" charset="0"/>
                      <a:cs typeface="Calibri" panose="020F0502020204030204" pitchFamily="34" charset="0"/>
                    </a:rPr>
                    <a:t>Main</a:t>
                  </a:r>
                </a:p>
              </p:txBody>
            </p:sp>
          </p:grpSp>
          <p:grpSp>
            <p:nvGrpSpPr>
              <p:cNvPr id="9" name="Group 8">
                <a:extLst>
                  <a:ext uri="{FF2B5EF4-FFF2-40B4-BE49-F238E27FC236}">
                    <a16:creationId xmlns:a16="http://schemas.microsoft.com/office/drawing/2014/main" id="{1FC3DDDF-6B29-1043-8642-104679B9CF34}"/>
                  </a:ext>
                </a:extLst>
              </p:cNvPr>
              <p:cNvGrpSpPr/>
              <p:nvPr/>
            </p:nvGrpSpPr>
            <p:grpSpPr>
              <a:xfrm>
                <a:off x="6628438" y="4708127"/>
                <a:ext cx="1183922" cy="1041021"/>
                <a:chOff x="2549476" y="5131179"/>
                <a:chExt cx="1183922" cy="1041021"/>
              </a:xfrm>
            </p:grpSpPr>
            <p:sp>
              <p:nvSpPr>
                <p:cNvPr id="10" name="Cube 9">
                  <a:extLst>
                    <a:ext uri="{FF2B5EF4-FFF2-40B4-BE49-F238E27FC236}">
                      <a16:creationId xmlns:a16="http://schemas.microsoft.com/office/drawing/2014/main" id="{203F4FE4-4102-7241-9BDA-D9F3CE713E0B}"/>
                    </a:ext>
                  </a:extLst>
                </p:cNvPr>
                <p:cNvSpPr/>
                <p:nvPr/>
              </p:nvSpPr>
              <p:spPr>
                <a:xfrm>
                  <a:off x="2549476" y="5268032"/>
                  <a:ext cx="1031924" cy="904168"/>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1" name="TextBox 10">
                  <a:extLst>
                    <a:ext uri="{FF2B5EF4-FFF2-40B4-BE49-F238E27FC236}">
                      <a16:creationId xmlns:a16="http://schemas.microsoft.com/office/drawing/2014/main" id="{4E5C2BEE-9243-7749-B104-7221FAF2400A}"/>
                    </a:ext>
                  </a:extLst>
                </p:cNvPr>
                <p:cNvSpPr txBox="1"/>
                <p:nvPr/>
              </p:nvSpPr>
              <p:spPr>
                <a:xfrm>
                  <a:off x="2720387" y="5624820"/>
                  <a:ext cx="357808" cy="477054"/>
                </a:xfrm>
                <a:prstGeom prst="rect">
                  <a:avLst/>
                </a:prstGeom>
                <a:noFill/>
              </p:spPr>
              <p:txBody>
                <a:bodyPr wrap="square" rtlCol="0">
                  <a:spAutoFit/>
                </a:bodyPr>
                <a:lstStyle/>
                <a:p>
                  <a:pPr algn="ctr"/>
                  <a:r>
                    <a:rPr lang="en-VN" sz="2500"/>
                    <a:t>a</a:t>
                  </a:r>
                </a:p>
              </p:txBody>
            </p:sp>
            <p:sp>
              <p:nvSpPr>
                <p:cNvPr id="12" name="TextBox 11">
                  <a:extLst>
                    <a:ext uri="{FF2B5EF4-FFF2-40B4-BE49-F238E27FC236}">
                      <a16:creationId xmlns:a16="http://schemas.microsoft.com/office/drawing/2014/main" id="{6E88D47F-18B2-1C49-8413-22CCB65D76E7}"/>
                    </a:ext>
                  </a:extLst>
                </p:cNvPr>
                <p:cNvSpPr txBox="1"/>
                <p:nvPr/>
              </p:nvSpPr>
              <p:spPr>
                <a:xfrm>
                  <a:off x="3103541" y="5445224"/>
                  <a:ext cx="629857" cy="477054"/>
                </a:xfrm>
                <a:prstGeom prst="rect">
                  <a:avLst/>
                </a:prstGeom>
                <a:noFill/>
                <a:scene3d>
                  <a:camera prst="isometricRightUp">
                    <a:rot lat="1800000" lon="18000000" rev="0"/>
                  </a:camera>
                  <a:lightRig rig="threePt" dir="t"/>
                </a:scene3d>
              </p:spPr>
              <p:txBody>
                <a:bodyPr wrap="square" rtlCol="0">
                  <a:spAutoFit/>
                </a:bodyPr>
                <a:lstStyle/>
                <a:p>
                  <a:pPr algn="ctr"/>
                  <a:r>
                    <a:rPr lang="en-VN" sz="2500"/>
                    <a:t>int</a:t>
                  </a:r>
                </a:p>
              </p:txBody>
            </p:sp>
            <p:sp>
              <p:nvSpPr>
                <p:cNvPr id="13" name="TextBox 12">
                  <a:extLst>
                    <a:ext uri="{FF2B5EF4-FFF2-40B4-BE49-F238E27FC236}">
                      <a16:creationId xmlns:a16="http://schemas.microsoft.com/office/drawing/2014/main" id="{44A3BA20-464E-3545-9062-49CE65322D5F}"/>
                    </a:ext>
                  </a:extLst>
                </p:cNvPr>
                <p:cNvSpPr txBox="1"/>
                <p:nvPr/>
              </p:nvSpPr>
              <p:spPr>
                <a:xfrm>
                  <a:off x="2899291" y="5131179"/>
                  <a:ext cx="357808" cy="553998"/>
                </a:xfrm>
                <a:prstGeom prst="rect">
                  <a:avLst/>
                </a:prstGeom>
                <a:noFill/>
              </p:spPr>
              <p:txBody>
                <a:bodyPr wrap="square" rtlCol="0">
                  <a:spAutoFit/>
                </a:bodyPr>
                <a:lstStyle/>
                <a:p>
                  <a:pPr algn="ctr"/>
                  <a:r>
                    <a:rPr lang="en-VN" sz="3000" b="1">
                      <a:solidFill>
                        <a:schemeClr val="bg1"/>
                      </a:solidFill>
                    </a:rPr>
                    <a:t>8</a:t>
                  </a:r>
                </a:p>
              </p:txBody>
            </p:sp>
          </p:grpSp>
          <p:grpSp>
            <p:nvGrpSpPr>
              <p:cNvPr id="20" name="Group 19">
                <a:extLst>
                  <a:ext uri="{FF2B5EF4-FFF2-40B4-BE49-F238E27FC236}">
                    <a16:creationId xmlns:a16="http://schemas.microsoft.com/office/drawing/2014/main" id="{EE34EF6E-773B-AA46-A71C-449627CFCE6E}"/>
                  </a:ext>
                </a:extLst>
              </p:cNvPr>
              <p:cNvGrpSpPr/>
              <p:nvPr/>
            </p:nvGrpSpPr>
            <p:grpSpPr>
              <a:xfrm>
                <a:off x="7780566" y="4691237"/>
                <a:ext cx="1183922" cy="1041021"/>
                <a:chOff x="2549476" y="5131179"/>
                <a:chExt cx="1183922" cy="1041021"/>
              </a:xfrm>
            </p:grpSpPr>
            <p:sp>
              <p:nvSpPr>
                <p:cNvPr id="21" name="Cube 20">
                  <a:extLst>
                    <a:ext uri="{FF2B5EF4-FFF2-40B4-BE49-F238E27FC236}">
                      <a16:creationId xmlns:a16="http://schemas.microsoft.com/office/drawing/2014/main" id="{18A3C763-D36F-1C46-BC48-6FCBE0BC4C2C}"/>
                    </a:ext>
                  </a:extLst>
                </p:cNvPr>
                <p:cNvSpPr/>
                <p:nvPr/>
              </p:nvSpPr>
              <p:spPr>
                <a:xfrm>
                  <a:off x="2549476" y="5268032"/>
                  <a:ext cx="1031924" cy="904168"/>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2" name="TextBox 21">
                  <a:extLst>
                    <a:ext uri="{FF2B5EF4-FFF2-40B4-BE49-F238E27FC236}">
                      <a16:creationId xmlns:a16="http://schemas.microsoft.com/office/drawing/2014/main" id="{269ABC8A-A147-7147-9308-E8BA4D1642C8}"/>
                    </a:ext>
                  </a:extLst>
                </p:cNvPr>
                <p:cNvSpPr txBox="1"/>
                <p:nvPr/>
              </p:nvSpPr>
              <p:spPr>
                <a:xfrm>
                  <a:off x="2720387" y="5624820"/>
                  <a:ext cx="357808" cy="477054"/>
                </a:xfrm>
                <a:prstGeom prst="rect">
                  <a:avLst/>
                </a:prstGeom>
                <a:noFill/>
              </p:spPr>
              <p:txBody>
                <a:bodyPr wrap="square" rtlCol="0">
                  <a:spAutoFit/>
                </a:bodyPr>
                <a:lstStyle/>
                <a:p>
                  <a:pPr algn="ctr"/>
                  <a:r>
                    <a:rPr lang="en-VN" sz="2500"/>
                    <a:t>b</a:t>
                  </a:r>
                </a:p>
              </p:txBody>
            </p:sp>
            <p:sp>
              <p:nvSpPr>
                <p:cNvPr id="23" name="TextBox 22">
                  <a:extLst>
                    <a:ext uri="{FF2B5EF4-FFF2-40B4-BE49-F238E27FC236}">
                      <a16:creationId xmlns:a16="http://schemas.microsoft.com/office/drawing/2014/main" id="{C9580063-EDCB-634C-BECF-FE4F07DC5C25}"/>
                    </a:ext>
                  </a:extLst>
                </p:cNvPr>
                <p:cNvSpPr txBox="1"/>
                <p:nvPr/>
              </p:nvSpPr>
              <p:spPr>
                <a:xfrm>
                  <a:off x="3103541" y="5445224"/>
                  <a:ext cx="629857" cy="477054"/>
                </a:xfrm>
                <a:prstGeom prst="rect">
                  <a:avLst/>
                </a:prstGeom>
                <a:noFill/>
                <a:scene3d>
                  <a:camera prst="isometricRightUp">
                    <a:rot lat="1800000" lon="18000000" rev="0"/>
                  </a:camera>
                  <a:lightRig rig="threePt" dir="t"/>
                </a:scene3d>
              </p:spPr>
              <p:txBody>
                <a:bodyPr wrap="square" rtlCol="0">
                  <a:spAutoFit/>
                </a:bodyPr>
                <a:lstStyle/>
                <a:p>
                  <a:pPr algn="ctr"/>
                  <a:r>
                    <a:rPr lang="en-VN" sz="2500"/>
                    <a:t>int</a:t>
                  </a:r>
                </a:p>
              </p:txBody>
            </p:sp>
            <p:sp>
              <p:nvSpPr>
                <p:cNvPr id="24" name="TextBox 23">
                  <a:extLst>
                    <a:ext uri="{FF2B5EF4-FFF2-40B4-BE49-F238E27FC236}">
                      <a16:creationId xmlns:a16="http://schemas.microsoft.com/office/drawing/2014/main" id="{06906E88-C39C-4E46-861F-C2B218453DB1}"/>
                    </a:ext>
                  </a:extLst>
                </p:cNvPr>
                <p:cNvSpPr txBox="1"/>
                <p:nvPr/>
              </p:nvSpPr>
              <p:spPr>
                <a:xfrm>
                  <a:off x="2899291" y="5131179"/>
                  <a:ext cx="357808" cy="553998"/>
                </a:xfrm>
                <a:prstGeom prst="rect">
                  <a:avLst/>
                </a:prstGeom>
                <a:noFill/>
              </p:spPr>
              <p:txBody>
                <a:bodyPr wrap="square" rtlCol="0">
                  <a:spAutoFit/>
                </a:bodyPr>
                <a:lstStyle/>
                <a:p>
                  <a:pPr algn="ctr"/>
                  <a:r>
                    <a:rPr lang="en-VN" sz="3000" b="1">
                      <a:solidFill>
                        <a:schemeClr val="bg1"/>
                      </a:solidFill>
                    </a:rPr>
                    <a:t>5</a:t>
                  </a:r>
                </a:p>
              </p:txBody>
            </p:sp>
          </p:grpSp>
        </p:grpSp>
        <p:grpSp>
          <p:nvGrpSpPr>
            <p:cNvPr id="29" name="Group 28">
              <a:extLst>
                <a:ext uri="{FF2B5EF4-FFF2-40B4-BE49-F238E27FC236}">
                  <a16:creationId xmlns:a16="http://schemas.microsoft.com/office/drawing/2014/main" id="{BF1A4EF9-B875-8D41-97C4-136D92A4B2EF}"/>
                </a:ext>
              </a:extLst>
            </p:cNvPr>
            <p:cNvGrpSpPr/>
            <p:nvPr/>
          </p:nvGrpSpPr>
          <p:grpSpPr>
            <a:xfrm>
              <a:off x="6448566" y="2366043"/>
              <a:ext cx="2515922" cy="1694776"/>
              <a:chOff x="6448566" y="4221088"/>
              <a:chExt cx="2515922" cy="1694776"/>
            </a:xfrm>
          </p:grpSpPr>
          <p:grpSp>
            <p:nvGrpSpPr>
              <p:cNvPr id="30" name="Group 29">
                <a:extLst>
                  <a:ext uri="{FF2B5EF4-FFF2-40B4-BE49-F238E27FC236}">
                    <a16:creationId xmlns:a16="http://schemas.microsoft.com/office/drawing/2014/main" id="{C3203A95-E85B-BC49-B67B-02DDD2A85E72}"/>
                  </a:ext>
                </a:extLst>
              </p:cNvPr>
              <p:cNvGrpSpPr/>
              <p:nvPr/>
            </p:nvGrpSpPr>
            <p:grpSpPr>
              <a:xfrm>
                <a:off x="6448566" y="4221088"/>
                <a:ext cx="2507622" cy="1694776"/>
                <a:chOff x="6448566" y="4221088"/>
                <a:chExt cx="2507622" cy="1694776"/>
              </a:xfrm>
            </p:grpSpPr>
            <p:sp>
              <p:nvSpPr>
                <p:cNvPr id="41" name="Rectangle 40">
                  <a:extLst>
                    <a:ext uri="{FF2B5EF4-FFF2-40B4-BE49-F238E27FC236}">
                      <a16:creationId xmlns:a16="http://schemas.microsoft.com/office/drawing/2014/main" id="{5330C2F0-0A6C-414D-A958-EB97918114DE}"/>
                    </a:ext>
                  </a:extLst>
                </p:cNvPr>
                <p:cNvSpPr/>
                <p:nvPr/>
              </p:nvSpPr>
              <p:spPr>
                <a:xfrm>
                  <a:off x="6448566" y="4221088"/>
                  <a:ext cx="2507622" cy="1694776"/>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VN"/>
                </a:p>
              </p:txBody>
            </p:sp>
            <p:sp>
              <p:nvSpPr>
                <p:cNvPr id="42" name="TextBox 41">
                  <a:extLst>
                    <a:ext uri="{FF2B5EF4-FFF2-40B4-BE49-F238E27FC236}">
                      <a16:creationId xmlns:a16="http://schemas.microsoft.com/office/drawing/2014/main" id="{88AEE9CD-0EEE-EB47-9A09-055C2EBD0394}"/>
                    </a:ext>
                  </a:extLst>
                </p:cNvPr>
                <p:cNvSpPr txBox="1"/>
                <p:nvPr/>
              </p:nvSpPr>
              <p:spPr>
                <a:xfrm>
                  <a:off x="7297872" y="4321623"/>
                  <a:ext cx="724979" cy="369332"/>
                </a:xfrm>
                <a:prstGeom prst="rect">
                  <a:avLst/>
                </a:prstGeom>
                <a:noFill/>
              </p:spPr>
              <p:txBody>
                <a:bodyPr wrap="square" rtlCol="0">
                  <a:spAutoFit/>
                </a:bodyPr>
                <a:lstStyle/>
                <a:p>
                  <a:pPr algn="ctr"/>
                  <a:r>
                    <a:rPr lang="en-VN" b="1">
                      <a:solidFill>
                        <a:srgbClr val="0432FF"/>
                      </a:solidFill>
                      <a:latin typeface="Calibri" panose="020F0502020204030204" pitchFamily="34" charset="0"/>
                      <a:cs typeface="Calibri" panose="020F0502020204030204" pitchFamily="34" charset="0"/>
                    </a:rPr>
                    <a:t>Swap</a:t>
                  </a:r>
                </a:p>
              </p:txBody>
            </p:sp>
          </p:grpSp>
          <p:grpSp>
            <p:nvGrpSpPr>
              <p:cNvPr id="31" name="Group 30">
                <a:extLst>
                  <a:ext uri="{FF2B5EF4-FFF2-40B4-BE49-F238E27FC236}">
                    <a16:creationId xmlns:a16="http://schemas.microsoft.com/office/drawing/2014/main" id="{8BDAB223-36A0-E84B-A13A-6334F6830619}"/>
                  </a:ext>
                </a:extLst>
              </p:cNvPr>
              <p:cNvGrpSpPr/>
              <p:nvPr/>
            </p:nvGrpSpPr>
            <p:grpSpPr>
              <a:xfrm>
                <a:off x="6628438" y="4844980"/>
                <a:ext cx="1183922" cy="904168"/>
                <a:chOff x="2549476" y="5268032"/>
                <a:chExt cx="1183922" cy="904168"/>
              </a:xfrm>
            </p:grpSpPr>
            <p:sp>
              <p:nvSpPr>
                <p:cNvPr id="37" name="Cube 36">
                  <a:extLst>
                    <a:ext uri="{FF2B5EF4-FFF2-40B4-BE49-F238E27FC236}">
                      <a16:creationId xmlns:a16="http://schemas.microsoft.com/office/drawing/2014/main" id="{5B982AA0-FD9F-A247-BC10-2CC2D4175FBC}"/>
                    </a:ext>
                  </a:extLst>
                </p:cNvPr>
                <p:cNvSpPr/>
                <p:nvPr/>
              </p:nvSpPr>
              <p:spPr>
                <a:xfrm>
                  <a:off x="2549476" y="5268032"/>
                  <a:ext cx="1031924" cy="904168"/>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38" name="TextBox 37">
                  <a:extLst>
                    <a:ext uri="{FF2B5EF4-FFF2-40B4-BE49-F238E27FC236}">
                      <a16:creationId xmlns:a16="http://schemas.microsoft.com/office/drawing/2014/main" id="{D379B4FC-DF8A-3B48-83E3-ABA0E1D0243C}"/>
                    </a:ext>
                  </a:extLst>
                </p:cNvPr>
                <p:cNvSpPr txBox="1"/>
                <p:nvPr/>
              </p:nvSpPr>
              <p:spPr>
                <a:xfrm>
                  <a:off x="2720387" y="5624820"/>
                  <a:ext cx="357808" cy="477054"/>
                </a:xfrm>
                <a:prstGeom prst="rect">
                  <a:avLst/>
                </a:prstGeom>
                <a:noFill/>
              </p:spPr>
              <p:txBody>
                <a:bodyPr wrap="square" rtlCol="0">
                  <a:spAutoFit/>
                </a:bodyPr>
                <a:lstStyle/>
                <a:p>
                  <a:pPr algn="ctr"/>
                  <a:r>
                    <a:rPr lang="en-VN" sz="2500"/>
                    <a:t>a</a:t>
                  </a:r>
                </a:p>
              </p:txBody>
            </p:sp>
            <p:sp>
              <p:nvSpPr>
                <p:cNvPr id="39" name="TextBox 38">
                  <a:extLst>
                    <a:ext uri="{FF2B5EF4-FFF2-40B4-BE49-F238E27FC236}">
                      <a16:creationId xmlns:a16="http://schemas.microsoft.com/office/drawing/2014/main" id="{6B418011-A256-0C4F-A7BD-7F2FF91B4D0C}"/>
                    </a:ext>
                  </a:extLst>
                </p:cNvPr>
                <p:cNvSpPr txBox="1"/>
                <p:nvPr/>
              </p:nvSpPr>
              <p:spPr>
                <a:xfrm>
                  <a:off x="3103541" y="5445224"/>
                  <a:ext cx="629857" cy="477054"/>
                </a:xfrm>
                <a:prstGeom prst="rect">
                  <a:avLst/>
                </a:prstGeom>
                <a:noFill/>
                <a:scene3d>
                  <a:camera prst="isometricRightUp">
                    <a:rot lat="1800000" lon="18000000" rev="0"/>
                  </a:camera>
                  <a:lightRig rig="threePt" dir="t"/>
                </a:scene3d>
              </p:spPr>
              <p:txBody>
                <a:bodyPr wrap="square" rtlCol="0">
                  <a:spAutoFit/>
                </a:bodyPr>
                <a:lstStyle/>
                <a:p>
                  <a:pPr algn="ctr"/>
                  <a:r>
                    <a:rPr lang="en-VN" sz="2500"/>
                    <a:t>int</a:t>
                  </a:r>
                </a:p>
              </p:txBody>
            </p:sp>
          </p:grpSp>
          <p:grpSp>
            <p:nvGrpSpPr>
              <p:cNvPr id="32" name="Group 31">
                <a:extLst>
                  <a:ext uri="{FF2B5EF4-FFF2-40B4-BE49-F238E27FC236}">
                    <a16:creationId xmlns:a16="http://schemas.microsoft.com/office/drawing/2014/main" id="{092C4EB9-A1D4-5541-BEE5-87EB374E0CFD}"/>
                  </a:ext>
                </a:extLst>
              </p:cNvPr>
              <p:cNvGrpSpPr/>
              <p:nvPr/>
            </p:nvGrpSpPr>
            <p:grpSpPr>
              <a:xfrm>
                <a:off x="7780566" y="4828090"/>
                <a:ext cx="1183922" cy="904168"/>
                <a:chOff x="2549476" y="5268032"/>
                <a:chExt cx="1183922" cy="904168"/>
              </a:xfrm>
            </p:grpSpPr>
            <p:sp>
              <p:nvSpPr>
                <p:cNvPr id="33" name="Cube 32">
                  <a:extLst>
                    <a:ext uri="{FF2B5EF4-FFF2-40B4-BE49-F238E27FC236}">
                      <a16:creationId xmlns:a16="http://schemas.microsoft.com/office/drawing/2014/main" id="{FCC4685F-5414-8A49-9085-4C377CCE38F0}"/>
                    </a:ext>
                  </a:extLst>
                </p:cNvPr>
                <p:cNvSpPr/>
                <p:nvPr/>
              </p:nvSpPr>
              <p:spPr>
                <a:xfrm>
                  <a:off x="2549476" y="5268032"/>
                  <a:ext cx="1031924" cy="904168"/>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34" name="TextBox 33">
                  <a:extLst>
                    <a:ext uri="{FF2B5EF4-FFF2-40B4-BE49-F238E27FC236}">
                      <a16:creationId xmlns:a16="http://schemas.microsoft.com/office/drawing/2014/main" id="{BA63657A-1C24-8644-9780-1CF6A82FC73B}"/>
                    </a:ext>
                  </a:extLst>
                </p:cNvPr>
                <p:cNvSpPr txBox="1"/>
                <p:nvPr/>
              </p:nvSpPr>
              <p:spPr>
                <a:xfrm>
                  <a:off x="2720387" y="5624820"/>
                  <a:ext cx="357808" cy="477054"/>
                </a:xfrm>
                <a:prstGeom prst="rect">
                  <a:avLst/>
                </a:prstGeom>
                <a:noFill/>
              </p:spPr>
              <p:txBody>
                <a:bodyPr wrap="square" rtlCol="0">
                  <a:spAutoFit/>
                </a:bodyPr>
                <a:lstStyle/>
                <a:p>
                  <a:pPr algn="ctr"/>
                  <a:r>
                    <a:rPr lang="en-VN" sz="2500"/>
                    <a:t>b</a:t>
                  </a:r>
                </a:p>
              </p:txBody>
            </p:sp>
            <p:sp>
              <p:nvSpPr>
                <p:cNvPr id="35" name="TextBox 34">
                  <a:extLst>
                    <a:ext uri="{FF2B5EF4-FFF2-40B4-BE49-F238E27FC236}">
                      <a16:creationId xmlns:a16="http://schemas.microsoft.com/office/drawing/2014/main" id="{63A6B586-826E-2C45-90C9-78772DDB88DD}"/>
                    </a:ext>
                  </a:extLst>
                </p:cNvPr>
                <p:cNvSpPr txBox="1"/>
                <p:nvPr/>
              </p:nvSpPr>
              <p:spPr>
                <a:xfrm>
                  <a:off x="3103541" y="5445224"/>
                  <a:ext cx="629857" cy="477054"/>
                </a:xfrm>
                <a:prstGeom prst="rect">
                  <a:avLst/>
                </a:prstGeom>
                <a:noFill/>
                <a:scene3d>
                  <a:camera prst="isometricRightUp">
                    <a:rot lat="1800000" lon="18000000" rev="0"/>
                  </a:camera>
                  <a:lightRig rig="threePt" dir="t"/>
                </a:scene3d>
              </p:spPr>
              <p:txBody>
                <a:bodyPr wrap="square" rtlCol="0">
                  <a:spAutoFit/>
                </a:bodyPr>
                <a:lstStyle/>
                <a:p>
                  <a:pPr algn="ctr"/>
                  <a:r>
                    <a:rPr lang="en-VN" sz="2500"/>
                    <a:t>int</a:t>
                  </a:r>
                </a:p>
              </p:txBody>
            </p:sp>
          </p:grpSp>
        </p:grpSp>
      </p:grpSp>
    </p:spTree>
    <p:extLst>
      <p:ext uri="{BB962C8B-B14F-4D97-AF65-F5344CB8AC3E}">
        <p14:creationId xmlns:p14="http://schemas.microsoft.com/office/powerpoint/2010/main" val="1708510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down)">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9F558-D333-EE4F-BF8A-DD5A2AF8E8E5}"/>
              </a:ext>
            </a:extLst>
          </p:cNvPr>
          <p:cNvSpPr>
            <a:spLocks noGrp="1"/>
          </p:cNvSpPr>
          <p:nvPr>
            <p:ph type="title"/>
          </p:nvPr>
        </p:nvSpPr>
        <p:spPr/>
        <p:txBody>
          <a:bodyPr>
            <a:normAutofit fontScale="90000"/>
          </a:bodyPr>
          <a:lstStyle/>
          <a:p>
            <a:r>
              <a:rPr lang="en-US"/>
              <a:t>T</a:t>
            </a:r>
            <a:r>
              <a:rPr lang="en-VN"/>
              <a:t>RUYỀN THAM TRỊ</a:t>
            </a:r>
          </a:p>
        </p:txBody>
      </p:sp>
      <p:sp>
        <p:nvSpPr>
          <p:cNvPr id="3" name="Content Placeholder 2">
            <a:extLst>
              <a:ext uri="{FF2B5EF4-FFF2-40B4-BE49-F238E27FC236}">
                <a16:creationId xmlns:a16="http://schemas.microsoft.com/office/drawing/2014/main" id="{46E931EB-84F8-664B-A670-FCDDEF319EBC}"/>
              </a:ext>
            </a:extLst>
          </p:cNvPr>
          <p:cNvSpPr>
            <a:spLocks noGrp="1"/>
          </p:cNvSpPr>
          <p:nvPr>
            <p:ph idx="1"/>
          </p:nvPr>
        </p:nvSpPr>
        <p:spPr/>
        <p:txBody>
          <a:bodyPr/>
          <a:lstStyle/>
          <a:p>
            <a:endParaRPr lang="en-VN"/>
          </a:p>
        </p:txBody>
      </p:sp>
      <p:sp>
        <p:nvSpPr>
          <p:cNvPr id="4" name="Footer Placeholder 3">
            <a:extLst>
              <a:ext uri="{FF2B5EF4-FFF2-40B4-BE49-F238E27FC236}">
                <a16:creationId xmlns:a16="http://schemas.microsoft.com/office/drawing/2014/main" id="{F03246C0-7681-AD48-868A-D72606C1877E}"/>
              </a:ext>
            </a:extLst>
          </p:cNvPr>
          <p:cNvSpPr>
            <a:spLocks noGrp="1"/>
          </p:cNvSpPr>
          <p:nvPr>
            <p:ph type="ftr" sz="quarter" idx="11"/>
          </p:nvPr>
        </p:nvSpPr>
        <p:spPr/>
        <p:txBody>
          <a:bodyPr/>
          <a:lstStyle/>
          <a:p>
            <a:r>
              <a:rPr lang="vi-VN" dirty="0"/>
              <a:t>Bài 5: Hàm</a:t>
            </a:r>
            <a:endParaRPr lang="en-US" dirty="0"/>
          </a:p>
        </p:txBody>
      </p:sp>
      <p:sp>
        <p:nvSpPr>
          <p:cNvPr id="5" name="Slide Number Placeholder 4">
            <a:extLst>
              <a:ext uri="{FF2B5EF4-FFF2-40B4-BE49-F238E27FC236}">
                <a16:creationId xmlns:a16="http://schemas.microsoft.com/office/drawing/2014/main" id="{A2231E3D-50C2-5841-8CD1-9EA17109550A}"/>
              </a:ext>
            </a:extLst>
          </p:cNvPr>
          <p:cNvSpPr>
            <a:spLocks noGrp="1"/>
          </p:cNvSpPr>
          <p:nvPr>
            <p:ph type="sldNum" sz="quarter" idx="12"/>
          </p:nvPr>
        </p:nvSpPr>
        <p:spPr/>
        <p:txBody>
          <a:bodyPr/>
          <a:lstStyle/>
          <a:p>
            <a:fld id="{1AD93096-5B34-4342-9326-69289CEAE4C2}" type="slidenum">
              <a:rPr lang="en-US" smtClean="0"/>
              <a:pPr/>
              <a:t>33</a:t>
            </a:fld>
            <a:endParaRPr lang="en-US" dirty="0"/>
          </a:p>
        </p:txBody>
      </p:sp>
      <p:sp>
        <p:nvSpPr>
          <p:cNvPr id="27" name="Content Placeholder 5">
            <a:extLst>
              <a:ext uri="{FF2B5EF4-FFF2-40B4-BE49-F238E27FC236}">
                <a16:creationId xmlns:a16="http://schemas.microsoft.com/office/drawing/2014/main" id="{AB9DFC89-818A-5444-BD5A-A62A26C593CB}"/>
              </a:ext>
            </a:extLst>
          </p:cNvPr>
          <p:cNvSpPr txBox="1">
            <a:spLocks/>
          </p:cNvSpPr>
          <p:nvPr/>
        </p:nvSpPr>
        <p:spPr>
          <a:xfrm>
            <a:off x="90386" y="1503294"/>
            <a:ext cx="6154486" cy="3851412"/>
          </a:xfrm>
          <a:prstGeom prst="rect">
            <a:avLst/>
          </a:prstGeom>
        </p:spPr>
        <p:style>
          <a:lnRef idx="2">
            <a:schemeClr val="accent2"/>
          </a:lnRef>
          <a:fillRef idx="1">
            <a:schemeClr val="lt1"/>
          </a:fillRef>
          <a:effectRef idx="0">
            <a:schemeClr val="accent2"/>
          </a:effectRef>
          <a:fontRef idx="minor">
            <a:schemeClr val="dk1"/>
          </a:fontRef>
        </p:style>
        <p:txBody>
          <a:bodyPr>
            <a:noAutofit/>
          </a:bodyPr>
          <a:lstStyle>
            <a:lvl1pPr marL="308610" indent="-257175" algn="l" rtl="0" eaLnBrk="1" latinLnBrk="0" hangingPunct="1">
              <a:spcBef>
                <a:spcPts val="525"/>
              </a:spcBef>
              <a:buSzPct val="95000"/>
              <a:buFont typeface="Wingdings"/>
              <a:buChar char=""/>
              <a:defRPr sz="1500" kern="1200" spc="0">
                <a:solidFill>
                  <a:schemeClr val="tx1"/>
                </a:solidFill>
                <a:latin typeface="+mn-lt"/>
                <a:ea typeface="+mn-ea"/>
                <a:cs typeface="Arial" pitchFamily="34" charset="0"/>
              </a:defRPr>
            </a:lvl1pPr>
            <a:lvl2pPr marL="555498" indent="-214313" algn="l" rtl="0" eaLnBrk="1" latinLnBrk="0" hangingPunct="1">
              <a:spcBef>
                <a:spcPct val="20000"/>
              </a:spcBef>
              <a:buClr>
                <a:schemeClr val="accent2"/>
              </a:buClr>
              <a:buSzPct val="90000"/>
              <a:buFont typeface="Wingdings"/>
              <a:buChar char=""/>
              <a:defRPr sz="1350" kern="1200" spc="0">
                <a:solidFill>
                  <a:schemeClr val="tx1"/>
                </a:solidFill>
                <a:latin typeface="+mn-lt"/>
                <a:ea typeface="+mn-ea"/>
                <a:cs typeface="Arial" pitchFamily="34" charset="0"/>
              </a:defRPr>
            </a:lvl2pPr>
            <a:lvl3pPr marL="747522" indent="-171450" algn="l" rtl="0" eaLnBrk="1" latinLnBrk="0" hangingPunct="1">
              <a:spcBef>
                <a:spcPct val="20000"/>
              </a:spcBef>
              <a:buClr>
                <a:schemeClr val="accent2"/>
              </a:buClr>
              <a:buFont typeface="Wingdings 2"/>
              <a:buChar char=""/>
              <a:defRPr sz="1200" kern="1200" spc="0">
                <a:solidFill>
                  <a:schemeClr val="tx1"/>
                </a:solidFill>
                <a:latin typeface="+mn-lt"/>
                <a:ea typeface="+mn-ea"/>
                <a:cs typeface="Arial" pitchFamily="34" charset="0"/>
              </a:defRPr>
            </a:lvl3pPr>
            <a:lvl4pPr marL="946404" indent="-171450" algn="l" rtl="0" eaLnBrk="1" latinLnBrk="0" hangingPunct="1">
              <a:spcBef>
                <a:spcPct val="20000"/>
              </a:spcBef>
              <a:buClr>
                <a:schemeClr val="accent3"/>
              </a:buClr>
              <a:buFont typeface="Wingdings 3"/>
              <a:buChar char=""/>
              <a:defRPr sz="1200" kern="1200" spc="0">
                <a:solidFill>
                  <a:schemeClr val="tx1"/>
                </a:solidFill>
                <a:latin typeface="+mn-lt"/>
                <a:ea typeface="+mn-ea"/>
                <a:cs typeface="Arial" pitchFamily="34" charset="0"/>
              </a:defRPr>
            </a:lvl4pPr>
            <a:lvl5pPr marL="1110996" indent="-157734" algn="l" rtl="0" eaLnBrk="1" latinLnBrk="0" hangingPunct="1">
              <a:spcBef>
                <a:spcPct val="20000"/>
              </a:spcBef>
              <a:buClr>
                <a:schemeClr val="accent3"/>
              </a:buClr>
              <a:buFont typeface="Wingdings 2"/>
              <a:buChar char=""/>
              <a:defRPr sz="1050" kern="1200" spc="0">
                <a:solidFill>
                  <a:schemeClr val="tx1"/>
                </a:solidFill>
                <a:latin typeface="+mn-lt"/>
                <a:ea typeface="+mn-ea"/>
                <a:cs typeface="Arial" pitchFamily="34" charset="0"/>
              </a:defRPr>
            </a:lvl5pPr>
            <a:lvl6pPr marL="1282446" indent="-157734" algn="l" rtl="0" eaLnBrk="1" latinLnBrk="0" hangingPunct="1">
              <a:spcBef>
                <a:spcPct val="20000"/>
              </a:spcBef>
              <a:buClr>
                <a:schemeClr val="accent3"/>
              </a:buClr>
              <a:buFont typeface="Wingdings 2"/>
              <a:buChar char=""/>
              <a:defRPr sz="1350" kern="1200">
                <a:solidFill>
                  <a:schemeClr val="tx1"/>
                </a:solidFill>
                <a:latin typeface="+mn-lt"/>
                <a:ea typeface="+mn-ea"/>
                <a:cs typeface="+mn-cs"/>
              </a:defRPr>
            </a:lvl6pPr>
            <a:lvl7pPr marL="1426464"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7pPr>
            <a:lvl8pPr marL="1570482"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8pPr>
            <a:lvl9pPr marL="1714500"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9pPr>
            <a:extLst/>
          </a:lstStyle>
          <a:p>
            <a:pPr marL="51435" indent="0">
              <a:spcBef>
                <a:spcPts val="0"/>
              </a:spcBef>
              <a:buNone/>
            </a:pPr>
            <a:r>
              <a:rPr lang="en-US" sz="1400">
                <a:solidFill>
                  <a:srgbClr val="0432FF"/>
                </a:solidFill>
                <a:latin typeface="Consolas" panose="020B0609020204030204" pitchFamily="49" charset="0"/>
              </a:rPr>
              <a:t>static</a:t>
            </a:r>
            <a:r>
              <a:rPr lang="en-US" sz="1400">
                <a:latin typeface="Consolas" panose="020B0609020204030204" pitchFamily="49" charset="0"/>
              </a:rPr>
              <a:t> </a:t>
            </a:r>
            <a:r>
              <a:rPr lang="en-US" sz="1400">
                <a:solidFill>
                  <a:srgbClr val="0000FF"/>
                </a:solidFill>
                <a:latin typeface="Consolas" panose="020B0609020204030204" pitchFamily="49" charset="0"/>
              </a:rPr>
              <a:t>void</a:t>
            </a:r>
            <a:r>
              <a:rPr lang="en-US" sz="1400">
                <a:latin typeface="Consolas" panose="020B0609020204030204" pitchFamily="49" charset="0"/>
              </a:rPr>
              <a:t> </a:t>
            </a:r>
            <a:r>
              <a:rPr lang="en-US" sz="1400" dirty="0">
                <a:solidFill>
                  <a:srgbClr val="FEA400"/>
                </a:solidFill>
                <a:latin typeface="Consolas" panose="020B0609020204030204" pitchFamily="49" charset="0"/>
              </a:rPr>
              <a:t>Swap</a:t>
            </a:r>
            <a:r>
              <a:rPr lang="en-US" sz="1400">
                <a:latin typeface="Consolas" panose="020B0609020204030204" pitchFamily="49" charset="0"/>
              </a:rPr>
              <a:t>(</a:t>
            </a:r>
            <a:r>
              <a:rPr lang="en-US" sz="1400">
                <a:solidFill>
                  <a:srgbClr val="0432FF"/>
                </a:solidFill>
                <a:highlight>
                  <a:srgbClr val="FFFF00"/>
                </a:highlight>
                <a:latin typeface="Consolas" panose="020B0609020204030204" pitchFamily="49" charset="0"/>
              </a:rPr>
              <a:t>int</a:t>
            </a:r>
            <a:r>
              <a:rPr lang="en-US" sz="1400">
                <a:solidFill>
                  <a:schemeClr val="bg1"/>
                </a:solidFill>
                <a:highlight>
                  <a:srgbClr val="FFFF00"/>
                </a:highlight>
                <a:latin typeface="Consolas" panose="020B0609020204030204" pitchFamily="49" charset="0"/>
              </a:rPr>
              <a:t> </a:t>
            </a:r>
            <a:r>
              <a:rPr lang="en-US" sz="1400">
                <a:solidFill>
                  <a:schemeClr val="accent6">
                    <a:lumMod val="75000"/>
                  </a:schemeClr>
                </a:solidFill>
                <a:highlight>
                  <a:srgbClr val="FFFF00"/>
                </a:highlight>
                <a:latin typeface="Consolas" panose="020B0609020204030204" pitchFamily="49" charset="0"/>
              </a:rPr>
              <a:t>a</a:t>
            </a:r>
            <a:r>
              <a:rPr lang="en-US" sz="1400">
                <a:highlight>
                  <a:srgbClr val="FFFF00"/>
                </a:highlight>
                <a:latin typeface="Consolas" panose="020B0609020204030204" pitchFamily="49" charset="0"/>
              </a:rPr>
              <a:t>, </a:t>
            </a:r>
            <a:r>
              <a:rPr lang="en-US" sz="1400">
                <a:solidFill>
                  <a:srgbClr val="0432FF"/>
                </a:solidFill>
                <a:highlight>
                  <a:srgbClr val="FFFF00"/>
                </a:highlight>
                <a:latin typeface="Consolas" panose="020B0609020204030204" pitchFamily="49" charset="0"/>
              </a:rPr>
              <a:t>int</a:t>
            </a:r>
            <a:r>
              <a:rPr lang="en-US" sz="1400">
                <a:solidFill>
                  <a:schemeClr val="bg1"/>
                </a:solidFill>
                <a:highlight>
                  <a:srgbClr val="FFFF00"/>
                </a:highlight>
                <a:latin typeface="Consolas" panose="020B0609020204030204" pitchFamily="49" charset="0"/>
              </a:rPr>
              <a:t> </a:t>
            </a:r>
            <a:r>
              <a:rPr lang="en-US" sz="1400">
                <a:solidFill>
                  <a:schemeClr val="accent6">
                    <a:lumMod val="75000"/>
                  </a:schemeClr>
                </a:solidFill>
                <a:highlight>
                  <a:srgbClr val="FFFF00"/>
                </a:highlight>
                <a:latin typeface="Consolas" panose="020B0609020204030204" pitchFamily="49" charset="0"/>
              </a:rPr>
              <a:t>b</a:t>
            </a:r>
            <a:r>
              <a:rPr lang="en-US" sz="1400">
                <a:latin typeface="Consolas" panose="020B0609020204030204" pitchFamily="49" charset="0"/>
              </a:rPr>
              <a:t>)</a:t>
            </a:r>
          </a:p>
          <a:p>
            <a:pPr marL="51435" indent="0">
              <a:spcBef>
                <a:spcPts val="0"/>
              </a:spcBef>
              <a:buNone/>
            </a:pPr>
            <a:r>
              <a:rPr lang="en-US" sz="1400">
                <a:latin typeface="Consolas" panose="020B0609020204030204" pitchFamily="49" charset="0"/>
              </a:rPr>
              <a:t>{</a:t>
            </a:r>
          </a:p>
          <a:p>
            <a:pPr marL="51435" indent="0">
              <a:spcBef>
                <a:spcPts val="0"/>
              </a:spcBef>
              <a:buNone/>
            </a:pPr>
            <a:r>
              <a:rPr lang="en-US" sz="1400">
                <a:solidFill>
                  <a:schemeClr val="bg1"/>
                </a:solidFill>
                <a:latin typeface="Consolas" panose="020B0609020204030204" pitchFamily="49" charset="0"/>
              </a:rPr>
              <a:t>    </a:t>
            </a:r>
            <a:r>
              <a:rPr lang="en-US" sz="1400">
                <a:solidFill>
                  <a:srgbClr val="0432FF"/>
                </a:solidFill>
                <a:latin typeface="Consolas" panose="020B0609020204030204" pitchFamily="49" charset="0"/>
              </a:rPr>
              <a:t>int</a:t>
            </a:r>
            <a:r>
              <a:rPr lang="en-US" sz="1400">
                <a:solidFill>
                  <a:schemeClr val="bg1"/>
                </a:solidFill>
                <a:latin typeface="Consolas" panose="020B0609020204030204" pitchFamily="49" charset="0"/>
              </a:rPr>
              <a:t> </a:t>
            </a:r>
            <a:r>
              <a:rPr lang="en-US" sz="1400">
                <a:solidFill>
                  <a:schemeClr val="accent6">
                    <a:lumMod val="75000"/>
                  </a:schemeClr>
                </a:solidFill>
                <a:latin typeface="Consolas" panose="020B0609020204030204" pitchFamily="49" charset="0"/>
              </a:rPr>
              <a:t>temp </a:t>
            </a:r>
            <a:r>
              <a:rPr lang="en-US" sz="1400">
                <a:latin typeface="Consolas" panose="020B0609020204030204" pitchFamily="49" charset="0"/>
              </a:rPr>
              <a:t>=</a:t>
            </a:r>
            <a:r>
              <a:rPr lang="en-US" sz="1400">
                <a:solidFill>
                  <a:schemeClr val="accent6">
                    <a:lumMod val="75000"/>
                  </a:schemeClr>
                </a:solidFill>
                <a:latin typeface="Consolas" panose="020B0609020204030204" pitchFamily="49" charset="0"/>
              </a:rPr>
              <a:t> a</a:t>
            </a:r>
          </a:p>
          <a:p>
            <a:pPr marL="51435" indent="0">
              <a:spcBef>
                <a:spcPts val="0"/>
              </a:spcBef>
              <a:buNone/>
            </a:pPr>
            <a:r>
              <a:rPr lang="en-US" sz="1400">
                <a:solidFill>
                  <a:schemeClr val="accent6">
                    <a:lumMod val="75000"/>
                  </a:schemeClr>
                </a:solidFill>
                <a:latin typeface="Consolas" panose="020B0609020204030204" pitchFamily="49" charset="0"/>
              </a:rPr>
              <a:t>    a </a:t>
            </a:r>
            <a:r>
              <a:rPr lang="en-US" sz="1400">
                <a:latin typeface="Consolas" panose="020B0609020204030204" pitchFamily="49" charset="0"/>
              </a:rPr>
              <a:t>= </a:t>
            </a:r>
            <a:r>
              <a:rPr lang="en-US" sz="1400">
                <a:solidFill>
                  <a:schemeClr val="accent6">
                    <a:lumMod val="75000"/>
                  </a:schemeClr>
                </a:solidFill>
                <a:latin typeface="Consolas" panose="020B0609020204030204" pitchFamily="49" charset="0"/>
              </a:rPr>
              <a:t>b</a:t>
            </a:r>
            <a:r>
              <a:rPr lang="en-US" sz="1400">
                <a:latin typeface="Consolas" panose="020B0609020204030204" pitchFamily="49" charset="0"/>
              </a:rPr>
              <a:t>;</a:t>
            </a:r>
          </a:p>
          <a:p>
            <a:pPr marL="51435" indent="0">
              <a:spcBef>
                <a:spcPts val="0"/>
              </a:spcBef>
              <a:buNone/>
            </a:pPr>
            <a:r>
              <a:rPr lang="en-US" sz="1400">
                <a:solidFill>
                  <a:schemeClr val="accent6">
                    <a:lumMod val="75000"/>
                  </a:schemeClr>
                </a:solidFill>
                <a:latin typeface="Consolas" panose="020B0609020204030204" pitchFamily="49" charset="0"/>
              </a:rPr>
              <a:t>    b </a:t>
            </a:r>
            <a:r>
              <a:rPr lang="en-US" sz="1400">
                <a:latin typeface="Consolas" panose="020B0609020204030204" pitchFamily="49" charset="0"/>
              </a:rPr>
              <a:t>= </a:t>
            </a:r>
            <a:r>
              <a:rPr lang="en-US" sz="1400">
                <a:solidFill>
                  <a:schemeClr val="accent6">
                    <a:lumMod val="75000"/>
                  </a:schemeClr>
                </a:solidFill>
                <a:latin typeface="Consolas" panose="020B0609020204030204" pitchFamily="49" charset="0"/>
              </a:rPr>
              <a:t>temp</a:t>
            </a:r>
            <a:r>
              <a:rPr lang="en-US" sz="1400">
                <a:latin typeface="Consolas" panose="020B0609020204030204" pitchFamily="49" charset="0"/>
              </a:rPr>
              <a:t>;</a:t>
            </a:r>
          </a:p>
          <a:p>
            <a:pPr marL="51435" indent="0">
              <a:spcBef>
                <a:spcPts val="0"/>
              </a:spcBef>
              <a:buNone/>
            </a:pPr>
            <a:r>
              <a:rPr lang="en-US" sz="1400">
                <a:solidFill>
                  <a:srgbClr val="2B91AF"/>
                </a:solidFill>
                <a:latin typeface="Consolas" panose="020B0609020204030204" pitchFamily="49" charset="0"/>
              </a:rPr>
              <a:t>    Console</a:t>
            </a:r>
            <a:r>
              <a:rPr lang="en-US" sz="1400">
                <a:latin typeface="Consolas" panose="020B0609020204030204" pitchFamily="49" charset="0"/>
              </a:rPr>
              <a:t>.</a:t>
            </a:r>
            <a:r>
              <a:rPr lang="en-US" sz="1400">
                <a:solidFill>
                  <a:srgbClr val="FEA400"/>
                </a:solidFill>
                <a:latin typeface="Consolas" panose="020B0609020204030204" pitchFamily="49" charset="0"/>
              </a:rPr>
              <a:t>WriteLine</a:t>
            </a:r>
            <a:r>
              <a:rPr lang="en-US" sz="1400">
                <a:latin typeface="Consolas" panose="020B0609020204030204" pitchFamily="49" charset="0"/>
                <a:cs typeface="Consolas" panose="020B0609020204030204" pitchFamily="49" charset="0"/>
              </a:rPr>
              <a:t>($</a:t>
            </a:r>
            <a:r>
              <a:rPr lang="en-US" sz="1400">
                <a:solidFill>
                  <a:srgbClr val="A31515"/>
                </a:solidFill>
                <a:latin typeface="Consolas" panose="020B0609020204030204" pitchFamily="49" charset="0"/>
              </a:rPr>
              <a:t>"In Swap method: a = </a:t>
            </a:r>
            <a:r>
              <a:rPr lang="en-US" sz="1400">
                <a:latin typeface="Consolas" panose="020B0609020204030204" pitchFamily="49" charset="0"/>
              </a:rPr>
              <a:t>{</a:t>
            </a:r>
            <a:r>
              <a:rPr lang="en-US" sz="1400">
                <a:solidFill>
                  <a:schemeClr val="accent6">
                    <a:lumMod val="75000"/>
                  </a:schemeClr>
                </a:solidFill>
                <a:latin typeface="Consolas" panose="020B0609020204030204" pitchFamily="49" charset="0"/>
              </a:rPr>
              <a:t>a</a:t>
            </a:r>
            <a:r>
              <a:rPr lang="en-US" sz="1400">
                <a:latin typeface="Consolas" panose="020B0609020204030204" pitchFamily="49" charset="0"/>
              </a:rPr>
              <a:t>}</a:t>
            </a:r>
            <a:r>
              <a:rPr lang="en-US" sz="1400">
                <a:solidFill>
                  <a:srgbClr val="A31515"/>
                </a:solidFill>
                <a:latin typeface="Consolas" panose="020B0609020204030204" pitchFamily="49" charset="0"/>
              </a:rPr>
              <a:t>, b = </a:t>
            </a:r>
            <a:r>
              <a:rPr lang="en-US" sz="1400">
                <a:latin typeface="Consolas" panose="020B0609020204030204" pitchFamily="49" charset="0"/>
              </a:rPr>
              <a:t>{</a:t>
            </a:r>
            <a:r>
              <a:rPr lang="en-US" sz="1400">
                <a:solidFill>
                  <a:schemeClr val="accent6">
                    <a:lumMod val="75000"/>
                  </a:schemeClr>
                </a:solidFill>
                <a:latin typeface="Consolas" panose="020B0609020204030204" pitchFamily="49" charset="0"/>
              </a:rPr>
              <a:t>b</a:t>
            </a:r>
            <a:r>
              <a:rPr lang="en-US" sz="1400">
                <a:latin typeface="Consolas" panose="020B0609020204030204" pitchFamily="49" charset="0"/>
              </a:rPr>
              <a:t>}</a:t>
            </a:r>
            <a:r>
              <a:rPr lang="en-US" sz="1400">
                <a:solidFill>
                  <a:srgbClr val="A31515"/>
                </a:solidFill>
                <a:latin typeface="Consolas" panose="020B0609020204030204" pitchFamily="49" charset="0"/>
              </a:rPr>
              <a:t>"</a:t>
            </a:r>
            <a:r>
              <a:rPr lang="en-US" sz="1400">
                <a:latin typeface="Consolas" panose="020B0609020204030204" pitchFamily="49" charset="0"/>
                <a:cs typeface="Consolas" panose="020B0609020204030204" pitchFamily="49" charset="0"/>
              </a:rPr>
              <a:t>);</a:t>
            </a:r>
            <a:endParaRPr lang="en-US" sz="1400">
              <a:latin typeface="Consolas" panose="020B0609020204030204" pitchFamily="49" charset="0"/>
            </a:endParaRPr>
          </a:p>
          <a:p>
            <a:pPr marL="51435" indent="0">
              <a:spcBef>
                <a:spcPts val="0"/>
              </a:spcBef>
              <a:buNone/>
            </a:pPr>
            <a:r>
              <a:rPr lang="en-US" sz="1400">
                <a:latin typeface="Consolas" panose="020B0609020204030204" pitchFamily="49" charset="0"/>
              </a:rPr>
              <a:t>}</a:t>
            </a:r>
          </a:p>
          <a:p>
            <a:pPr marL="51435" indent="0" algn="just">
              <a:spcBef>
                <a:spcPts val="0"/>
              </a:spcBef>
              <a:buNone/>
            </a:pPr>
            <a:endParaRPr lang="en-US" sz="1400">
              <a:solidFill>
                <a:schemeClr val="bg1"/>
              </a:solidFill>
              <a:latin typeface="Consolas" panose="020B0609020204030204" pitchFamily="49" charset="0"/>
            </a:endParaRPr>
          </a:p>
          <a:p>
            <a:pPr marL="51435" indent="0" algn="just">
              <a:spcBef>
                <a:spcPts val="0"/>
              </a:spcBef>
              <a:buNone/>
            </a:pPr>
            <a:r>
              <a:rPr lang="en-US" sz="1400">
                <a:solidFill>
                  <a:srgbClr val="0000FF"/>
                </a:solidFill>
                <a:latin typeface="Consolas" panose="020B0609020204030204" pitchFamily="49" charset="0"/>
              </a:rPr>
              <a:t>static</a:t>
            </a:r>
            <a:r>
              <a:rPr lang="en-US" sz="1400">
                <a:latin typeface="Consolas" panose="020B0609020204030204" pitchFamily="49" charset="0"/>
              </a:rPr>
              <a:t> </a:t>
            </a:r>
            <a:r>
              <a:rPr lang="en-US" sz="1400">
                <a:solidFill>
                  <a:srgbClr val="0000FF"/>
                </a:solidFill>
                <a:latin typeface="Consolas" panose="020B0609020204030204" pitchFamily="49" charset="0"/>
              </a:rPr>
              <a:t>void</a:t>
            </a:r>
            <a:r>
              <a:rPr lang="en-US" sz="1400">
                <a:latin typeface="Consolas" panose="020B0609020204030204" pitchFamily="49" charset="0"/>
              </a:rPr>
              <a:t> </a:t>
            </a:r>
            <a:r>
              <a:rPr lang="en-US" sz="1400">
                <a:solidFill>
                  <a:srgbClr val="FEA400"/>
                </a:solidFill>
                <a:latin typeface="Consolas" panose="020B0609020204030204" pitchFamily="49" charset="0"/>
              </a:rPr>
              <a:t>Main</a:t>
            </a:r>
            <a:r>
              <a:rPr lang="en-US" sz="1400">
                <a:latin typeface="Consolas" panose="020B0609020204030204" pitchFamily="49" charset="0"/>
              </a:rPr>
              <a:t>(</a:t>
            </a:r>
            <a:r>
              <a:rPr lang="en-US" sz="1400">
                <a:solidFill>
                  <a:srgbClr val="0000FF"/>
                </a:solidFill>
                <a:latin typeface="Consolas" panose="020B0609020204030204" pitchFamily="49" charset="0"/>
              </a:rPr>
              <a:t>string</a:t>
            </a:r>
            <a:r>
              <a:rPr lang="en-US" sz="1400">
                <a:latin typeface="Consolas" panose="020B0609020204030204" pitchFamily="49" charset="0"/>
              </a:rPr>
              <a:t>[] args)</a:t>
            </a:r>
          </a:p>
          <a:p>
            <a:pPr marL="51435" indent="0" algn="just">
              <a:spcBef>
                <a:spcPts val="0"/>
              </a:spcBef>
              <a:buNone/>
            </a:pPr>
            <a:r>
              <a:rPr lang="en-US" sz="1400">
                <a:latin typeface="Consolas" panose="020B0609020204030204" pitchFamily="49" charset="0"/>
              </a:rPr>
              <a:t>{</a:t>
            </a:r>
          </a:p>
          <a:p>
            <a:pPr marL="51435" indent="0">
              <a:spcBef>
                <a:spcPts val="0"/>
              </a:spcBef>
              <a:buNone/>
            </a:pPr>
            <a:r>
              <a:rPr lang="en-US" sz="1400">
                <a:solidFill>
                  <a:srgbClr val="0432FF"/>
                </a:solidFill>
                <a:latin typeface="Consolas" panose="020B0609020204030204" pitchFamily="49" charset="0"/>
              </a:rPr>
              <a:t>    int</a:t>
            </a:r>
            <a:r>
              <a:rPr lang="en-US" sz="1400">
                <a:solidFill>
                  <a:schemeClr val="bg1"/>
                </a:solidFill>
                <a:latin typeface="Consolas" panose="020B0609020204030204" pitchFamily="49" charset="0"/>
              </a:rPr>
              <a:t> </a:t>
            </a:r>
            <a:r>
              <a:rPr lang="en-US" sz="1400">
                <a:solidFill>
                  <a:schemeClr val="accent6">
                    <a:lumMod val="75000"/>
                  </a:schemeClr>
                </a:solidFill>
                <a:latin typeface="Consolas" panose="020B0609020204030204" pitchFamily="49" charset="0"/>
              </a:rPr>
              <a:t>a </a:t>
            </a:r>
            <a:r>
              <a:rPr lang="en-US" sz="1400">
                <a:latin typeface="Consolas" panose="020B0609020204030204" pitchFamily="49" charset="0"/>
              </a:rPr>
              <a:t>= 8;</a:t>
            </a:r>
          </a:p>
          <a:p>
            <a:pPr marL="51435" indent="0">
              <a:spcBef>
                <a:spcPts val="0"/>
              </a:spcBef>
              <a:buNone/>
            </a:pPr>
            <a:r>
              <a:rPr lang="en-US" sz="1400">
                <a:solidFill>
                  <a:srgbClr val="0432FF"/>
                </a:solidFill>
                <a:latin typeface="Consolas" panose="020B0609020204030204" pitchFamily="49" charset="0"/>
              </a:rPr>
              <a:t>    int</a:t>
            </a:r>
            <a:r>
              <a:rPr lang="en-US" sz="1400">
                <a:solidFill>
                  <a:schemeClr val="bg1"/>
                </a:solidFill>
                <a:latin typeface="Consolas" panose="020B0609020204030204" pitchFamily="49" charset="0"/>
              </a:rPr>
              <a:t> </a:t>
            </a:r>
            <a:r>
              <a:rPr lang="en-US" sz="1400">
                <a:solidFill>
                  <a:schemeClr val="accent6">
                    <a:lumMod val="75000"/>
                  </a:schemeClr>
                </a:solidFill>
                <a:latin typeface="Consolas" panose="020B0609020204030204" pitchFamily="49" charset="0"/>
              </a:rPr>
              <a:t>b </a:t>
            </a:r>
            <a:r>
              <a:rPr lang="en-US" sz="1400">
                <a:latin typeface="Consolas" panose="020B0609020204030204" pitchFamily="49" charset="0"/>
              </a:rPr>
              <a:t>= 5;</a:t>
            </a:r>
          </a:p>
          <a:p>
            <a:pPr marL="51435" indent="0">
              <a:spcBef>
                <a:spcPts val="0"/>
              </a:spcBef>
              <a:buNone/>
            </a:pPr>
            <a:r>
              <a:rPr lang="en-US" sz="1400">
                <a:solidFill>
                  <a:srgbClr val="2B91AF"/>
                </a:solidFill>
                <a:latin typeface="Consolas" panose="020B0609020204030204" pitchFamily="49" charset="0"/>
              </a:rPr>
              <a:t>    Console</a:t>
            </a:r>
            <a:r>
              <a:rPr lang="en-US" sz="1400">
                <a:latin typeface="Consolas" panose="020B0609020204030204" pitchFamily="49" charset="0"/>
              </a:rPr>
              <a:t>.</a:t>
            </a:r>
            <a:r>
              <a:rPr lang="en-US" sz="1400">
                <a:solidFill>
                  <a:srgbClr val="FEA400"/>
                </a:solidFill>
                <a:latin typeface="Consolas" panose="020B0609020204030204" pitchFamily="49" charset="0"/>
              </a:rPr>
              <a:t>WriteLine</a:t>
            </a:r>
            <a:r>
              <a:rPr lang="en-US" sz="1400">
                <a:latin typeface="Consolas" panose="020B0609020204030204" pitchFamily="49" charset="0"/>
                <a:cs typeface="Consolas" panose="020B0609020204030204" pitchFamily="49" charset="0"/>
              </a:rPr>
              <a:t>($</a:t>
            </a:r>
            <a:r>
              <a:rPr lang="en-US" sz="1400">
                <a:solidFill>
                  <a:srgbClr val="A31515"/>
                </a:solidFill>
                <a:latin typeface="Consolas" panose="020B0609020204030204" pitchFamily="49" charset="0"/>
              </a:rPr>
              <a:t>"Before swapping: a = </a:t>
            </a:r>
            <a:r>
              <a:rPr lang="en-US" sz="1400">
                <a:latin typeface="Consolas" panose="020B0609020204030204" pitchFamily="49" charset="0"/>
              </a:rPr>
              <a:t>{</a:t>
            </a:r>
            <a:r>
              <a:rPr lang="en-US" sz="1400">
                <a:solidFill>
                  <a:schemeClr val="accent6">
                    <a:lumMod val="75000"/>
                  </a:schemeClr>
                </a:solidFill>
                <a:latin typeface="Consolas" panose="020B0609020204030204" pitchFamily="49" charset="0"/>
              </a:rPr>
              <a:t>a</a:t>
            </a:r>
            <a:r>
              <a:rPr lang="en-US" sz="1400">
                <a:latin typeface="Consolas" panose="020B0609020204030204" pitchFamily="49" charset="0"/>
              </a:rPr>
              <a:t>}</a:t>
            </a:r>
            <a:r>
              <a:rPr lang="en-US" sz="1400">
                <a:solidFill>
                  <a:srgbClr val="A31515"/>
                </a:solidFill>
                <a:latin typeface="Consolas" panose="020B0609020204030204" pitchFamily="49" charset="0"/>
              </a:rPr>
              <a:t>, b = </a:t>
            </a:r>
            <a:r>
              <a:rPr lang="en-US" sz="1400">
                <a:latin typeface="Consolas" panose="020B0609020204030204" pitchFamily="49" charset="0"/>
              </a:rPr>
              <a:t>{</a:t>
            </a:r>
            <a:r>
              <a:rPr lang="en-US" sz="1400">
                <a:solidFill>
                  <a:schemeClr val="accent6">
                    <a:lumMod val="75000"/>
                  </a:schemeClr>
                </a:solidFill>
                <a:latin typeface="Consolas" panose="020B0609020204030204" pitchFamily="49" charset="0"/>
              </a:rPr>
              <a:t>b</a:t>
            </a:r>
            <a:r>
              <a:rPr lang="en-US" sz="1400">
                <a:latin typeface="Consolas" panose="020B0609020204030204" pitchFamily="49" charset="0"/>
              </a:rPr>
              <a:t>}</a:t>
            </a:r>
            <a:r>
              <a:rPr lang="en-US" sz="1400">
                <a:solidFill>
                  <a:srgbClr val="A31515"/>
                </a:solidFill>
                <a:latin typeface="Consolas" panose="020B0609020204030204" pitchFamily="49" charset="0"/>
              </a:rPr>
              <a:t>"</a:t>
            </a:r>
            <a:r>
              <a:rPr lang="en-US" sz="1400">
                <a:latin typeface="Consolas" panose="020B0609020204030204" pitchFamily="49" charset="0"/>
                <a:cs typeface="Consolas" panose="020B0609020204030204" pitchFamily="49" charset="0"/>
              </a:rPr>
              <a:t>);</a:t>
            </a:r>
          </a:p>
          <a:p>
            <a:pPr marL="51435" indent="0">
              <a:spcBef>
                <a:spcPts val="0"/>
              </a:spcBef>
              <a:buNone/>
            </a:pPr>
            <a:r>
              <a:rPr lang="en-US" sz="1400" dirty="0">
                <a:solidFill>
                  <a:srgbClr val="FEA400"/>
                </a:solidFill>
                <a:latin typeface="Consolas" panose="020B0609020204030204" pitchFamily="49" charset="0"/>
              </a:rPr>
              <a:t>    Swap</a:t>
            </a:r>
            <a:r>
              <a:rPr lang="en-US" sz="1400">
                <a:latin typeface="Consolas" panose="020B0609020204030204" pitchFamily="49" charset="0"/>
              </a:rPr>
              <a:t>(</a:t>
            </a:r>
            <a:r>
              <a:rPr lang="en-US" sz="1400">
                <a:solidFill>
                  <a:schemeClr val="accent6">
                    <a:lumMod val="75000"/>
                  </a:schemeClr>
                </a:solidFill>
                <a:latin typeface="Consolas" panose="020B0609020204030204" pitchFamily="49" charset="0"/>
              </a:rPr>
              <a:t>a</a:t>
            </a:r>
            <a:r>
              <a:rPr lang="en-US" sz="1400">
                <a:latin typeface="Consolas" panose="020B0609020204030204" pitchFamily="49" charset="0"/>
              </a:rPr>
              <a:t>, </a:t>
            </a:r>
            <a:r>
              <a:rPr lang="en-US" sz="1400">
                <a:solidFill>
                  <a:schemeClr val="accent6">
                    <a:lumMod val="75000"/>
                  </a:schemeClr>
                </a:solidFill>
                <a:latin typeface="Consolas" panose="020B0609020204030204" pitchFamily="49" charset="0"/>
              </a:rPr>
              <a:t>b</a:t>
            </a:r>
            <a:r>
              <a:rPr lang="en-US" sz="1400">
                <a:latin typeface="Consolas" panose="020B0609020204030204" pitchFamily="49" charset="0"/>
              </a:rPr>
              <a:t>);</a:t>
            </a:r>
          </a:p>
          <a:p>
            <a:pPr marL="51435" indent="0">
              <a:spcBef>
                <a:spcPts val="0"/>
              </a:spcBef>
              <a:buNone/>
            </a:pPr>
            <a:r>
              <a:rPr lang="en-US" sz="1400">
                <a:solidFill>
                  <a:srgbClr val="2B91AF"/>
                </a:solidFill>
                <a:latin typeface="Consolas" panose="020B0609020204030204" pitchFamily="49" charset="0"/>
              </a:rPr>
              <a:t>    Console</a:t>
            </a:r>
            <a:r>
              <a:rPr lang="en-US" sz="1400">
                <a:solidFill>
                  <a:schemeClr val="bg1"/>
                </a:solidFill>
                <a:latin typeface="Consolas" panose="020B0609020204030204" pitchFamily="49" charset="0"/>
              </a:rPr>
              <a:t>.</a:t>
            </a:r>
            <a:r>
              <a:rPr lang="en-US" sz="1400">
                <a:solidFill>
                  <a:srgbClr val="FEA400"/>
                </a:solidFill>
                <a:latin typeface="Consolas" panose="020B0609020204030204" pitchFamily="49" charset="0"/>
              </a:rPr>
              <a:t>WriteLine</a:t>
            </a:r>
            <a:r>
              <a:rPr lang="en-US" sz="1400">
                <a:latin typeface="Consolas" panose="020B0609020204030204" pitchFamily="49" charset="0"/>
                <a:cs typeface="Consolas" panose="020B0609020204030204" pitchFamily="49" charset="0"/>
              </a:rPr>
              <a:t>($</a:t>
            </a:r>
            <a:r>
              <a:rPr lang="en-US" sz="1400">
                <a:solidFill>
                  <a:srgbClr val="A31515"/>
                </a:solidFill>
                <a:latin typeface="Consolas" panose="020B0609020204030204" pitchFamily="49" charset="0"/>
              </a:rPr>
              <a:t>"After swapping: a = </a:t>
            </a:r>
            <a:r>
              <a:rPr lang="en-US" sz="1400">
                <a:latin typeface="Consolas" panose="020B0609020204030204" pitchFamily="49" charset="0"/>
              </a:rPr>
              <a:t>{</a:t>
            </a:r>
            <a:r>
              <a:rPr lang="en-US" sz="1400">
                <a:solidFill>
                  <a:schemeClr val="accent6">
                    <a:lumMod val="75000"/>
                  </a:schemeClr>
                </a:solidFill>
                <a:latin typeface="Consolas" panose="020B0609020204030204" pitchFamily="49" charset="0"/>
              </a:rPr>
              <a:t>a</a:t>
            </a:r>
            <a:r>
              <a:rPr lang="en-US" sz="1400">
                <a:latin typeface="Consolas" panose="020B0609020204030204" pitchFamily="49" charset="0"/>
              </a:rPr>
              <a:t>}</a:t>
            </a:r>
            <a:r>
              <a:rPr lang="en-US" sz="1400">
                <a:solidFill>
                  <a:srgbClr val="A31515"/>
                </a:solidFill>
                <a:latin typeface="Consolas" panose="020B0609020204030204" pitchFamily="49" charset="0"/>
              </a:rPr>
              <a:t>, b = </a:t>
            </a:r>
            <a:r>
              <a:rPr lang="en-US" sz="1400">
                <a:latin typeface="Consolas" panose="020B0609020204030204" pitchFamily="49" charset="0"/>
              </a:rPr>
              <a:t>{</a:t>
            </a:r>
            <a:r>
              <a:rPr lang="en-US" sz="1400">
                <a:solidFill>
                  <a:schemeClr val="accent6">
                    <a:lumMod val="75000"/>
                  </a:schemeClr>
                </a:solidFill>
                <a:latin typeface="Consolas" panose="020B0609020204030204" pitchFamily="49" charset="0"/>
              </a:rPr>
              <a:t>b</a:t>
            </a:r>
            <a:r>
              <a:rPr lang="en-US" sz="1400">
                <a:latin typeface="Consolas" panose="020B0609020204030204" pitchFamily="49" charset="0"/>
              </a:rPr>
              <a:t>}</a:t>
            </a:r>
            <a:r>
              <a:rPr lang="en-US" sz="1400">
                <a:solidFill>
                  <a:srgbClr val="A31515"/>
                </a:solidFill>
                <a:latin typeface="Consolas" panose="020B0609020204030204" pitchFamily="49" charset="0"/>
              </a:rPr>
              <a:t>"</a:t>
            </a:r>
            <a:r>
              <a:rPr lang="en-US" sz="1400">
                <a:latin typeface="Consolas" panose="020B0609020204030204" pitchFamily="49" charset="0"/>
                <a:cs typeface="Consolas" panose="020B0609020204030204" pitchFamily="49" charset="0"/>
              </a:rPr>
              <a:t>);</a:t>
            </a:r>
            <a:endParaRPr lang="en-US" sz="1400">
              <a:latin typeface="Consolas" panose="020B0609020204030204" pitchFamily="49" charset="0"/>
            </a:endParaRPr>
          </a:p>
          <a:p>
            <a:pPr marL="51435" indent="0">
              <a:spcBef>
                <a:spcPts val="0"/>
              </a:spcBef>
              <a:buNone/>
            </a:pPr>
            <a:r>
              <a:rPr lang="en-US" sz="1400">
                <a:latin typeface="Consolas" panose="020B0609020204030204" pitchFamily="49" charset="0"/>
              </a:rPr>
              <a:t>}</a:t>
            </a:r>
          </a:p>
        </p:txBody>
      </p:sp>
      <p:grpSp>
        <p:nvGrpSpPr>
          <p:cNvPr id="15" name="Group 14">
            <a:extLst>
              <a:ext uri="{FF2B5EF4-FFF2-40B4-BE49-F238E27FC236}">
                <a16:creationId xmlns:a16="http://schemas.microsoft.com/office/drawing/2014/main" id="{466018CD-240D-B2D0-1917-50F9305F9222}"/>
              </a:ext>
            </a:extLst>
          </p:cNvPr>
          <p:cNvGrpSpPr/>
          <p:nvPr/>
        </p:nvGrpSpPr>
        <p:grpSpPr>
          <a:xfrm>
            <a:off x="6375617" y="1500240"/>
            <a:ext cx="2660879" cy="3857521"/>
            <a:chOff x="6375617" y="2153543"/>
            <a:chExt cx="2660879" cy="3857521"/>
          </a:xfrm>
        </p:grpSpPr>
        <p:sp>
          <p:nvSpPr>
            <p:cNvPr id="7" name="Rectangle 6">
              <a:extLst>
                <a:ext uri="{FF2B5EF4-FFF2-40B4-BE49-F238E27FC236}">
                  <a16:creationId xmlns:a16="http://schemas.microsoft.com/office/drawing/2014/main" id="{017118D7-FF79-3B44-A42B-3224CA0A0058}"/>
                </a:ext>
              </a:extLst>
            </p:cNvPr>
            <p:cNvSpPr/>
            <p:nvPr/>
          </p:nvSpPr>
          <p:spPr>
            <a:xfrm>
              <a:off x="6375617" y="2153543"/>
              <a:ext cx="2660879" cy="3857521"/>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VN"/>
            </a:p>
          </p:txBody>
        </p:sp>
        <p:grpSp>
          <p:nvGrpSpPr>
            <p:cNvPr id="14" name="Group 13">
              <a:extLst>
                <a:ext uri="{FF2B5EF4-FFF2-40B4-BE49-F238E27FC236}">
                  <a16:creationId xmlns:a16="http://schemas.microsoft.com/office/drawing/2014/main" id="{8DC8490A-FEC6-A246-8550-4196DCEAB4FC}"/>
                </a:ext>
              </a:extLst>
            </p:cNvPr>
            <p:cNvGrpSpPr/>
            <p:nvPr/>
          </p:nvGrpSpPr>
          <p:grpSpPr>
            <a:xfrm>
              <a:off x="6448566" y="4221088"/>
              <a:ext cx="2515922" cy="1694776"/>
              <a:chOff x="6448566" y="4221088"/>
              <a:chExt cx="2515922" cy="1694776"/>
            </a:xfrm>
          </p:grpSpPr>
          <p:grpSp>
            <p:nvGrpSpPr>
              <p:cNvPr id="8" name="Group 7">
                <a:extLst>
                  <a:ext uri="{FF2B5EF4-FFF2-40B4-BE49-F238E27FC236}">
                    <a16:creationId xmlns:a16="http://schemas.microsoft.com/office/drawing/2014/main" id="{E28B5928-840B-464B-841B-75D2B3DAA252}"/>
                  </a:ext>
                </a:extLst>
              </p:cNvPr>
              <p:cNvGrpSpPr/>
              <p:nvPr/>
            </p:nvGrpSpPr>
            <p:grpSpPr>
              <a:xfrm>
                <a:off x="6448566" y="4221088"/>
                <a:ext cx="2507622" cy="1694776"/>
                <a:chOff x="6448566" y="4221088"/>
                <a:chExt cx="2507622" cy="1694776"/>
              </a:xfrm>
            </p:grpSpPr>
            <p:sp>
              <p:nvSpPr>
                <p:cNvPr id="26" name="Rectangle 25">
                  <a:extLst>
                    <a:ext uri="{FF2B5EF4-FFF2-40B4-BE49-F238E27FC236}">
                      <a16:creationId xmlns:a16="http://schemas.microsoft.com/office/drawing/2014/main" id="{4308B351-EAA4-8E45-84E0-515CD6E4F1A9}"/>
                    </a:ext>
                  </a:extLst>
                </p:cNvPr>
                <p:cNvSpPr/>
                <p:nvPr/>
              </p:nvSpPr>
              <p:spPr>
                <a:xfrm>
                  <a:off x="6448566" y="4221088"/>
                  <a:ext cx="2507622" cy="1694776"/>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VN"/>
                </a:p>
              </p:txBody>
            </p:sp>
            <p:sp>
              <p:nvSpPr>
                <p:cNvPr id="6" name="TextBox 5">
                  <a:extLst>
                    <a:ext uri="{FF2B5EF4-FFF2-40B4-BE49-F238E27FC236}">
                      <a16:creationId xmlns:a16="http://schemas.microsoft.com/office/drawing/2014/main" id="{B091BEE9-D18B-3147-BC37-7DE3EEB8580F}"/>
                    </a:ext>
                  </a:extLst>
                </p:cNvPr>
                <p:cNvSpPr txBox="1"/>
                <p:nvPr/>
              </p:nvSpPr>
              <p:spPr>
                <a:xfrm>
                  <a:off x="7297872" y="4321623"/>
                  <a:ext cx="724979" cy="369332"/>
                </a:xfrm>
                <a:prstGeom prst="rect">
                  <a:avLst/>
                </a:prstGeom>
                <a:noFill/>
              </p:spPr>
              <p:txBody>
                <a:bodyPr wrap="square" rtlCol="0">
                  <a:spAutoFit/>
                </a:bodyPr>
                <a:lstStyle/>
                <a:p>
                  <a:pPr algn="ctr"/>
                  <a:r>
                    <a:rPr lang="en-VN" b="1">
                      <a:solidFill>
                        <a:srgbClr val="0432FF"/>
                      </a:solidFill>
                      <a:latin typeface="Calibri" panose="020F0502020204030204" pitchFamily="34" charset="0"/>
                      <a:cs typeface="Calibri" panose="020F0502020204030204" pitchFamily="34" charset="0"/>
                    </a:rPr>
                    <a:t>Main</a:t>
                  </a:r>
                </a:p>
              </p:txBody>
            </p:sp>
          </p:grpSp>
          <p:grpSp>
            <p:nvGrpSpPr>
              <p:cNvPr id="9" name="Group 8">
                <a:extLst>
                  <a:ext uri="{FF2B5EF4-FFF2-40B4-BE49-F238E27FC236}">
                    <a16:creationId xmlns:a16="http://schemas.microsoft.com/office/drawing/2014/main" id="{1FC3DDDF-6B29-1043-8642-104679B9CF34}"/>
                  </a:ext>
                </a:extLst>
              </p:cNvPr>
              <p:cNvGrpSpPr/>
              <p:nvPr/>
            </p:nvGrpSpPr>
            <p:grpSpPr>
              <a:xfrm>
                <a:off x="6628438" y="4708127"/>
                <a:ext cx="1183922" cy="1041021"/>
                <a:chOff x="2549476" y="5131179"/>
                <a:chExt cx="1183922" cy="1041021"/>
              </a:xfrm>
            </p:grpSpPr>
            <p:sp>
              <p:nvSpPr>
                <p:cNvPr id="10" name="Cube 9">
                  <a:extLst>
                    <a:ext uri="{FF2B5EF4-FFF2-40B4-BE49-F238E27FC236}">
                      <a16:creationId xmlns:a16="http://schemas.microsoft.com/office/drawing/2014/main" id="{203F4FE4-4102-7241-9BDA-D9F3CE713E0B}"/>
                    </a:ext>
                  </a:extLst>
                </p:cNvPr>
                <p:cNvSpPr/>
                <p:nvPr/>
              </p:nvSpPr>
              <p:spPr>
                <a:xfrm>
                  <a:off x="2549476" y="5268032"/>
                  <a:ext cx="1031924" cy="904168"/>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1" name="TextBox 10">
                  <a:extLst>
                    <a:ext uri="{FF2B5EF4-FFF2-40B4-BE49-F238E27FC236}">
                      <a16:creationId xmlns:a16="http://schemas.microsoft.com/office/drawing/2014/main" id="{4E5C2BEE-9243-7749-B104-7221FAF2400A}"/>
                    </a:ext>
                  </a:extLst>
                </p:cNvPr>
                <p:cNvSpPr txBox="1"/>
                <p:nvPr/>
              </p:nvSpPr>
              <p:spPr>
                <a:xfrm>
                  <a:off x="2720387" y="5624820"/>
                  <a:ext cx="357808" cy="477054"/>
                </a:xfrm>
                <a:prstGeom prst="rect">
                  <a:avLst/>
                </a:prstGeom>
                <a:noFill/>
              </p:spPr>
              <p:txBody>
                <a:bodyPr wrap="square" rtlCol="0">
                  <a:spAutoFit/>
                </a:bodyPr>
                <a:lstStyle/>
                <a:p>
                  <a:pPr algn="ctr"/>
                  <a:r>
                    <a:rPr lang="en-VN" sz="2500"/>
                    <a:t>a</a:t>
                  </a:r>
                </a:p>
              </p:txBody>
            </p:sp>
            <p:sp>
              <p:nvSpPr>
                <p:cNvPr id="12" name="TextBox 11">
                  <a:extLst>
                    <a:ext uri="{FF2B5EF4-FFF2-40B4-BE49-F238E27FC236}">
                      <a16:creationId xmlns:a16="http://schemas.microsoft.com/office/drawing/2014/main" id="{6E88D47F-18B2-1C49-8413-22CCB65D76E7}"/>
                    </a:ext>
                  </a:extLst>
                </p:cNvPr>
                <p:cNvSpPr txBox="1"/>
                <p:nvPr/>
              </p:nvSpPr>
              <p:spPr>
                <a:xfrm>
                  <a:off x="3103541" y="5445224"/>
                  <a:ext cx="629857" cy="477054"/>
                </a:xfrm>
                <a:prstGeom prst="rect">
                  <a:avLst/>
                </a:prstGeom>
                <a:noFill/>
                <a:scene3d>
                  <a:camera prst="isometricRightUp">
                    <a:rot lat="1800000" lon="18000000" rev="0"/>
                  </a:camera>
                  <a:lightRig rig="threePt" dir="t"/>
                </a:scene3d>
              </p:spPr>
              <p:txBody>
                <a:bodyPr wrap="square" rtlCol="0">
                  <a:spAutoFit/>
                </a:bodyPr>
                <a:lstStyle/>
                <a:p>
                  <a:pPr algn="ctr"/>
                  <a:r>
                    <a:rPr lang="en-VN" sz="2500"/>
                    <a:t>int</a:t>
                  </a:r>
                </a:p>
              </p:txBody>
            </p:sp>
            <p:sp>
              <p:nvSpPr>
                <p:cNvPr id="13" name="TextBox 12">
                  <a:extLst>
                    <a:ext uri="{FF2B5EF4-FFF2-40B4-BE49-F238E27FC236}">
                      <a16:creationId xmlns:a16="http://schemas.microsoft.com/office/drawing/2014/main" id="{44A3BA20-464E-3545-9062-49CE65322D5F}"/>
                    </a:ext>
                  </a:extLst>
                </p:cNvPr>
                <p:cNvSpPr txBox="1"/>
                <p:nvPr/>
              </p:nvSpPr>
              <p:spPr>
                <a:xfrm>
                  <a:off x="2899291" y="5131179"/>
                  <a:ext cx="357808" cy="553998"/>
                </a:xfrm>
                <a:prstGeom prst="rect">
                  <a:avLst/>
                </a:prstGeom>
                <a:noFill/>
              </p:spPr>
              <p:txBody>
                <a:bodyPr wrap="square" rtlCol="0">
                  <a:spAutoFit/>
                </a:bodyPr>
                <a:lstStyle/>
                <a:p>
                  <a:pPr algn="ctr"/>
                  <a:r>
                    <a:rPr lang="en-VN" sz="3000" b="1">
                      <a:solidFill>
                        <a:schemeClr val="bg1"/>
                      </a:solidFill>
                    </a:rPr>
                    <a:t>8</a:t>
                  </a:r>
                </a:p>
              </p:txBody>
            </p:sp>
          </p:grpSp>
          <p:grpSp>
            <p:nvGrpSpPr>
              <p:cNvPr id="20" name="Group 19">
                <a:extLst>
                  <a:ext uri="{FF2B5EF4-FFF2-40B4-BE49-F238E27FC236}">
                    <a16:creationId xmlns:a16="http://schemas.microsoft.com/office/drawing/2014/main" id="{EE34EF6E-773B-AA46-A71C-449627CFCE6E}"/>
                  </a:ext>
                </a:extLst>
              </p:cNvPr>
              <p:cNvGrpSpPr/>
              <p:nvPr/>
            </p:nvGrpSpPr>
            <p:grpSpPr>
              <a:xfrm>
                <a:off x="7780566" y="4691237"/>
                <a:ext cx="1183922" cy="1041021"/>
                <a:chOff x="2549476" y="5131179"/>
                <a:chExt cx="1183922" cy="1041021"/>
              </a:xfrm>
            </p:grpSpPr>
            <p:sp>
              <p:nvSpPr>
                <p:cNvPr id="21" name="Cube 20">
                  <a:extLst>
                    <a:ext uri="{FF2B5EF4-FFF2-40B4-BE49-F238E27FC236}">
                      <a16:creationId xmlns:a16="http://schemas.microsoft.com/office/drawing/2014/main" id="{18A3C763-D36F-1C46-BC48-6FCBE0BC4C2C}"/>
                    </a:ext>
                  </a:extLst>
                </p:cNvPr>
                <p:cNvSpPr/>
                <p:nvPr/>
              </p:nvSpPr>
              <p:spPr>
                <a:xfrm>
                  <a:off x="2549476" y="5268032"/>
                  <a:ext cx="1031924" cy="904168"/>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2" name="TextBox 21">
                  <a:extLst>
                    <a:ext uri="{FF2B5EF4-FFF2-40B4-BE49-F238E27FC236}">
                      <a16:creationId xmlns:a16="http://schemas.microsoft.com/office/drawing/2014/main" id="{269ABC8A-A147-7147-9308-E8BA4D1642C8}"/>
                    </a:ext>
                  </a:extLst>
                </p:cNvPr>
                <p:cNvSpPr txBox="1"/>
                <p:nvPr/>
              </p:nvSpPr>
              <p:spPr>
                <a:xfrm>
                  <a:off x="2720387" y="5624820"/>
                  <a:ext cx="357808" cy="477054"/>
                </a:xfrm>
                <a:prstGeom prst="rect">
                  <a:avLst/>
                </a:prstGeom>
                <a:noFill/>
              </p:spPr>
              <p:txBody>
                <a:bodyPr wrap="square" rtlCol="0">
                  <a:spAutoFit/>
                </a:bodyPr>
                <a:lstStyle/>
                <a:p>
                  <a:pPr algn="ctr"/>
                  <a:r>
                    <a:rPr lang="en-VN" sz="2500"/>
                    <a:t>b</a:t>
                  </a:r>
                </a:p>
              </p:txBody>
            </p:sp>
            <p:sp>
              <p:nvSpPr>
                <p:cNvPr id="23" name="TextBox 22">
                  <a:extLst>
                    <a:ext uri="{FF2B5EF4-FFF2-40B4-BE49-F238E27FC236}">
                      <a16:creationId xmlns:a16="http://schemas.microsoft.com/office/drawing/2014/main" id="{C9580063-EDCB-634C-BECF-FE4F07DC5C25}"/>
                    </a:ext>
                  </a:extLst>
                </p:cNvPr>
                <p:cNvSpPr txBox="1"/>
                <p:nvPr/>
              </p:nvSpPr>
              <p:spPr>
                <a:xfrm>
                  <a:off x="3103541" y="5445224"/>
                  <a:ext cx="629857" cy="477054"/>
                </a:xfrm>
                <a:prstGeom prst="rect">
                  <a:avLst/>
                </a:prstGeom>
                <a:noFill/>
                <a:scene3d>
                  <a:camera prst="isometricRightUp">
                    <a:rot lat="1800000" lon="18000000" rev="0"/>
                  </a:camera>
                  <a:lightRig rig="threePt" dir="t"/>
                </a:scene3d>
              </p:spPr>
              <p:txBody>
                <a:bodyPr wrap="square" rtlCol="0">
                  <a:spAutoFit/>
                </a:bodyPr>
                <a:lstStyle/>
                <a:p>
                  <a:pPr algn="ctr"/>
                  <a:r>
                    <a:rPr lang="en-VN" sz="2500"/>
                    <a:t>int</a:t>
                  </a:r>
                </a:p>
              </p:txBody>
            </p:sp>
            <p:sp>
              <p:nvSpPr>
                <p:cNvPr id="24" name="TextBox 23">
                  <a:extLst>
                    <a:ext uri="{FF2B5EF4-FFF2-40B4-BE49-F238E27FC236}">
                      <a16:creationId xmlns:a16="http://schemas.microsoft.com/office/drawing/2014/main" id="{06906E88-C39C-4E46-861F-C2B218453DB1}"/>
                    </a:ext>
                  </a:extLst>
                </p:cNvPr>
                <p:cNvSpPr txBox="1"/>
                <p:nvPr/>
              </p:nvSpPr>
              <p:spPr>
                <a:xfrm>
                  <a:off x="2899291" y="5131179"/>
                  <a:ext cx="357808" cy="553998"/>
                </a:xfrm>
                <a:prstGeom prst="rect">
                  <a:avLst/>
                </a:prstGeom>
                <a:noFill/>
              </p:spPr>
              <p:txBody>
                <a:bodyPr wrap="square" rtlCol="0">
                  <a:spAutoFit/>
                </a:bodyPr>
                <a:lstStyle/>
                <a:p>
                  <a:pPr algn="ctr"/>
                  <a:r>
                    <a:rPr lang="en-VN" sz="3000" b="1">
                      <a:solidFill>
                        <a:schemeClr val="bg1"/>
                      </a:solidFill>
                    </a:rPr>
                    <a:t>5</a:t>
                  </a:r>
                </a:p>
              </p:txBody>
            </p:sp>
          </p:grpSp>
        </p:grpSp>
        <p:grpSp>
          <p:nvGrpSpPr>
            <p:cNvPr id="30" name="Group 29">
              <a:extLst>
                <a:ext uri="{FF2B5EF4-FFF2-40B4-BE49-F238E27FC236}">
                  <a16:creationId xmlns:a16="http://schemas.microsoft.com/office/drawing/2014/main" id="{C3203A95-E85B-BC49-B67B-02DDD2A85E72}"/>
                </a:ext>
              </a:extLst>
            </p:cNvPr>
            <p:cNvGrpSpPr/>
            <p:nvPr/>
          </p:nvGrpSpPr>
          <p:grpSpPr>
            <a:xfrm>
              <a:off x="6444208" y="2366043"/>
              <a:ext cx="2507622" cy="1694776"/>
              <a:chOff x="6448566" y="4221088"/>
              <a:chExt cx="2507622" cy="1694776"/>
            </a:xfrm>
          </p:grpSpPr>
          <p:sp>
            <p:nvSpPr>
              <p:cNvPr id="41" name="Rectangle 40">
                <a:extLst>
                  <a:ext uri="{FF2B5EF4-FFF2-40B4-BE49-F238E27FC236}">
                    <a16:creationId xmlns:a16="http://schemas.microsoft.com/office/drawing/2014/main" id="{5330C2F0-0A6C-414D-A958-EB97918114DE}"/>
                  </a:ext>
                </a:extLst>
              </p:cNvPr>
              <p:cNvSpPr/>
              <p:nvPr/>
            </p:nvSpPr>
            <p:spPr>
              <a:xfrm>
                <a:off x="6448566" y="4221088"/>
                <a:ext cx="2507622" cy="1694776"/>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VN"/>
              </a:p>
            </p:txBody>
          </p:sp>
          <p:sp>
            <p:nvSpPr>
              <p:cNvPr id="42" name="TextBox 41">
                <a:extLst>
                  <a:ext uri="{FF2B5EF4-FFF2-40B4-BE49-F238E27FC236}">
                    <a16:creationId xmlns:a16="http://schemas.microsoft.com/office/drawing/2014/main" id="{88AEE9CD-0EEE-EB47-9A09-055C2EBD0394}"/>
                  </a:ext>
                </a:extLst>
              </p:cNvPr>
              <p:cNvSpPr txBox="1"/>
              <p:nvPr/>
            </p:nvSpPr>
            <p:spPr>
              <a:xfrm>
                <a:off x="7297872" y="4321623"/>
                <a:ext cx="724979" cy="369332"/>
              </a:xfrm>
              <a:prstGeom prst="rect">
                <a:avLst/>
              </a:prstGeom>
              <a:noFill/>
            </p:spPr>
            <p:txBody>
              <a:bodyPr wrap="square" rtlCol="0">
                <a:spAutoFit/>
              </a:bodyPr>
              <a:lstStyle/>
              <a:p>
                <a:pPr algn="ctr"/>
                <a:r>
                  <a:rPr lang="en-VN" b="1">
                    <a:solidFill>
                      <a:srgbClr val="0432FF"/>
                    </a:solidFill>
                    <a:latin typeface="Calibri" panose="020F0502020204030204" pitchFamily="34" charset="0"/>
                    <a:cs typeface="Calibri" panose="020F0502020204030204" pitchFamily="34" charset="0"/>
                  </a:rPr>
                  <a:t>Swap</a:t>
                </a:r>
              </a:p>
            </p:txBody>
          </p:sp>
        </p:grpSp>
        <p:sp>
          <p:nvSpPr>
            <p:cNvPr id="37" name="Cube 36">
              <a:extLst>
                <a:ext uri="{FF2B5EF4-FFF2-40B4-BE49-F238E27FC236}">
                  <a16:creationId xmlns:a16="http://schemas.microsoft.com/office/drawing/2014/main" id="{5B982AA0-FD9F-A247-BC10-2CC2D4175FBC}"/>
                </a:ext>
              </a:extLst>
            </p:cNvPr>
            <p:cNvSpPr/>
            <p:nvPr/>
          </p:nvSpPr>
          <p:spPr>
            <a:xfrm>
              <a:off x="6624080" y="2989935"/>
              <a:ext cx="1031924" cy="904168"/>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38" name="TextBox 37">
              <a:extLst>
                <a:ext uri="{FF2B5EF4-FFF2-40B4-BE49-F238E27FC236}">
                  <a16:creationId xmlns:a16="http://schemas.microsoft.com/office/drawing/2014/main" id="{D379B4FC-DF8A-3B48-83E3-ABA0E1D0243C}"/>
                </a:ext>
              </a:extLst>
            </p:cNvPr>
            <p:cNvSpPr txBox="1"/>
            <p:nvPr/>
          </p:nvSpPr>
          <p:spPr>
            <a:xfrm>
              <a:off x="6794991" y="3346723"/>
              <a:ext cx="357808" cy="477054"/>
            </a:xfrm>
            <a:prstGeom prst="rect">
              <a:avLst/>
            </a:prstGeom>
            <a:noFill/>
          </p:spPr>
          <p:txBody>
            <a:bodyPr wrap="square" rtlCol="0">
              <a:spAutoFit/>
            </a:bodyPr>
            <a:lstStyle/>
            <a:p>
              <a:pPr algn="ctr"/>
              <a:r>
                <a:rPr lang="en-VN" sz="2500"/>
                <a:t>a</a:t>
              </a:r>
            </a:p>
          </p:txBody>
        </p:sp>
        <p:sp>
          <p:nvSpPr>
            <p:cNvPr id="39" name="TextBox 38">
              <a:extLst>
                <a:ext uri="{FF2B5EF4-FFF2-40B4-BE49-F238E27FC236}">
                  <a16:creationId xmlns:a16="http://schemas.microsoft.com/office/drawing/2014/main" id="{6B418011-A256-0C4F-A7BD-7F2FF91B4D0C}"/>
                </a:ext>
              </a:extLst>
            </p:cNvPr>
            <p:cNvSpPr txBox="1"/>
            <p:nvPr/>
          </p:nvSpPr>
          <p:spPr>
            <a:xfrm>
              <a:off x="7178145" y="3167127"/>
              <a:ext cx="629857" cy="477054"/>
            </a:xfrm>
            <a:prstGeom prst="rect">
              <a:avLst/>
            </a:prstGeom>
            <a:noFill/>
            <a:scene3d>
              <a:camera prst="isometricRightUp">
                <a:rot lat="1800000" lon="18000000" rev="0"/>
              </a:camera>
              <a:lightRig rig="threePt" dir="t"/>
            </a:scene3d>
          </p:spPr>
          <p:txBody>
            <a:bodyPr wrap="square" rtlCol="0">
              <a:spAutoFit/>
            </a:bodyPr>
            <a:lstStyle/>
            <a:p>
              <a:pPr algn="ctr"/>
              <a:r>
                <a:rPr lang="en-VN" sz="2500"/>
                <a:t>int</a:t>
              </a:r>
            </a:p>
          </p:txBody>
        </p:sp>
        <p:sp>
          <p:nvSpPr>
            <p:cNvPr id="40" name="TextBox 39">
              <a:extLst>
                <a:ext uri="{FF2B5EF4-FFF2-40B4-BE49-F238E27FC236}">
                  <a16:creationId xmlns:a16="http://schemas.microsoft.com/office/drawing/2014/main" id="{8B2BCC08-E356-ED46-A197-F62FF83BA997}"/>
                </a:ext>
              </a:extLst>
            </p:cNvPr>
            <p:cNvSpPr txBox="1"/>
            <p:nvPr/>
          </p:nvSpPr>
          <p:spPr>
            <a:xfrm>
              <a:off x="6973895" y="2853082"/>
              <a:ext cx="357808" cy="553998"/>
            </a:xfrm>
            <a:prstGeom prst="rect">
              <a:avLst/>
            </a:prstGeom>
            <a:noFill/>
          </p:spPr>
          <p:txBody>
            <a:bodyPr wrap="square" rtlCol="0">
              <a:spAutoFit/>
            </a:bodyPr>
            <a:lstStyle/>
            <a:p>
              <a:pPr algn="ctr"/>
              <a:r>
                <a:rPr lang="en-VN" sz="3000" b="1">
                  <a:solidFill>
                    <a:schemeClr val="bg1"/>
                  </a:solidFill>
                </a:rPr>
                <a:t>8</a:t>
              </a:r>
            </a:p>
          </p:txBody>
        </p:sp>
        <p:sp>
          <p:nvSpPr>
            <p:cNvPr id="33" name="Cube 32">
              <a:extLst>
                <a:ext uri="{FF2B5EF4-FFF2-40B4-BE49-F238E27FC236}">
                  <a16:creationId xmlns:a16="http://schemas.microsoft.com/office/drawing/2014/main" id="{FCC4685F-5414-8A49-9085-4C377CCE38F0}"/>
                </a:ext>
              </a:extLst>
            </p:cNvPr>
            <p:cNvSpPr/>
            <p:nvPr/>
          </p:nvSpPr>
          <p:spPr>
            <a:xfrm>
              <a:off x="7776208" y="2973045"/>
              <a:ext cx="1031924" cy="904168"/>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34" name="TextBox 33">
              <a:extLst>
                <a:ext uri="{FF2B5EF4-FFF2-40B4-BE49-F238E27FC236}">
                  <a16:creationId xmlns:a16="http://schemas.microsoft.com/office/drawing/2014/main" id="{BA63657A-1C24-8644-9780-1CF6A82FC73B}"/>
                </a:ext>
              </a:extLst>
            </p:cNvPr>
            <p:cNvSpPr txBox="1"/>
            <p:nvPr/>
          </p:nvSpPr>
          <p:spPr>
            <a:xfrm>
              <a:off x="7947119" y="3329833"/>
              <a:ext cx="357808" cy="477054"/>
            </a:xfrm>
            <a:prstGeom prst="rect">
              <a:avLst/>
            </a:prstGeom>
            <a:noFill/>
          </p:spPr>
          <p:txBody>
            <a:bodyPr wrap="square" rtlCol="0">
              <a:spAutoFit/>
            </a:bodyPr>
            <a:lstStyle/>
            <a:p>
              <a:pPr algn="ctr"/>
              <a:r>
                <a:rPr lang="en-VN" sz="2500"/>
                <a:t>b</a:t>
              </a:r>
            </a:p>
          </p:txBody>
        </p:sp>
        <p:sp>
          <p:nvSpPr>
            <p:cNvPr id="35" name="TextBox 34">
              <a:extLst>
                <a:ext uri="{FF2B5EF4-FFF2-40B4-BE49-F238E27FC236}">
                  <a16:creationId xmlns:a16="http://schemas.microsoft.com/office/drawing/2014/main" id="{63A6B586-826E-2C45-90C9-78772DDB88DD}"/>
                </a:ext>
              </a:extLst>
            </p:cNvPr>
            <p:cNvSpPr txBox="1"/>
            <p:nvPr/>
          </p:nvSpPr>
          <p:spPr>
            <a:xfrm>
              <a:off x="8330273" y="3150237"/>
              <a:ext cx="629857" cy="477054"/>
            </a:xfrm>
            <a:prstGeom prst="rect">
              <a:avLst/>
            </a:prstGeom>
            <a:noFill/>
            <a:scene3d>
              <a:camera prst="isometricRightUp">
                <a:rot lat="1800000" lon="18000000" rev="0"/>
              </a:camera>
              <a:lightRig rig="threePt" dir="t"/>
            </a:scene3d>
          </p:spPr>
          <p:txBody>
            <a:bodyPr wrap="square" rtlCol="0">
              <a:spAutoFit/>
            </a:bodyPr>
            <a:lstStyle/>
            <a:p>
              <a:pPr algn="ctr"/>
              <a:r>
                <a:rPr lang="en-VN" sz="2500"/>
                <a:t>int</a:t>
              </a:r>
            </a:p>
          </p:txBody>
        </p:sp>
        <p:sp>
          <p:nvSpPr>
            <p:cNvPr id="36" name="TextBox 35">
              <a:extLst>
                <a:ext uri="{FF2B5EF4-FFF2-40B4-BE49-F238E27FC236}">
                  <a16:creationId xmlns:a16="http://schemas.microsoft.com/office/drawing/2014/main" id="{6D5B53EA-919A-EB4C-A657-67C36D154456}"/>
                </a:ext>
              </a:extLst>
            </p:cNvPr>
            <p:cNvSpPr txBox="1"/>
            <p:nvPr/>
          </p:nvSpPr>
          <p:spPr>
            <a:xfrm>
              <a:off x="8126023" y="2836192"/>
              <a:ext cx="357808" cy="553998"/>
            </a:xfrm>
            <a:prstGeom prst="rect">
              <a:avLst/>
            </a:prstGeom>
            <a:noFill/>
          </p:spPr>
          <p:txBody>
            <a:bodyPr wrap="square" rtlCol="0">
              <a:spAutoFit/>
            </a:bodyPr>
            <a:lstStyle/>
            <a:p>
              <a:pPr algn="ctr"/>
              <a:r>
                <a:rPr lang="en-VN" sz="3000" b="1">
                  <a:solidFill>
                    <a:schemeClr val="bg1"/>
                  </a:solidFill>
                </a:rPr>
                <a:t>5</a:t>
              </a:r>
            </a:p>
          </p:txBody>
        </p:sp>
        <p:sp>
          <p:nvSpPr>
            <p:cNvPr id="18" name="U-Turn Arrow 17">
              <a:extLst>
                <a:ext uri="{FF2B5EF4-FFF2-40B4-BE49-F238E27FC236}">
                  <a16:creationId xmlns:a16="http://schemas.microsoft.com/office/drawing/2014/main" id="{0F533C04-7A2A-924A-8576-C4C1B145B90C}"/>
                </a:ext>
              </a:extLst>
            </p:cNvPr>
            <p:cNvSpPr/>
            <p:nvPr/>
          </p:nvSpPr>
          <p:spPr>
            <a:xfrm rot="16200000">
              <a:off x="5595223" y="3705394"/>
              <a:ext cx="2098376" cy="537583"/>
            </a:xfrm>
            <a:prstGeom prst="uturnArrow">
              <a:avLst>
                <a:gd name="adj1" fmla="val 8459"/>
                <a:gd name="adj2" fmla="val 25000"/>
                <a:gd name="adj3" fmla="val 20865"/>
                <a:gd name="adj4" fmla="val 39615"/>
                <a:gd name="adj5" fmla="val 75000"/>
              </a:avLst>
            </a:prstGeom>
            <a:solidFill>
              <a:srgbClr val="FF0000"/>
            </a:solidFill>
            <a:ln>
              <a:solidFill>
                <a:srgbClr val="FF0000"/>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en-VN">
                <a:solidFill>
                  <a:schemeClr val="tx1"/>
                </a:solidFill>
              </a:endParaRPr>
            </a:p>
          </p:txBody>
        </p:sp>
        <p:sp>
          <p:nvSpPr>
            <p:cNvPr id="43" name="U-Turn Arrow 42">
              <a:extLst>
                <a:ext uri="{FF2B5EF4-FFF2-40B4-BE49-F238E27FC236}">
                  <a16:creationId xmlns:a16="http://schemas.microsoft.com/office/drawing/2014/main" id="{E50150CC-E005-1D48-BE7F-B96183234FDD}"/>
                </a:ext>
              </a:extLst>
            </p:cNvPr>
            <p:cNvSpPr/>
            <p:nvPr/>
          </p:nvSpPr>
          <p:spPr>
            <a:xfrm rot="5400000" flipH="1">
              <a:off x="7698051" y="3668177"/>
              <a:ext cx="2098376" cy="578078"/>
            </a:xfrm>
            <a:prstGeom prst="uturnArrow">
              <a:avLst>
                <a:gd name="adj1" fmla="val 8459"/>
                <a:gd name="adj2" fmla="val 25000"/>
                <a:gd name="adj3" fmla="val 20865"/>
                <a:gd name="adj4" fmla="val 39615"/>
                <a:gd name="adj5" fmla="val 75000"/>
              </a:avLst>
            </a:prstGeom>
            <a:solidFill>
              <a:srgbClr val="FF0000"/>
            </a:solidFill>
            <a:ln>
              <a:solidFill>
                <a:srgbClr val="FF0000"/>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en-VN">
                <a:solidFill>
                  <a:schemeClr val="tx1"/>
                </a:solidFill>
              </a:endParaRPr>
            </a:p>
          </p:txBody>
        </p:sp>
      </p:grpSp>
      <p:sp>
        <p:nvSpPr>
          <p:cNvPr id="16" name="Rectangle 15">
            <a:extLst>
              <a:ext uri="{FF2B5EF4-FFF2-40B4-BE49-F238E27FC236}">
                <a16:creationId xmlns:a16="http://schemas.microsoft.com/office/drawing/2014/main" id="{B285401F-A05B-BD1C-DD8A-FF597B9E1849}"/>
              </a:ext>
            </a:extLst>
          </p:cNvPr>
          <p:cNvSpPr/>
          <p:nvPr/>
        </p:nvSpPr>
        <p:spPr>
          <a:xfrm>
            <a:off x="590230" y="4293069"/>
            <a:ext cx="5620887" cy="314327"/>
          </a:xfrm>
          <a:prstGeom prst="rect">
            <a:avLst/>
          </a:prstGeom>
          <a:solidFill>
            <a:srgbClr val="FFFF00">
              <a:alpha val="26391"/>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9" name="Curved Right Arrow 18">
            <a:extLst>
              <a:ext uri="{FF2B5EF4-FFF2-40B4-BE49-F238E27FC236}">
                <a16:creationId xmlns:a16="http://schemas.microsoft.com/office/drawing/2014/main" id="{97FE5EA6-ED00-70F7-B606-CDC993558F7F}"/>
              </a:ext>
            </a:extLst>
          </p:cNvPr>
          <p:cNvSpPr/>
          <p:nvPr/>
        </p:nvSpPr>
        <p:spPr>
          <a:xfrm rot="10800000">
            <a:off x="3167629" y="1475210"/>
            <a:ext cx="865267" cy="3031335"/>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solidFill>
                <a:schemeClr val="tx1"/>
              </a:solidFill>
            </a:endParaRPr>
          </a:p>
        </p:txBody>
      </p:sp>
    </p:spTree>
    <p:extLst>
      <p:ext uri="{BB962C8B-B14F-4D97-AF65-F5344CB8AC3E}">
        <p14:creationId xmlns:p14="http://schemas.microsoft.com/office/powerpoint/2010/main" val="131595284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9F558-D333-EE4F-BF8A-DD5A2AF8E8E5}"/>
              </a:ext>
            </a:extLst>
          </p:cNvPr>
          <p:cNvSpPr>
            <a:spLocks noGrp="1"/>
          </p:cNvSpPr>
          <p:nvPr>
            <p:ph type="title"/>
          </p:nvPr>
        </p:nvSpPr>
        <p:spPr/>
        <p:txBody>
          <a:bodyPr>
            <a:normAutofit fontScale="90000"/>
          </a:bodyPr>
          <a:lstStyle/>
          <a:p>
            <a:r>
              <a:rPr lang="en-US"/>
              <a:t>T</a:t>
            </a:r>
            <a:r>
              <a:rPr lang="en-VN"/>
              <a:t>RUYỀN THAM TRỊ</a:t>
            </a:r>
          </a:p>
        </p:txBody>
      </p:sp>
      <p:sp>
        <p:nvSpPr>
          <p:cNvPr id="3" name="Content Placeholder 2">
            <a:extLst>
              <a:ext uri="{FF2B5EF4-FFF2-40B4-BE49-F238E27FC236}">
                <a16:creationId xmlns:a16="http://schemas.microsoft.com/office/drawing/2014/main" id="{46E931EB-84F8-664B-A670-FCDDEF319EBC}"/>
              </a:ext>
            </a:extLst>
          </p:cNvPr>
          <p:cNvSpPr>
            <a:spLocks noGrp="1"/>
          </p:cNvSpPr>
          <p:nvPr>
            <p:ph idx="1"/>
          </p:nvPr>
        </p:nvSpPr>
        <p:spPr/>
        <p:txBody>
          <a:bodyPr/>
          <a:lstStyle/>
          <a:p>
            <a:endParaRPr lang="en-VN"/>
          </a:p>
        </p:txBody>
      </p:sp>
      <p:sp>
        <p:nvSpPr>
          <p:cNvPr id="4" name="Footer Placeholder 3">
            <a:extLst>
              <a:ext uri="{FF2B5EF4-FFF2-40B4-BE49-F238E27FC236}">
                <a16:creationId xmlns:a16="http://schemas.microsoft.com/office/drawing/2014/main" id="{F03246C0-7681-AD48-868A-D72606C1877E}"/>
              </a:ext>
            </a:extLst>
          </p:cNvPr>
          <p:cNvSpPr>
            <a:spLocks noGrp="1"/>
          </p:cNvSpPr>
          <p:nvPr>
            <p:ph type="ftr" sz="quarter" idx="11"/>
          </p:nvPr>
        </p:nvSpPr>
        <p:spPr/>
        <p:txBody>
          <a:bodyPr/>
          <a:lstStyle/>
          <a:p>
            <a:r>
              <a:rPr lang="vi-VN" dirty="0"/>
              <a:t>Bài 5: Hàm</a:t>
            </a:r>
            <a:endParaRPr lang="en-US" dirty="0"/>
          </a:p>
        </p:txBody>
      </p:sp>
      <p:sp>
        <p:nvSpPr>
          <p:cNvPr id="5" name="Slide Number Placeholder 4">
            <a:extLst>
              <a:ext uri="{FF2B5EF4-FFF2-40B4-BE49-F238E27FC236}">
                <a16:creationId xmlns:a16="http://schemas.microsoft.com/office/drawing/2014/main" id="{A2231E3D-50C2-5841-8CD1-9EA17109550A}"/>
              </a:ext>
            </a:extLst>
          </p:cNvPr>
          <p:cNvSpPr>
            <a:spLocks noGrp="1"/>
          </p:cNvSpPr>
          <p:nvPr>
            <p:ph type="sldNum" sz="quarter" idx="12"/>
          </p:nvPr>
        </p:nvSpPr>
        <p:spPr/>
        <p:txBody>
          <a:bodyPr/>
          <a:lstStyle/>
          <a:p>
            <a:fld id="{1AD93096-5B34-4342-9326-69289CEAE4C2}" type="slidenum">
              <a:rPr lang="en-US" smtClean="0"/>
              <a:pPr/>
              <a:t>34</a:t>
            </a:fld>
            <a:endParaRPr lang="en-US" dirty="0"/>
          </a:p>
        </p:txBody>
      </p:sp>
      <p:sp>
        <p:nvSpPr>
          <p:cNvPr id="27" name="Content Placeholder 5">
            <a:extLst>
              <a:ext uri="{FF2B5EF4-FFF2-40B4-BE49-F238E27FC236}">
                <a16:creationId xmlns:a16="http://schemas.microsoft.com/office/drawing/2014/main" id="{AB9DFC89-818A-5444-BD5A-A62A26C593CB}"/>
              </a:ext>
            </a:extLst>
          </p:cNvPr>
          <p:cNvSpPr txBox="1">
            <a:spLocks/>
          </p:cNvSpPr>
          <p:nvPr/>
        </p:nvSpPr>
        <p:spPr>
          <a:xfrm>
            <a:off x="90386" y="1503294"/>
            <a:ext cx="6154486" cy="3851412"/>
          </a:xfrm>
          <a:prstGeom prst="rect">
            <a:avLst/>
          </a:prstGeom>
        </p:spPr>
        <p:style>
          <a:lnRef idx="2">
            <a:schemeClr val="accent2"/>
          </a:lnRef>
          <a:fillRef idx="1">
            <a:schemeClr val="lt1"/>
          </a:fillRef>
          <a:effectRef idx="0">
            <a:schemeClr val="accent2"/>
          </a:effectRef>
          <a:fontRef idx="minor">
            <a:schemeClr val="dk1"/>
          </a:fontRef>
        </p:style>
        <p:txBody>
          <a:bodyPr>
            <a:noAutofit/>
          </a:bodyPr>
          <a:lstStyle>
            <a:lvl1pPr marL="308610" indent="-257175" algn="l" rtl="0" eaLnBrk="1" latinLnBrk="0" hangingPunct="1">
              <a:spcBef>
                <a:spcPts val="525"/>
              </a:spcBef>
              <a:buSzPct val="95000"/>
              <a:buFont typeface="Wingdings"/>
              <a:buChar char=""/>
              <a:defRPr sz="1500" kern="1200" spc="0">
                <a:solidFill>
                  <a:schemeClr val="tx1"/>
                </a:solidFill>
                <a:latin typeface="+mn-lt"/>
                <a:ea typeface="+mn-ea"/>
                <a:cs typeface="Arial" pitchFamily="34" charset="0"/>
              </a:defRPr>
            </a:lvl1pPr>
            <a:lvl2pPr marL="555498" indent="-214313" algn="l" rtl="0" eaLnBrk="1" latinLnBrk="0" hangingPunct="1">
              <a:spcBef>
                <a:spcPct val="20000"/>
              </a:spcBef>
              <a:buClr>
                <a:schemeClr val="accent2"/>
              </a:buClr>
              <a:buSzPct val="90000"/>
              <a:buFont typeface="Wingdings"/>
              <a:buChar char=""/>
              <a:defRPr sz="1350" kern="1200" spc="0">
                <a:solidFill>
                  <a:schemeClr val="tx1"/>
                </a:solidFill>
                <a:latin typeface="+mn-lt"/>
                <a:ea typeface="+mn-ea"/>
                <a:cs typeface="Arial" pitchFamily="34" charset="0"/>
              </a:defRPr>
            </a:lvl2pPr>
            <a:lvl3pPr marL="747522" indent="-171450" algn="l" rtl="0" eaLnBrk="1" latinLnBrk="0" hangingPunct="1">
              <a:spcBef>
                <a:spcPct val="20000"/>
              </a:spcBef>
              <a:buClr>
                <a:schemeClr val="accent2"/>
              </a:buClr>
              <a:buFont typeface="Wingdings 2"/>
              <a:buChar char=""/>
              <a:defRPr sz="1200" kern="1200" spc="0">
                <a:solidFill>
                  <a:schemeClr val="tx1"/>
                </a:solidFill>
                <a:latin typeface="+mn-lt"/>
                <a:ea typeface="+mn-ea"/>
                <a:cs typeface="Arial" pitchFamily="34" charset="0"/>
              </a:defRPr>
            </a:lvl3pPr>
            <a:lvl4pPr marL="946404" indent="-171450" algn="l" rtl="0" eaLnBrk="1" latinLnBrk="0" hangingPunct="1">
              <a:spcBef>
                <a:spcPct val="20000"/>
              </a:spcBef>
              <a:buClr>
                <a:schemeClr val="accent3"/>
              </a:buClr>
              <a:buFont typeface="Wingdings 3"/>
              <a:buChar char=""/>
              <a:defRPr sz="1200" kern="1200" spc="0">
                <a:solidFill>
                  <a:schemeClr val="tx1"/>
                </a:solidFill>
                <a:latin typeface="+mn-lt"/>
                <a:ea typeface="+mn-ea"/>
                <a:cs typeface="Arial" pitchFamily="34" charset="0"/>
              </a:defRPr>
            </a:lvl4pPr>
            <a:lvl5pPr marL="1110996" indent="-157734" algn="l" rtl="0" eaLnBrk="1" latinLnBrk="0" hangingPunct="1">
              <a:spcBef>
                <a:spcPct val="20000"/>
              </a:spcBef>
              <a:buClr>
                <a:schemeClr val="accent3"/>
              </a:buClr>
              <a:buFont typeface="Wingdings 2"/>
              <a:buChar char=""/>
              <a:defRPr sz="1050" kern="1200" spc="0">
                <a:solidFill>
                  <a:schemeClr val="tx1"/>
                </a:solidFill>
                <a:latin typeface="+mn-lt"/>
                <a:ea typeface="+mn-ea"/>
                <a:cs typeface="Arial" pitchFamily="34" charset="0"/>
              </a:defRPr>
            </a:lvl5pPr>
            <a:lvl6pPr marL="1282446" indent="-157734" algn="l" rtl="0" eaLnBrk="1" latinLnBrk="0" hangingPunct="1">
              <a:spcBef>
                <a:spcPct val="20000"/>
              </a:spcBef>
              <a:buClr>
                <a:schemeClr val="accent3"/>
              </a:buClr>
              <a:buFont typeface="Wingdings 2"/>
              <a:buChar char=""/>
              <a:defRPr sz="1350" kern="1200">
                <a:solidFill>
                  <a:schemeClr val="tx1"/>
                </a:solidFill>
                <a:latin typeface="+mn-lt"/>
                <a:ea typeface="+mn-ea"/>
                <a:cs typeface="+mn-cs"/>
              </a:defRPr>
            </a:lvl6pPr>
            <a:lvl7pPr marL="1426464"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7pPr>
            <a:lvl8pPr marL="1570482"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8pPr>
            <a:lvl9pPr marL="1714500"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9pPr>
            <a:extLst/>
          </a:lstStyle>
          <a:p>
            <a:pPr marL="51435" indent="0">
              <a:spcBef>
                <a:spcPts val="0"/>
              </a:spcBef>
              <a:buNone/>
            </a:pPr>
            <a:r>
              <a:rPr lang="en-US" sz="1400">
                <a:solidFill>
                  <a:srgbClr val="0432FF"/>
                </a:solidFill>
                <a:latin typeface="Consolas" panose="020B0609020204030204" pitchFamily="49" charset="0"/>
              </a:rPr>
              <a:t>static</a:t>
            </a:r>
            <a:r>
              <a:rPr lang="en-US" sz="1400">
                <a:latin typeface="Consolas" panose="020B0609020204030204" pitchFamily="49" charset="0"/>
              </a:rPr>
              <a:t> </a:t>
            </a:r>
            <a:r>
              <a:rPr lang="en-US" sz="1400">
                <a:solidFill>
                  <a:srgbClr val="0000FF"/>
                </a:solidFill>
                <a:latin typeface="Consolas" panose="020B0609020204030204" pitchFamily="49" charset="0"/>
              </a:rPr>
              <a:t>void</a:t>
            </a:r>
            <a:r>
              <a:rPr lang="en-US" sz="1400">
                <a:latin typeface="Consolas" panose="020B0609020204030204" pitchFamily="49" charset="0"/>
              </a:rPr>
              <a:t> </a:t>
            </a:r>
            <a:r>
              <a:rPr lang="en-US" sz="1400" dirty="0">
                <a:solidFill>
                  <a:srgbClr val="FEA400"/>
                </a:solidFill>
                <a:latin typeface="Consolas" panose="020B0609020204030204" pitchFamily="49" charset="0"/>
              </a:rPr>
              <a:t>Swap</a:t>
            </a:r>
            <a:r>
              <a:rPr lang="en-US" sz="1400">
                <a:latin typeface="Consolas" panose="020B0609020204030204" pitchFamily="49" charset="0"/>
              </a:rPr>
              <a:t>(</a:t>
            </a:r>
            <a:r>
              <a:rPr lang="en-US" sz="1400">
                <a:solidFill>
                  <a:srgbClr val="0432FF"/>
                </a:solidFill>
                <a:highlight>
                  <a:srgbClr val="FFFF00"/>
                </a:highlight>
                <a:latin typeface="Consolas" panose="020B0609020204030204" pitchFamily="49" charset="0"/>
              </a:rPr>
              <a:t>int</a:t>
            </a:r>
            <a:r>
              <a:rPr lang="en-US" sz="1400">
                <a:solidFill>
                  <a:schemeClr val="bg1"/>
                </a:solidFill>
                <a:highlight>
                  <a:srgbClr val="FFFF00"/>
                </a:highlight>
                <a:latin typeface="Consolas" panose="020B0609020204030204" pitchFamily="49" charset="0"/>
              </a:rPr>
              <a:t> </a:t>
            </a:r>
            <a:r>
              <a:rPr lang="en-US" sz="1400">
                <a:solidFill>
                  <a:schemeClr val="accent6">
                    <a:lumMod val="75000"/>
                  </a:schemeClr>
                </a:solidFill>
                <a:highlight>
                  <a:srgbClr val="FFFF00"/>
                </a:highlight>
                <a:latin typeface="Consolas" panose="020B0609020204030204" pitchFamily="49" charset="0"/>
              </a:rPr>
              <a:t>a</a:t>
            </a:r>
            <a:r>
              <a:rPr lang="en-US" sz="1400">
                <a:highlight>
                  <a:srgbClr val="FFFF00"/>
                </a:highlight>
                <a:latin typeface="Consolas" panose="020B0609020204030204" pitchFamily="49" charset="0"/>
              </a:rPr>
              <a:t>, </a:t>
            </a:r>
            <a:r>
              <a:rPr lang="en-US" sz="1400">
                <a:solidFill>
                  <a:srgbClr val="0432FF"/>
                </a:solidFill>
                <a:highlight>
                  <a:srgbClr val="FFFF00"/>
                </a:highlight>
                <a:latin typeface="Consolas" panose="020B0609020204030204" pitchFamily="49" charset="0"/>
              </a:rPr>
              <a:t>int</a:t>
            </a:r>
            <a:r>
              <a:rPr lang="en-US" sz="1400">
                <a:solidFill>
                  <a:schemeClr val="bg1"/>
                </a:solidFill>
                <a:highlight>
                  <a:srgbClr val="FFFF00"/>
                </a:highlight>
                <a:latin typeface="Consolas" panose="020B0609020204030204" pitchFamily="49" charset="0"/>
              </a:rPr>
              <a:t> </a:t>
            </a:r>
            <a:r>
              <a:rPr lang="en-US" sz="1400">
                <a:solidFill>
                  <a:schemeClr val="accent6">
                    <a:lumMod val="75000"/>
                  </a:schemeClr>
                </a:solidFill>
                <a:highlight>
                  <a:srgbClr val="FFFF00"/>
                </a:highlight>
                <a:latin typeface="Consolas" panose="020B0609020204030204" pitchFamily="49" charset="0"/>
              </a:rPr>
              <a:t>b</a:t>
            </a:r>
            <a:r>
              <a:rPr lang="en-US" sz="1400">
                <a:latin typeface="Consolas" panose="020B0609020204030204" pitchFamily="49" charset="0"/>
              </a:rPr>
              <a:t>)</a:t>
            </a:r>
          </a:p>
          <a:p>
            <a:pPr marL="51435" indent="0">
              <a:spcBef>
                <a:spcPts val="0"/>
              </a:spcBef>
              <a:buNone/>
            </a:pPr>
            <a:r>
              <a:rPr lang="en-US" sz="1400">
                <a:latin typeface="Consolas" panose="020B0609020204030204" pitchFamily="49" charset="0"/>
              </a:rPr>
              <a:t>{</a:t>
            </a:r>
          </a:p>
          <a:p>
            <a:pPr marL="51435" indent="0">
              <a:spcBef>
                <a:spcPts val="0"/>
              </a:spcBef>
              <a:buNone/>
            </a:pPr>
            <a:r>
              <a:rPr lang="en-US" sz="1400">
                <a:solidFill>
                  <a:schemeClr val="bg1"/>
                </a:solidFill>
                <a:latin typeface="Consolas" panose="020B0609020204030204" pitchFamily="49" charset="0"/>
              </a:rPr>
              <a:t>    </a:t>
            </a:r>
            <a:r>
              <a:rPr lang="en-US" sz="1400">
                <a:solidFill>
                  <a:srgbClr val="0432FF"/>
                </a:solidFill>
                <a:latin typeface="Consolas" panose="020B0609020204030204" pitchFamily="49" charset="0"/>
              </a:rPr>
              <a:t>int</a:t>
            </a:r>
            <a:r>
              <a:rPr lang="en-US" sz="1400">
                <a:solidFill>
                  <a:schemeClr val="bg1"/>
                </a:solidFill>
                <a:latin typeface="Consolas" panose="020B0609020204030204" pitchFamily="49" charset="0"/>
              </a:rPr>
              <a:t> </a:t>
            </a:r>
            <a:r>
              <a:rPr lang="en-US" sz="1400">
                <a:solidFill>
                  <a:schemeClr val="accent6">
                    <a:lumMod val="75000"/>
                  </a:schemeClr>
                </a:solidFill>
                <a:latin typeface="Consolas" panose="020B0609020204030204" pitchFamily="49" charset="0"/>
              </a:rPr>
              <a:t>temp </a:t>
            </a:r>
            <a:r>
              <a:rPr lang="en-US" sz="1400">
                <a:latin typeface="Consolas" panose="020B0609020204030204" pitchFamily="49" charset="0"/>
              </a:rPr>
              <a:t>=</a:t>
            </a:r>
            <a:r>
              <a:rPr lang="en-US" sz="1400">
                <a:solidFill>
                  <a:schemeClr val="accent6">
                    <a:lumMod val="75000"/>
                  </a:schemeClr>
                </a:solidFill>
                <a:latin typeface="Consolas" panose="020B0609020204030204" pitchFamily="49" charset="0"/>
              </a:rPr>
              <a:t> a</a:t>
            </a:r>
          </a:p>
          <a:p>
            <a:pPr marL="51435" indent="0">
              <a:spcBef>
                <a:spcPts val="0"/>
              </a:spcBef>
              <a:buNone/>
            </a:pPr>
            <a:r>
              <a:rPr lang="en-US" sz="1400">
                <a:solidFill>
                  <a:schemeClr val="accent6">
                    <a:lumMod val="75000"/>
                  </a:schemeClr>
                </a:solidFill>
                <a:latin typeface="Consolas" panose="020B0609020204030204" pitchFamily="49" charset="0"/>
              </a:rPr>
              <a:t>    a </a:t>
            </a:r>
            <a:r>
              <a:rPr lang="en-US" sz="1400">
                <a:latin typeface="Consolas" panose="020B0609020204030204" pitchFamily="49" charset="0"/>
              </a:rPr>
              <a:t>= </a:t>
            </a:r>
            <a:r>
              <a:rPr lang="en-US" sz="1400">
                <a:solidFill>
                  <a:schemeClr val="accent6">
                    <a:lumMod val="75000"/>
                  </a:schemeClr>
                </a:solidFill>
                <a:latin typeface="Consolas" panose="020B0609020204030204" pitchFamily="49" charset="0"/>
              </a:rPr>
              <a:t>b</a:t>
            </a:r>
            <a:r>
              <a:rPr lang="en-US" sz="1400">
                <a:latin typeface="Consolas" panose="020B0609020204030204" pitchFamily="49" charset="0"/>
              </a:rPr>
              <a:t>;</a:t>
            </a:r>
          </a:p>
          <a:p>
            <a:pPr marL="51435" indent="0">
              <a:spcBef>
                <a:spcPts val="0"/>
              </a:spcBef>
              <a:buNone/>
            </a:pPr>
            <a:r>
              <a:rPr lang="en-US" sz="1400">
                <a:solidFill>
                  <a:schemeClr val="accent6">
                    <a:lumMod val="75000"/>
                  </a:schemeClr>
                </a:solidFill>
                <a:latin typeface="Consolas" panose="020B0609020204030204" pitchFamily="49" charset="0"/>
              </a:rPr>
              <a:t>    b </a:t>
            </a:r>
            <a:r>
              <a:rPr lang="en-US" sz="1400">
                <a:latin typeface="Consolas" panose="020B0609020204030204" pitchFamily="49" charset="0"/>
              </a:rPr>
              <a:t>= </a:t>
            </a:r>
            <a:r>
              <a:rPr lang="en-US" sz="1400">
                <a:solidFill>
                  <a:schemeClr val="accent6">
                    <a:lumMod val="75000"/>
                  </a:schemeClr>
                </a:solidFill>
                <a:latin typeface="Consolas" panose="020B0609020204030204" pitchFamily="49" charset="0"/>
              </a:rPr>
              <a:t>temp</a:t>
            </a:r>
            <a:r>
              <a:rPr lang="en-US" sz="1400">
                <a:latin typeface="Consolas" panose="020B0609020204030204" pitchFamily="49" charset="0"/>
              </a:rPr>
              <a:t>;</a:t>
            </a:r>
          </a:p>
          <a:p>
            <a:pPr marL="51435" indent="0">
              <a:spcBef>
                <a:spcPts val="0"/>
              </a:spcBef>
              <a:buNone/>
            </a:pPr>
            <a:r>
              <a:rPr lang="en-US" sz="1400">
                <a:solidFill>
                  <a:srgbClr val="2B91AF"/>
                </a:solidFill>
                <a:latin typeface="Consolas" panose="020B0609020204030204" pitchFamily="49" charset="0"/>
              </a:rPr>
              <a:t>    Console</a:t>
            </a:r>
            <a:r>
              <a:rPr lang="en-US" sz="1400">
                <a:latin typeface="Consolas" panose="020B0609020204030204" pitchFamily="49" charset="0"/>
              </a:rPr>
              <a:t>.</a:t>
            </a:r>
            <a:r>
              <a:rPr lang="en-US" sz="1400">
                <a:solidFill>
                  <a:srgbClr val="FEA400"/>
                </a:solidFill>
                <a:latin typeface="Consolas" panose="020B0609020204030204" pitchFamily="49" charset="0"/>
              </a:rPr>
              <a:t>WriteLine</a:t>
            </a:r>
            <a:r>
              <a:rPr lang="en-US" sz="1400">
                <a:latin typeface="Consolas" panose="020B0609020204030204" pitchFamily="49" charset="0"/>
                <a:cs typeface="Consolas" panose="020B0609020204030204" pitchFamily="49" charset="0"/>
              </a:rPr>
              <a:t>($</a:t>
            </a:r>
            <a:r>
              <a:rPr lang="en-US" sz="1400">
                <a:solidFill>
                  <a:srgbClr val="A31515"/>
                </a:solidFill>
                <a:latin typeface="Consolas" panose="020B0609020204030204" pitchFamily="49" charset="0"/>
              </a:rPr>
              <a:t>"In Swap method: a = </a:t>
            </a:r>
            <a:r>
              <a:rPr lang="en-US" sz="1400">
                <a:latin typeface="Consolas" panose="020B0609020204030204" pitchFamily="49" charset="0"/>
              </a:rPr>
              <a:t>{</a:t>
            </a:r>
            <a:r>
              <a:rPr lang="en-US" sz="1400">
                <a:solidFill>
                  <a:schemeClr val="accent6">
                    <a:lumMod val="75000"/>
                  </a:schemeClr>
                </a:solidFill>
                <a:latin typeface="Consolas" panose="020B0609020204030204" pitchFamily="49" charset="0"/>
              </a:rPr>
              <a:t>a</a:t>
            </a:r>
            <a:r>
              <a:rPr lang="en-US" sz="1400">
                <a:latin typeface="Consolas" panose="020B0609020204030204" pitchFamily="49" charset="0"/>
              </a:rPr>
              <a:t>}</a:t>
            </a:r>
            <a:r>
              <a:rPr lang="en-US" sz="1400">
                <a:solidFill>
                  <a:srgbClr val="A31515"/>
                </a:solidFill>
                <a:latin typeface="Consolas" panose="020B0609020204030204" pitchFamily="49" charset="0"/>
              </a:rPr>
              <a:t>, b = </a:t>
            </a:r>
            <a:r>
              <a:rPr lang="en-US" sz="1400">
                <a:latin typeface="Consolas" panose="020B0609020204030204" pitchFamily="49" charset="0"/>
              </a:rPr>
              <a:t>{</a:t>
            </a:r>
            <a:r>
              <a:rPr lang="en-US" sz="1400">
                <a:solidFill>
                  <a:schemeClr val="accent6">
                    <a:lumMod val="75000"/>
                  </a:schemeClr>
                </a:solidFill>
                <a:latin typeface="Consolas" panose="020B0609020204030204" pitchFamily="49" charset="0"/>
              </a:rPr>
              <a:t>b</a:t>
            </a:r>
            <a:r>
              <a:rPr lang="en-US" sz="1400">
                <a:latin typeface="Consolas" panose="020B0609020204030204" pitchFamily="49" charset="0"/>
              </a:rPr>
              <a:t>}</a:t>
            </a:r>
            <a:r>
              <a:rPr lang="en-US" sz="1400">
                <a:solidFill>
                  <a:srgbClr val="A31515"/>
                </a:solidFill>
                <a:latin typeface="Consolas" panose="020B0609020204030204" pitchFamily="49" charset="0"/>
              </a:rPr>
              <a:t>"</a:t>
            </a:r>
            <a:r>
              <a:rPr lang="en-US" sz="1400">
                <a:latin typeface="Consolas" panose="020B0609020204030204" pitchFamily="49" charset="0"/>
                <a:cs typeface="Consolas" panose="020B0609020204030204" pitchFamily="49" charset="0"/>
              </a:rPr>
              <a:t>);</a:t>
            </a:r>
            <a:endParaRPr lang="en-US" sz="1400">
              <a:latin typeface="Consolas" panose="020B0609020204030204" pitchFamily="49" charset="0"/>
            </a:endParaRPr>
          </a:p>
          <a:p>
            <a:pPr marL="51435" indent="0">
              <a:spcBef>
                <a:spcPts val="0"/>
              </a:spcBef>
              <a:buNone/>
            </a:pPr>
            <a:r>
              <a:rPr lang="en-US" sz="1400">
                <a:latin typeface="Consolas" panose="020B0609020204030204" pitchFamily="49" charset="0"/>
              </a:rPr>
              <a:t>}</a:t>
            </a:r>
          </a:p>
          <a:p>
            <a:pPr marL="51435" indent="0" algn="just">
              <a:spcBef>
                <a:spcPts val="0"/>
              </a:spcBef>
              <a:buNone/>
            </a:pPr>
            <a:endParaRPr lang="en-US" sz="1400">
              <a:solidFill>
                <a:schemeClr val="bg1"/>
              </a:solidFill>
              <a:latin typeface="Consolas" panose="020B0609020204030204" pitchFamily="49" charset="0"/>
            </a:endParaRPr>
          </a:p>
          <a:p>
            <a:pPr marL="51435" indent="0" algn="just">
              <a:spcBef>
                <a:spcPts val="0"/>
              </a:spcBef>
              <a:buNone/>
            </a:pPr>
            <a:r>
              <a:rPr lang="en-US" sz="1400">
                <a:solidFill>
                  <a:srgbClr val="0000FF"/>
                </a:solidFill>
                <a:latin typeface="Consolas" panose="020B0609020204030204" pitchFamily="49" charset="0"/>
              </a:rPr>
              <a:t>static</a:t>
            </a:r>
            <a:r>
              <a:rPr lang="en-US" sz="1400">
                <a:latin typeface="Consolas" panose="020B0609020204030204" pitchFamily="49" charset="0"/>
              </a:rPr>
              <a:t> </a:t>
            </a:r>
            <a:r>
              <a:rPr lang="en-US" sz="1400">
                <a:solidFill>
                  <a:srgbClr val="0000FF"/>
                </a:solidFill>
                <a:latin typeface="Consolas" panose="020B0609020204030204" pitchFamily="49" charset="0"/>
              </a:rPr>
              <a:t>void</a:t>
            </a:r>
            <a:r>
              <a:rPr lang="en-US" sz="1400">
                <a:latin typeface="Consolas" panose="020B0609020204030204" pitchFamily="49" charset="0"/>
              </a:rPr>
              <a:t> </a:t>
            </a:r>
            <a:r>
              <a:rPr lang="en-US" sz="1400">
                <a:solidFill>
                  <a:srgbClr val="FEA400"/>
                </a:solidFill>
                <a:latin typeface="Consolas" panose="020B0609020204030204" pitchFamily="49" charset="0"/>
              </a:rPr>
              <a:t>Main</a:t>
            </a:r>
            <a:r>
              <a:rPr lang="en-US" sz="1400">
                <a:latin typeface="Consolas" panose="020B0609020204030204" pitchFamily="49" charset="0"/>
              </a:rPr>
              <a:t>(</a:t>
            </a:r>
            <a:r>
              <a:rPr lang="en-US" sz="1400">
                <a:solidFill>
                  <a:srgbClr val="0000FF"/>
                </a:solidFill>
                <a:latin typeface="Consolas" panose="020B0609020204030204" pitchFamily="49" charset="0"/>
              </a:rPr>
              <a:t>string</a:t>
            </a:r>
            <a:r>
              <a:rPr lang="en-US" sz="1400">
                <a:latin typeface="Consolas" panose="020B0609020204030204" pitchFamily="49" charset="0"/>
              </a:rPr>
              <a:t>[] args)</a:t>
            </a:r>
          </a:p>
          <a:p>
            <a:pPr marL="51435" indent="0" algn="just">
              <a:spcBef>
                <a:spcPts val="0"/>
              </a:spcBef>
              <a:buNone/>
            </a:pPr>
            <a:r>
              <a:rPr lang="en-US" sz="1400">
                <a:latin typeface="Consolas" panose="020B0609020204030204" pitchFamily="49" charset="0"/>
              </a:rPr>
              <a:t>{</a:t>
            </a:r>
          </a:p>
          <a:p>
            <a:pPr marL="51435" indent="0">
              <a:spcBef>
                <a:spcPts val="0"/>
              </a:spcBef>
              <a:buNone/>
            </a:pPr>
            <a:r>
              <a:rPr lang="en-US" sz="1400">
                <a:solidFill>
                  <a:srgbClr val="0432FF"/>
                </a:solidFill>
                <a:latin typeface="Consolas" panose="020B0609020204030204" pitchFamily="49" charset="0"/>
              </a:rPr>
              <a:t>    int</a:t>
            </a:r>
            <a:r>
              <a:rPr lang="en-US" sz="1400">
                <a:solidFill>
                  <a:schemeClr val="bg1"/>
                </a:solidFill>
                <a:latin typeface="Consolas" panose="020B0609020204030204" pitchFamily="49" charset="0"/>
              </a:rPr>
              <a:t> </a:t>
            </a:r>
            <a:r>
              <a:rPr lang="en-US" sz="1400">
                <a:solidFill>
                  <a:schemeClr val="accent6">
                    <a:lumMod val="75000"/>
                  </a:schemeClr>
                </a:solidFill>
                <a:latin typeface="Consolas" panose="020B0609020204030204" pitchFamily="49" charset="0"/>
              </a:rPr>
              <a:t>a </a:t>
            </a:r>
            <a:r>
              <a:rPr lang="en-US" sz="1400">
                <a:latin typeface="Consolas" panose="020B0609020204030204" pitchFamily="49" charset="0"/>
              </a:rPr>
              <a:t>= 8;</a:t>
            </a:r>
          </a:p>
          <a:p>
            <a:pPr marL="51435" indent="0">
              <a:spcBef>
                <a:spcPts val="0"/>
              </a:spcBef>
              <a:buNone/>
            </a:pPr>
            <a:r>
              <a:rPr lang="en-US" sz="1400">
                <a:solidFill>
                  <a:srgbClr val="0432FF"/>
                </a:solidFill>
                <a:latin typeface="Consolas" panose="020B0609020204030204" pitchFamily="49" charset="0"/>
              </a:rPr>
              <a:t>    int</a:t>
            </a:r>
            <a:r>
              <a:rPr lang="en-US" sz="1400">
                <a:solidFill>
                  <a:schemeClr val="bg1"/>
                </a:solidFill>
                <a:latin typeface="Consolas" panose="020B0609020204030204" pitchFamily="49" charset="0"/>
              </a:rPr>
              <a:t> </a:t>
            </a:r>
            <a:r>
              <a:rPr lang="en-US" sz="1400">
                <a:solidFill>
                  <a:schemeClr val="accent6">
                    <a:lumMod val="75000"/>
                  </a:schemeClr>
                </a:solidFill>
                <a:latin typeface="Consolas" panose="020B0609020204030204" pitchFamily="49" charset="0"/>
              </a:rPr>
              <a:t>b </a:t>
            </a:r>
            <a:r>
              <a:rPr lang="en-US" sz="1400">
                <a:latin typeface="Consolas" panose="020B0609020204030204" pitchFamily="49" charset="0"/>
              </a:rPr>
              <a:t>= 5;</a:t>
            </a:r>
          </a:p>
          <a:p>
            <a:pPr marL="51435" indent="0">
              <a:spcBef>
                <a:spcPts val="0"/>
              </a:spcBef>
              <a:buNone/>
            </a:pPr>
            <a:r>
              <a:rPr lang="en-US" sz="1400">
                <a:solidFill>
                  <a:srgbClr val="2B91AF"/>
                </a:solidFill>
                <a:latin typeface="Consolas" panose="020B0609020204030204" pitchFamily="49" charset="0"/>
              </a:rPr>
              <a:t>    Console</a:t>
            </a:r>
            <a:r>
              <a:rPr lang="en-US" sz="1400">
                <a:latin typeface="Consolas" panose="020B0609020204030204" pitchFamily="49" charset="0"/>
              </a:rPr>
              <a:t>.</a:t>
            </a:r>
            <a:r>
              <a:rPr lang="en-US" sz="1400">
                <a:solidFill>
                  <a:srgbClr val="FEA400"/>
                </a:solidFill>
                <a:latin typeface="Consolas" panose="020B0609020204030204" pitchFamily="49" charset="0"/>
              </a:rPr>
              <a:t>WriteLine</a:t>
            </a:r>
            <a:r>
              <a:rPr lang="en-US" sz="1400">
                <a:latin typeface="Consolas" panose="020B0609020204030204" pitchFamily="49" charset="0"/>
                <a:cs typeface="Consolas" panose="020B0609020204030204" pitchFamily="49" charset="0"/>
              </a:rPr>
              <a:t>($</a:t>
            </a:r>
            <a:r>
              <a:rPr lang="en-US" sz="1400">
                <a:solidFill>
                  <a:srgbClr val="A31515"/>
                </a:solidFill>
                <a:latin typeface="Consolas" panose="020B0609020204030204" pitchFamily="49" charset="0"/>
              </a:rPr>
              <a:t>"Before swapping: a = </a:t>
            </a:r>
            <a:r>
              <a:rPr lang="en-US" sz="1400">
                <a:latin typeface="Consolas" panose="020B0609020204030204" pitchFamily="49" charset="0"/>
              </a:rPr>
              <a:t>{</a:t>
            </a:r>
            <a:r>
              <a:rPr lang="en-US" sz="1400">
                <a:solidFill>
                  <a:schemeClr val="accent6">
                    <a:lumMod val="75000"/>
                  </a:schemeClr>
                </a:solidFill>
                <a:latin typeface="Consolas" panose="020B0609020204030204" pitchFamily="49" charset="0"/>
              </a:rPr>
              <a:t>a</a:t>
            </a:r>
            <a:r>
              <a:rPr lang="en-US" sz="1400">
                <a:latin typeface="Consolas" panose="020B0609020204030204" pitchFamily="49" charset="0"/>
              </a:rPr>
              <a:t>}</a:t>
            </a:r>
            <a:r>
              <a:rPr lang="en-US" sz="1400">
                <a:solidFill>
                  <a:srgbClr val="A31515"/>
                </a:solidFill>
                <a:latin typeface="Consolas" panose="020B0609020204030204" pitchFamily="49" charset="0"/>
              </a:rPr>
              <a:t>, b = </a:t>
            </a:r>
            <a:r>
              <a:rPr lang="en-US" sz="1400">
                <a:latin typeface="Consolas" panose="020B0609020204030204" pitchFamily="49" charset="0"/>
              </a:rPr>
              <a:t>{</a:t>
            </a:r>
            <a:r>
              <a:rPr lang="en-US" sz="1400">
                <a:solidFill>
                  <a:schemeClr val="accent6">
                    <a:lumMod val="75000"/>
                  </a:schemeClr>
                </a:solidFill>
                <a:latin typeface="Consolas" panose="020B0609020204030204" pitchFamily="49" charset="0"/>
              </a:rPr>
              <a:t>b</a:t>
            </a:r>
            <a:r>
              <a:rPr lang="en-US" sz="1400">
                <a:latin typeface="Consolas" panose="020B0609020204030204" pitchFamily="49" charset="0"/>
              </a:rPr>
              <a:t>}</a:t>
            </a:r>
            <a:r>
              <a:rPr lang="en-US" sz="1400">
                <a:solidFill>
                  <a:srgbClr val="A31515"/>
                </a:solidFill>
                <a:latin typeface="Consolas" panose="020B0609020204030204" pitchFamily="49" charset="0"/>
              </a:rPr>
              <a:t>"</a:t>
            </a:r>
            <a:r>
              <a:rPr lang="en-US" sz="1400">
                <a:latin typeface="Consolas" panose="020B0609020204030204" pitchFamily="49" charset="0"/>
                <a:cs typeface="Consolas" panose="020B0609020204030204" pitchFamily="49" charset="0"/>
              </a:rPr>
              <a:t>);</a:t>
            </a:r>
          </a:p>
          <a:p>
            <a:pPr marL="51435" indent="0">
              <a:spcBef>
                <a:spcPts val="0"/>
              </a:spcBef>
              <a:buNone/>
            </a:pPr>
            <a:r>
              <a:rPr lang="en-US" sz="1400" dirty="0">
                <a:solidFill>
                  <a:srgbClr val="FEA400"/>
                </a:solidFill>
                <a:latin typeface="Consolas" panose="020B0609020204030204" pitchFamily="49" charset="0"/>
              </a:rPr>
              <a:t>    Swap</a:t>
            </a:r>
            <a:r>
              <a:rPr lang="en-US" sz="1400">
                <a:latin typeface="Consolas" panose="020B0609020204030204" pitchFamily="49" charset="0"/>
              </a:rPr>
              <a:t>(</a:t>
            </a:r>
            <a:r>
              <a:rPr lang="en-US" sz="1400">
                <a:solidFill>
                  <a:schemeClr val="accent6">
                    <a:lumMod val="75000"/>
                  </a:schemeClr>
                </a:solidFill>
                <a:latin typeface="Consolas" panose="020B0609020204030204" pitchFamily="49" charset="0"/>
              </a:rPr>
              <a:t>a</a:t>
            </a:r>
            <a:r>
              <a:rPr lang="en-US" sz="1400">
                <a:latin typeface="Consolas" panose="020B0609020204030204" pitchFamily="49" charset="0"/>
              </a:rPr>
              <a:t>, </a:t>
            </a:r>
            <a:r>
              <a:rPr lang="en-US" sz="1400">
                <a:solidFill>
                  <a:schemeClr val="accent6">
                    <a:lumMod val="75000"/>
                  </a:schemeClr>
                </a:solidFill>
                <a:latin typeface="Consolas" panose="020B0609020204030204" pitchFamily="49" charset="0"/>
              </a:rPr>
              <a:t>b</a:t>
            </a:r>
            <a:r>
              <a:rPr lang="en-US" sz="1400">
                <a:latin typeface="Consolas" panose="020B0609020204030204" pitchFamily="49" charset="0"/>
              </a:rPr>
              <a:t>);</a:t>
            </a:r>
          </a:p>
          <a:p>
            <a:pPr marL="51435" indent="0">
              <a:spcBef>
                <a:spcPts val="0"/>
              </a:spcBef>
              <a:buNone/>
            </a:pPr>
            <a:r>
              <a:rPr lang="en-US" sz="1400">
                <a:solidFill>
                  <a:srgbClr val="2B91AF"/>
                </a:solidFill>
                <a:latin typeface="Consolas" panose="020B0609020204030204" pitchFamily="49" charset="0"/>
              </a:rPr>
              <a:t>    Console</a:t>
            </a:r>
            <a:r>
              <a:rPr lang="en-US" sz="1400">
                <a:solidFill>
                  <a:schemeClr val="bg1"/>
                </a:solidFill>
                <a:latin typeface="Consolas" panose="020B0609020204030204" pitchFamily="49" charset="0"/>
              </a:rPr>
              <a:t>.</a:t>
            </a:r>
            <a:r>
              <a:rPr lang="en-US" sz="1400">
                <a:solidFill>
                  <a:srgbClr val="FEA400"/>
                </a:solidFill>
                <a:latin typeface="Consolas" panose="020B0609020204030204" pitchFamily="49" charset="0"/>
              </a:rPr>
              <a:t>WriteLine</a:t>
            </a:r>
            <a:r>
              <a:rPr lang="en-US" sz="1400">
                <a:latin typeface="Consolas" panose="020B0609020204030204" pitchFamily="49" charset="0"/>
                <a:cs typeface="Consolas" panose="020B0609020204030204" pitchFamily="49" charset="0"/>
              </a:rPr>
              <a:t>($</a:t>
            </a:r>
            <a:r>
              <a:rPr lang="en-US" sz="1400">
                <a:solidFill>
                  <a:srgbClr val="A31515"/>
                </a:solidFill>
                <a:latin typeface="Consolas" panose="020B0609020204030204" pitchFamily="49" charset="0"/>
              </a:rPr>
              <a:t>"After swapping: a = </a:t>
            </a:r>
            <a:r>
              <a:rPr lang="en-US" sz="1400">
                <a:latin typeface="Consolas" panose="020B0609020204030204" pitchFamily="49" charset="0"/>
              </a:rPr>
              <a:t>{</a:t>
            </a:r>
            <a:r>
              <a:rPr lang="en-US" sz="1400">
                <a:solidFill>
                  <a:schemeClr val="accent6">
                    <a:lumMod val="75000"/>
                  </a:schemeClr>
                </a:solidFill>
                <a:latin typeface="Consolas" panose="020B0609020204030204" pitchFamily="49" charset="0"/>
              </a:rPr>
              <a:t>a</a:t>
            </a:r>
            <a:r>
              <a:rPr lang="en-US" sz="1400">
                <a:latin typeface="Consolas" panose="020B0609020204030204" pitchFamily="49" charset="0"/>
              </a:rPr>
              <a:t>}</a:t>
            </a:r>
            <a:r>
              <a:rPr lang="en-US" sz="1400">
                <a:solidFill>
                  <a:srgbClr val="A31515"/>
                </a:solidFill>
                <a:latin typeface="Consolas" panose="020B0609020204030204" pitchFamily="49" charset="0"/>
              </a:rPr>
              <a:t>, b = </a:t>
            </a:r>
            <a:r>
              <a:rPr lang="en-US" sz="1400">
                <a:latin typeface="Consolas" panose="020B0609020204030204" pitchFamily="49" charset="0"/>
              </a:rPr>
              <a:t>{</a:t>
            </a:r>
            <a:r>
              <a:rPr lang="en-US" sz="1400">
                <a:solidFill>
                  <a:schemeClr val="accent6">
                    <a:lumMod val="75000"/>
                  </a:schemeClr>
                </a:solidFill>
                <a:latin typeface="Consolas" panose="020B0609020204030204" pitchFamily="49" charset="0"/>
              </a:rPr>
              <a:t>b</a:t>
            </a:r>
            <a:r>
              <a:rPr lang="en-US" sz="1400">
                <a:latin typeface="Consolas" panose="020B0609020204030204" pitchFamily="49" charset="0"/>
              </a:rPr>
              <a:t>}</a:t>
            </a:r>
            <a:r>
              <a:rPr lang="en-US" sz="1400">
                <a:solidFill>
                  <a:srgbClr val="A31515"/>
                </a:solidFill>
                <a:latin typeface="Consolas" panose="020B0609020204030204" pitchFamily="49" charset="0"/>
              </a:rPr>
              <a:t>"</a:t>
            </a:r>
            <a:r>
              <a:rPr lang="en-US" sz="1400">
                <a:latin typeface="Consolas" panose="020B0609020204030204" pitchFamily="49" charset="0"/>
                <a:cs typeface="Consolas" panose="020B0609020204030204" pitchFamily="49" charset="0"/>
              </a:rPr>
              <a:t>);</a:t>
            </a:r>
            <a:endParaRPr lang="en-US" sz="1400">
              <a:latin typeface="Consolas" panose="020B0609020204030204" pitchFamily="49" charset="0"/>
            </a:endParaRPr>
          </a:p>
          <a:p>
            <a:pPr marL="51435" indent="0">
              <a:spcBef>
                <a:spcPts val="0"/>
              </a:spcBef>
              <a:buNone/>
            </a:pPr>
            <a:r>
              <a:rPr lang="en-US" sz="1400">
                <a:latin typeface="Consolas" panose="020B0609020204030204" pitchFamily="49" charset="0"/>
              </a:rPr>
              <a:t>}</a:t>
            </a:r>
          </a:p>
        </p:txBody>
      </p:sp>
      <p:sp>
        <p:nvSpPr>
          <p:cNvPr id="25" name="Rectangle 24">
            <a:extLst>
              <a:ext uri="{FF2B5EF4-FFF2-40B4-BE49-F238E27FC236}">
                <a16:creationId xmlns:a16="http://schemas.microsoft.com/office/drawing/2014/main" id="{DC70CD03-0CB7-C74B-ADCF-886EEF99FC2C}"/>
              </a:ext>
            </a:extLst>
          </p:cNvPr>
          <p:cNvSpPr/>
          <p:nvPr/>
        </p:nvSpPr>
        <p:spPr>
          <a:xfrm>
            <a:off x="574265" y="1946283"/>
            <a:ext cx="5620887" cy="692920"/>
          </a:xfrm>
          <a:prstGeom prst="rect">
            <a:avLst/>
          </a:prstGeom>
          <a:solidFill>
            <a:srgbClr val="FFFF00">
              <a:alpha val="26391"/>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7" name="Curved Right Arrow 16">
            <a:extLst>
              <a:ext uri="{FF2B5EF4-FFF2-40B4-BE49-F238E27FC236}">
                <a16:creationId xmlns:a16="http://schemas.microsoft.com/office/drawing/2014/main" id="{F121E1D2-CA13-4242-9914-8F81BB55A8A5}"/>
              </a:ext>
            </a:extLst>
          </p:cNvPr>
          <p:cNvSpPr/>
          <p:nvPr/>
        </p:nvSpPr>
        <p:spPr>
          <a:xfrm rot="10800000">
            <a:off x="3167629" y="1457377"/>
            <a:ext cx="865267" cy="3031335"/>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solidFill>
                <a:schemeClr val="tx1"/>
              </a:solidFill>
            </a:endParaRPr>
          </a:p>
        </p:txBody>
      </p:sp>
      <p:grpSp>
        <p:nvGrpSpPr>
          <p:cNvPr id="15" name="Group 14">
            <a:extLst>
              <a:ext uri="{FF2B5EF4-FFF2-40B4-BE49-F238E27FC236}">
                <a16:creationId xmlns:a16="http://schemas.microsoft.com/office/drawing/2014/main" id="{9544D010-895C-190F-15A4-2259D4B12748}"/>
              </a:ext>
            </a:extLst>
          </p:cNvPr>
          <p:cNvGrpSpPr/>
          <p:nvPr/>
        </p:nvGrpSpPr>
        <p:grpSpPr>
          <a:xfrm>
            <a:off x="6375617" y="1500240"/>
            <a:ext cx="2660879" cy="3857521"/>
            <a:chOff x="6375617" y="2153543"/>
            <a:chExt cx="2660879" cy="3857521"/>
          </a:xfrm>
        </p:grpSpPr>
        <p:sp>
          <p:nvSpPr>
            <p:cNvPr id="7" name="Rectangle 6">
              <a:extLst>
                <a:ext uri="{FF2B5EF4-FFF2-40B4-BE49-F238E27FC236}">
                  <a16:creationId xmlns:a16="http://schemas.microsoft.com/office/drawing/2014/main" id="{017118D7-FF79-3B44-A42B-3224CA0A0058}"/>
                </a:ext>
              </a:extLst>
            </p:cNvPr>
            <p:cNvSpPr/>
            <p:nvPr/>
          </p:nvSpPr>
          <p:spPr>
            <a:xfrm>
              <a:off x="6375617" y="2153543"/>
              <a:ext cx="2660879" cy="3857521"/>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VN"/>
            </a:p>
          </p:txBody>
        </p:sp>
        <p:grpSp>
          <p:nvGrpSpPr>
            <p:cNvPr id="14" name="Group 13">
              <a:extLst>
                <a:ext uri="{FF2B5EF4-FFF2-40B4-BE49-F238E27FC236}">
                  <a16:creationId xmlns:a16="http://schemas.microsoft.com/office/drawing/2014/main" id="{8DC8490A-FEC6-A246-8550-4196DCEAB4FC}"/>
                </a:ext>
              </a:extLst>
            </p:cNvPr>
            <p:cNvGrpSpPr/>
            <p:nvPr/>
          </p:nvGrpSpPr>
          <p:grpSpPr>
            <a:xfrm>
              <a:off x="6448566" y="4221088"/>
              <a:ext cx="2515922" cy="1694776"/>
              <a:chOff x="6448566" y="4221088"/>
              <a:chExt cx="2515922" cy="1694776"/>
            </a:xfrm>
          </p:grpSpPr>
          <p:grpSp>
            <p:nvGrpSpPr>
              <p:cNvPr id="8" name="Group 7">
                <a:extLst>
                  <a:ext uri="{FF2B5EF4-FFF2-40B4-BE49-F238E27FC236}">
                    <a16:creationId xmlns:a16="http://schemas.microsoft.com/office/drawing/2014/main" id="{E28B5928-840B-464B-841B-75D2B3DAA252}"/>
                  </a:ext>
                </a:extLst>
              </p:cNvPr>
              <p:cNvGrpSpPr/>
              <p:nvPr/>
            </p:nvGrpSpPr>
            <p:grpSpPr>
              <a:xfrm>
                <a:off x="6448566" y="4221088"/>
                <a:ext cx="2507622" cy="1694776"/>
                <a:chOff x="6448566" y="4221088"/>
                <a:chExt cx="2507622" cy="1694776"/>
              </a:xfrm>
            </p:grpSpPr>
            <p:sp>
              <p:nvSpPr>
                <p:cNvPr id="26" name="Rectangle 25">
                  <a:extLst>
                    <a:ext uri="{FF2B5EF4-FFF2-40B4-BE49-F238E27FC236}">
                      <a16:creationId xmlns:a16="http://schemas.microsoft.com/office/drawing/2014/main" id="{4308B351-EAA4-8E45-84E0-515CD6E4F1A9}"/>
                    </a:ext>
                  </a:extLst>
                </p:cNvPr>
                <p:cNvSpPr/>
                <p:nvPr/>
              </p:nvSpPr>
              <p:spPr>
                <a:xfrm>
                  <a:off x="6448566" y="4221088"/>
                  <a:ext cx="2507622" cy="1694776"/>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VN"/>
                </a:p>
              </p:txBody>
            </p:sp>
            <p:sp>
              <p:nvSpPr>
                <p:cNvPr id="6" name="TextBox 5">
                  <a:extLst>
                    <a:ext uri="{FF2B5EF4-FFF2-40B4-BE49-F238E27FC236}">
                      <a16:creationId xmlns:a16="http://schemas.microsoft.com/office/drawing/2014/main" id="{B091BEE9-D18B-3147-BC37-7DE3EEB8580F}"/>
                    </a:ext>
                  </a:extLst>
                </p:cNvPr>
                <p:cNvSpPr txBox="1"/>
                <p:nvPr/>
              </p:nvSpPr>
              <p:spPr>
                <a:xfrm>
                  <a:off x="7297872" y="4321623"/>
                  <a:ext cx="724979" cy="369332"/>
                </a:xfrm>
                <a:prstGeom prst="rect">
                  <a:avLst/>
                </a:prstGeom>
                <a:noFill/>
              </p:spPr>
              <p:txBody>
                <a:bodyPr wrap="square" rtlCol="0">
                  <a:spAutoFit/>
                </a:bodyPr>
                <a:lstStyle/>
                <a:p>
                  <a:pPr algn="ctr"/>
                  <a:r>
                    <a:rPr lang="en-VN" b="1">
                      <a:solidFill>
                        <a:srgbClr val="0432FF"/>
                      </a:solidFill>
                      <a:latin typeface="Calibri" panose="020F0502020204030204" pitchFamily="34" charset="0"/>
                      <a:cs typeface="Calibri" panose="020F0502020204030204" pitchFamily="34" charset="0"/>
                    </a:rPr>
                    <a:t>Main</a:t>
                  </a:r>
                </a:p>
              </p:txBody>
            </p:sp>
          </p:grpSp>
          <p:grpSp>
            <p:nvGrpSpPr>
              <p:cNvPr id="9" name="Group 8">
                <a:extLst>
                  <a:ext uri="{FF2B5EF4-FFF2-40B4-BE49-F238E27FC236}">
                    <a16:creationId xmlns:a16="http://schemas.microsoft.com/office/drawing/2014/main" id="{1FC3DDDF-6B29-1043-8642-104679B9CF34}"/>
                  </a:ext>
                </a:extLst>
              </p:cNvPr>
              <p:cNvGrpSpPr/>
              <p:nvPr/>
            </p:nvGrpSpPr>
            <p:grpSpPr>
              <a:xfrm>
                <a:off x="6628438" y="4708127"/>
                <a:ext cx="1183922" cy="1041021"/>
                <a:chOff x="2549476" y="5131179"/>
                <a:chExt cx="1183922" cy="1041021"/>
              </a:xfrm>
            </p:grpSpPr>
            <p:sp>
              <p:nvSpPr>
                <p:cNvPr id="10" name="Cube 9">
                  <a:extLst>
                    <a:ext uri="{FF2B5EF4-FFF2-40B4-BE49-F238E27FC236}">
                      <a16:creationId xmlns:a16="http://schemas.microsoft.com/office/drawing/2014/main" id="{203F4FE4-4102-7241-9BDA-D9F3CE713E0B}"/>
                    </a:ext>
                  </a:extLst>
                </p:cNvPr>
                <p:cNvSpPr/>
                <p:nvPr/>
              </p:nvSpPr>
              <p:spPr>
                <a:xfrm>
                  <a:off x="2549476" y="5268032"/>
                  <a:ext cx="1031924" cy="904168"/>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1" name="TextBox 10">
                  <a:extLst>
                    <a:ext uri="{FF2B5EF4-FFF2-40B4-BE49-F238E27FC236}">
                      <a16:creationId xmlns:a16="http://schemas.microsoft.com/office/drawing/2014/main" id="{4E5C2BEE-9243-7749-B104-7221FAF2400A}"/>
                    </a:ext>
                  </a:extLst>
                </p:cNvPr>
                <p:cNvSpPr txBox="1"/>
                <p:nvPr/>
              </p:nvSpPr>
              <p:spPr>
                <a:xfrm>
                  <a:off x="2720387" y="5624820"/>
                  <a:ext cx="357808" cy="477054"/>
                </a:xfrm>
                <a:prstGeom prst="rect">
                  <a:avLst/>
                </a:prstGeom>
                <a:noFill/>
              </p:spPr>
              <p:txBody>
                <a:bodyPr wrap="square" rtlCol="0">
                  <a:spAutoFit/>
                </a:bodyPr>
                <a:lstStyle/>
                <a:p>
                  <a:pPr algn="ctr"/>
                  <a:r>
                    <a:rPr lang="en-VN" sz="2500"/>
                    <a:t>a</a:t>
                  </a:r>
                </a:p>
              </p:txBody>
            </p:sp>
            <p:sp>
              <p:nvSpPr>
                <p:cNvPr id="12" name="TextBox 11">
                  <a:extLst>
                    <a:ext uri="{FF2B5EF4-FFF2-40B4-BE49-F238E27FC236}">
                      <a16:creationId xmlns:a16="http://schemas.microsoft.com/office/drawing/2014/main" id="{6E88D47F-18B2-1C49-8413-22CCB65D76E7}"/>
                    </a:ext>
                  </a:extLst>
                </p:cNvPr>
                <p:cNvSpPr txBox="1"/>
                <p:nvPr/>
              </p:nvSpPr>
              <p:spPr>
                <a:xfrm>
                  <a:off x="3103541" y="5445224"/>
                  <a:ext cx="629857" cy="477054"/>
                </a:xfrm>
                <a:prstGeom prst="rect">
                  <a:avLst/>
                </a:prstGeom>
                <a:noFill/>
                <a:scene3d>
                  <a:camera prst="isometricRightUp">
                    <a:rot lat="1800000" lon="18000000" rev="0"/>
                  </a:camera>
                  <a:lightRig rig="threePt" dir="t"/>
                </a:scene3d>
              </p:spPr>
              <p:txBody>
                <a:bodyPr wrap="square" rtlCol="0">
                  <a:spAutoFit/>
                </a:bodyPr>
                <a:lstStyle/>
                <a:p>
                  <a:pPr algn="ctr"/>
                  <a:r>
                    <a:rPr lang="en-VN" sz="2500"/>
                    <a:t>int</a:t>
                  </a:r>
                </a:p>
              </p:txBody>
            </p:sp>
            <p:sp>
              <p:nvSpPr>
                <p:cNvPr id="13" name="TextBox 12">
                  <a:extLst>
                    <a:ext uri="{FF2B5EF4-FFF2-40B4-BE49-F238E27FC236}">
                      <a16:creationId xmlns:a16="http://schemas.microsoft.com/office/drawing/2014/main" id="{44A3BA20-464E-3545-9062-49CE65322D5F}"/>
                    </a:ext>
                  </a:extLst>
                </p:cNvPr>
                <p:cNvSpPr txBox="1"/>
                <p:nvPr/>
              </p:nvSpPr>
              <p:spPr>
                <a:xfrm>
                  <a:off x="2899291" y="5131179"/>
                  <a:ext cx="357808" cy="553998"/>
                </a:xfrm>
                <a:prstGeom prst="rect">
                  <a:avLst/>
                </a:prstGeom>
                <a:noFill/>
              </p:spPr>
              <p:txBody>
                <a:bodyPr wrap="square" rtlCol="0">
                  <a:spAutoFit/>
                </a:bodyPr>
                <a:lstStyle/>
                <a:p>
                  <a:pPr algn="ctr"/>
                  <a:r>
                    <a:rPr lang="en-VN" sz="3000" b="1">
                      <a:solidFill>
                        <a:schemeClr val="bg1"/>
                      </a:solidFill>
                    </a:rPr>
                    <a:t>8</a:t>
                  </a:r>
                </a:p>
              </p:txBody>
            </p:sp>
          </p:grpSp>
          <p:grpSp>
            <p:nvGrpSpPr>
              <p:cNvPr id="20" name="Group 19">
                <a:extLst>
                  <a:ext uri="{FF2B5EF4-FFF2-40B4-BE49-F238E27FC236}">
                    <a16:creationId xmlns:a16="http://schemas.microsoft.com/office/drawing/2014/main" id="{EE34EF6E-773B-AA46-A71C-449627CFCE6E}"/>
                  </a:ext>
                </a:extLst>
              </p:cNvPr>
              <p:cNvGrpSpPr/>
              <p:nvPr/>
            </p:nvGrpSpPr>
            <p:grpSpPr>
              <a:xfrm>
                <a:off x="7780566" y="4691237"/>
                <a:ext cx="1183922" cy="1041021"/>
                <a:chOff x="2549476" y="5131179"/>
                <a:chExt cx="1183922" cy="1041021"/>
              </a:xfrm>
            </p:grpSpPr>
            <p:sp>
              <p:nvSpPr>
                <p:cNvPr id="21" name="Cube 20">
                  <a:extLst>
                    <a:ext uri="{FF2B5EF4-FFF2-40B4-BE49-F238E27FC236}">
                      <a16:creationId xmlns:a16="http://schemas.microsoft.com/office/drawing/2014/main" id="{18A3C763-D36F-1C46-BC48-6FCBE0BC4C2C}"/>
                    </a:ext>
                  </a:extLst>
                </p:cNvPr>
                <p:cNvSpPr/>
                <p:nvPr/>
              </p:nvSpPr>
              <p:spPr>
                <a:xfrm>
                  <a:off x="2549476" y="5268032"/>
                  <a:ext cx="1031924" cy="904168"/>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2" name="TextBox 21">
                  <a:extLst>
                    <a:ext uri="{FF2B5EF4-FFF2-40B4-BE49-F238E27FC236}">
                      <a16:creationId xmlns:a16="http://schemas.microsoft.com/office/drawing/2014/main" id="{269ABC8A-A147-7147-9308-E8BA4D1642C8}"/>
                    </a:ext>
                  </a:extLst>
                </p:cNvPr>
                <p:cNvSpPr txBox="1"/>
                <p:nvPr/>
              </p:nvSpPr>
              <p:spPr>
                <a:xfrm>
                  <a:off x="2720387" y="5624820"/>
                  <a:ext cx="357808" cy="477054"/>
                </a:xfrm>
                <a:prstGeom prst="rect">
                  <a:avLst/>
                </a:prstGeom>
                <a:noFill/>
              </p:spPr>
              <p:txBody>
                <a:bodyPr wrap="square" rtlCol="0">
                  <a:spAutoFit/>
                </a:bodyPr>
                <a:lstStyle/>
                <a:p>
                  <a:pPr algn="ctr"/>
                  <a:r>
                    <a:rPr lang="en-VN" sz="2500"/>
                    <a:t>b</a:t>
                  </a:r>
                </a:p>
              </p:txBody>
            </p:sp>
            <p:sp>
              <p:nvSpPr>
                <p:cNvPr id="23" name="TextBox 22">
                  <a:extLst>
                    <a:ext uri="{FF2B5EF4-FFF2-40B4-BE49-F238E27FC236}">
                      <a16:creationId xmlns:a16="http://schemas.microsoft.com/office/drawing/2014/main" id="{C9580063-EDCB-634C-BECF-FE4F07DC5C25}"/>
                    </a:ext>
                  </a:extLst>
                </p:cNvPr>
                <p:cNvSpPr txBox="1"/>
                <p:nvPr/>
              </p:nvSpPr>
              <p:spPr>
                <a:xfrm>
                  <a:off x="3103541" y="5445224"/>
                  <a:ext cx="629857" cy="477054"/>
                </a:xfrm>
                <a:prstGeom prst="rect">
                  <a:avLst/>
                </a:prstGeom>
                <a:noFill/>
                <a:scene3d>
                  <a:camera prst="isometricRightUp">
                    <a:rot lat="1800000" lon="18000000" rev="0"/>
                  </a:camera>
                  <a:lightRig rig="threePt" dir="t"/>
                </a:scene3d>
              </p:spPr>
              <p:txBody>
                <a:bodyPr wrap="square" rtlCol="0">
                  <a:spAutoFit/>
                </a:bodyPr>
                <a:lstStyle/>
                <a:p>
                  <a:pPr algn="ctr"/>
                  <a:r>
                    <a:rPr lang="en-VN" sz="2500"/>
                    <a:t>int</a:t>
                  </a:r>
                </a:p>
              </p:txBody>
            </p:sp>
            <p:sp>
              <p:nvSpPr>
                <p:cNvPr id="24" name="TextBox 23">
                  <a:extLst>
                    <a:ext uri="{FF2B5EF4-FFF2-40B4-BE49-F238E27FC236}">
                      <a16:creationId xmlns:a16="http://schemas.microsoft.com/office/drawing/2014/main" id="{06906E88-C39C-4E46-861F-C2B218453DB1}"/>
                    </a:ext>
                  </a:extLst>
                </p:cNvPr>
                <p:cNvSpPr txBox="1"/>
                <p:nvPr/>
              </p:nvSpPr>
              <p:spPr>
                <a:xfrm>
                  <a:off x="2899291" y="5131179"/>
                  <a:ext cx="357808" cy="553998"/>
                </a:xfrm>
                <a:prstGeom prst="rect">
                  <a:avLst/>
                </a:prstGeom>
                <a:noFill/>
              </p:spPr>
              <p:txBody>
                <a:bodyPr wrap="square" rtlCol="0">
                  <a:spAutoFit/>
                </a:bodyPr>
                <a:lstStyle/>
                <a:p>
                  <a:pPr algn="ctr"/>
                  <a:r>
                    <a:rPr lang="en-VN" sz="3000" b="1">
                      <a:solidFill>
                        <a:schemeClr val="bg1"/>
                      </a:solidFill>
                    </a:rPr>
                    <a:t>5</a:t>
                  </a:r>
                </a:p>
              </p:txBody>
            </p:sp>
          </p:grpSp>
        </p:grpSp>
        <p:grpSp>
          <p:nvGrpSpPr>
            <p:cNvPr id="30" name="Group 29">
              <a:extLst>
                <a:ext uri="{FF2B5EF4-FFF2-40B4-BE49-F238E27FC236}">
                  <a16:creationId xmlns:a16="http://schemas.microsoft.com/office/drawing/2014/main" id="{C3203A95-E85B-BC49-B67B-02DDD2A85E72}"/>
                </a:ext>
              </a:extLst>
            </p:cNvPr>
            <p:cNvGrpSpPr/>
            <p:nvPr/>
          </p:nvGrpSpPr>
          <p:grpSpPr>
            <a:xfrm>
              <a:off x="6444208" y="2366043"/>
              <a:ext cx="2507622" cy="1694776"/>
              <a:chOff x="6448566" y="4221088"/>
              <a:chExt cx="2507622" cy="1694776"/>
            </a:xfrm>
          </p:grpSpPr>
          <p:sp>
            <p:nvSpPr>
              <p:cNvPr id="41" name="Rectangle 40">
                <a:extLst>
                  <a:ext uri="{FF2B5EF4-FFF2-40B4-BE49-F238E27FC236}">
                    <a16:creationId xmlns:a16="http://schemas.microsoft.com/office/drawing/2014/main" id="{5330C2F0-0A6C-414D-A958-EB97918114DE}"/>
                  </a:ext>
                </a:extLst>
              </p:cNvPr>
              <p:cNvSpPr/>
              <p:nvPr/>
            </p:nvSpPr>
            <p:spPr>
              <a:xfrm>
                <a:off x="6448566" y="4221088"/>
                <a:ext cx="2507622" cy="1694776"/>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VN"/>
              </a:p>
            </p:txBody>
          </p:sp>
          <p:sp>
            <p:nvSpPr>
              <p:cNvPr id="42" name="TextBox 41">
                <a:extLst>
                  <a:ext uri="{FF2B5EF4-FFF2-40B4-BE49-F238E27FC236}">
                    <a16:creationId xmlns:a16="http://schemas.microsoft.com/office/drawing/2014/main" id="{88AEE9CD-0EEE-EB47-9A09-055C2EBD0394}"/>
                  </a:ext>
                </a:extLst>
              </p:cNvPr>
              <p:cNvSpPr txBox="1"/>
              <p:nvPr/>
            </p:nvSpPr>
            <p:spPr>
              <a:xfrm>
                <a:off x="7297872" y="4321623"/>
                <a:ext cx="724979" cy="369332"/>
              </a:xfrm>
              <a:prstGeom prst="rect">
                <a:avLst/>
              </a:prstGeom>
              <a:noFill/>
            </p:spPr>
            <p:txBody>
              <a:bodyPr wrap="square" rtlCol="0">
                <a:spAutoFit/>
              </a:bodyPr>
              <a:lstStyle/>
              <a:p>
                <a:pPr algn="ctr"/>
                <a:r>
                  <a:rPr lang="en-VN" b="1">
                    <a:solidFill>
                      <a:srgbClr val="0432FF"/>
                    </a:solidFill>
                    <a:latin typeface="Calibri" panose="020F0502020204030204" pitchFamily="34" charset="0"/>
                    <a:cs typeface="Calibri" panose="020F0502020204030204" pitchFamily="34" charset="0"/>
                  </a:rPr>
                  <a:t>Swap</a:t>
                </a:r>
              </a:p>
            </p:txBody>
          </p:sp>
        </p:grpSp>
        <p:sp>
          <p:nvSpPr>
            <p:cNvPr id="37" name="Cube 36">
              <a:extLst>
                <a:ext uri="{FF2B5EF4-FFF2-40B4-BE49-F238E27FC236}">
                  <a16:creationId xmlns:a16="http://schemas.microsoft.com/office/drawing/2014/main" id="{5B982AA0-FD9F-A247-BC10-2CC2D4175FBC}"/>
                </a:ext>
              </a:extLst>
            </p:cNvPr>
            <p:cNvSpPr/>
            <p:nvPr/>
          </p:nvSpPr>
          <p:spPr>
            <a:xfrm>
              <a:off x="6624080" y="2989935"/>
              <a:ext cx="1031924" cy="904168"/>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38" name="TextBox 37">
              <a:extLst>
                <a:ext uri="{FF2B5EF4-FFF2-40B4-BE49-F238E27FC236}">
                  <a16:creationId xmlns:a16="http://schemas.microsoft.com/office/drawing/2014/main" id="{D379B4FC-DF8A-3B48-83E3-ABA0E1D0243C}"/>
                </a:ext>
              </a:extLst>
            </p:cNvPr>
            <p:cNvSpPr txBox="1"/>
            <p:nvPr/>
          </p:nvSpPr>
          <p:spPr>
            <a:xfrm>
              <a:off x="6794991" y="3346723"/>
              <a:ext cx="357808" cy="477054"/>
            </a:xfrm>
            <a:prstGeom prst="rect">
              <a:avLst/>
            </a:prstGeom>
            <a:noFill/>
          </p:spPr>
          <p:txBody>
            <a:bodyPr wrap="square" rtlCol="0">
              <a:spAutoFit/>
            </a:bodyPr>
            <a:lstStyle/>
            <a:p>
              <a:pPr algn="ctr"/>
              <a:r>
                <a:rPr lang="en-VN" sz="2500"/>
                <a:t>a</a:t>
              </a:r>
            </a:p>
          </p:txBody>
        </p:sp>
        <p:sp>
          <p:nvSpPr>
            <p:cNvPr id="39" name="TextBox 38">
              <a:extLst>
                <a:ext uri="{FF2B5EF4-FFF2-40B4-BE49-F238E27FC236}">
                  <a16:creationId xmlns:a16="http://schemas.microsoft.com/office/drawing/2014/main" id="{6B418011-A256-0C4F-A7BD-7F2FF91B4D0C}"/>
                </a:ext>
              </a:extLst>
            </p:cNvPr>
            <p:cNvSpPr txBox="1"/>
            <p:nvPr/>
          </p:nvSpPr>
          <p:spPr>
            <a:xfrm>
              <a:off x="7178145" y="3167127"/>
              <a:ext cx="629857" cy="477054"/>
            </a:xfrm>
            <a:prstGeom prst="rect">
              <a:avLst/>
            </a:prstGeom>
            <a:noFill/>
            <a:scene3d>
              <a:camera prst="isometricRightUp">
                <a:rot lat="1800000" lon="18000000" rev="0"/>
              </a:camera>
              <a:lightRig rig="threePt" dir="t"/>
            </a:scene3d>
          </p:spPr>
          <p:txBody>
            <a:bodyPr wrap="square" rtlCol="0">
              <a:spAutoFit/>
            </a:bodyPr>
            <a:lstStyle/>
            <a:p>
              <a:pPr algn="ctr"/>
              <a:r>
                <a:rPr lang="en-VN" sz="2500"/>
                <a:t>int</a:t>
              </a:r>
            </a:p>
          </p:txBody>
        </p:sp>
        <p:sp>
          <p:nvSpPr>
            <p:cNvPr id="40" name="TextBox 39">
              <a:extLst>
                <a:ext uri="{FF2B5EF4-FFF2-40B4-BE49-F238E27FC236}">
                  <a16:creationId xmlns:a16="http://schemas.microsoft.com/office/drawing/2014/main" id="{8B2BCC08-E356-ED46-A197-F62FF83BA997}"/>
                </a:ext>
              </a:extLst>
            </p:cNvPr>
            <p:cNvSpPr txBox="1"/>
            <p:nvPr/>
          </p:nvSpPr>
          <p:spPr>
            <a:xfrm>
              <a:off x="6973895" y="2853082"/>
              <a:ext cx="357808" cy="553998"/>
            </a:xfrm>
            <a:prstGeom prst="rect">
              <a:avLst/>
            </a:prstGeom>
            <a:noFill/>
          </p:spPr>
          <p:txBody>
            <a:bodyPr wrap="square" rtlCol="0">
              <a:spAutoFit/>
            </a:bodyPr>
            <a:lstStyle/>
            <a:p>
              <a:pPr algn="ctr"/>
              <a:r>
                <a:rPr lang="en-VN" sz="3000" b="1">
                  <a:solidFill>
                    <a:schemeClr val="bg1"/>
                  </a:solidFill>
                </a:rPr>
                <a:t>8</a:t>
              </a:r>
            </a:p>
          </p:txBody>
        </p:sp>
        <p:sp>
          <p:nvSpPr>
            <p:cNvPr id="33" name="Cube 32">
              <a:extLst>
                <a:ext uri="{FF2B5EF4-FFF2-40B4-BE49-F238E27FC236}">
                  <a16:creationId xmlns:a16="http://schemas.microsoft.com/office/drawing/2014/main" id="{FCC4685F-5414-8A49-9085-4C377CCE38F0}"/>
                </a:ext>
              </a:extLst>
            </p:cNvPr>
            <p:cNvSpPr/>
            <p:nvPr/>
          </p:nvSpPr>
          <p:spPr>
            <a:xfrm>
              <a:off x="7776208" y="2973045"/>
              <a:ext cx="1031924" cy="904168"/>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34" name="TextBox 33">
              <a:extLst>
                <a:ext uri="{FF2B5EF4-FFF2-40B4-BE49-F238E27FC236}">
                  <a16:creationId xmlns:a16="http://schemas.microsoft.com/office/drawing/2014/main" id="{BA63657A-1C24-8644-9780-1CF6A82FC73B}"/>
                </a:ext>
              </a:extLst>
            </p:cNvPr>
            <p:cNvSpPr txBox="1"/>
            <p:nvPr/>
          </p:nvSpPr>
          <p:spPr>
            <a:xfrm>
              <a:off x="7947119" y="3329833"/>
              <a:ext cx="357808" cy="477054"/>
            </a:xfrm>
            <a:prstGeom prst="rect">
              <a:avLst/>
            </a:prstGeom>
            <a:noFill/>
          </p:spPr>
          <p:txBody>
            <a:bodyPr wrap="square" rtlCol="0">
              <a:spAutoFit/>
            </a:bodyPr>
            <a:lstStyle/>
            <a:p>
              <a:pPr algn="ctr"/>
              <a:r>
                <a:rPr lang="en-VN" sz="2500"/>
                <a:t>b</a:t>
              </a:r>
            </a:p>
          </p:txBody>
        </p:sp>
        <p:sp>
          <p:nvSpPr>
            <p:cNvPr id="35" name="TextBox 34">
              <a:extLst>
                <a:ext uri="{FF2B5EF4-FFF2-40B4-BE49-F238E27FC236}">
                  <a16:creationId xmlns:a16="http://schemas.microsoft.com/office/drawing/2014/main" id="{63A6B586-826E-2C45-90C9-78772DDB88DD}"/>
                </a:ext>
              </a:extLst>
            </p:cNvPr>
            <p:cNvSpPr txBox="1"/>
            <p:nvPr/>
          </p:nvSpPr>
          <p:spPr>
            <a:xfrm>
              <a:off x="8330273" y="3150237"/>
              <a:ext cx="629857" cy="477054"/>
            </a:xfrm>
            <a:prstGeom prst="rect">
              <a:avLst/>
            </a:prstGeom>
            <a:noFill/>
            <a:scene3d>
              <a:camera prst="isometricRightUp">
                <a:rot lat="1800000" lon="18000000" rev="0"/>
              </a:camera>
              <a:lightRig rig="threePt" dir="t"/>
            </a:scene3d>
          </p:spPr>
          <p:txBody>
            <a:bodyPr wrap="square" rtlCol="0">
              <a:spAutoFit/>
            </a:bodyPr>
            <a:lstStyle/>
            <a:p>
              <a:pPr algn="ctr"/>
              <a:r>
                <a:rPr lang="en-VN" sz="2500"/>
                <a:t>int</a:t>
              </a:r>
            </a:p>
          </p:txBody>
        </p:sp>
        <p:sp>
          <p:nvSpPr>
            <p:cNvPr id="36" name="TextBox 35">
              <a:extLst>
                <a:ext uri="{FF2B5EF4-FFF2-40B4-BE49-F238E27FC236}">
                  <a16:creationId xmlns:a16="http://schemas.microsoft.com/office/drawing/2014/main" id="{6D5B53EA-919A-EB4C-A657-67C36D154456}"/>
                </a:ext>
              </a:extLst>
            </p:cNvPr>
            <p:cNvSpPr txBox="1"/>
            <p:nvPr/>
          </p:nvSpPr>
          <p:spPr>
            <a:xfrm>
              <a:off x="8126023" y="2836192"/>
              <a:ext cx="357808" cy="553998"/>
            </a:xfrm>
            <a:prstGeom prst="rect">
              <a:avLst/>
            </a:prstGeom>
            <a:noFill/>
          </p:spPr>
          <p:txBody>
            <a:bodyPr wrap="square" rtlCol="0">
              <a:spAutoFit/>
            </a:bodyPr>
            <a:lstStyle/>
            <a:p>
              <a:pPr algn="ctr"/>
              <a:r>
                <a:rPr lang="en-VN" sz="3000" b="1">
                  <a:solidFill>
                    <a:schemeClr val="bg1"/>
                  </a:solidFill>
                </a:rPr>
                <a:t>5</a:t>
              </a:r>
            </a:p>
          </p:txBody>
        </p:sp>
        <p:cxnSp>
          <p:nvCxnSpPr>
            <p:cNvPr id="16" name="Elbow Connector 15">
              <a:extLst>
                <a:ext uri="{FF2B5EF4-FFF2-40B4-BE49-F238E27FC236}">
                  <a16:creationId xmlns:a16="http://schemas.microsoft.com/office/drawing/2014/main" id="{518D1814-E40A-A943-9444-E353BEEBFD53}"/>
                </a:ext>
              </a:extLst>
            </p:cNvPr>
            <p:cNvCxnSpPr>
              <a:cxnSpLocks/>
              <a:stCxn id="40" idx="0"/>
              <a:endCxn id="36" idx="0"/>
            </p:cNvCxnSpPr>
            <p:nvPr/>
          </p:nvCxnSpPr>
          <p:spPr>
            <a:xfrm rot="5400000" flipH="1" flipV="1">
              <a:off x="7720418" y="2268573"/>
              <a:ext cx="16890" cy="1152128"/>
            </a:xfrm>
            <a:prstGeom prst="bentConnector3">
              <a:avLst>
                <a:gd name="adj1" fmla="val 2163481"/>
              </a:avLst>
            </a:prstGeom>
            <a:ln w="5715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4313418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9F558-D333-EE4F-BF8A-DD5A2AF8E8E5}"/>
              </a:ext>
            </a:extLst>
          </p:cNvPr>
          <p:cNvSpPr>
            <a:spLocks noGrp="1"/>
          </p:cNvSpPr>
          <p:nvPr>
            <p:ph type="title"/>
          </p:nvPr>
        </p:nvSpPr>
        <p:spPr/>
        <p:txBody>
          <a:bodyPr>
            <a:normAutofit fontScale="90000"/>
          </a:bodyPr>
          <a:lstStyle/>
          <a:p>
            <a:r>
              <a:rPr lang="en-US"/>
              <a:t>T</a:t>
            </a:r>
            <a:r>
              <a:rPr lang="en-VN"/>
              <a:t>RUYỀN THAM TRỊ</a:t>
            </a:r>
          </a:p>
        </p:txBody>
      </p:sp>
      <p:sp>
        <p:nvSpPr>
          <p:cNvPr id="3" name="Content Placeholder 2">
            <a:extLst>
              <a:ext uri="{FF2B5EF4-FFF2-40B4-BE49-F238E27FC236}">
                <a16:creationId xmlns:a16="http://schemas.microsoft.com/office/drawing/2014/main" id="{46E931EB-84F8-664B-A670-FCDDEF319EBC}"/>
              </a:ext>
            </a:extLst>
          </p:cNvPr>
          <p:cNvSpPr>
            <a:spLocks noGrp="1"/>
          </p:cNvSpPr>
          <p:nvPr>
            <p:ph idx="1"/>
          </p:nvPr>
        </p:nvSpPr>
        <p:spPr/>
        <p:txBody>
          <a:bodyPr/>
          <a:lstStyle/>
          <a:p>
            <a:endParaRPr lang="en-VN"/>
          </a:p>
        </p:txBody>
      </p:sp>
      <p:sp>
        <p:nvSpPr>
          <p:cNvPr id="4" name="Footer Placeholder 3">
            <a:extLst>
              <a:ext uri="{FF2B5EF4-FFF2-40B4-BE49-F238E27FC236}">
                <a16:creationId xmlns:a16="http://schemas.microsoft.com/office/drawing/2014/main" id="{F03246C0-7681-AD48-868A-D72606C1877E}"/>
              </a:ext>
            </a:extLst>
          </p:cNvPr>
          <p:cNvSpPr>
            <a:spLocks noGrp="1"/>
          </p:cNvSpPr>
          <p:nvPr>
            <p:ph type="ftr" sz="quarter" idx="11"/>
          </p:nvPr>
        </p:nvSpPr>
        <p:spPr/>
        <p:txBody>
          <a:bodyPr/>
          <a:lstStyle/>
          <a:p>
            <a:r>
              <a:rPr lang="vi-VN" dirty="0"/>
              <a:t>Bài 5: Hàm</a:t>
            </a:r>
            <a:endParaRPr lang="en-US" dirty="0"/>
          </a:p>
        </p:txBody>
      </p:sp>
      <p:sp>
        <p:nvSpPr>
          <p:cNvPr id="5" name="Slide Number Placeholder 4">
            <a:extLst>
              <a:ext uri="{FF2B5EF4-FFF2-40B4-BE49-F238E27FC236}">
                <a16:creationId xmlns:a16="http://schemas.microsoft.com/office/drawing/2014/main" id="{A2231E3D-50C2-5841-8CD1-9EA17109550A}"/>
              </a:ext>
            </a:extLst>
          </p:cNvPr>
          <p:cNvSpPr>
            <a:spLocks noGrp="1"/>
          </p:cNvSpPr>
          <p:nvPr>
            <p:ph type="sldNum" sz="quarter" idx="12"/>
          </p:nvPr>
        </p:nvSpPr>
        <p:spPr/>
        <p:txBody>
          <a:bodyPr/>
          <a:lstStyle/>
          <a:p>
            <a:fld id="{1AD93096-5B34-4342-9326-69289CEAE4C2}" type="slidenum">
              <a:rPr lang="en-US" smtClean="0"/>
              <a:pPr/>
              <a:t>35</a:t>
            </a:fld>
            <a:endParaRPr lang="en-US" dirty="0"/>
          </a:p>
        </p:txBody>
      </p:sp>
      <p:sp>
        <p:nvSpPr>
          <p:cNvPr id="27" name="Content Placeholder 5">
            <a:extLst>
              <a:ext uri="{FF2B5EF4-FFF2-40B4-BE49-F238E27FC236}">
                <a16:creationId xmlns:a16="http://schemas.microsoft.com/office/drawing/2014/main" id="{AB9DFC89-818A-5444-BD5A-A62A26C593CB}"/>
              </a:ext>
            </a:extLst>
          </p:cNvPr>
          <p:cNvSpPr txBox="1">
            <a:spLocks/>
          </p:cNvSpPr>
          <p:nvPr/>
        </p:nvSpPr>
        <p:spPr>
          <a:xfrm>
            <a:off x="90386" y="1503294"/>
            <a:ext cx="6154486" cy="3851412"/>
          </a:xfrm>
          <a:prstGeom prst="rect">
            <a:avLst/>
          </a:prstGeom>
        </p:spPr>
        <p:style>
          <a:lnRef idx="2">
            <a:schemeClr val="accent2"/>
          </a:lnRef>
          <a:fillRef idx="1">
            <a:schemeClr val="lt1"/>
          </a:fillRef>
          <a:effectRef idx="0">
            <a:schemeClr val="accent2"/>
          </a:effectRef>
          <a:fontRef idx="minor">
            <a:schemeClr val="dk1"/>
          </a:fontRef>
        </p:style>
        <p:txBody>
          <a:bodyPr>
            <a:noAutofit/>
          </a:bodyPr>
          <a:lstStyle>
            <a:lvl1pPr marL="308610" indent="-257175" algn="l" rtl="0" eaLnBrk="1" latinLnBrk="0" hangingPunct="1">
              <a:spcBef>
                <a:spcPts val="525"/>
              </a:spcBef>
              <a:buSzPct val="95000"/>
              <a:buFont typeface="Wingdings"/>
              <a:buChar char=""/>
              <a:defRPr sz="1500" kern="1200" spc="0">
                <a:solidFill>
                  <a:schemeClr val="tx1"/>
                </a:solidFill>
                <a:latin typeface="+mn-lt"/>
                <a:ea typeface="+mn-ea"/>
                <a:cs typeface="Arial" pitchFamily="34" charset="0"/>
              </a:defRPr>
            </a:lvl1pPr>
            <a:lvl2pPr marL="555498" indent="-214313" algn="l" rtl="0" eaLnBrk="1" latinLnBrk="0" hangingPunct="1">
              <a:spcBef>
                <a:spcPct val="20000"/>
              </a:spcBef>
              <a:buClr>
                <a:schemeClr val="accent2"/>
              </a:buClr>
              <a:buSzPct val="90000"/>
              <a:buFont typeface="Wingdings"/>
              <a:buChar char=""/>
              <a:defRPr sz="1350" kern="1200" spc="0">
                <a:solidFill>
                  <a:schemeClr val="tx1"/>
                </a:solidFill>
                <a:latin typeface="+mn-lt"/>
                <a:ea typeface="+mn-ea"/>
                <a:cs typeface="Arial" pitchFamily="34" charset="0"/>
              </a:defRPr>
            </a:lvl2pPr>
            <a:lvl3pPr marL="747522" indent="-171450" algn="l" rtl="0" eaLnBrk="1" latinLnBrk="0" hangingPunct="1">
              <a:spcBef>
                <a:spcPct val="20000"/>
              </a:spcBef>
              <a:buClr>
                <a:schemeClr val="accent2"/>
              </a:buClr>
              <a:buFont typeface="Wingdings 2"/>
              <a:buChar char=""/>
              <a:defRPr sz="1200" kern="1200" spc="0">
                <a:solidFill>
                  <a:schemeClr val="tx1"/>
                </a:solidFill>
                <a:latin typeface="+mn-lt"/>
                <a:ea typeface="+mn-ea"/>
                <a:cs typeface="Arial" pitchFamily="34" charset="0"/>
              </a:defRPr>
            </a:lvl3pPr>
            <a:lvl4pPr marL="946404" indent="-171450" algn="l" rtl="0" eaLnBrk="1" latinLnBrk="0" hangingPunct="1">
              <a:spcBef>
                <a:spcPct val="20000"/>
              </a:spcBef>
              <a:buClr>
                <a:schemeClr val="accent3"/>
              </a:buClr>
              <a:buFont typeface="Wingdings 3"/>
              <a:buChar char=""/>
              <a:defRPr sz="1200" kern="1200" spc="0">
                <a:solidFill>
                  <a:schemeClr val="tx1"/>
                </a:solidFill>
                <a:latin typeface="+mn-lt"/>
                <a:ea typeface="+mn-ea"/>
                <a:cs typeface="Arial" pitchFamily="34" charset="0"/>
              </a:defRPr>
            </a:lvl4pPr>
            <a:lvl5pPr marL="1110996" indent="-157734" algn="l" rtl="0" eaLnBrk="1" latinLnBrk="0" hangingPunct="1">
              <a:spcBef>
                <a:spcPct val="20000"/>
              </a:spcBef>
              <a:buClr>
                <a:schemeClr val="accent3"/>
              </a:buClr>
              <a:buFont typeface="Wingdings 2"/>
              <a:buChar char=""/>
              <a:defRPr sz="1050" kern="1200" spc="0">
                <a:solidFill>
                  <a:schemeClr val="tx1"/>
                </a:solidFill>
                <a:latin typeface="+mn-lt"/>
                <a:ea typeface="+mn-ea"/>
                <a:cs typeface="Arial" pitchFamily="34" charset="0"/>
              </a:defRPr>
            </a:lvl5pPr>
            <a:lvl6pPr marL="1282446" indent="-157734" algn="l" rtl="0" eaLnBrk="1" latinLnBrk="0" hangingPunct="1">
              <a:spcBef>
                <a:spcPct val="20000"/>
              </a:spcBef>
              <a:buClr>
                <a:schemeClr val="accent3"/>
              </a:buClr>
              <a:buFont typeface="Wingdings 2"/>
              <a:buChar char=""/>
              <a:defRPr sz="1350" kern="1200">
                <a:solidFill>
                  <a:schemeClr val="tx1"/>
                </a:solidFill>
                <a:latin typeface="+mn-lt"/>
                <a:ea typeface="+mn-ea"/>
                <a:cs typeface="+mn-cs"/>
              </a:defRPr>
            </a:lvl6pPr>
            <a:lvl7pPr marL="1426464"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7pPr>
            <a:lvl8pPr marL="1570482"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8pPr>
            <a:lvl9pPr marL="1714500"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9pPr>
            <a:extLst/>
          </a:lstStyle>
          <a:p>
            <a:pPr marL="51435" indent="0">
              <a:spcBef>
                <a:spcPts val="0"/>
              </a:spcBef>
              <a:buNone/>
            </a:pPr>
            <a:r>
              <a:rPr lang="en-US" sz="1400">
                <a:solidFill>
                  <a:srgbClr val="0432FF"/>
                </a:solidFill>
                <a:latin typeface="Consolas" panose="020B0609020204030204" pitchFamily="49" charset="0"/>
              </a:rPr>
              <a:t>static</a:t>
            </a:r>
            <a:r>
              <a:rPr lang="en-US" sz="1400">
                <a:latin typeface="Consolas" panose="020B0609020204030204" pitchFamily="49" charset="0"/>
              </a:rPr>
              <a:t> </a:t>
            </a:r>
            <a:r>
              <a:rPr lang="en-US" sz="1400">
                <a:solidFill>
                  <a:srgbClr val="0000FF"/>
                </a:solidFill>
                <a:latin typeface="Consolas" panose="020B0609020204030204" pitchFamily="49" charset="0"/>
              </a:rPr>
              <a:t>void</a:t>
            </a:r>
            <a:r>
              <a:rPr lang="en-US" sz="1400">
                <a:latin typeface="Consolas" panose="020B0609020204030204" pitchFamily="49" charset="0"/>
              </a:rPr>
              <a:t> </a:t>
            </a:r>
            <a:r>
              <a:rPr lang="en-US" sz="1400" dirty="0">
                <a:solidFill>
                  <a:srgbClr val="FEA400"/>
                </a:solidFill>
                <a:latin typeface="Consolas" panose="020B0609020204030204" pitchFamily="49" charset="0"/>
              </a:rPr>
              <a:t>Swap</a:t>
            </a:r>
            <a:r>
              <a:rPr lang="en-US" sz="1400">
                <a:latin typeface="Consolas" panose="020B0609020204030204" pitchFamily="49" charset="0"/>
              </a:rPr>
              <a:t>(</a:t>
            </a:r>
            <a:r>
              <a:rPr lang="en-US" sz="1400">
                <a:solidFill>
                  <a:srgbClr val="0432FF"/>
                </a:solidFill>
                <a:highlight>
                  <a:srgbClr val="FFFF00"/>
                </a:highlight>
                <a:latin typeface="Consolas" panose="020B0609020204030204" pitchFamily="49" charset="0"/>
              </a:rPr>
              <a:t>int</a:t>
            </a:r>
            <a:r>
              <a:rPr lang="en-US" sz="1400">
                <a:solidFill>
                  <a:schemeClr val="bg1"/>
                </a:solidFill>
                <a:highlight>
                  <a:srgbClr val="FFFF00"/>
                </a:highlight>
                <a:latin typeface="Consolas" panose="020B0609020204030204" pitchFamily="49" charset="0"/>
              </a:rPr>
              <a:t> </a:t>
            </a:r>
            <a:r>
              <a:rPr lang="en-US" sz="1400">
                <a:solidFill>
                  <a:schemeClr val="accent6">
                    <a:lumMod val="75000"/>
                  </a:schemeClr>
                </a:solidFill>
                <a:highlight>
                  <a:srgbClr val="FFFF00"/>
                </a:highlight>
                <a:latin typeface="Consolas" panose="020B0609020204030204" pitchFamily="49" charset="0"/>
              </a:rPr>
              <a:t>a</a:t>
            </a:r>
            <a:r>
              <a:rPr lang="en-US" sz="1400">
                <a:highlight>
                  <a:srgbClr val="FFFF00"/>
                </a:highlight>
                <a:latin typeface="Consolas" panose="020B0609020204030204" pitchFamily="49" charset="0"/>
              </a:rPr>
              <a:t>, </a:t>
            </a:r>
            <a:r>
              <a:rPr lang="en-US" sz="1400">
                <a:solidFill>
                  <a:srgbClr val="0432FF"/>
                </a:solidFill>
                <a:highlight>
                  <a:srgbClr val="FFFF00"/>
                </a:highlight>
                <a:latin typeface="Consolas" panose="020B0609020204030204" pitchFamily="49" charset="0"/>
              </a:rPr>
              <a:t>int</a:t>
            </a:r>
            <a:r>
              <a:rPr lang="en-US" sz="1400">
                <a:solidFill>
                  <a:schemeClr val="bg1"/>
                </a:solidFill>
                <a:highlight>
                  <a:srgbClr val="FFFF00"/>
                </a:highlight>
                <a:latin typeface="Consolas" panose="020B0609020204030204" pitchFamily="49" charset="0"/>
              </a:rPr>
              <a:t> </a:t>
            </a:r>
            <a:r>
              <a:rPr lang="en-US" sz="1400">
                <a:solidFill>
                  <a:schemeClr val="accent6">
                    <a:lumMod val="75000"/>
                  </a:schemeClr>
                </a:solidFill>
                <a:highlight>
                  <a:srgbClr val="FFFF00"/>
                </a:highlight>
                <a:latin typeface="Consolas" panose="020B0609020204030204" pitchFamily="49" charset="0"/>
              </a:rPr>
              <a:t>b</a:t>
            </a:r>
            <a:r>
              <a:rPr lang="en-US" sz="1400">
                <a:latin typeface="Consolas" panose="020B0609020204030204" pitchFamily="49" charset="0"/>
              </a:rPr>
              <a:t>)</a:t>
            </a:r>
          </a:p>
          <a:p>
            <a:pPr marL="51435" indent="0">
              <a:spcBef>
                <a:spcPts val="0"/>
              </a:spcBef>
              <a:buNone/>
            </a:pPr>
            <a:r>
              <a:rPr lang="en-US" sz="1400">
                <a:latin typeface="Consolas" panose="020B0609020204030204" pitchFamily="49" charset="0"/>
              </a:rPr>
              <a:t>{</a:t>
            </a:r>
          </a:p>
          <a:p>
            <a:pPr marL="51435" indent="0">
              <a:spcBef>
                <a:spcPts val="0"/>
              </a:spcBef>
              <a:buNone/>
            </a:pPr>
            <a:r>
              <a:rPr lang="en-US" sz="1400">
                <a:solidFill>
                  <a:schemeClr val="bg1"/>
                </a:solidFill>
                <a:latin typeface="Consolas" panose="020B0609020204030204" pitchFamily="49" charset="0"/>
              </a:rPr>
              <a:t>    </a:t>
            </a:r>
            <a:r>
              <a:rPr lang="en-US" sz="1400">
                <a:solidFill>
                  <a:srgbClr val="0432FF"/>
                </a:solidFill>
                <a:latin typeface="Consolas" panose="020B0609020204030204" pitchFamily="49" charset="0"/>
              </a:rPr>
              <a:t>int</a:t>
            </a:r>
            <a:r>
              <a:rPr lang="en-US" sz="1400">
                <a:solidFill>
                  <a:schemeClr val="bg1"/>
                </a:solidFill>
                <a:latin typeface="Consolas" panose="020B0609020204030204" pitchFamily="49" charset="0"/>
              </a:rPr>
              <a:t> </a:t>
            </a:r>
            <a:r>
              <a:rPr lang="en-US" sz="1400">
                <a:solidFill>
                  <a:schemeClr val="accent6">
                    <a:lumMod val="75000"/>
                  </a:schemeClr>
                </a:solidFill>
                <a:latin typeface="Consolas" panose="020B0609020204030204" pitchFamily="49" charset="0"/>
              </a:rPr>
              <a:t>temp </a:t>
            </a:r>
            <a:r>
              <a:rPr lang="en-US" sz="1400">
                <a:latin typeface="Consolas" panose="020B0609020204030204" pitchFamily="49" charset="0"/>
              </a:rPr>
              <a:t>=</a:t>
            </a:r>
            <a:r>
              <a:rPr lang="en-US" sz="1400">
                <a:solidFill>
                  <a:schemeClr val="accent6">
                    <a:lumMod val="75000"/>
                  </a:schemeClr>
                </a:solidFill>
                <a:latin typeface="Consolas" panose="020B0609020204030204" pitchFamily="49" charset="0"/>
              </a:rPr>
              <a:t> a</a:t>
            </a:r>
          </a:p>
          <a:p>
            <a:pPr marL="51435" indent="0">
              <a:spcBef>
                <a:spcPts val="0"/>
              </a:spcBef>
              <a:buNone/>
            </a:pPr>
            <a:r>
              <a:rPr lang="en-US" sz="1400">
                <a:solidFill>
                  <a:schemeClr val="accent6">
                    <a:lumMod val="75000"/>
                  </a:schemeClr>
                </a:solidFill>
                <a:latin typeface="Consolas" panose="020B0609020204030204" pitchFamily="49" charset="0"/>
              </a:rPr>
              <a:t>    a </a:t>
            </a:r>
            <a:r>
              <a:rPr lang="en-US" sz="1400">
                <a:latin typeface="Consolas" panose="020B0609020204030204" pitchFamily="49" charset="0"/>
              </a:rPr>
              <a:t>= </a:t>
            </a:r>
            <a:r>
              <a:rPr lang="en-US" sz="1400">
                <a:solidFill>
                  <a:schemeClr val="accent6">
                    <a:lumMod val="75000"/>
                  </a:schemeClr>
                </a:solidFill>
                <a:latin typeface="Consolas" panose="020B0609020204030204" pitchFamily="49" charset="0"/>
              </a:rPr>
              <a:t>b</a:t>
            </a:r>
            <a:r>
              <a:rPr lang="en-US" sz="1400">
                <a:latin typeface="Consolas" panose="020B0609020204030204" pitchFamily="49" charset="0"/>
              </a:rPr>
              <a:t>;</a:t>
            </a:r>
          </a:p>
          <a:p>
            <a:pPr marL="51435" indent="0">
              <a:spcBef>
                <a:spcPts val="0"/>
              </a:spcBef>
              <a:buNone/>
            </a:pPr>
            <a:r>
              <a:rPr lang="en-US" sz="1400">
                <a:solidFill>
                  <a:schemeClr val="accent6">
                    <a:lumMod val="75000"/>
                  </a:schemeClr>
                </a:solidFill>
                <a:latin typeface="Consolas" panose="020B0609020204030204" pitchFamily="49" charset="0"/>
              </a:rPr>
              <a:t>    b </a:t>
            </a:r>
            <a:r>
              <a:rPr lang="en-US" sz="1400">
                <a:latin typeface="Consolas" panose="020B0609020204030204" pitchFamily="49" charset="0"/>
              </a:rPr>
              <a:t>= </a:t>
            </a:r>
            <a:r>
              <a:rPr lang="en-US" sz="1400">
                <a:solidFill>
                  <a:schemeClr val="accent6">
                    <a:lumMod val="75000"/>
                  </a:schemeClr>
                </a:solidFill>
                <a:latin typeface="Consolas" panose="020B0609020204030204" pitchFamily="49" charset="0"/>
              </a:rPr>
              <a:t>temp</a:t>
            </a:r>
            <a:r>
              <a:rPr lang="en-US" sz="1400">
                <a:latin typeface="Consolas" panose="020B0609020204030204" pitchFamily="49" charset="0"/>
              </a:rPr>
              <a:t>;</a:t>
            </a:r>
          </a:p>
          <a:p>
            <a:pPr marL="51435" indent="0">
              <a:spcBef>
                <a:spcPts val="0"/>
              </a:spcBef>
              <a:buNone/>
            </a:pPr>
            <a:r>
              <a:rPr lang="en-US" sz="1400">
                <a:solidFill>
                  <a:srgbClr val="2B91AF"/>
                </a:solidFill>
                <a:latin typeface="Consolas" panose="020B0609020204030204" pitchFamily="49" charset="0"/>
              </a:rPr>
              <a:t>    Console</a:t>
            </a:r>
            <a:r>
              <a:rPr lang="en-US" sz="1400">
                <a:latin typeface="Consolas" panose="020B0609020204030204" pitchFamily="49" charset="0"/>
              </a:rPr>
              <a:t>.</a:t>
            </a:r>
            <a:r>
              <a:rPr lang="en-US" sz="1400">
                <a:solidFill>
                  <a:srgbClr val="FEA400"/>
                </a:solidFill>
                <a:latin typeface="Consolas" panose="020B0609020204030204" pitchFamily="49" charset="0"/>
              </a:rPr>
              <a:t>WriteLine</a:t>
            </a:r>
            <a:r>
              <a:rPr lang="en-US" sz="1400">
                <a:latin typeface="Consolas" panose="020B0609020204030204" pitchFamily="49" charset="0"/>
                <a:cs typeface="Consolas" panose="020B0609020204030204" pitchFamily="49" charset="0"/>
              </a:rPr>
              <a:t>($</a:t>
            </a:r>
            <a:r>
              <a:rPr lang="en-US" sz="1400">
                <a:solidFill>
                  <a:srgbClr val="A31515"/>
                </a:solidFill>
                <a:latin typeface="Consolas" panose="020B0609020204030204" pitchFamily="49" charset="0"/>
              </a:rPr>
              <a:t>"In Swap method: a = </a:t>
            </a:r>
            <a:r>
              <a:rPr lang="en-US" sz="1400">
                <a:latin typeface="Consolas" panose="020B0609020204030204" pitchFamily="49" charset="0"/>
              </a:rPr>
              <a:t>{</a:t>
            </a:r>
            <a:r>
              <a:rPr lang="en-US" sz="1400">
                <a:solidFill>
                  <a:schemeClr val="accent6">
                    <a:lumMod val="75000"/>
                  </a:schemeClr>
                </a:solidFill>
                <a:latin typeface="Consolas" panose="020B0609020204030204" pitchFamily="49" charset="0"/>
              </a:rPr>
              <a:t>a</a:t>
            </a:r>
            <a:r>
              <a:rPr lang="en-US" sz="1400">
                <a:latin typeface="Consolas" panose="020B0609020204030204" pitchFamily="49" charset="0"/>
              </a:rPr>
              <a:t>}</a:t>
            </a:r>
            <a:r>
              <a:rPr lang="en-US" sz="1400">
                <a:solidFill>
                  <a:srgbClr val="A31515"/>
                </a:solidFill>
                <a:latin typeface="Consolas" panose="020B0609020204030204" pitchFamily="49" charset="0"/>
              </a:rPr>
              <a:t>, b = </a:t>
            </a:r>
            <a:r>
              <a:rPr lang="en-US" sz="1400">
                <a:latin typeface="Consolas" panose="020B0609020204030204" pitchFamily="49" charset="0"/>
              </a:rPr>
              <a:t>{</a:t>
            </a:r>
            <a:r>
              <a:rPr lang="en-US" sz="1400">
                <a:solidFill>
                  <a:schemeClr val="accent6">
                    <a:lumMod val="75000"/>
                  </a:schemeClr>
                </a:solidFill>
                <a:latin typeface="Consolas" panose="020B0609020204030204" pitchFamily="49" charset="0"/>
              </a:rPr>
              <a:t>b</a:t>
            </a:r>
            <a:r>
              <a:rPr lang="en-US" sz="1400">
                <a:latin typeface="Consolas" panose="020B0609020204030204" pitchFamily="49" charset="0"/>
              </a:rPr>
              <a:t>}</a:t>
            </a:r>
            <a:r>
              <a:rPr lang="en-US" sz="1400">
                <a:solidFill>
                  <a:srgbClr val="A31515"/>
                </a:solidFill>
                <a:latin typeface="Consolas" panose="020B0609020204030204" pitchFamily="49" charset="0"/>
              </a:rPr>
              <a:t>"</a:t>
            </a:r>
            <a:r>
              <a:rPr lang="en-US" sz="1400">
                <a:latin typeface="Consolas" panose="020B0609020204030204" pitchFamily="49" charset="0"/>
                <a:cs typeface="Consolas" panose="020B0609020204030204" pitchFamily="49" charset="0"/>
              </a:rPr>
              <a:t>);</a:t>
            </a:r>
            <a:endParaRPr lang="en-US" sz="1400">
              <a:latin typeface="Consolas" panose="020B0609020204030204" pitchFamily="49" charset="0"/>
            </a:endParaRPr>
          </a:p>
          <a:p>
            <a:pPr marL="51435" indent="0">
              <a:spcBef>
                <a:spcPts val="0"/>
              </a:spcBef>
              <a:buNone/>
            </a:pPr>
            <a:r>
              <a:rPr lang="en-US" sz="1400">
                <a:latin typeface="Consolas" panose="020B0609020204030204" pitchFamily="49" charset="0"/>
              </a:rPr>
              <a:t>}</a:t>
            </a:r>
          </a:p>
          <a:p>
            <a:pPr marL="51435" indent="0" algn="just">
              <a:spcBef>
                <a:spcPts val="0"/>
              </a:spcBef>
              <a:buNone/>
            </a:pPr>
            <a:endParaRPr lang="en-US" sz="1400">
              <a:solidFill>
                <a:schemeClr val="bg1"/>
              </a:solidFill>
              <a:latin typeface="Consolas" panose="020B0609020204030204" pitchFamily="49" charset="0"/>
            </a:endParaRPr>
          </a:p>
          <a:p>
            <a:pPr marL="51435" indent="0" algn="just">
              <a:spcBef>
                <a:spcPts val="0"/>
              </a:spcBef>
              <a:buNone/>
            </a:pPr>
            <a:r>
              <a:rPr lang="en-US" sz="1400">
                <a:solidFill>
                  <a:srgbClr val="0000FF"/>
                </a:solidFill>
                <a:latin typeface="Consolas" panose="020B0609020204030204" pitchFamily="49" charset="0"/>
              </a:rPr>
              <a:t>static</a:t>
            </a:r>
            <a:r>
              <a:rPr lang="en-US" sz="1400">
                <a:latin typeface="Consolas" panose="020B0609020204030204" pitchFamily="49" charset="0"/>
              </a:rPr>
              <a:t> </a:t>
            </a:r>
            <a:r>
              <a:rPr lang="en-US" sz="1400">
                <a:solidFill>
                  <a:srgbClr val="0000FF"/>
                </a:solidFill>
                <a:latin typeface="Consolas" panose="020B0609020204030204" pitchFamily="49" charset="0"/>
              </a:rPr>
              <a:t>void</a:t>
            </a:r>
            <a:r>
              <a:rPr lang="en-US" sz="1400">
                <a:latin typeface="Consolas" panose="020B0609020204030204" pitchFamily="49" charset="0"/>
              </a:rPr>
              <a:t> </a:t>
            </a:r>
            <a:r>
              <a:rPr lang="en-US" sz="1400">
                <a:solidFill>
                  <a:srgbClr val="FEA400"/>
                </a:solidFill>
                <a:latin typeface="Consolas" panose="020B0609020204030204" pitchFamily="49" charset="0"/>
              </a:rPr>
              <a:t>Main</a:t>
            </a:r>
            <a:r>
              <a:rPr lang="en-US" sz="1400">
                <a:latin typeface="Consolas" panose="020B0609020204030204" pitchFamily="49" charset="0"/>
              </a:rPr>
              <a:t>(</a:t>
            </a:r>
            <a:r>
              <a:rPr lang="en-US" sz="1400">
                <a:solidFill>
                  <a:srgbClr val="0000FF"/>
                </a:solidFill>
                <a:latin typeface="Consolas" panose="020B0609020204030204" pitchFamily="49" charset="0"/>
              </a:rPr>
              <a:t>string</a:t>
            </a:r>
            <a:r>
              <a:rPr lang="en-US" sz="1400">
                <a:latin typeface="Consolas" panose="020B0609020204030204" pitchFamily="49" charset="0"/>
              </a:rPr>
              <a:t>[] args)</a:t>
            </a:r>
          </a:p>
          <a:p>
            <a:pPr marL="51435" indent="0" algn="just">
              <a:spcBef>
                <a:spcPts val="0"/>
              </a:spcBef>
              <a:buNone/>
            </a:pPr>
            <a:r>
              <a:rPr lang="en-US" sz="1400">
                <a:latin typeface="Consolas" panose="020B0609020204030204" pitchFamily="49" charset="0"/>
              </a:rPr>
              <a:t>{</a:t>
            </a:r>
          </a:p>
          <a:p>
            <a:pPr marL="51435" indent="0">
              <a:spcBef>
                <a:spcPts val="0"/>
              </a:spcBef>
              <a:buNone/>
            </a:pPr>
            <a:r>
              <a:rPr lang="en-US" sz="1400">
                <a:solidFill>
                  <a:srgbClr val="0432FF"/>
                </a:solidFill>
                <a:latin typeface="Consolas" panose="020B0609020204030204" pitchFamily="49" charset="0"/>
              </a:rPr>
              <a:t>    int</a:t>
            </a:r>
            <a:r>
              <a:rPr lang="en-US" sz="1400">
                <a:solidFill>
                  <a:schemeClr val="bg1"/>
                </a:solidFill>
                <a:latin typeface="Consolas" panose="020B0609020204030204" pitchFamily="49" charset="0"/>
              </a:rPr>
              <a:t> </a:t>
            </a:r>
            <a:r>
              <a:rPr lang="en-US" sz="1400">
                <a:solidFill>
                  <a:schemeClr val="accent6">
                    <a:lumMod val="75000"/>
                  </a:schemeClr>
                </a:solidFill>
                <a:latin typeface="Consolas" panose="020B0609020204030204" pitchFamily="49" charset="0"/>
              </a:rPr>
              <a:t>a </a:t>
            </a:r>
            <a:r>
              <a:rPr lang="en-US" sz="1400">
                <a:latin typeface="Consolas" panose="020B0609020204030204" pitchFamily="49" charset="0"/>
              </a:rPr>
              <a:t>= 8;</a:t>
            </a:r>
          </a:p>
          <a:p>
            <a:pPr marL="51435" indent="0">
              <a:spcBef>
                <a:spcPts val="0"/>
              </a:spcBef>
              <a:buNone/>
            </a:pPr>
            <a:r>
              <a:rPr lang="en-US" sz="1400">
                <a:solidFill>
                  <a:srgbClr val="0432FF"/>
                </a:solidFill>
                <a:latin typeface="Consolas" panose="020B0609020204030204" pitchFamily="49" charset="0"/>
              </a:rPr>
              <a:t>    int</a:t>
            </a:r>
            <a:r>
              <a:rPr lang="en-US" sz="1400">
                <a:solidFill>
                  <a:schemeClr val="bg1"/>
                </a:solidFill>
                <a:latin typeface="Consolas" panose="020B0609020204030204" pitchFamily="49" charset="0"/>
              </a:rPr>
              <a:t> </a:t>
            </a:r>
            <a:r>
              <a:rPr lang="en-US" sz="1400">
                <a:solidFill>
                  <a:schemeClr val="accent6">
                    <a:lumMod val="75000"/>
                  </a:schemeClr>
                </a:solidFill>
                <a:latin typeface="Consolas" panose="020B0609020204030204" pitchFamily="49" charset="0"/>
              </a:rPr>
              <a:t>b </a:t>
            </a:r>
            <a:r>
              <a:rPr lang="en-US" sz="1400">
                <a:latin typeface="Consolas" panose="020B0609020204030204" pitchFamily="49" charset="0"/>
              </a:rPr>
              <a:t>= 5;</a:t>
            </a:r>
          </a:p>
          <a:p>
            <a:pPr marL="51435" indent="0">
              <a:spcBef>
                <a:spcPts val="0"/>
              </a:spcBef>
              <a:buNone/>
            </a:pPr>
            <a:r>
              <a:rPr lang="en-US" sz="1400">
                <a:solidFill>
                  <a:srgbClr val="2B91AF"/>
                </a:solidFill>
                <a:latin typeface="Consolas" panose="020B0609020204030204" pitchFamily="49" charset="0"/>
              </a:rPr>
              <a:t>    Console</a:t>
            </a:r>
            <a:r>
              <a:rPr lang="en-US" sz="1400">
                <a:latin typeface="Consolas" panose="020B0609020204030204" pitchFamily="49" charset="0"/>
              </a:rPr>
              <a:t>.</a:t>
            </a:r>
            <a:r>
              <a:rPr lang="en-US" sz="1400">
                <a:solidFill>
                  <a:srgbClr val="FEA400"/>
                </a:solidFill>
                <a:latin typeface="Consolas" panose="020B0609020204030204" pitchFamily="49" charset="0"/>
              </a:rPr>
              <a:t>WriteLine</a:t>
            </a:r>
            <a:r>
              <a:rPr lang="en-US" sz="1400">
                <a:latin typeface="Consolas" panose="020B0609020204030204" pitchFamily="49" charset="0"/>
                <a:cs typeface="Consolas" panose="020B0609020204030204" pitchFamily="49" charset="0"/>
              </a:rPr>
              <a:t>($</a:t>
            </a:r>
            <a:r>
              <a:rPr lang="en-US" sz="1400">
                <a:solidFill>
                  <a:srgbClr val="A31515"/>
                </a:solidFill>
                <a:latin typeface="Consolas" panose="020B0609020204030204" pitchFamily="49" charset="0"/>
              </a:rPr>
              <a:t>"Before swapping: a = </a:t>
            </a:r>
            <a:r>
              <a:rPr lang="en-US" sz="1400">
                <a:latin typeface="Consolas" panose="020B0609020204030204" pitchFamily="49" charset="0"/>
              </a:rPr>
              <a:t>{</a:t>
            </a:r>
            <a:r>
              <a:rPr lang="en-US" sz="1400">
                <a:solidFill>
                  <a:schemeClr val="accent6">
                    <a:lumMod val="75000"/>
                  </a:schemeClr>
                </a:solidFill>
                <a:latin typeface="Consolas" panose="020B0609020204030204" pitchFamily="49" charset="0"/>
              </a:rPr>
              <a:t>a</a:t>
            </a:r>
            <a:r>
              <a:rPr lang="en-US" sz="1400">
                <a:latin typeface="Consolas" panose="020B0609020204030204" pitchFamily="49" charset="0"/>
              </a:rPr>
              <a:t>}</a:t>
            </a:r>
            <a:r>
              <a:rPr lang="en-US" sz="1400">
                <a:solidFill>
                  <a:srgbClr val="A31515"/>
                </a:solidFill>
                <a:latin typeface="Consolas" panose="020B0609020204030204" pitchFamily="49" charset="0"/>
              </a:rPr>
              <a:t>, b = </a:t>
            </a:r>
            <a:r>
              <a:rPr lang="en-US" sz="1400">
                <a:latin typeface="Consolas" panose="020B0609020204030204" pitchFamily="49" charset="0"/>
              </a:rPr>
              <a:t>{</a:t>
            </a:r>
            <a:r>
              <a:rPr lang="en-US" sz="1400">
                <a:solidFill>
                  <a:schemeClr val="accent6">
                    <a:lumMod val="75000"/>
                  </a:schemeClr>
                </a:solidFill>
                <a:latin typeface="Consolas" panose="020B0609020204030204" pitchFamily="49" charset="0"/>
              </a:rPr>
              <a:t>b</a:t>
            </a:r>
            <a:r>
              <a:rPr lang="en-US" sz="1400">
                <a:latin typeface="Consolas" panose="020B0609020204030204" pitchFamily="49" charset="0"/>
              </a:rPr>
              <a:t>}</a:t>
            </a:r>
            <a:r>
              <a:rPr lang="en-US" sz="1400">
                <a:solidFill>
                  <a:srgbClr val="A31515"/>
                </a:solidFill>
                <a:latin typeface="Consolas" panose="020B0609020204030204" pitchFamily="49" charset="0"/>
              </a:rPr>
              <a:t>"</a:t>
            </a:r>
            <a:r>
              <a:rPr lang="en-US" sz="1400">
                <a:latin typeface="Consolas" panose="020B0609020204030204" pitchFamily="49" charset="0"/>
                <a:cs typeface="Consolas" panose="020B0609020204030204" pitchFamily="49" charset="0"/>
              </a:rPr>
              <a:t>);</a:t>
            </a:r>
          </a:p>
          <a:p>
            <a:pPr marL="51435" indent="0">
              <a:spcBef>
                <a:spcPts val="0"/>
              </a:spcBef>
              <a:buNone/>
            </a:pPr>
            <a:r>
              <a:rPr lang="en-US" sz="1400" dirty="0">
                <a:solidFill>
                  <a:srgbClr val="FEA400"/>
                </a:solidFill>
                <a:latin typeface="Consolas" panose="020B0609020204030204" pitchFamily="49" charset="0"/>
              </a:rPr>
              <a:t>    Swap</a:t>
            </a:r>
            <a:r>
              <a:rPr lang="en-US" sz="1400">
                <a:latin typeface="Consolas" panose="020B0609020204030204" pitchFamily="49" charset="0"/>
              </a:rPr>
              <a:t>(</a:t>
            </a:r>
            <a:r>
              <a:rPr lang="en-US" sz="1400">
                <a:solidFill>
                  <a:schemeClr val="accent6">
                    <a:lumMod val="75000"/>
                  </a:schemeClr>
                </a:solidFill>
                <a:latin typeface="Consolas" panose="020B0609020204030204" pitchFamily="49" charset="0"/>
              </a:rPr>
              <a:t>a</a:t>
            </a:r>
            <a:r>
              <a:rPr lang="en-US" sz="1400">
                <a:latin typeface="Consolas" panose="020B0609020204030204" pitchFamily="49" charset="0"/>
              </a:rPr>
              <a:t>,</a:t>
            </a:r>
            <a:r>
              <a:rPr lang="en-US" sz="1400">
                <a:solidFill>
                  <a:schemeClr val="accent6">
                    <a:lumMod val="75000"/>
                  </a:schemeClr>
                </a:solidFill>
                <a:latin typeface="Consolas" panose="020B0609020204030204" pitchFamily="49" charset="0"/>
              </a:rPr>
              <a:t> b</a:t>
            </a:r>
            <a:r>
              <a:rPr lang="en-US" sz="1400">
                <a:latin typeface="Consolas" panose="020B0609020204030204" pitchFamily="49" charset="0"/>
              </a:rPr>
              <a:t>);</a:t>
            </a:r>
          </a:p>
          <a:p>
            <a:pPr marL="51435" indent="0">
              <a:spcBef>
                <a:spcPts val="0"/>
              </a:spcBef>
              <a:buNone/>
            </a:pPr>
            <a:r>
              <a:rPr lang="en-US" sz="1400">
                <a:solidFill>
                  <a:srgbClr val="2B91AF"/>
                </a:solidFill>
                <a:latin typeface="Consolas" panose="020B0609020204030204" pitchFamily="49" charset="0"/>
              </a:rPr>
              <a:t>    Console</a:t>
            </a:r>
            <a:r>
              <a:rPr lang="en-US" sz="1400">
                <a:solidFill>
                  <a:schemeClr val="bg1"/>
                </a:solidFill>
                <a:latin typeface="Consolas" panose="020B0609020204030204" pitchFamily="49" charset="0"/>
              </a:rPr>
              <a:t>.</a:t>
            </a:r>
            <a:r>
              <a:rPr lang="en-US" sz="1400">
                <a:solidFill>
                  <a:srgbClr val="FEA400"/>
                </a:solidFill>
                <a:latin typeface="Consolas" panose="020B0609020204030204" pitchFamily="49" charset="0"/>
              </a:rPr>
              <a:t>WriteLine</a:t>
            </a:r>
            <a:r>
              <a:rPr lang="en-US" sz="1400">
                <a:latin typeface="Consolas" panose="020B0609020204030204" pitchFamily="49" charset="0"/>
                <a:cs typeface="Consolas" panose="020B0609020204030204" pitchFamily="49" charset="0"/>
              </a:rPr>
              <a:t>($</a:t>
            </a:r>
            <a:r>
              <a:rPr lang="en-US" sz="1400">
                <a:solidFill>
                  <a:srgbClr val="A31515"/>
                </a:solidFill>
                <a:latin typeface="Consolas" panose="020B0609020204030204" pitchFamily="49" charset="0"/>
              </a:rPr>
              <a:t>"After swapping: a = </a:t>
            </a:r>
            <a:r>
              <a:rPr lang="en-US" sz="1400">
                <a:latin typeface="Consolas" panose="020B0609020204030204" pitchFamily="49" charset="0"/>
              </a:rPr>
              <a:t>{</a:t>
            </a:r>
            <a:r>
              <a:rPr lang="en-US" sz="1400">
                <a:solidFill>
                  <a:schemeClr val="accent6">
                    <a:lumMod val="75000"/>
                  </a:schemeClr>
                </a:solidFill>
                <a:latin typeface="Consolas" panose="020B0609020204030204" pitchFamily="49" charset="0"/>
              </a:rPr>
              <a:t>a</a:t>
            </a:r>
            <a:r>
              <a:rPr lang="en-US" sz="1400">
                <a:latin typeface="Consolas" panose="020B0609020204030204" pitchFamily="49" charset="0"/>
              </a:rPr>
              <a:t>}</a:t>
            </a:r>
            <a:r>
              <a:rPr lang="en-US" sz="1400">
                <a:solidFill>
                  <a:srgbClr val="A31515"/>
                </a:solidFill>
                <a:latin typeface="Consolas" panose="020B0609020204030204" pitchFamily="49" charset="0"/>
              </a:rPr>
              <a:t>, b = </a:t>
            </a:r>
            <a:r>
              <a:rPr lang="en-US" sz="1400">
                <a:latin typeface="Consolas" panose="020B0609020204030204" pitchFamily="49" charset="0"/>
              </a:rPr>
              <a:t>{</a:t>
            </a:r>
            <a:r>
              <a:rPr lang="en-US" sz="1400">
                <a:solidFill>
                  <a:schemeClr val="accent6">
                    <a:lumMod val="75000"/>
                  </a:schemeClr>
                </a:solidFill>
                <a:latin typeface="Consolas" panose="020B0609020204030204" pitchFamily="49" charset="0"/>
              </a:rPr>
              <a:t>b</a:t>
            </a:r>
            <a:r>
              <a:rPr lang="en-US" sz="1400">
                <a:latin typeface="Consolas" panose="020B0609020204030204" pitchFamily="49" charset="0"/>
              </a:rPr>
              <a:t>}</a:t>
            </a:r>
            <a:r>
              <a:rPr lang="en-US" sz="1400">
                <a:solidFill>
                  <a:srgbClr val="A31515"/>
                </a:solidFill>
                <a:latin typeface="Consolas" panose="020B0609020204030204" pitchFamily="49" charset="0"/>
              </a:rPr>
              <a:t>"</a:t>
            </a:r>
            <a:r>
              <a:rPr lang="en-US" sz="1400">
                <a:latin typeface="Consolas" panose="020B0609020204030204" pitchFamily="49" charset="0"/>
                <a:cs typeface="Consolas" panose="020B0609020204030204" pitchFamily="49" charset="0"/>
              </a:rPr>
              <a:t>);</a:t>
            </a:r>
            <a:endParaRPr lang="en-US" sz="1400">
              <a:latin typeface="Consolas" panose="020B0609020204030204" pitchFamily="49" charset="0"/>
            </a:endParaRPr>
          </a:p>
          <a:p>
            <a:pPr marL="51435" indent="0">
              <a:spcBef>
                <a:spcPts val="0"/>
              </a:spcBef>
              <a:buNone/>
            </a:pPr>
            <a:r>
              <a:rPr lang="en-US" sz="1400">
                <a:latin typeface="Consolas" panose="020B0609020204030204" pitchFamily="49" charset="0"/>
              </a:rPr>
              <a:t>}</a:t>
            </a:r>
          </a:p>
        </p:txBody>
      </p:sp>
      <p:sp>
        <p:nvSpPr>
          <p:cNvPr id="25" name="Rectangle 24">
            <a:extLst>
              <a:ext uri="{FF2B5EF4-FFF2-40B4-BE49-F238E27FC236}">
                <a16:creationId xmlns:a16="http://schemas.microsoft.com/office/drawing/2014/main" id="{DC70CD03-0CB7-C74B-ADCF-886EEF99FC2C}"/>
              </a:ext>
            </a:extLst>
          </p:cNvPr>
          <p:cNvSpPr/>
          <p:nvPr/>
        </p:nvSpPr>
        <p:spPr>
          <a:xfrm>
            <a:off x="568162" y="2578297"/>
            <a:ext cx="5620887" cy="314327"/>
          </a:xfrm>
          <a:prstGeom prst="rect">
            <a:avLst/>
          </a:prstGeom>
          <a:solidFill>
            <a:srgbClr val="FFFF00">
              <a:alpha val="26391"/>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7" name="Curved Right Arrow 16">
            <a:extLst>
              <a:ext uri="{FF2B5EF4-FFF2-40B4-BE49-F238E27FC236}">
                <a16:creationId xmlns:a16="http://schemas.microsoft.com/office/drawing/2014/main" id="{F121E1D2-CA13-4242-9914-8F81BB55A8A5}"/>
              </a:ext>
            </a:extLst>
          </p:cNvPr>
          <p:cNvSpPr/>
          <p:nvPr/>
        </p:nvSpPr>
        <p:spPr>
          <a:xfrm rot="10800000">
            <a:off x="3198777" y="1458320"/>
            <a:ext cx="865267" cy="3031335"/>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solidFill>
                <a:schemeClr val="tx1"/>
              </a:solidFill>
            </a:endParaRPr>
          </a:p>
        </p:txBody>
      </p:sp>
      <p:grpSp>
        <p:nvGrpSpPr>
          <p:cNvPr id="15" name="Group 14">
            <a:extLst>
              <a:ext uri="{FF2B5EF4-FFF2-40B4-BE49-F238E27FC236}">
                <a16:creationId xmlns:a16="http://schemas.microsoft.com/office/drawing/2014/main" id="{FAA3C904-A503-8E28-2E4E-3642DC6B707F}"/>
              </a:ext>
            </a:extLst>
          </p:cNvPr>
          <p:cNvGrpSpPr/>
          <p:nvPr/>
        </p:nvGrpSpPr>
        <p:grpSpPr>
          <a:xfrm>
            <a:off x="6375617" y="1500240"/>
            <a:ext cx="2660879" cy="3857521"/>
            <a:chOff x="6375617" y="2153543"/>
            <a:chExt cx="2660879" cy="3857521"/>
          </a:xfrm>
        </p:grpSpPr>
        <p:sp>
          <p:nvSpPr>
            <p:cNvPr id="7" name="Rectangle 6">
              <a:extLst>
                <a:ext uri="{FF2B5EF4-FFF2-40B4-BE49-F238E27FC236}">
                  <a16:creationId xmlns:a16="http://schemas.microsoft.com/office/drawing/2014/main" id="{017118D7-FF79-3B44-A42B-3224CA0A0058}"/>
                </a:ext>
              </a:extLst>
            </p:cNvPr>
            <p:cNvSpPr/>
            <p:nvPr/>
          </p:nvSpPr>
          <p:spPr>
            <a:xfrm>
              <a:off x="6375617" y="2153543"/>
              <a:ext cx="2660879" cy="3857521"/>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VN"/>
            </a:p>
          </p:txBody>
        </p:sp>
        <p:grpSp>
          <p:nvGrpSpPr>
            <p:cNvPr id="14" name="Group 13">
              <a:extLst>
                <a:ext uri="{FF2B5EF4-FFF2-40B4-BE49-F238E27FC236}">
                  <a16:creationId xmlns:a16="http://schemas.microsoft.com/office/drawing/2014/main" id="{8DC8490A-FEC6-A246-8550-4196DCEAB4FC}"/>
                </a:ext>
              </a:extLst>
            </p:cNvPr>
            <p:cNvGrpSpPr/>
            <p:nvPr/>
          </p:nvGrpSpPr>
          <p:grpSpPr>
            <a:xfrm>
              <a:off x="6448566" y="4221088"/>
              <a:ext cx="2515922" cy="1694776"/>
              <a:chOff x="6448566" y="4221088"/>
              <a:chExt cx="2515922" cy="1694776"/>
            </a:xfrm>
          </p:grpSpPr>
          <p:grpSp>
            <p:nvGrpSpPr>
              <p:cNvPr id="8" name="Group 7">
                <a:extLst>
                  <a:ext uri="{FF2B5EF4-FFF2-40B4-BE49-F238E27FC236}">
                    <a16:creationId xmlns:a16="http://schemas.microsoft.com/office/drawing/2014/main" id="{E28B5928-840B-464B-841B-75D2B3DAA252}"/>
                  </a:ext>
                </a:extLst>
              </p:cNvPr>
              <p:cNvGrpSpPr/>
              <p:nvPr/>
            </p:nvGrpSpPr>
            <p:grpSpPr>
              <a:xfrm>
                <a:off x="6448566" y="4221088"/>
                <a:ext cx="2507622" cy="1694776"/>
                <a:chOff x="6448566" y="4221088"/>
                <a:chExt cx="2507622" cy="1694776"/>
              </a:xfrm>
            </p:grpSpPr>
            <p:sp>
              <p:nvSpPr>
                <p:cNvPr id="26" name="Rectangle 25">
                  <a:extLst>
                    <a:ext uri="{FF2B5EF4-FFF2-40B4-BE49-F238E27FC236}">
                      <a16:creationId xmlns:a16="http://schemas.microsoft.com/office/drawing/2014/main" id="{4308B351-EAA4-8E45-84E0-515CD6E4F1A9}"/>
                    </a:ext>
                  </a:extLst>
                </p:cNvPr>
                <p:cNvSpPr/>
                <p:nvPr/>
              </p:nvSpPr>
              <p:spPr>
                <a:xfrm>
                  <a:off x="6448566" y="4221088"/>
                  <a:ext cx="2507622" cy="1694776"/>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VN"/>
                </a:p>
              </p:txBody>
            </p:sp>
            <p:sp>
              <p:nvSpPr>
                <p:cNvPr id="6" name="TextBox 5">
                  <a:extLst>
                    <a:ext uri="{FF2B5EF4-FFF2-40B4-BE49-F238E27FC236}">
                      <a16:creationId xmlns:a16="http://schemas.microsoft.com/office/drawing/2014/main" id="{B091BEE9-D18B-3147-BC37-7DE3EEB8580F}"/>
                    </a:ext>
                  </a:extLst>
                </p:cNvPr>
                <p:cNvSpPr txBox="1"/>
                <p:nvPr/>
              </p:nvSpPr>
              <p:spPr>
                <a:xfrm>
                  <a:off x="7297872" y="4321623"/>
                  <a:ext cx="724979" cy="369332"/>
                </a:xfrm>
                <a:prstGeom prst="rect">
                  <a:avLst/>
                </a:prstGeom>
                <a:noFill/>
              </p:spPr>
              <p:txBody>
                <a:bodyPr wrap="square" rtlCol="0">
                  <a:spAutoFit/>
                </a:bodyPr>
                <a:lstStyle/>
                <a:p>
                  <a:pPr algn="ctr"/>
                  <a:r>
                    <a:rPr lang="en-VN" b="1">
                      <a:solidFill>
                        <a:srgbClr val="0432FF"/>
                      </a:solidFill>
                      <a:latin typeface="Calibri" panose="020F0502020204030204" pitchFamily="34" charset="0"/>
                      <a:cs typeface="Calibri" panose="020F0502020204030204" pitchFamily="34" charset="0"/>
                    </a:rPr>
                    <a:t>Main</a:t>
                  </a:r>
                </a:p>
              </p:txBody>
            </p:sp>
          </p:grpSp>
          <p:grpSp>
            <p:nvGrpSpPr>
              <p:cNvPr id="9" name="Group 8">
                <a:extLst>
                  <a:ext uri="{FF2B5EF4-FFF2-40B4-BE49-F238E27FC236}">
                    <a16:creationId xmlns:a16="http://schemas.microsoft.com/office/drawing/2014/main" id="{1FC3DDDF-6B29-1043-8642-104679B9CF34}"/>
                  </a:ext>
                </a:extLst>
              </p:cNvPr>
              <p:cNvGrpSpPr/>
              <p:nvPr/>
            </p:nvGrpSpPr>
            <p:grpSpPr>
              <a:xfrm>
                <a:off x="6628438" y="4708127"/>
                <a:ext cx="1183922" cy="1041021"/>
                <a:chOff x="2549476" y="5131179"/>
                <a:chExt cx="1183922" cy="1041021"/>
              </a:xfrm>
            </p:grpSpPr>
            <p:sp>
              <p:nvSpPr>
                <p:cNvPr id="10" name="Cube 9">
                  <a:extLst>
                    <a:ext uri="{FF2B5EF4-FFF2-40B4-BE49-F238E27FC236}">
                      <a16:creationId xmlns:a16="http://schemas.microsoft.com/office/drawing/2014/main" id="{203F4FE4-4102-7241-9BDA-D9F3CE713E0B}"/>
                    </a:ext>
                  </a:extLst>
                </p:cNvPr>
                <p:cNvSpPr/>
                <p:nvPr/>
              </p:nvSpPr>
              <p:spPr>
                <a:xfrm>
                  <a:off x="2549476" y="5268032"/>
                  <a:ext cx="1031924" cy="904168"/>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1" name="TextBox 10">
                  <a:extLst>
                    <a:ext uri="{FF2B5EF4-FFF2-40B4-BE49-F238E27FC236}">
                      <a16:creationId xmlns:a16="http://schemas.microsoft.com/office/drawing/2014/main" id="{4E5C2BEE-9243-7749-B104-7221FAF2400A}"/>
                    </a:ext>
                  </a:extLst>
                </p:cNvPr>
                <p:cNvSpPr txBox="1"/>
                <p:nvPr/>
              </p:nvSpPr>
              <p:spPr>
                <a:xfrm>
                  <a:off x="2720387" y="5624820"/>
                  <a:ext cx="357808" cy="477054"/>
                </a:xfrm>
                <a:prstGeom prst="rect">
                  <a:avLst/>
                </a:prstGeom>
                <a:noFill/>
              </p:spPr>
              <p:txBody>
                <a:bodyPr wrap="square" rtlCol="0">
                  <a:spAutoFit/>
                </a:bodyPr>
                <a:lstStyle/>
                <a:p>
                  <a:pPr algn="ctr"/>
                  <a:r>
                    <a:rPr lang="en-VN" sz="2500"/>
                    <a:t>a</a:t>
                  </a:r>
                </a:p>
              </p:txBody>
            </p:sp>
            <p:sp>
              <p:nvSpPr>
                <p:cNvPr id="12" name="TextBox 11">
                  <a:extLst>
                    <a:ext uri="{FF2B5EF4-FFF2-40B4-BE49-F238E27FC236}">
                      <a16:creationId xmlns:a16="http://schemas.microsoft.com/office/drawing/2014/main" id="{6E88D47F-18B2-1C49-8413-22CCB65D76E7}"/>
                    </a:ext>
                  </a:extLst>
                </p:cNvPr>
                <p:cNvSpPr txBox="1"/>
                <p:nvPr/>
              </p:nvSpPr>
              <p:spPr>
                <a:xfrm>
                  <a:off x="3103541" y="5445224"/>
                  <a:ext cx="629857" cy="477054"/>
                </a:xfrm>
                <a:prstGeom prst="rect">
                  <a:avLst/>
                </a:prstGeom>
                <a:noFill/>
                <a:scene3d>
                  <a:camera prst="isometricRightUp">
                    <a:rot lat="1800000" lon="18000000" rev="0"/>
                  </a:camera>
                  <a:lightRig rig="threePt" dir="t"/>
                </a:scene3d>
              </p:spPr>
              <p:txBody>
                <a:bodyPr wrap="square" rtlCol="0">
                  <a:spAutoFit/>
                </a:bodyPr>
                <a:lstStyle/>
                <a:p>
                  <a:pPr algn="ctr"/>
                  <a:r>
                    <a:rPr lang="en-VN" sz="2500"/>
                    <a:t>int</a:t>
                  </a:r>
                </a:p>
              </p:txBody>
            </p:sp>
            <p:sp>
              <p:nvSpPr>
                <p:cNvPr id="13" name="TextBox 12">
                  <a:extLst>
                    <a:ext uri="{FF2B5EF4-FFF2-40B4-BE49-F238E27FC236}">
                      <a16:creationId xmlns:a16="http://schemas.microsoft.com/office/drawing/2014/main" id="{44A3BA20-464E-3545-9062-49CE65322D5F}"/>
                    </a:ext>
                  </a:extLst>
                </p:cNvPr>
                <p:cNvSpPr txBox="1"/>
                <p:nvPr/>
              </p:nvSpPr>
              <p:spPr>
                <a:xfrm>
                  <a:off x="2899291" y="5131179"/>
                  <a:ext cx="357808" cy="553998"/>
                </a:xfrm>
                <a:prstGeom prst="rect">
                  <a:avLst/>
                </a:prstGeom>
                <a:noFill/>
              </p:spPr>
              <p:txBody>
                <a:bodyPr wrap="square" rtlCol="0">
                  <a:spAutoFit/>
                </a:bodyPr>
                <a:lstStyle/>
                <a:p>
                  <a:pPr algn="ctr"/>
                  <a:r>
                    <a:rPr lang="en-VN" sz="3000" b="1">
                      <a:solidFill>
                        <a:schemeClr val="bg1"/>
                      </a:solidFill>
                    </a:rPr>
                    <a:t>8</a:t>
                  </a:r>
                </a:p>
              </p:txBody>
            </p:sp>
          </p:grpSp>
          <p:grpSp>
            <p:nvGrpSpPr>
              <p:cNvPr id="20" name="Group 19">
                <a:extLst>
                  <a:ext uri="{FF2B5EF4-FFF2-40B4-BE49-F238E27FC236}">
                    <a16:creationId xmlns:a16="http://schemas.microsoft.com/office/drawing/2014/main" id="{EE34EF6E-773B-AA46-A71C-449627CFCE6E}"/>
                  </a:ext>
                </a:extLst>
              </p:cNvPr>
              <p:cNvGrpSpPr/>
              <p:nvPr/>
            </p:nvGrpSpPr>
            <p:grpSpPr>
              <a:xfrm>
                <a:off x="7780566" y="4691237"/>
                <a:ext cx="1183922" cy="1041021"/>
                <a:chOff x="2549476" y="5131179"/>
                <a:chExt cx="1183922" cy="1041021"/>
              </a:xfrm>
            </p:grpSpPr>
            <p:sp>
              <p:nvSpPr>
                <p:cNvPr id="21" name="Cube 20">
                  <a:extLst>
                    <a:ext uri="{FF2B5EF4-FFF2-40B4-BE49-F238E27FC236}">
                      <a16:creationId xmlns:a16="http://schemas.microsoft.com/office/drawing/2014/main" id="{18A3C763-D36F-1C46-BC48-6FCBE0BC4C2C}"/>
                    </a:ext>
                  </a:extLst>
                </p:cNvPr>
                <p:cNvSpPr/>
                <p:nvPr/>
              </p:nvSpPr>
              <p:spPr>
                <a:xfrm>
                  <a:off x="2549476" y="5268032"/>
                  <a:ext cx="1031924" cy="904168"/>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2" name="TextBox 21">
                  <a:extLst>
                    <a:ext uri="{FF2B5EF4-FFF2-40B4-BE49-F238E27FC236}">
                      <a16:creationId xmlns:a16="http://schemas.microsoft.com/office/drawing/2014/main" id="{269ABC8A-A147-7147-9308-E8BA4D1642C8}"/>
                    </a:ext>
                  </a:extLst>
                </p:cNvPr>
                <p:cNvSpPr txBox="1"/>
                <p:nvPr/>
              </p:nvSpPr>
              <p:spPr>
                <a:xfrm>
                  <a:off x="2720387" y="5624820"/>
                  <a:ext cx="357808" cy="477054"/>
                </a:xfrm>
                <a:prstGeom prst="rect">
                  <a:avLst/>
                </a:prstGeom>
                <a:noFill/>
              </p:spPr>
              <p:txBody>
                <a:bodyPr wrap="square" rtlCol="0">
                  <a:spAutoFit/>
                </a:bodyPr>
                <a:lstStyle/>
                <a:p>
                  <a:pPr algn="ctr"/>
                  <a:r>
                    <a:rPr lang="en-VN" sz="2500"/>
                    <a:t>b</a:t>
                  </a:r>
                </a:p>
              </p:txBody>
            </p:sp>
            <p:sp>
              <p:nvSpPr>
                <p:cNvPr id="23" name="TextBox 22">
                  <a:extLst>
                    <a:ext uri="{FF2B5EF4-FFF2-40B4-BE49-F238E27FC236}">
                      <a16:creationId xmlns:a16="http://schemas.microsoft.com/office/drawing/2014/main" id="{C9580063-EDCB-634C-BECF-FE4F07DC5C25}"/>
                    </a:ext>
                  </a:extLst>
                </p:cNvPr>
                <p:cNvSpPr txBox="1"/>
                <p:nvPr/>
              </p:nvSpPr>
              <p:spPr>
                <a:xfrm>
                  <a:off x="3103541" y="5445224"/>
                  <a:ext cx="629857" cy="477054"/>
                </a:xfrm>
                <a:prstGeom prst="rect">
                  <a:avLst/>
                </a:prstGeom>
                <a:noFill/>
                <a:scene3d>
                  <a:camera prst="isometricRightUp">
                    <a:rot lat="1800000" lon="18000000" rev="0"/>
                  </a:camera>
                  <a:lightRig rig="threePt" dir="t"/>
                </a:scene3d>
              </p:spPr>
              <p:txBody>
                <a:bodyPr wrap="square" rtlCol="0">
                  <a:spAutoFit/>
                </a:bodyPr>
                <a:lstStyle/>
                <a:p>
                  <a:pPr algn="ctr"/>
                  <a:r>
                    <a:rPr lang="en-VN" sz="2500"/>
                    <a:t>int</a:t>
                  </a:r>
                </a:p>
              </p:txBody>
            </p:sp>
            <p:sp>
              <p:nvSpPr>
                <p:cNvPr id="24" name="TextBox 23">
                  <a:extLst>
                    <a:ext uri="{FF2B5EF4-FFF2-40B4-BE49-F238E27FC236}">
                      <a16:creationId xmlns:a16="http://schemas.microsoft.com/office/drawing/2014/main" id="{06906E88-C39C-4E46-861F-C2B218453DB1}"/>
                    </a:ext>
                  </a:extLst>
                </p:cNvPr>
                <p:cNvSpPr txBox="1"/>
                <p:nvPr/>
              </p:nvSpPr>
              <p:spPr>
                <a:xfrm>
                  <a:off x="2899291" y="5131179"/>
                  <a:ext cx="357808" cy="553998"/>
                </a:xfrm>
                <a:prstGeom prst="rect">
                  <a:avLst/>
                </a:prstGeom>
                <a:noFill/>
              </p:spPr>
              <p:txBody>
                <a:bodyPr wrap="square" rtlCol="0">
                  <a:spAutoFit/>
                </a:bodyPr>
                <a:lstStyle/>
                <a:p>
                  <a:pPr algn="ctr"/>
                  <a:r>
                    <a:rPr lang="en-VN" sz="3000" b="1">
                      <a:solidFill>
                        <a:schemeClr val="bg1"/>
                      </a:solidFill>
                    </a:rPr>
                    <a:t>5</a:t>
                  </a:r>
                </a:p>
              </p:txBody>
            </p:sp>
          </p:grpSp>
        </p:grpSp>
        <p:grpSp>
          <p:nvGrpSpPr>
            <p:cNvPr id="30" name="Group 29">
              <a:extLst>
                <a:ext uri="{FF2B5EF4-FFF2-40B4-BE49-F238E27FC236}">
                  <a16:creationId xmlns:a16="http://schemas.microsoft.com/office/drawing/2014/main" id="{C3203A95-E85B-BC49-B67B-02DDD2A85E72}"/>
                </a:ext>
              </a:extLst>
            </p:cNvPr>
            <p:cNvGrpSpPr/>
            <p:nvPr/>
          </p:nvGrpSpPr>
          <p:grpSpPr>
            <a:xfrm>
              <a:off x="6444208" y="2366043"/>
              <a:ext cx="2507622" cy="1694776"/>
              <a:chOff x="6448566" y="4221088"/>
              <a:chExt cx="2507622" cy="1694776"/>
            </a:xfrm>
          </p:grpSpPr>
          <p:sp>
            <p:nvSpPr>
              <p:cNvPr id="41" name="Rectangle 40">
                <a:extLst>
                  <a:ext uri="{FF2B5EF4-FFF2-40B4-BE49-F238E27FC236}">
                    <a16:creationId xmlns:a16="http://schemas.microsoft.com/office/drawing/2014/main" id="{5330C2F0-0A6C-414D-A958-EB97918114DE}"/>
                  </a:ext>
                </a:extLst>
              </p:cNvPr>
              <p:cNvSpPr/>
              <p:nvPr/>
            </p:nvSpPr>
            <p:spPr>
              <a:xfrm>
                <a:off x="6448566" y="4221088"/>
                <a:ext cx="2507622" cy="1694776"/>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VN"/>
              </a:p>
            </p:txBody>
          </p:sp>
          <p:sp>
            <p:nvSpPr>
              <p:cNvPr id="42" name="TextBox 41">
                <a:extLst>
                  <a:ext uri="{FF2B5EF4-FFF2-40B4-BE49-F238E27FC236}">
                    <a16:creationId xmlns:a16="http://schemas.microsoft.com/office/drawing/2014/main" id="{88AEE9CD-0EEE-EB47-9A09-055C2EBD0394}"/>
                  </a:ext>
                </a:extLst>
              </p:cNvPr>
              <p:cNvSpPr txBox="1"/>
              <p:nvPr/>
            </p:nvSpPr>
            <p:spPr>
              <a:xfrm>
                <a:off x="7297872" y="4321623"/>
                <a:ext cx="724979" cy="369332"/>
              </a:xfrm>
              <a:prstGeom prst="rect">
                <a:avLst/>
              </a:prstGeom>
              <a:noFill/>
            </p:spPr>
            <p:txBody>
              <a:bodyPr wrap="square" rtlCol="0">
                <a:spAutoFit/>
              </a:bodyPr>
              <a:lstStyle/>
              <a:p>
                <a:pPr algn="ctr"/>
                <a:r>
                  <a:rPr lang="en-VN" b="1">
                    <a:solidFill>
                      <a:srgbClr val="0432FF"/>
                    </a:solidFill>
                    <a:latin typeface="Calibri" panose="020F0502020204030204" pitchFamily="34" charset="0"/>
                    <a:cs typeface="Calibri" panose="020F0502020204030204" pitchFamily="34" charset="0"/>
                  </a:rPr>
                  <a:t>Swap</a:t>
                </a:r>
              </a:p>
            </p:txBody>
          </p:sp>
        </p:grpSp>
        <p:sp>
          <p:nvSpPr>
            <p:cNvPr id="37" name="Cube 36">
              <a:extLst>
                <a:ext uri="{FF2B5EF4-FFF2-40B4-BE49-F238E27FC236}">
                  <a16:creationId xmlns:a16="http://schemas.microsoft.com/office/drawing/2014/main" id="{5B982AA0-FD9F-A247-BC10-2CC2D4175FBC}"/>
                </a:ext>
              </a:extLst>
            </p:cNvPr>
            <p:cNvSpPr/>
            <p:nvPr/>
          </p:nvSpPr>
          <p:spPr>
            <a:xfrm>
              <a:off x="6624080" y="2989935"/>
              <a:ext cx="1031924" cy="904168"/>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38" name="TextBox 37">
              <a:extLst>
                <a:ext uri="{FF2B5EF4-FFF2-40B4-BE49-F238E27FC236}">
                  <a16:creationId xmlns:a16="http://schemas.microsoft.com/office/drawing/2014/main" id="{D379B4FC-DF8A-3B48-83E3-ABA0E1D0243C}"/>
                </a:ext>
              </a:extLst>
            </p:cNvPr>
            <p:cNvSpPr txBox="1"/>
            <p:nvPr/>
          </p:nvSpPr>
          <p:spPr>
            <a:xfrm>
              <a:off x="6794991" y="3346723"/>
              <a:ext cx="357808" cy="477054"/>
            </a:xfrm>
            <a:prstGeom prst="rect">
              <a:avLst/>
            </a:prstGeom>
            <a:noFill/>
          </p:spPr>
          <p:txBody>
            <a:bodyPr wrap="square" rtlCol="0">
              <a:spAutoFit/>
            </a:bodyPr>
            <a:lstStyle/>
            <a:p>
              <a:pPr algn="ctr"/>
              <a:r>
                <a:rPr lang="en-VN" sz="2500"/>
                <a:t>a</a:t>
              </a:r>
            </a:p>
          </p:txBody>
        </p:sp>
        <p:sp>
          <p:nvSpPr>
            <p:cNvPr id="39" name="TextBox 38">
              <a:extLst>
                <a:ext uri="{FF2B5EF4-FFF2-40B4-BE49-F238E27FC236}">
                  <a16:creationId xmlns:a16="http://schemas.microsoft.com/office/drawing/2014/main" id="{6B418011-A256-0C4F-A7BD-7F2FF91B4D0C}"/>
                </a:ext>
              </a:extLst>
            </p:cNvPr>
            <p:cNvSpPr txBox="1"/>
            <p:nvPr/>
          </p:nvSpPr>
          <p:spPr>
            <a:xfrm>
              <a:off x="7178145" y="3167127"/>
              <a:ext cx="629857" cy="477054"/>
            </a:xfrm>
            <a:prstGeom prst="rect">
              <a:avLst/>
            </a:prstGeom>
            <a:noFill/>
            <a:scene3d>
              <a:camera prst="isometricRightUp">
                <a:rot lat="1800000" lon="18000000" rev="0"/>
              </a:camera>
              <a:lightRig rig="threePt" dir="t"/>
            </a:scene3d>
          </p:spPr>
          <p:txBody>
            <a:bodyPr wrap="square" rtlCol="0">
              <a:spAutoFit/>
            </a:bodyPr>
            <a:lstStyle/>
            <a:p>
              <a:pPr algn="ctr"/>
              <a:r>
                <a:rPr lang="en-VN" sz="2500"/>
                <a:t>int</a:t>
              </a:r>
            </a:p>
          </p:txBody>
        </p:sp>
        <p:sp>
          <p:nvSpPr>
            <p:cNvPr id="40" name="TextBox 39">
              <a:extLst>
                <a:ext uri="{FF2B5EF4-FFF2-40B4-BE49-F238E27FC236}">
                  <a16:creationId xmlns:a16="http://schemas.microsoft.com/office/drawing/2014/main" id="{8B2BCC08-E356-ED46-A197-F62FF83BA997}"/>
                </a:ext>
              </a:extLst>
            </p:cNvPr>
            <p:cNvSpPr txBox="1"/>
            <p:nvPr/>
          </p:nvSpPr>
          <p:spPr>
            <a:xfrm>
              <a:off x="6973895" y="2853082"/>
              <a:ext cx="357808" cy="553998"/>
            </a:xfrm>
            <a:prstGeom prst="rect">
              <a:avLst/>
            </a:prstGeom>
            <a:noFill/>
          </p:spPr>
          <p:txBody>
            <a:bodyPr wrap="square" rtlCol="0">
              <a:spAutoFit/>
            </a:bodyPr>
            <a:lstStyle/>
            <a:p>
              <a:pPr algn="ctr"/>
              <a:r>
                <a:rPr lang="en-VN" sz="3000" b="1">
                  <a:solidFill>
                    <a:schemeClr val="bg1"/>
                  </a:solidFill>
                </a:rPr>
                <a:t>5</a:t>
              </a:r>
            </a:p>
          </p:txBody>
        </p:sp>
        <p:sp>
          <p:nvSpPr>
            <p:cNvPr id="33" name="Cube 32">
              <a:extLst>
                <a:ext uri="{FF2B5EF4-FFF2-40B4-BE49-F238E27FC236}">
                  <a16:creationId xmlns:a16="http://schemas.microsoft.com/office/drawing/2014/main" id="{FCC4685F-5414-8A49-9085-4C377CCE38F0}"/>
                </a:ext>
              </a:extLst>
            </p:cNvPr>
            <p:cNvSpPr/>
            <p:nvPr/>
          </p:nvSpPr>
          <p:spPr>
            <a:xfrm>
              <a:off x="7776208" y="2973045"/>
              <a:ext cx="1031924" cy="904168"/>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34" name="TextBox 33">
              <a:extLst>
                <a:ext uri="{FF2B5EF4-FFF2-40B4-BE49-F238E27FC236}">
                  <a16:creationId xmlns:a16="http://schemas.microsoft.com/office/drawing/2014/main" id="{BA63657A-1C24-8644-9780-1CF6A82FC73B}"/>
                </a:ext>
              </a:extLst>
            </p:cNvPr>
            <p:cNvSpPr txBox="1"/>
            <p:nvPr/>
          </p:nvSpPr>
          <p:spPr>
            <a:xfrm>
              <a:off x="7947119" y="3329833"/>
              <a:ext cx="357808" cy="477054"/>
            </a:xfrm>
            <a:prstGeom prst="rect">
              <a:avLst/>
            </a:prstGeom>
            <a:noFill/>
          </p:spPr>
          <p:txBody>
            <a:bodyPr wrap="square" rtlCol="0">
              <a:spAutoFit/>
            </a:bodyPr>
            <a:lstStyle/>
            <a:p>
              <a:pPr algn="ctr"/>
              <a:r>
                <a:rPr lang="en-VN" sz="2500"/>
                <a:t>b</a:t>
              </a:r>
            </a:p>
          </p:txBody>
        </p:sp>
        <p:sp>
          <p:nvSpPr>
            <p:cNvPr id="35" name="TextBox 34">
              <a:extLst>
                <a:ext uri="{FF2B5EF4-FFF2-40B4-BE49-F238E27FC236}">
                  <a16:creationId xmlns:a16="http://schemas.microsoft.com/office/drawing/2014/main" id="{63A6B586-826E-2C45-90C9-78772DDB88DD}"/>
                </a:ext>
              </a:extLst>
            </p:cNvPr>
            <p:cNvSpPr txBox="1"/>
            <p:nvPr/>
          </p:nvSpPr>
          <p:spPr>
            <a:xfrm>
              <a:off x="8330273" y="3150237"/>
              <a:ext cx="629857" cy="477054"/>
            </a:xfrm>
            <a:prstGeom prst="rect">
              <a:avLst/>
            </a:prstGeom>
            <a:noFill/>
            <a:scene3d>
              <a:camera prst="isometricRightUp">
                <a:rot lat="1800000" lon="18000000" rev="0"/>
              </a:camera>
              <a:lightRig rig="threePt" dir="t"/>
            </a:scene3d>
          </p:spPr>
          <p:txBody>
            <a:bodyPr wrap="square" rtlCol="0">
              <a:spAutoFit/>
            </a:bodyPr>
            <a:lstStyle/>
            <a:p>
              <a:pPr algn="ctr"/>
              <a:r>
                <a:rPr lang="en-VN" sz="2500"/>
                <a:t>int</a:t>
              </a:r>
            </a:p>
          </p:txBody>
        </p:sp>
        <p:sp>
          <p:nvSpPr>
            <p:cNvPr id="36" name="TextBox 35">
              <a:extLst>
                <a:ext uri="{FF2B5EF4-FFF2-40B4-BE49-F238E27FC236}">
                  <a16:creationId xmlns:a16="http://schemas.microsoft.com/office/drawing/2014/main" id="{6D5B53EA-919A-EB4C-A657-67C36D154456}"/>
                </a:ext>
              </a:extLst>
            </p:cNvPr>
            <p:cNvSpPr txBox="1"/>
            <p:nvPr/>
          </p:nvSpPr>
          <p:spPr>
            <a:xfrm>
              <a:off x="8126023" y="2836192"/>
              <a:ext cx="357808" cy="553998"/>
            </a:xfrm>
            <a:prstGeom prst="rect">
              <a:avLst/>
            </a:prstGeom>
            <a:noFill/>
          </p:spPr>
          <p:txBody>
            <a:bodyPr wrap="square" rtlCol="0">
              <a:spAutoFit/>
            </a:bodyPr>
            <a:lstStyle/>
            <a:p>
              <a:pPr algn="ctr"/>
              <a:r>
                <a:rPr lang="en-VN" sz="3000" b="1">
                  <a:solidFill>
                    <a:schemeClr val="bg1"/>
                  </a:solidFill>
                </a:rPr>
                <a:t>8</a:t>
              </a:r>
            </a:p>
          </p:txBody>
        </p:sp>
      </p:grpSp>
      <p:sp>
        <p:nvSpPr>
          <p:cNvPr id="44" name="Line Callout 1 43">
            <a:extLst>
              <a:ext uri="{FF2B5EF4-FFF2-40B4-BE49-F238E27FC236}">
                <a16:creationId xmlns:a16="http://schemas.microsoft.com/office/drawing/2014/main" id="{9A6276F2-E0CA-7B4C-A577-BDCF5041CAF5}"/>
              </a:ext>
            </a:extLst>
          </p:cNvPr>
          <p:cNvSpPr/>
          <p:nvPr/>
        </p:nvSpPr>
        <p:spPr>
          <a:xfrm>
            <a:off x="3937785" y="862988"/>
            <a:ext cx="4392488" cy="733556"/>
          </a:xfrm>
          <a:prstGeom prst="borderCallout1">
            <a:avLst>
              <a:gd name="adj1" fmla="val 76077"/>
              <a:gd name="adj2" fmla="val 98"/>
              <a:gd name="adj3" fmla="val 231870"/>
              <a:gd name="adj4" fmla="val -34392"/>
            </a:avLst>
          </a:prstGeom>
          <a:ln/>
        </p:spPr>
        <p:style>
          <a:lnRef idx="1">
            <a:schemeClr val="accent2"/>
          </a:lnRef>
          <a:fillRef idx="2">
            <a:schemeClr val="accent2"/>
          </a:fillRef>
          <a:effectRef idx="1">
            <a:schemeClr val="accent2"/>
          </a:effectRef>
          <a:fontRef idx="minor">
            <a:schemeClr val="dk1"/>
          </a:fontRef>
        </p:style>
        <p:txBody>
          <a:bodyPr rtlCol="0" anchor="ctr"/>
          <a:lstStyle/>
          <a:p>
            <a:r>
              <a:rPr lang="en-US" sz="2000">
                <a:solidFill>
                  <a:schemeClr val="tx1"/>
                </a:solidFill>
                <a:latin typeface="Consolas" panose="020B0609020204030204" pitchFamily="49" charset="0"/>
              </a:rPr>
              <a:t>Before swapping: </a:t>
            </a:r>
            <a:r>
              <a:rPr lang="en-GB" sz="2000" dirty="0">
                <a:solidFill>
                  <a:schemeClr val="tx1"/>
                </a:solidFill>
                <a:latin typeface="Consolas" pitchFamily="49" charset="0"/>
                <a:cs typeface="Consolas" pitchFamily="49" charset="0"/>
              </a:rPr>
              <a:t>a = 8, b = 5</a:t>
            </a:r>
          </a:p>
          <a:p>
            <a:r>
              <a:rPr lang="en-US" sz="2000">
                <a:solidFill>
                  <a:schemeClr val="tx1"/>
                </a:solidFill>
                <a:latin typeface="Consolas" panose="020B0609020204030204" pitchFamily="49" charset="0"/>
              </a:rPr>
              <a:t>In Swap method: </a:t>
            </a:r>
            <a:r>
              <a:rPr lang="en-GB" sz="2000" dirty="0">
                <a:solidFill>
                  <a:schemeClr val="tx1"/>
                </a:solidFill>
                <a:latin typeface="Consolas" pitchFamily="49" charset="0"/>
                <a:cs typeface="Consolas" pitchFamily="49" charset="0"/>
              </a:rPr>
              <a:t>a = 5, b = 8</a:t>
            </a:r>
          </a:p>
        </p:txBody>
      </p:sp>
    </p:spTree>
    <p:extLst>
      <p:ext uri="{BB962C8B-B14F-4D97-AF65-F5344CB8AC3E}">
        <p14:creationId xmlns:p14="http://schemas.microsoft.com/office/powerpoint/2010/main" val="65912207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9F558-D333-EE4F-BF8A-DD5A2AF8E8E5}"/>
              </a:ext>
            </a:extLst>
          </p:cNvPr>
          <p:cNvSpPr>
            <a:spLocks noGrp="1"/>
          </p:cNvSpPr>
          <p:nvPr>
            <p:ph type="title"/>
          </p:nvPr>
        </p:nvSpPr>
        <p:spPr/>
        <p:txBody>
          <a:bodyPr>
            <a:normAutofit fontScale="90000"/>
          </a:bodyPr>
          <a:lstStyle/>
          <a:p>
            <a:r>
              <a:rPr lang="en-US"/>
              <a:t>T</a:t>
            </a:r>
            <a:r>
              <a:rPr lang="en-VN"/>
              <a:t>RUYỀN THAM TRỊ</a:t>
            </a:r>
          </a:p>
        </p:txBody>
      </p:sp>
      <p:sp>
        <p:nvSpPr>
          <p:cNvPr id="3" name="Content Placeholder 2">
            <a:extLst>
              <a:ext uri="{FF2B5EF4-FFF2-40B4-BE49-F238E27FC236}">
                <a16:creationId xmlns:a16="http://schemas.microsoft.com/office/drawing/2014/main" id="{46E931EB-84F8-664B-A670-FCDDEF319EBC}"/>
              </a:ext>
            </a:extLst>
          </p:cNvPr>
          <p:cNvSpPr>
            <a:spLocks noGrp="1"/>
          </p:cNvSpPr>
          <p:nvPr>
            <p:ph idx="1"/>
          </p:nvPr>
        </p:nvSpPr>
        <p:spPr/>
        <p:txBody>
          <a:bodyPr/>
          <a:lstStyle/>
          <a:p>
            <a:endParaRPr lang="en-VN"/>
          </a:p>
        </p:txBody>
      </p:sp>
      <p:sp>
        <p:nvSpPr>
          <p:cNvPr id="4" name="Footer Placeholder 3">
            <a:extLst>
              <a:ext uri="{FF2B5EF4-FFF2-40B4-BE49-F238E27FC236}">
                <a16:creationId xmlns:a16="http://schemas.microsoft.com/office/drawing/2014/main" id="{F03246C0-7681-AD48-868A-D72606C1877E}"/>
              </a:ext>
            </a:extLst>
          </p:cNvPr>
          <p:cNvSpPr>
            <a:spLocks noGrp="1"/>
          </p:cNvSpPr>
          <p:nvPr>
            <p:ph type="ftr" sz="quarter" idx="11"/>
          </p:nvPr>
        </p:nvSpPr>
        <p:spPr/>
        <p:txBody>
          <a:bodyPr/>
          <a:lstStyle/>
          <a:p>
            <a:r>
              <a:rPr lang="vi-VN" dirty="0"/>
              <a:t>Bài 5: Hàm</a:t>
            </a:r>
            <a:endParaRPr lang="en-US" dirty="0"/>
          </a:p>
        </p:txBody>
      </p:sp>
      <p:sp>
        <p:nvSpPr>
          <p:cNvPr id="5" name="Slide Number Placeholder 4">
            <a:extLst>
              <a:ext uri="{FF2B5EF4-FFF2-40B4-BE49-F238E27FC236}">
                <a16:creationId xmlns:a16="http://schemas.microsoft.com/office/drawing/2014/main" id="{A2231E3D-50C2-5841-8CD1-9EA17109550A}"/>
              </a:ext>
            </a:extLst>
          </p:cNvPr>
          <p:cNvSpPr>
            <a:spLocks noGrp="1"/>
          </p:cNvSpPr>
          <p:nvPr>
            <p:ph type="sldNum" sz="quarter" idx="12"/>
          </p:nvPr>
        </p:nvSpPr>
        <p:spPr/>
        <p:txBody>
          <a:bodyPr/>
          <a:lstStyle/>
          <a:p>
            <a:fld id="{1AD93096-5B34-4342-9326-69289CEAE4C2}" type="slidenum">
              <a:rPr lang="en-US" smtClean="0"/>
              <a:pPr/>
              <a:t>36</a:t>
            </a:fld>
            <a:endParaRPr lang="en-US" dirty="0"/>
          </a:p>
        </p:txBody>
      </p:sp>
      <p:sp>
        <p:nvSpPr>
          <p:cNvPr id="27" name="Content Placeholder 5">
            <a:extLst>
              <a:ext uri="{FF2B5EF4-FFF2-40B4-BE49-F238E27FC236}">
                <a16:creationId xmlns:a16="http://schemas.microsoft.com/office/drawing/2014/main" id="{AB9DFC89-818A-5444-BD5A-A62A26C593CB}"/>
              </a:ext>
            </a:extLst>
          </p:cNvPr>
          <p:cNvSpPr txBox="1">
            <a:spLocks/>
          </p:cNvSpPr>
          <p:nvPr/>
        </p:nvSpPr>
        <p:spPr>
          <a:xfrm>
            <a:off x="90386" y="1503294"/>
            <a:ext cx="6154486" cy="3851412"/>
          </a:xfrm>
          <a:prstGeom prst="rect">
            <a:avLst/>
          </a:prstGeom>
        </p:spPr>
        <p:style>
          <a:lnRef idx="2">
            <a:schemeClr val="accent2"/>
          </a:lnRef>
          <a:fillRef idx="1">
            <a:schemeClr val="lt1"/>
          </a:fillRef>
          <a:effectRef idx="0">
            <a:schemeClr val="accent2"/>
          </a:effectRef>
          <a:fontRef idx="minor">
            <a:schemeClr val="dk1"/>
          </a:fontRef>
        </p:style>
        <p:txBody>
          <a:bodyPr>
            <a:noAutofit/>
          </a:bodyPr>
          <a:lstStyle>
            <a:lvl1pPr marL="308610" indent="-257175" algn="l" rtl="0" eaLnBrk="1" latinLnBrk="0" hangingPunct="1">
              <a:spcBef>
                <a:spcPts val="525"/>
              </a:spcBef>
              <a:buSzPct val="95000"/>
              <a:buFont typeface="Wingdings"/>
              <a:buChar char=""/>
              <a:defRPr sz="1500" kern="1200" spc="0">
                <a:solidFill>
                  <a:schemeClr val="tx1"/>
                </a:solidFill>
                <a:latin typeface="+mn-lt"/>
                <a:ea typeface="+mn-ea"/>
                <a:cs typeface="Arial" pitchFamily="34" charset="0"/>
              </a:defRPr>
            </a:lvl1pPr>
            <a:lvl2pPr marL="555498" indent="-214313" algn="l" rtl="0" eaLnBrk="1" latinLnBrk="0" hangingPunct="1">
              <a:spcBef>
                <a:spcPct val="20000"/>
              </a:spcBef>
              <a:buClr>
                <a:schemeClr val="accent2"/>
              </a:buClr>
              <a:buSzPct val="90000"/>
              <a:buFont typeface="Wingdings"/>
              <a:buChar char=""/>
              <a:defRPr sz="1350" kern="1200" spc="0">
                <a:solidFill>
                  <a:schemeClr val="tx1"/>
                </a:solidFill>
                <a:latin typeface="+mn-lt"/>
                <a:ea typeface="+mn-ea"/>
                <a:cs typeface="Arial" pitchFamily="34" charset="0"/>
              </a:defRPr>
            </a:lvl2pPr>
            <a:lvl3pPr marL="747522" indent="-171450" algn="l" rtl="0" eaLnBrk="1" latinLnBrk="0" hangingPunct="1">
              <a:spcBef>
                <a:spcPct val="20000"/>
              </a:spcBef>
              <a:buClr>
                <a:schemeClr val="accent2"/>
              </a:buClr>
              <a:buFont typeface="Wingdings 2"/>
              <a:buChar char=""/>
              <a:defRPr sz="1200" kern="1200" spc="0">
                <a:solidFill>
                  <a:schemeClr val="tx1"/>
                </a:solidFill>
                <a:latin typeface="+mn-lt"/>
                <a:ea typeface="+mn-ea"/>
                <a:cs typeface="Arial" pitchFamily="34" charset="0"/>
              </a:defRPr>
            </a:lvl3pPr>
            <a:lvl4pPr marL="946404" indent="-171450" algn="l" rtl="0" eaLnBrk="1" latinLnBrk="0" hangingPunct="1">
              <a:spcBef>
                <a:spcPct val="20000"/>
              </a:spcBef>
              <a:buClr>
                <a:schemeClr val="accent3"/>
              </a:buClr>
              <a:buFont typeface="Wingdings 3"/>
              <a:buChar char=""/>
              <a:defRPr sz="1200" kern="1200" spc="0">
                <a:solidFill>
                  <a:schemeClr val="tx1"/>
                </a:solidFill>
                <a:latin typeface="+mn-lt"/>
                <a:ea typeface="+mn-ea"/>
                <a:cs typeface="Arial" pitchFamily="34" charset="0"/>
              </a:defRPr>
            </a:lvl4pPr>
            <a:lvl5pPr marL="1110996" indent="-157734" algn="l" rtl="0" eaLnBrk="1" latinLnBrk="0" hangingPunct="1">
              <a:spcBef>
                <a:spcPct val="20000"/>
              </a:spcBef>
              <a:buClr>
                <a:schemeClr val="accent3"/>
              </a:buClr>
              <a:buFont typeface="Wingdings 2"/>
              <a:buChar char=""/>
              <a:defRPr sz="1050" kern="1200" spc="0">
                <a:solidFill>
                  <a:schemeClr val="tx1"/>
                </a:solidFill>
                <a:latin typeface="+mn-lt"/>
                <a:ea typeface="+mn-ea"/>
                <a:cs typeface="Arial" pitchFamily="34" charset="0"/>
              </a:defRPr>
            </a:lvl5pPr>
            <a:lvl6pPr marL="1282446" indent="-157734" algn="l" rtl="0" eaLnBrk="1" latinLnBrk="0" hangingPunct="1">
              <a:spcBef>
                <a:spcPct val="20000"/>
              </a:spcBef>
              <a:buClr>
                <a:schemeClr val="accent3"/>
              </a:buClr>
              <a:buFont typeface="Wingdings 2"/>
              <a:buChar char=""/>
              <a:defRPr sz="1350" kern="1200">
                <a:solidFill>
                  <a:schemeClr val="tx1"/>
                </a:solidFill>
                <a:latin typeface="+mn-lt"/>
                <a:ea typeface="+mn-ea"/>
                <a:cs typeface="+mn-cs"/>
              </a:defRPr>
            </a:lvl6pPr>
            <a:lvl7pPr marL="1426464"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7pPr>
            <a:lvl8pPr marL="1570482"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8pPr>
            <a:lvl9pPr marL="1714500"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9pPr>
            <a:extLst/>
          </a:lstStyle>
          <a:p>
            <a:pPr marL="51435" indent="0">
              <a:spcBef>
                <a:spcPts val="0"/>
              </a:spcBef>
              <a:buNone/>
            </a:pPr>
            <a:r>
              <a:rPr lang="en-US" sz="1400">
                <a:solidFill>
                  <a:srgbClr val="0432FF"/>
                </a:solidFill>
                <a:latin typeface="Consolas" panose="020B0609020204030204" pitchFamily="49" charset="0"/>
              </a:rPr>
              <a:t>static</a:t>
            </a:r>
            <a:r>
              <a:rPr lang="en-US" sz="1400">
                <a:latin typeface="Consolas" panose="020B0609020204030204" pitchFamily="49" charset="0"/>
              </a:rPr>
              <a:t> </a:t>
            </a:r>
            <a:r>
              <a:rPr lang="en-US" sz="1400">
                <a:solidFill>
                  <a:srgbClr val="0000FF"/>
                </a:solidFill>
                <a:latin typeface="Consolas" panose="020B0609020204030204" pitchFamily="49" charset="0"/>
              </a:rPr>
              <a:t>void</a:t>
            </a:r>
            <a:r>
              <a:rPr lang="en-US" sz="1400">
                <a:latin typeface="Consolas" panose="020B0609020204030204" pitchFamily="49" charset="0"/>
              </a:rPr>
              <a:t> </a:t>
            </a:r>
            <a:r>
              <a:rPr lang="en-US" sz="1400" dirty="0">
                <a:solidFill>
                  <a:srgbClr val="FEA400"/>
                </a:solidFill>
                <a:latin typeface="Consolas" panose="020B0609020204030204" pitchFamily="49" charset="0"/>
              </a:rPr>
              <a:t>Swap</a:t>
            </a:r>
            <a:r>
              <a:rPr lang="en-US" sz="1400">
                <a:latin typeface="Consolas" panose="020B0609020204030204" pitchFamily="49" charset="0"/>
              </a:rPr>
              <a:t>(</a:t>
            </a:r>
            <a:r>
              <a:rPr lang="en-US" sz="1400">
                <a:solidFill>
                  <a:srgbClr val="0432FF"/>
                </a:solidFill>
                <a:highlight>
                  <a:srgbClr val="FFFF00"/>
                </a:highlight>
                <a:latin typeface="Consolas" panose="020B0609020204030204" pitchFamily="49" charset="0"/>
              </a:rPr>
              <a:t>int</a:t>
            </a:r>
            <a:r>
              <a:rPr lang="en-US" sz="1400">
                <a:solidFill>
                  <a:schemeClr val="bg1"/>
                </a:solidFill>
                <a:highlight>
                  <a:srgbClr val="FFFF00"/>
                </a:highlight>
                <a:latin typeface="Consolas" panose="020B0609020204030204" pitchFamily="49" charset="0"/>
              </a:rPr>
              <a:t> </a:t>
            </a:r>
            <a:r>
              <a:rPr lang="en-US" sz="1400">
                <a:solidFill>
                  <a:schemeClr val="accent6">
                    <a:lumMod val="75000"/>
                  </a:schemeClr>
                </a:solidFill>
                <a:highlight>
                  <a:srgbClr val="FFFF00"/>
                </a:highlight>
                <a:latin typeface="Consolas" panose="020B0609020204030204" pitchFamily="49" charset="0"/>
              </a:rPr>
              <a:t>a</a:t>
            </a:r>
            <a:r>
              <a:rPr lang="en-US" sz="1400">
                <a:highlight>
                  <a:srgbClr val="FFFF00"/>
                </a:highlight>
                <a:latin typeface="Consolas" panose="020B0609020204030204" pitchFamily="49" charset="0"/>
              </a:rPr>
              <a:t>, </a:t>
            </a:r>
            <a:r>
              <a:rPr lang="en-US" sz="1400">
                <a:solidFill>
                  <a:srgbClr val="0432FF"/>
                </a:solidFill>
                <a:highlight>
                  <a:srgbClr val="FFFF00"/>
                </a:highlight>
                <a:latin typeface="Consolas" panose="020B0609020204030204" pitchFamily="49" charset="0"/>
              </a:rPr>
              <a:t>int</a:t>
            </a:r>
            <a:r>
              <a:rPr lang="en-US" sz="1400">
                <a:solidFill>
                  <a:schemeClr val="bg1"/>
                </a:solidFill>
                <a:highlight>
                  <a:srgbClr val="FFFF00"/>
                </a:highlight>
                <a:latin typeface="Consolas" panose="020B0609020204030204" pitchFamily="49" charset="0"/>
              </a:rPr>
              <a:t> </a:t>
            </a:r>
            <a:r>
              <a:rPr lang="en-US" sz="1400">
                <a:solidFill>
                  <a:schemeClr val="accent6">
                    <a:lumMod val="75000"/>
                  </a:schemeClr>
                </a:solidFill>
                <a:highlight>
                  <a:srgbClr val="FFFF00"/>
                </a:highlight>
                <a:latin typeface="Consolas" panose="020B0609020204030204" pitchFamily="49" charset="0"/>
              </a:rPr>
              <a:t>b</a:t>
            </a:r>
            <a:r>
              <a:rPr lang="en-US" sz="1400">
                <a:latin typeface="Consolas" panose="020B0609020204030204" pitchFamily="49" charset="0"/>
              </a:rPr>
              <a:t>)</a:t>
            </a:r>
          </a:p>
          <a:p>
            <a:pPr marL="51435" indent="0">
              <a:spcBef>
                <a:spcPts val="0"/>
              </a:spcBef>
              <a:buNone/>
            </a:pPr>
            <a:r>
              <a:rPr lang="en-US" sz="1400">
                <a:latin typeface="Consolas" panose="020B0609020204030204" pitchFamily="49" charset="0"/>
              </a:rPr>
              <a:t>{</a:t>
            </a:r>
          </a:p>
          <a:p>
            <a:pPr marL="51435" indent="0">
              <a:spcBef>
                <a:spcPts val="0"/>
              </a:spcBef>
              <a:buNone/>
            </a:pPr>
            <a:r>
              <a:rPr lang="en-US" sz="1400">
                <a:solidFill>
                  <a:schemeClr val="bg1"/>
                </a:solidFill>
                <a:latin typeface="Consolas" panose="020B0609020204030204" pitchFamily="49" charset="0"/>
              </a:rPr>
              <a:t>    </a:t>
            </a:r>
            <a:r>
              <a:rPr lang="en-US" sz="1400">
                <a:solidFill>
                  <a:srgbClr val="0432FF"/>
                </a:solidFill>
                <a:latin typeface="Consolas" panose="020B0609020204030204" pitchFamily="49" charset="0"/>
              </a:rPr>
              <a:t>int</a:t>
            </a:r>
            <a:r>
              <a:rPr lang="en-US" sz="1400">
                <a:solidFill>
                  <a:schemeClr val="bg1"/>
                </a:solidFill>
                <a:latin typeface="Consolas" panose="020B0609020204030204" pitchFamily="49" charset="0"/>
              </a:rPr>
              <a:t> </a:t>
            </a:r>
            <a:r>
              <a:rPr lang="en-US" sz="1400">
                <a:solidFill>
                  <a:schemeClr val="accent6">
                    <a:lumMod val="75000"/>
                  </a:schemeClr>
                </a:solidFill>
                <a:latin typeface="Consolas" panose="020B0609020204030204" pitchFamily="49" charset="0"/>
              </a:rPr>
              <a:t>temp </a:t>
            </a:r>
            <a:r>
              <a:rPr lang="en-US" sz="1400">
                <a:latin typeface="Consolas" panose="020B0609020204030204" pitchFamily="49" charset="0"/>
              </a:rPr>
              <a:t>=</a:t>
            </a:r>
            <a:r>
              <a:rPr lang="en-US" sz="1400">
                <a:solidFill>
                  <a:schemeClr val="accent6">
                    <a:lumMod val="75000"/>
                  </a:schemeClr>
                </a:solidFill>
                <a:latin typeface="Consolas" panose="020B0609020204030204" pitchFamily="49" charset="0"/>
              </a:rPr>
              <a:t> a</a:t>
            </a:r>
          </a:p>
          <a:p>
            <a:pPr marL="51435" indent="0">
              <a:spcBef>
                <a:spcPts val="0"/>
              </a:spcBef>
              <a:buNone/>
            </a:pPr>
            <a:r>
              <a:rPr lang="en-US" sz="1400">
                <a:solidFill>
                  <a:schemeClr val="accent6">
                    <a:lumMod val="75000"/>
                  </a:schemeClr>
                </a:solidFill>
                <a:latin typeface="Consolas" panose="020B0609020204030204" pitchFamily="49" charset="0"/>
              </a:rPr>
              <a:t>    a </a:t>
            </a:r>
            <a:r>
              <a:rPr lang="en-US" sz="1400">
                <a:latin typeface="Consolas" panose="020B0609020204030204" pitchFamily="49" charset="0"/>
              </a:rPr>
              <a:t>= </a:t>
            </a:r>
            <a:r>
              <a:rPr lang="en-US" sz="1400">
                <a:solidFill>
                  <a:schemeClr val="accent6">
                    <a:lumMod val="75000"/>
                  </a:schemeClr>
                </a:solidFill>
                <a:latin typeface="Consolas" panose="020B0609020204030204" pitchFamily="49" charset="0"/>
              </a:rPr>
              <a:t>b</a:t>
            </a:r>
            <a:r>
              <a:rPr lang="en-US" sz="1400">
                <a:latin typeface="Consolas" panose="020B0609020204030204" pitchFamily="49" charset="0"/>
              </a:rPr>
              <a:t>;</a:t>
            </a:r>
          </a:p>
          <a:p>
            <a:pPr marL="51435" indent="0">
              <a:spcBef>
                <a:spcPts val="0"/>
              </a:spcBef>
              <a:buNone/>
            </a:pPr>
            <a:r>
              <a:rPr lang="en-US" sz="1400">
                <a:solidFill>
                  <a:schemeClr val="accent6">
                    <a:lumMod val="75000"/>
                  </a:schemeClr>
                </a:solidFill>
                <a:latin typeface="Consolas" panose="020B0609020204030204" pitchFamily="49" charset="0"/>
              </a:rPr>
              <a:t>    b </a:t>
            </a:r>
            <a:r>
              <a:rPr lang="en-US" sz="1400">
                <a:latin typeface="Consolas" panose="020B0609020204030204" pitchFamily="49" charset="0"/>
              </a:rPr>
              <a:t>= </a:t>
            </a:r>
            <a:r>
              <a:rPr lang="en-US" sz="1400">
                <a:solidFill>
                  <a:schemeClr val="accent6">
                    <a:lumMod val="75000"/>
                  </a:schemeClr>
                </a:solidFill>
                <a:latin typeface="Consolas" panose="020B0609020204030204" pitchFamily="49" charset="0"/>
              </a:rPr>
              <a:t>temp</a:t>
            </a:r>
            <a:r>
              <a:rPr lang="en-US" sz="1400">
                <a:latin typeface="Consolas" panose="020B0609020204030204" pitchFamily="49" charset="0"/>
              </a:rPr>
              <a:t>;</a:t>
            </a:r>
          </a:p>
          <a:p>
            <a:pPr marL="51435" indent="0">
              <a:spcBef>
                <a:spcPts val="0"/>
              </a:spcBef>
              <a:buNone/>
            </a:pPr>
            <a:r>
              <a:rPr lang="en-US" sz="1400">
                <a:solidFill>
                  <a:srgbClr val="2B91AF"/>
                </a:solidFill>
                <a:latin typeface="Consolas" panose="020B0609020204030204" pitchFamily="49" charset="0"/>
              </a:rPr>
              <a:t>    Console</a:t>
            </a:r>
            <a:r>
              <a:rPr lang="en-US" sz="1400">
                <a:latin typeface="Consolas" panose="020B0609020204030204" pitchFamily="49" charset="0"/>
              </a:rPr>
              <a:t>.</a:t>
            </a:r>
            <a:r>
              <a:rPr lang="en-US" sz="1400">
                <a:solidFill>
                  <a:srgbClr val="FEA400"/>
                </a:solidFill>
                <a:latin typeface="Consolas" panose="020B0609020204030204" pitchFamily="49" charset="0"/>
              </a:rPr>
              <a:t>WriteLine</a:t>
            </a:r>
            <a:r>
              <a:rPr lang="en-US" sz="1400">
                <a:latin typeface="Consolas" panose="020B0609020204030204" pitchFamily="49" charset="0"/>
                <a:cs typeface="Consolas" panose="020B0609020204030204" pitchFamily="49" charset="0"/>
              </a:rPr>
              <a:t>($</a:t>
            </a:r>
            <a:r>
              <a:rPr lang="en-US" sz="1400">
                <a:solidFill>
                  <a:srgbClr val="A31515"/>
                </a:solidFill>
                <a:latin typeface="Consolas" panose="020B0609020204030204" pitchFamily="49" charset="0"/>
              </a:rPr>
              <a:t>"In Swap method: a = </a:t>
            </a:r>
            <a:r>
              <a:rPr lang="en-US" sz="1400">
                <a:latin typeface="Consolas" panose="020B0609020204030204" pitchFamily="49" charset="0"/>
              </a:rPr>
              <a:t>{</a:t>
            </a:r>
            <a:r>
              <a:rPr lang="en-US" sz="1400">
                <a:solidFill>
                  <a:schemeClr val="accent6">
                    <a:lumMod val="75000"/>
                  </a:schemeClr>
                </a:solidFill>
                <a:latin typeface="Consolas" panose="020B0609020204030204" pitchFamily="49" charset="0"/>
              </a:rPr>
              <a:t>a</a:t>
            </a:r>
            <a:r>
              <a:rPr lang="en-US" sz="1400">
                <a:latin typeface="Consolas" panose="020B0609020204030204" pitchFamily="49" charset="0"/>
              </a:rPr>
              <a:t>}</a:t>
            </a:r>
            <a:r>
              <a:rPr lang="en-US" sz="1400">
                <a:solidFill>
                  <a:srgbClr val="A31515"/>
                </a:solidFill>
                <a:latin typeface="Consolas" panose="020B0609020204030204" pitchFamily="49" charset="0"/>
              </a:rPr>
              <a:t>, b = </a:t>
            </a:r>
            <a:r>
              <a:rPr lang="en-US" sz="1400">
                <a:latin typeface="Consolas" panose="020B0609020204030204" pitchFamily="49" charset="0"/>
              </a:rPr>
              <a:t>{</a:t>
            </a:r>
            <a:r>
              <a:rPr lang="en-US" sz="1400">
                <a:solidFill>
                  <a:schemeClr val="accent6">
                    <a:lumMod val="75000"/>
                  </a:schemeClr>
                </a:solidFill>
                <a:latin typeface="Consolas" panose="020B0609020204030204" pitchFamily="49" charset="0"/>
              </a:rPr>
              <a:t>b</a:t>
            </a:r>
            <a:r>
              <a:rPr lang="en-US" sz="1400">
                <a:latin typeface="Consolas" panose="020B0609020204030204" pitchFamily="49" charset="0"/>
              </a:rPr>
              <a:t>}</a:t>
            </a:r>
            <a:r>
              <a:rPr lang="en-US" sz="1400">
                <a:solidFill>
                  <a:srgbClr val="A31515"/>
                </a:solidFill>
                <a:latin typeface="Consolas" panose="020B0609020204030204" pitchFamily="49" charset="0"/>
              </a:rPr>
              <a:t>"</a:t>
            </a:r>
            <a:r>
              <a:rPr lang="en-US" sz="1400">
                <a:latin typeface="Consolas" panose="020B0609020204030204" pitchFamily="49" charset="0"/>
                <a:cs typeface="Consolas" panose="020B0609020204030204" pitchFamily="49" charset="0"/>
              </a:rPr>
              <a:t>);</a:t>
            </a:r>
            <a:endParaRPr lang="en-US" sz="1400">
              <a:latin typeface="Consolas" panose="020B0609020204030204" pitchFamily="49" charset="0"/>
            </a:endParaRPr>
          </a:p>
          <a:p>
            <a:pPr marL="51435" indent="0">
              <a:spcBef>
                <a:spcPts val="0"/>
              </a:spcBef>
              <a:buNone/>
            </a:pPr>
            <a:r>
              <a:rPr lang="en-US" sz="1400">
                <a:latin typeface="Consolas" panose="020B0609020204030204" pitchFamily="49" charset="0"/>
              </a:rPr>
              <a:t>}</a:t>
            </a:r>
          </a:p>
          <a:p>
            <a:pPr marL="51435" indent="0" algn="just">
              <a:spcBef>
                <a:spcPts val="0"/>
              </a:spcBef>
              <a:buNone/>
            </a:pPr>
            <a:endParaRPr lang="en-US" sz="1400">
              <a:solidFill>
                <a:schemeClr val="bg1"/>
              </a:solidFill>
              <a:latin typeface="Consolas" panose="020B0609020204030204" pitchFamily="49" charset="0"/>
            </a:endParaRPr>
          </a:p>
          <a:p>
            <a:pPr marL="51435" indent="0" algn="just">
              <a:spcBef>
                <a:spcPts val="0"/>
              </a:spcBef>
              <a:buNone/>
            </a:pPr>
            <a:r>
              <a:rPr lang="en-US" sz="1400">
                <a:solidFill>
                  <a:srgbClr val="0000FF"/>
                </a:solidFill>
                <a:latin typeface="Consolas" panose="020B0609020204030204" pitchFamily="49" charset="0"/>
              </a:rPr>
              <a:t>static</a:t>
            </a:r>
            <a:r>
              <a:rPr lang="en-US" sz="1400">
                <a:latin typeface="Consolas" panose="020B0609020204030204" pitchFamily="49" charset="0"/>
              </a:rPr>
              <a:t> </a:t>
            </a:r>
            <a:r>
              <a:rPr lang="en-US" sz="1400">
                <a:solidFill>
                  <a:srgbClr val="0000FF"/>
                </a:solidFill>
                <a:latin typeface="Consolas" panose="020B0609020204030204" pitchFamily="49" charset="0"/>
              </a:rPr>
              <a:t>void</a:t>
            </a:r>
            <a:r>
              <a:rPr lang="en-US" sz="1400">
                <a:latin typeface="Consolas" panose="020B0609020204030204" pitchFamily="49" charset="0"/>
              </a:rPr>
              <a:t> </a:t>
            </a:r>
            <a:r>
              <a:rPr lang="en-US" sz="1400">
                <a:solidFill>
                  <a:srgbClr val="FEA400"/>
                </a:solidFill>
                <a:latin typeface="Consolas" panose="020B0609020204030204" pitchFamily="49" charset="0"/>
              </a:rPr>
              <a:t>Main</a:t>
            </a:r>
            <a:r>
              <a:rPr lang="en-US" sz="1400">
                <a:latin typeface="Consolas" panose="020B0609020204030204" pitchFamily="49" charset="0"/>
              </a:rPr>
              <a:t>(</a:t>
            </a:r>
            <a:r>
              <a:rPr lang="en-US" sz="1400">
                <a:solidFill>
                  <a:srgbClr val="0000FF"/>
                </a:solidFill>
                <a:latin typeface="Consolas" panose="020B0609020204030204" pitchFamily="49" charset="0"/>
              </a:rPr>
              <a:t>string</a:t>
            </a:r>
            <a:r>
              <a:rPr lang="en-US" sz="1400">
                <a:latin typeface="Consolas" panose="020B0609020204030204" pitchFamily="49" charset="0"/>
              </a:rPr>
              <a:t>[] args)</a:t>
            </a:r>
          </a:p>
          <a:p>
            <a:pPr marL="51435" indent="0" algn="just">
              <a:spcBef>
                <a:spcPts val="0"/>
              </a:spcBef>
              <a:buNone/>
            </a:pPr>
            <a:r>
              <a:rPr lang="en-US" sz="1400">
                <a:latin typeface="Consolas" panose="020B0609020204030204" pitchFamily="49" charset="0"/>
              </a:rPr>
              <a:t>{</a:t>
            </a:r>
          </a:p>
          <a:p>
            <a:pPr marL="51435" indent="0">
              <a:spcBef>
                <a:spcPts val="0"/>
              </a:spcBef>
              <a:buNone/>
            </a:pPr>
            <a:r>
              <a:rPr lang="en-US" sz="1400">
                <a:solidFill>
                  <a:srgbClr val="0432FF"/>
                </a:solidFill>
                <a:latin typeface="Consolas" panose="020B0609020204030204" pitchFamily="49" charset="0"/>
              </a:rPr>
              <a:t>    int</a:t>
            </a:r>
            <a:r>
              <a:rPr lang="en-US" sz="1400">
                <a:solidFill>
                  <a:schemeClr val="bg1"/>
                </a:solidFill>
                <a:latin typeface="Consolas" panose="020B0609020204030204" pitchFamily="49" charset="0"/>
              </a:rPr>
              <a:t> </a:t>
            </a:r>
            <a:r>
              <a:rPr lang="en-US" sz="1400">
                <a:solidFill>
                  <a:schemeClr val="accent6">
                    <a:lumMod val="75000"/>
                  </a:schemeClr>
                </a:solidFill>
                <a:latin typeface="Consolas" panose="020B0609020204030204" pitchFamily="49" charset="0"/>
              </a:rPr>
              <a:t>a </a:t>
            </a:r>
            <a:r>
              <a:rPr lang="en-US" sz="1400">
                <a:latin typeface="Consolas" panose="020B0609020204030204" pitchFamily="49" charset="0"/>
              </a:rPr>
              <a:t>= 8;</a:t>
            </a:r>
          </a:p>
          <a:p>
            <a:pPr marL="51435" indent="0">
              <a:spcBef>
                <a:spcPts val="0"/>
              </a:spcBef>
              <a:buNone/>
            </a:pPr>
            <a:r>
              <a:rPr lang="en-US" sz="1400">
                <a:solidFill>
                  <a:srgbClr val="0432FF"/>
                </a:solidFill>
                <a:latin typeface="Consolas" panose="020B0609020204030204" pitchFamily="49" charset="0"/>
              </a:rPr>
              <a:t>    int</a:t>
            </a:r>
            <a:r>
              <a:rPr lang="en-US" sz="1400">
                <a:solidFill>
                  <a:schemeClr val="bg1"/>
                </a:solidFill>
                <a:latin typeface="Consolas" panose="020B0609020204030204" pitchFamily="49" charset="0"/>
              </a:rPr>
              <a:t> </a:t>
            </a:r>
            <a:r>
              <a:rPr lang="en-US" sz="1400">
                <a:solidFill>
                  <a:schemeClr val="accent6">
                    <a:lumMod val="75000"/>
                  </a:schemeClr>
                </a:solidFill>
                <a:latin typeface="Consolas" panose="020B0609020204030204" pitchFamily="49" charset="0"/>
              </a:rPr>
              <a:t>b </a:t>
            </a:r>
            <a:r>
              <a:rPr lang="en-US" sz="1400">
                <a:latin typeface="Consolas" panose="020B0609020204030204" pitchFamily="49" charset="0"/>
              </a:rPr>
              <a:t>= 5;</a:t>
            </a:r>
          </a:p>
          <a:p>
            <a:pPr marL="51435" indent="0">
              <a:spcBef>
                <a:spcPts val="0"/>
              </a:spcBef>
              <a:buNone/>
            </a:pPr>
            <a:r>
              <a:rPr lang="en-US" sz="1400">
                <a:solidFill>
                  <a:srgbClr val="2B91AF"/>
                </a:solidFill>
                <a:latin typeface="Consolas" panose="020B0609020204030204" pitchFamily="49" charset="0"/>
              </a:rPr>
              <a:t>    Console</a:t>
            </a:r>
            <a:r>
              <a:rPr lang="en-US" sz="1400">
                <a:latin typeface="Consolas" panose="020B0609020204030204" pitchFamily="49" charset="0"/>
              </a:rPr>
              <a:t>.</a:t>
            </a:r>
            <a:r>
              <a:rPr lang="en-US" sz="1400">
                <a:solidFill>
                  <a:srgbClr val="FEA400"/>
                </a:solidFill>
                <a:latin typeface="Consolas" panose="020B0609020204030204" pitchFamily="49" charset="0"/>
              </a:rPr>
              <a:t>WriteLine</a:t>
            </a:r>
            <a:r>
              <a:rPr lang="en-US" sz="1400">
                <a:latin typeface="Consolas" panose="020B0609020204030204" pitchFamily="49" charset="0"/>
                <a:cs typeface="Consolas" panose="020B0609020204030204" pitchFamily="49" charset="0"/>
              </a:rPr>
              <a:t>($</a:t>
            </a:r>
            <a:r>
              <a:rPr lang="en-US" sz="1400">
                <a:solidFill>
                  <a:srgbClr val="A31515"/>
                </a:solidFill>
                <a:latin typeface="Consolas" panose="020B0609020204030204" pitchFamily="49" charset="0"/>
              </a:rPr>
              <a:t>"Before swapping: a = </a:t>
            </a:r>
            <a:r>
              <a:rPr lang="en-US" sz="1400">
                <a:latin typeface="Consolas" panose="020B0609020204030204" pitchFamily="49" charset="0"/>
              </a:rPr>
              <a:t>{</a:t>
            </a:r>
            <a:r>
              <a:rPr lang="en-US" sz="1400">
                <a:solidFill>
                  <a:schemeClr val="accent6">
                    <a:lumMod val="75000"/>
                  </a:schemeClr>
                </a:solidFill>
                <a:latin typeface="Consolas" panose="020B0609020204030204" pitchFamily="49" charset="0"/>
              </a:rPr>
              <a:t>a</a:t>
            </a:r>
            <a:r>
              <a:rPr lang="en-US" sz="1400">
                <a:latin typeface="Consolas" panose="020B0609020204030204" pitchFamily="49" charset="0"/>
              </a:rPr>
              <a:t>}</a:t>
            </a:r>
            <a:r>
              <a:rPr lang="en-US" sz="1400">
                <a:solidFill>
                  <a:srgbClr val="A31515"/>
                </a:solidFill>
                <a:latin typeface="Consolas" panose="020B0609020204030204" pitchFamily="49" charset="0"/>
              </a:rPr>
              <a:t>, b = </a:t>
            </a:r>
            <a:r>
              <a:rPr lang="en-US" sz="1400">
                <a:latin typeface="Consolas" panose="020B0609020204030204" pitchFamily="49" charset="0"/>
              </a:rPr>
              <a:t>{</a:t>
            </a:r>
            <a:r>
              <a:rPr lang="en-US" sz="1400">
                <a:solidFill>
                  <a:schemeClr val="accent6">
                    <a:lumMod val="75000"/>
                  </a:schemeClr>
                </a:solidFill>
                <a:latin typeface="Consolas" panose="020B0609020204030204" pitchFamily="49" charset="0"/>
              </a:rPr>
              <a:t>b</a:t>
            </a:r>
            <a:r>
              <a:rPr lang="en-US" sz="1400">
                <a:latin typeface="Consolas" panose="020B0609020204030204" pitchFamily="49" charset="0"/>
              </a:rPr>
              <a:t>}</a:t>
            </a:r>
            <a:r>
              <a:rPr lang="en-US" sz="1400">
                <a:solidFill>
                  <a:srgbClr val="A31515"/>
                </a:solidFill>
                <a:latin typeface="Consolas" panose="020B0609020204030204" pitchFamily="49" charset="0"/>
              </a:rPr>
              <a:t>"</a:t>
            </a:r>
            <a:r>
              <a:rPr lang="en-US" sz="1400">
                <a:latin typeface="Consolas" panose="020B0609020204030204" pitchFamily="49" charset="0"/>
                <a:cs typeface="Consolas" panose="020B0609020204030204" pitchFamily="49" charset="0"/>
              </a:rPr>
              <a:t>);</a:t>
            </a:r>
          </a:p>
          <a:p>
            <a:pPr marL="51435" indent="0">
              <a:spcBef>
                <a:spcPts val="0"/>
              </a:spcBef>
              <a:buNone/>
            </a:pPr>
            <a:r>
              <a:rPr lang="en-US" sz="1400" dirty="0">
                <a:solidFill>
                  <a:srgbClr val="FEA400"/>
                </a:solidFill>
                <a:latin typeface="Consolas" panose="020B0609020204030204" pitchFamily="49" charset="0"/>
              </a:rPr>
              <a:t>    Swap</a:t>
            </a:r>
            <a:r>
              <a:rPr lang="en-US" sz="1400">
                <a:latin typeface="Consolas" panose="020B0609020204030204" pitchFamily="49" charset="0"/>
              </a:rPr>
              <a:t>(</a:t>
            </a:r>
            <a:r>
              <a:rPr lang="en-US" sz="1400">
                <a:solidFill>
                  <a:schemeClr val="accent6">
                    <a:lumMod val="75000"/>
                  </a:schemeClr>
                </a:solidFill>
                <a:latin typeface="Consolas" panose="020B0609020204030204" pitchFamily="49" charset="0"/>
              </a:rPr>
              <a:t>a</a:t>
            </a:r>
            <a:r>
              <a:rPr lang="en-US" sz="1400">
                <a:latin typeface="Consolas" panose="020B0609020204030204" pitchFamily="49" charset="0"/>
              </a:rPr>
              <a:t>,</a:t>
            </a:r>
            <a:r>
              <a:rPr lang="en-US" sz="1400">
                <a:solidFill>
                  <a:schemeClr val="accent6">
                    <a:lumMod val="75000"/>
                  </a:schemeClr>
                </a:solidFill>
                <a:latin typeface="Consolas" panose="020B0609020204030204" pitchFamily="49" charset="0"/>
              </a:rPr>
              <a:t> b</a:t>
            </a:r>
            <a:r>
              <a:rPr lang="en-US" sz="1400">
                <a:latin typeface="Consolas" panose="020B0609020204030204" pitchFamily="49" charset="0"/>
              </a:rPr>
              <a:t>);</a:t>
            </a:r>
          </a:p>
          <a:p>
            <a:pPr marL="51435" indent="0">
              <a:spcBef>
                <a:spcPts val="0"/>
              </a:spcBef>
              <a:buNone/>
            </a:pPr>
            <a:r>
              <a:rPr lang="en-US" sz="1400">
                <a:solidFill>
                  <a:srgbClr val="2B91AF"/>
                </a:solidFill>
                <a:latin typeface="Consolas" panose="020B0609020204030204" pitchFamily="49" charset="0"/>
              </a:rPr>
              <a:t>    Console</a:t>
            </a:r>
            <a:r>
              <a:rPr lang="en-US" sz="1400">
                <a:solidFill>
                  <a:schemeClr val="bg1"/>
                </a:solidFill>
                <a:latin typeface="Consolas" panose="020B0609020204030204" pitchFamily="49" charset="0"/>
              </a:rPr>
              <a:t>.</a:t>
            </a:r>
            <a:r>
              <a:rPr lang="en-US" sz="1400">
                <a:solidFill>
                  <a:srgbClr val="FEA400"/>
                </a:solidFill>
                <a:latin typeface="Consolas" panose="020B0609020204030204" pitchFamily="49" charset="0"/>
              </a:rPr>
              <a:t>WriteLine</a:t>
            </a:r>
            <a:r>
              <a:rPr lang="en-US" sz="1400">
                <a:latin typeface="Consolas" panose="020B0609020204030204" pitchFamily="49" charset="0"/>
                <a:cs typeface="Consolas" panose="020B0609020204030204" pitchFamily="49" charset="0"/>
              </a:rPr>
              <a:t>($</a:t>
            </a:r>
            <a:r>
              <a:rPr lang="en-US" sz="1400">
                <a:solidFill>
                  <a:srgbClr val="A31515"/>
                </a:solidFill>
                <a:latin typeface="Consolas" panose="020B0609020204030204" pitchFamily="49" charset="0"/>
              </a:rPr>
              <a:t>"After swapping: a = </a:t>
            </a:r>
            <a:r>
              <a:rPr lang="en-US" sz="1400">
                <a:latin typeface="Consolas" panose="020B0609020204030204" pitchFamily="49" charset="0"/>
              </a:rPr>
              <a:t>{</a:t>
            </a:r>
            <a:r>
              <a:rPr lang="en-US" sz="1400">
                <a:solidFill>
                  <a:schemeClr val="accent6">
                    <a:lumMod val="75000"/>
                  </a:schemeClr>
                </a:solidFill>
                <a:latin typeface="Consolas" panose="020B0609020204030204" pitchFamily="49" charset="0"/>
              </a:rPr>
              <a:t>a</a:t>
            </a:r>
            <a:r>
              <a:rPr lang="en-US" sz="1400">
                <a:latin typeface="Consolas" panose="020B0609020204030204" pitchFamily="49" charset="0"/>
              </a:rPr>
              <a:t>}</a:t>
            </a:r>
            <a:r>
              <a:rPr lang="en-US" sz="1400">
                <a:solidFill>
                  <a:srgbClr val="A31515"/>
                </a:solidFill>
                <a:latin typeface="Consolas" panose="020B0609020204030204" pitchFamily="49" charset="0"/>
              </a:rPr>
              <a:t>, b = </a:t>
            </a:r>
            <a:r>
              <a:rPr lang="en-US" sz="1400">
                <a:latin typeface="Consolas" panose="020B0609020204030204" pitchFamily="49" charset="0"/>
              </a:rPr>
              <a:t>{</a:t>
            </a:r>
            <a:r>
              <a:rPr lang="en-US" sz="1400">
                <a:solidFill>
                  <a:schemeClr val="accent6">
                    <a:lumMod val="75000"/>
                  </a:schemeClr>
                </a:solidFill>
                <a:latin typeface="Consolas" panose="020B0609020204030204" pitchFamily="49" charset="0"/>
              </a:rPr>
              <a:t>b</a:t>
            </a:r>
            <a:r>
              <a:rPr lang="en-US" sz="1400">
                <a:latin typeface="Consolas" panose="020B0609020204030204" pitchFamily="49" charset="0"/>
              </a:rPr>
              <a:t>}</a:t>
            </a:r>
            <a:r>
              <a:rPr lang="en-US" sz="1400">
                <a:solidFill>
                  <a:srgbClr val="A31515"/>
                </a:solidFill>
                <a:latin typeface="Consolas" panose="020B0609020204030204" pitchFamily="49" charset="0"/>
              </a:rPr>
              <a:t>"</a:t>
            </a:r>
            <a:r>
              <a:rPr lang="en-US" sz="1400">
                <a:latin typeface="Consolas" panose="020B0609020204030204" pitchFamily="49" charset="0"/>
                <a:cs typeface="Consolas" panose="020B0609020204030204" pitchFamily="49" charset="0"/>
              </a:rPr>
              <a:t>);</a:t>
            </a:r>
            <a:endParaRPr lang="en-US" sz="1400">
              <a:latin typeface="Consolas" panose="020B0609020204030204" pitchFamily="49" charset="0"/>
            </a:endParaRPr>
          </a:p>
          <a:p>
            <a:pPr marL="51435" indent="0">
              <a:spcBef>
                <a:spcPts val="0"/>
              </a:spcBef>
              <a:buNone/>
            </a:pPr>
            <a:r>
              <a:rPr lang="en-US" sz="1400">
                <a:latin typeface="Consolas" panose="020B0609020204030204" pitchFamily="49" charset="0"/>
              </a:rPr>
              <a:t>}</a:t>
            </a:r>
          </a:p>
        </p:txBody>
      </p:sp>
      <p:grpSp>
        <p:nvGrpSpPr>
          <p:cNvPr id="15" name="Group 14">
            <a:extLst>
              <a:ext uri="{FF2B5EF4-FFF2-40B4-BE49-F238E27FC236}">
                <a16:creationId xmlns:a16="http://schemas.microsoft.com/office/drawing/2014/main" id="{7D6F61C0-6A08-6FB9-F98A-EDBCEA48F93F}"/>
              </a:ext>
            </a:extLst>
          </p:cNvPr>
          <p:cNvGrpSpPr/>
          <p:nvPr/>
        </p:nvGrpSpPr>
        <p:grpSpPr>
          <a:xfrm>
            <a:off x="6375617" y="1500240"/>
            <a:ext cx="2660879" cy="3857521"/>
            <a:chOff x="6375617" y="2153543"/>
            <a:chExt cx="2660879" cy="3857521"/>
          </a:xfrm>
        </p:grpSpPr>
        <p:sp>
          <p:nvSpPr>
            <p:cNvPr id="7" name="Rectangle 6">
              <a:extLst>
                <a:ext uri="{FF2B5EF4-FFF2-40B4-BE49-F238E27FC236}">
                  <a16:creationId xmlns:a16="http://schemas.microsoft.com/office/drawing/2014/main" id="{017118D7-FF79-3B44-A42B-3224CA0A0058}"/>
                </a:ext>
              </a:extLst>
            </p:cNvPr>
            <p:cNvSpPr/>
            <p:nvPr/>
          </p:nvSpPr>
          <p:spPr>
            <a:xfrm>
              <a:off x="6375617" y="2153543"/>
              <a:ext cx="2660879" cy="3857521"/>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VN"/>
            </a:p>
          </p:txBody>
        </p:sp>
        <p:grpSp>
          <p:nvGrpSpPr>
            <p:cNvPr id="14" name="Group 13">
              <a:extLst>
                <a:ext uri="{FF2B5EF4-FFF2-40B4-BE49-F238E27FC236}">
                  <a16:creationId xmlns:a16="http://schemas.microsoft.com/office/drawing/2014/main" id="{8DC8490A-FEC6-A246-8550-4196DCEAB4FC}"/>
                </a:ext>
              </a:extLst>
            </p:cNvPr>
            <p:cNvGrpSpPr/>
            <p:nvPr/>
          </p:nvGrpSpPr>
          <p:grpSpPr>
            <a:xfrm>
              <a:off x="6448566" y="4221088"/>
              <a:ext cx="2515922" cy="1694776"/>
              <a:chOff x="6448566" y="4221088"/>
              <a:chExt cx="2515922" cy="1694776"/>
            </a:xfrm>
          </p:grpSpPr>
          <p:grpSp>
            <p:nvGrpSpPr>
              <p:cNvPr id="8" name="Group 7">
                <a:extLst>
                  <a:ext uri="{FF2B5EF4-FFF2-40B4-BE49-F238E27FC236}">
                    <a16:creationId xmlns:a16="http://schemas.microsoft.com/office/drawing/2014/main" id="{E28B5928-840B-464B-841B-75D2B3DAA252}"/>
                  </a:ext>
                </a:extLst>
              </p:cNvPr>
              <p:cNvGrpSpPr/>
              <p:nvPr/>
            </p:nvGrpSpPr>
            <p:grpSpPr>
              <a:xfrm>
                <a:off x="6448566" y="4221088"/>
                <a:ext cx="2507622" cy="1694776"/>
                <a:chOff x="6448566" y="4221088"/>
                <a:chExt cx="2507622" cy="1694776"/>
              </a:xfrm>
            </p:grpSpPr>
            <p:sp>
              <p:nvSpPr>
                <p:cNvPr id="26" name="Rectangle 25">
                  <a:extLst>
                    <a:ext uri="{FF2B5EF4-FFF2-40B4-BE49-F238E27FC236}">
                      <a16:creationId xmlns:a16="http://schemas.microsoft.com/office/drawing/2014/main" id="{4308B351-EAA4-8E45-84E0-515CD6E4F1A9}"/>
                    </a:ext>
                  </a:extLst>
                </p:cNvPr>
                <p:cNvSpPr/>
                <p:nvPr/>
              </p:nvSpPr>
              <p:spPr>
                <a:xfrm>
                  <a:off x="6448566" y="4221088"/>
                  <a:ext cx="2507622" cy="1694776"/>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VN"/>
                </a:p>
              </p:txBody>
            </p:sp>
            <p:sp>
              <p:nvSpPr>
                <p:cNvPr id="6" name="TextBox 5">
                  <a:extLst>
                    <a:ext uri="{FF2B5EF4-FFF2-40B4-BE49-F238E27FC236}">
                      <a16:creationId xmlns:a16="http://schemas.microsoft.com/office/drawing/2014/main" id="{B091BEE9-D18B-3147-BC37-7DE3EEB8580F}"/>
                    </a:ext>
                  </a:extLst>
                </p:cNvPr>
                <p:cNvSpPr txBox="1"/>
                <p:nvPr/>
              </p:nvSpPr>
              <p:spPr>
                <a:xfrm>
                  <a:off x="7297872" y="4321623"/>
                  <a:ext cx="724979" cy="369332"/>
                </a:xfrm>
                <a:prstGeom prst="rect">
                  <a:avLst/>
                </a:prstGeom>
                <a:noFill/>
              </p:spPr>
              <p:txBody>
                <a:bodyPr wrap="square" rtlCol="0">
                  <a:spAutoFit/>
                </a:bodyPr>
                <a:lstStyle/>
                <a:p>
                  <a:pPr algn="ctr"/>
                  <a:r>
                    <a:rPr lang="en-VN" b="1">
                      <a:solidFill>
                        <a:srgbClr val="0432FF"/>
                      </a:solidFill>
                      <a:latin typeface="Calibri" panose="020F0502020204030204" pitchFamily="34" charset="0"/>
                      <a:cs typeface="Calibri" panose="020F0502020204030204" pitchFamily="34" charset="0"/>
                    </a:rPr>
                    <a:t>Main</a:t>
                  </a:r>
                </a:p>
              </p:txBody>
            </p:sp>
          </p:grpSp>
          <p:grpSp>
            <p:nvGrpSpPr>
              <p:cNvPr id="9" name="Group 8">
                <a:extLst>
                  <a:ext uri="{FF2B5EF4-FFF2-40B4-BE49-F238E27FC236}">
                    <a16:creationId xmlns:a16="http://schemas.microsoft.com/office/drawing/2014/main" id="{1FC3DDDF-6B29-1043-8642-104679B9CF34}"/>
                  </a:ext>
                </a:extLst>
              </p:cNvPr>
              <p:cNvGrpSpPr/>
              <p:nvPr/>
            </p:nvGrpSpPr>
            <p:grpSpPr>
              <a:xfrm>
                <a:off x="6628438" y="4708127"/>
                <a:ext cx="1183922" cy="1041021"/>
                <a:chOff x="2549476" y="5131179"/>
                <a:chExt cx="1183922" cy="1041021"/>
              </a:xfrm>
            </p:grpSpPr>
            <p:sp>
              <p:nvSpPr>
                <p:cNvPr id="10" name="Cube 9">
                  <a:extLst>
                    <a:ext uri="{FF2B5EF4-FFF2-40B4-BE49-F238E27FC236}">
                      <a16:creationId xmlns:a16="http://schemas.microsoft.com/office/drawing/2014/main" id="{203F4FE4-4102-7241-9BDA-D9F3CE713E0B}"/>
                    </a:ext>
                  </a:extLst>
                </p:cNvPr>
                <p:cNvSpPr/>
                <p:nvPr/>
              </p:nvSpPr>
              <p:spPr>
                <a:xfrm>
                  <a:off x="2549476" y="5268032"/>
                  <a:ext cx="1031924" cy="904168"/>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1" name="TextBox 10">
                  <a:extLst>
                    <a:ext uri="{FF2B5EF4-FFF2-40B4-BE49-F238E27FC236}">
                      <a16:creationId xmlns:a16="http://schemas.microsoft.com/office/drawing/2014/main" id="{4E5C2BEE-9243-7749-B104-7221FAF2400A}"/>
                    </a:ext>
                  </a:extLst>
                </p:cNvPr>
                <p:cNvSpPr txBox="1"/>
                <p:nvPr/>
              </p:nvSpPr>
              <p:spPr>
                <a:xfrm>
                  <a:off x="2720387" y="5624820"/>
                  <a:ext cx="357808" cy="477054"/>
                </a:xfrm>
                <a:prstGeom prst="rect">
                  <a:avLst/>
                </a:prstGeom>
                <a:noFill/>
              </p:spPr>
              <p:txBody>
                <a:bodyPr wrap="square" rtlCol="0">
                  <a:spAutoFit/>
                </a:bodyPr>
                <a:lstStyle/>
                <a:p>
                  <a:pPr algn="ctr"/>
                  <a:r>
                    <a:rPr lang="en-VN" sz="2500"/>
                    <a:t>a</a:t>
                  </a:r>
                </a:p>
              </p:txBody>
            </p:sp>
            <p:sp>
              <p:nvSpPr>
                <p:cNvPr id="12" name="TextBox 11">
                  <a:extLst>
                    <a:ext uri="{FF2B5EF4-FFF2-40B4-BE49-F238E27FC236}">
                      <a16:creationId xmlns:a16="http://schemas.microsoft.com/office/drawing/2014/main" id="{6E88D47F-18B2-1C49-8413-22CCB65D76E7}"/>
                    </a:ext>
                  </a:extLst>
                </p:cNvPr>
                <p:cNvSpPr txBox="1"/>
                <p:nvPr/>
              </p:nvSpPr>
              <p:spPr>
                <a:xfrm>
                  <a:off x="3103541" y="5445224"/>
                  <a:ext cx="629857" cy="477054"/>
                </a:xfrm>
                <a:prstGeom prst="rect">
                  <a:avLst/>
                </a:prstGeom>
                <a:noFill/>
                <a:scene3d>
                  <a:camera prst="isometricRightUp">
                    <a:rot lat="1800000" lon="18000000" rev="0"/>
                  </a:camera>
                  <a:lightRig rig="threePt" dir="t"/>
                </a:scene3d>
              </p:spPr>
              <p:txBody>
                <a:bodyPr wrap="square" rtlCol="0">
                  <a:spAutoFit/>
                </a:bodyPr>
                <a:lstStyle/>
                <a:p>
                  <a:pPr algn="ctr"/>
                  <a:r>
                    <a:rPr lang="en-VN" sz="2500"/>
                    <a:t>int</a:t>
                  </a:r>
                </a:p>
              </p:txBody>
            </p:sp>
            <p:sp>
              <p:nvSpPr>
                <p:cNvPr id="13" name="TextBox 12">
                  <a:extLst>
                    <a:ext uri="{FF2B5EF4-FFF2-40B4-BE49-F238E27FC236}">
                      <a16:creationId xmlns:a16="http://schemas.microsoft.com/office/drawing/2014/main" id="{44A3BA20-464E-3545-9062-49CE65322D5F}"/>
                    </a:ext>
                  </a:extLst>
                </p:cNvPr>
                <p:cNvSpPr txBox="1"/>
                <p:nvPr/>
              </p:nvSpPr>
              <p:spPr>
                <a:xfrm>
                  <a:off x="2899291" y="5131179"/>
                  <a:ext cx="357808" cy="553998"/>
                </a:xfrm>
                <a:prstGeom prst="rect">
                  <a:avLst/>
                </a:prstGeom>
                <a:noFill/>
              </p:spPr>
              <p:txBody>
                <a:bodyPr wrap="square" rtlCol="0">
                  <a:spAutoFit/>
                </a:bodyPr>
                <a:lstStyle/>
                <a:p>
                  <a:pPr algn="ctr"/>
                  <a:r>
                    <a:rPr lang="en-VN" sz="3000" b="1">
                      <a:solidFill>
                        <a:schemeClr val="bg1"/>
                      </a:solidFill>
                    </a:rPr>
                    <a:t>8</a:t>
                  </a:r>
                </a:p>
              </p:txBody>
            </p:sp>
          </p:grpSp>
          <p:grpSp>
            <p:nvGrpSpPr>
              <p:cNvPr id="20" name="Group 19">
                <a:extLst>
                  <a:ext uri="{FF2B5EF4-FFF2-40B4-BE49-F238E27FC236}">
                    <a16:creationId xmlns:a16="http://schemas.microsoft.com/office/drawing/2014/main" id="{EE34EF6E-773B-AA46-A71C-449627CFCE6E}"/>
                  </a:ext>
                </a:extLst>
              </p:cNvPr>
              <p:cNvGrpSpPr/>
              <p:nvPr/>
            </p:nvGrpSpPr>
            <p:grpSpPr>
              <a:xfrm>
                <a:off x="7780566" y="4691237"/>
                <a:ext cx="1183922" cy="1041021"/>
                <a:chOff x="2549476" y="5131179"/>
                <a:chExt cx="1183922" cy="1041021"/>
              </a:xfrm>
            </p:grpSpPr>
            <p:sp>
              <p:nvSpPr>
                <p:cNvPr id="21" name="Cube 20">
                  <a:extLst>
                    <a:ext uri="{FF2B5EF4-FFF2-40B4-BE49-F238E27FC236}">
                      <a16:creationId xmlns:a16="http://schemas.microsoft.com/office/drawing/2014/main" id="{18A3C763-D36F-1C46-BC48-6FCBE0BC4C2C}"/>
                    </a:ext>
                  </a:extLst>
                </p:cNvPr>
                <p:cNvSpPr/>
                <p:nvPr/>
              </p:nvSpPr>
              <p:spPr>
                <a:xfrm>
                  <a:off x="2549476" y="5268032"/>
                  <a:ext cx="1031924" cy="904168"/>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2" name="TextBox 21">
                  <a:extLst>
                    <a:ext uri="{FF2B5EF4-FFF2-40B4-BE49-F238E27FC236}">
                      <a16:creationId xmlns:a16="http://schemas.microsoft.com/office/drawing/2014/main" id="{269ABC8A-A147-7147-9308-E8BA4D1642C8}"/>
                    </a:ext>
                  </a:extLst>
                </p:cNvPr>
                <p:cNvSpPr txBox="1"/>
                <p:nvPr/>
              </p:nvSpPr>
              <p:spPr>
                <a:xfrm>
                  <a:off x="2720387" y="5624820"/>
                  <a:ext cx="357808" cy="477054"/>
                </a:xfrm>
                <a:prstGeom prst="rect">
                  <a:avLst/>
                </a:prstGeom>
                <a:noFill/>
              </p:spPr>
              <p:txBody>
                <a:bodyPr wrap="square" rtlCol="0">
                  <a:spAutoFit/>
                </a:bodyPr>
                <a:lstStyle/>
                <a:p>
                  <a:pPr algn="ctr"/>
                  <a:r>
                    <a:rPr lang="en-VN" sz="2500"/>
                    <a:t>b</a:t>
                  </a:r>
                </a:p>
              </p:txBody>
            </p:sp>
            <p:sp>
              <p:nvSpPr>
                <p:cNvPr id="23" name="TextBox 22">
                  <a:extLst>
                    <a:ext uri="{FF2B5EF4-FFF2-40B4-BE49-F238E27FC236}">
                      <a16:creationId xmlns:a16="http://schemas.microsoft.com/office/drawing/2014/main" id="{C9580063-EDCB-634C-BECF-FE4F07DC5C25}"/>
                    </a:ext>
                  </a:extLst>
                </p:cNvPr>
                <p:cNvSpPr txBox="1"/>
                <p:nvPr/>
              </p:nvSpPr>
              <p:spPr>
                <a:xfrm>
                  <a:off x="3103541" y="5445224"/>
                  <a:ext cx="629857" cy="477054"/>
                </a:xfrm>
                <a:prstGeom prst="rect">
                  <a:avLst/>
                </a:prstGeom>
                <a:noFill/>
                <a:scene3d>
                  <a:camera prst="isometricRightUp">
                    <a:rot lat="1800000" lon="18000000" rev="0"/>
                  </a:camera>
                  <a:lightRig rig="threePt" dir="t"/>
                </a:scene3d>
              </p:spPr>
              <p:txBody>
                <a:bodyPr wrap="square" rtlCol="0">
                  <a:spAutoFit/>
                </a:bodyPr>
                <a:lstStyle/>
                <a:p>
                  <a:pPr algn="ctr"/>
                  <a:r>
                    <a:rPr lang="en-VN" sz="2500"/>
                    <a:t>int</a:t>
                  </a:r>
                </a:p>
              </p:txBody>
            </p:sp>
            <p:sp>
              <p:nvSpPr>
                <p:cNvPr id="24" name="TextBox 23">
                  <a:extLst>
                    <a:ext uri="{FF2B5EF4-FFF2-40B4-BE49-F238E27FC236}">
                      <a16:creationId xmlns:a16="http://schemas.microsoft.com/office/drawing/2014/main" id="{06906E88-C39C-4E46-861F-C2B218453DB1}"/>
                    </a:ext>
                  </a:extLst>
                </p:cNvPr>
                <p:cNvSpPr txBox="1"/>
                <p:nvPr/>
              </p:nvSpPr>
              <p:spPr>
                <a:xfrm>
                  <a:off x="2899291" y="5131179"/>
                  <a:ext cx="357808" cy="553998"/>
                </a:xfrm>
                <a:prstGeom prst="rect">
                  <a:avLst/>
                </a:prstGeom>
                <a:noFill/>
              </p:spPr>
              <p:txBody>
                <a:bodyPr wrap="square" rtlCol="0">
                  <a:spAutoFit/>
                </a:bodyPr>
                <a:lstStyle/>
                <a:p>
                  <a:pPr algn="ctr"/>
                  <a:r>
                    <a:rPr lang="en-VN" sz="3000" b="1">
                      <a:solidFill>
                        <a:schemeClr val="bg1"/>
                      </a:solidFill>
                    </a:rPr>
                    <a:t>5</a:t>
                  </a:r>
                </a:p>
              </p:txBody>
            </p:sp>
          </p:grpSp>
        </p:grpSp>
      </p:grpSp>
      <p:sp>
        <p:nvSpPr>
          <p:cNvPr id="25" name="Rectangle 24">
            <a:extLst>
              <a:ext uri="{FF2B5EF4-FFF2-40B4-BE49-F238E27FC236}">
                <a16:creationId xmlns:a16="http://schemas.microsoft.com/office/drawing/2014/main" id="{DC70CD03-0CB7-C74B-ADCF-886EEF99FC2C}"/>
              </a:ext>
            </a:extLst>
          </p:cNvPr>
          <p:cNvSpPr/>
          <p:nvPr/>
        </p:nvSpPr>
        <p:spPr>
          <a:xfrm>
            <a:off x="537531" y="4514706"/>
            <a:ext cx="5620887" cy="314327"/>
          </a:xfrm>
          <a:prstGeom prst="rect">
            <a:avLst/>
          </a:prstGeom>
          <a:solidFill>
            <a:srgbClr val="FFFF00">
              <a:alpha val="26391"/>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8" name="Line Callout 1 27">
            <a:extLst>
              <a:ext uri="{FF2B5EF4-FFF2-40B4-BE49-F238E27FC236}">
                <a16:creationId xmlns:a16="http://schemas.microsoft.com/office/drawing/2014/main" id="{FDAAC7D6-3B03-684C-965A-E2205CEF82B6}"/>
              </a:ext>
            </a:extLst>
          </p:cNvPr>
          <p:cNvSpPr/>
          <p:nvPr/>
        </p:nvSpPr>
        <p:spPr>
          <a:xfrm>
            <a:off x="1641601" y="5417466"/>
            <a:ext cx="4392488" cy="1212025"/>
          </a:xfrm>
          <a:prstGeom prst="borderCallout1">
            <a:avLst>
              <a:gd name="adj1" fmla="val -5082"/>
              <a:gd name="adj2" fmla="val 26908"/>
              <a:gd name="adj3" fmla="val -51082"/>
              <a:gd name="adj4" fmla="val 9161"/>
            </a:avLst>
          </a:prstGeom>
          <a:ln/>
        </p:spPr>
        <p:style>
          <a:lnRef idx="1">
            <a:schemeClr val="accent2"/>
          </a:lnRef>
          <a:fillRef idx="2">
            <a:schemeClr val="accent2"/>
          </a:fillRef>
          <a:effectRef idx="1">
            <a:schemeClr val="accent2"/>
          </a:effectRef>
          <a:fontRef idx="minor">
            <a:schemeClr val="dk1"/>
          </a:fontRef>
        </p:style>
        <p:txBody>
          <a:bodyPr rtlCol="0" anchor="ctr"/>
          <a:lstStyle/>
          <a:p>
            <a:r>
              <a:rPr lang="en-US" sz="2000">
                <a:solidFill>
                  <a:schemeClr val="tx1"/>
                </a:solidFill>
                <a:latin typeface="Consolas" panose="020B0609020204030204" pitchFamily="49" charset="0"/>
              </a:rPr>
              <a:t>Before swapping: </a:t>
            </a:r>
            <a:r>
              <a:rPr lang="en-GB" sz="2000" dirty="0">
                <a:solidFill>
                  <a:schemeClr val="tx1"/>
                </a:solidFill>
                <a:latin typeface="Consolas" pitchFamily="49" charset="0"/>
                <a:cs typeface="Consolas" pitchFamily="49" charset="0"/>
              </a:rPr>
              <a:t>a = 8, b = 5</a:t>
            </a:r>
          </a:p>
          <a:p>
            <a:r>
              <a:rPr lang="en-US" sz="2000">
                <a:solidFill>
                  <a:schemeClr val="tx1"/>
                </a:solidFill>
                <a:latin typeface="Consolas" panose="020B0609020204030204" pitchFamily="49" charset="0"/>
              </a:rPr>
              <a:t>In Swap method: </a:t>
            </a:r>
            <a:r>
              <a:rPr lang="en-GB" sz="2000" dirty="0">
                <a:solidFill>
                  <a:schemeClr val="tx1"/>
                </a:solidFill>
                <a:latin typeface="Consolas" pitchFamily="49" charset="0"/>
                <a:cs typeface="Consolas" pitchFamily="49" charset="0"/>
              </a:rPr>
              <a:t>a = 5, b = 8</a:t>
            </a:r>
          </a:p>
          <a:p>
            <a:r>
              <a:rPr lang="en-US" sz="2000">
                <a:solidFill>
                  <a:schemeClr val="tx1"/>
                </a:solidFill>
                <a:latin typeface="Consolas" panose="020B0609020204030204" pitchFamily="49" charset="0"/>
              </a:rPr>
              <a:t>After swapping: </a:t>
            </a:r>
            <a:r>
              <a:rPr lang="en-GB" sz="2000" dirty="0">
                <a:solidFill>
                  <a:schemeClr val="tx1"/>
                </a:solidFill>
                <a:latin typeface="Consolas" pitchFamily="49" charset="0"/>
                <a:cs typeface="Consolas" pitchFamily="49" charset="0"/>
              </a:rPr>
              <a:t>a = 8, b = 5</a:t>
            </a:r>
          </a:p>
        </p:txBody>
      </p:sp>
    </p:spTree>
    <p:extLst>
      <p:ext uri="{BB962C8B-B14F-4D97-AF65-F5344CB8AC3E}">
        <p14:creationId xmlns:p14="http://schemas.microsoft.com/office/powerpoint/2010/main" val="32074130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dissolve">
                                      <p:cBhvr>
                                        <p:cTn id="7"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9F558-D333-EE4F-BF8A-DD5A2AF8E8E5}"/>
              </a:ext>
            </a:extLst>
          </p:cNvPr>
          <p:cNvSpPr>
            <a:spLocks noGrp="1"/>
          </p:cNvSpPr>
          <p:nvPr>
            <p:ph type="title"/>
          </p:nvPr>
        </p:nvSpPr>
        <p:spPr/>
        <p:txBody>
          <a:bodyPr>
            <a:normAutofit fontScale="90000"/>
          </a:bodyPr>
          <a:lstStyle/>
          <a:p>
            <a:r>
              <a:rPr lang="en-US"/>
              <a:t>T</a:t>
            </a:r>
            <a:r>
              <a:rPr lang="en-VN"/>
              <a:t>RUYỀN THAM CHIẾU</a:t>
            </a:r>
          </a:p>
        </p:txBody>
      </p:sp>
      <p:sp>
        <p:nvSpPr>
          <p:cNvPr id="3" name="Content Placeholder 2">
            <a:extLst>
              <a:ext uri="{FF2B5EF4-FFF2-40B4-BE49-F238E27FC236}">
                <a16:creationId xmlns:a16="http://schemas.microsoft.com/office/drawing/2014/main" id="{46E931EB-84F8-664B-A670-FCDDEF319EBC}"/>
              </a:ext>
            </a:extLst>
          </p:cNvPr>
          <p:cNvSpPr>
            <a:spLocks noGrp="1"/>
          </p:cNvSpPr>
          <p:nvPr>
            <p:ph idx="1"/>
          </p:nvPr>
        </p:nvSpPr>
        <p:spPr/>
        <p:txBody>
          <a:bodyPr/>
          <a:lstStyle/>
          <a:p>
            <a:pPr algn="just"/>
            <a:r>
              <a:rPr lang="en-VN">
                <a:solidFill>
                  <a:srgbClr val="EF6822"/>
                </a:solidFill>
              </a:rPr>
              <a:t>Tham tham chiếu </a:t>
            </a:r>
            <a:r>
              <a:rPr lang="en-VN"/>
              <a:t>(</a:t>
            </a:r>
            <a:r>
              <a:rPr lang="en-VN" i="1">
                <a:solidFill>
                  <a:srgbClr val="17459E"/>
                </a:solidFill>
              </a:rPr>
              <a:t>passing by reference</a:t>
            </a:r>
            <a:r>
              <a:rPr lang="en-VN"/>
              <a:t>): </a:t>
            </a:r>
            <a:r>
              <a:rPr lang="en-VN">
                <a:solidFill>
                  <a:srgbClr val="17459E"/>
                </a:solidFill>
              </a:rPr>
              <a:t>truyền địa chỉ của đối số cho tham số</a:t>
            </a:r>
            <a:r>
              <a:rPr lang="en-VN"/>
              <a:t> của hàm </a:t>
            </a:r>
            <a:r>
              <a:rPr lang="en-VN">
                <a:sym typeface="Wingdings" pitchFamily="2" charset="2"/>
              </a:rPr>
              <a:t> mọi </a:t>
            </a:r>
            <a:r>
              <a:rPr lang="en-VN">
                <a:solidFill>
                  <a:srgbClr val="EF6822"/>
                </a:solidFill>
                <a:sym typeface="Wingdings" pitchFamily="2" charset="2"/>
              </a:rPr>
              <a:t>thao tác trên tham số cũng như là đang thao tác trực tiếp trên đối số</a:t>
            </a:r>
            <a:endParaRPr lang="en-VN">
              <a:solidFill>
                <a:srgbClr val="EF6822"/>
              </a:solidFill>
            </a:endParaRPr>
          </a:p>
          <a:p>
            <a:r>
              <a:rPr lang="en-VN">
                <a:sym typeface="Wingdings" pitchFamily="2" charset="2"/>
              </a:rPr>
              <a:t>Sử dụng từ khóa: </a:t>
            </a:r>
            <a:r>
              <a:rPr lang="en-VN">
                <a:solidFill>
                  <a:srgbClr val="0432FF"/>
                </a:solidFill>
                <a:sym typeface="Wingdings" pitchFamily="2" charset="2"/>
              </a:rPr>
              <a:t>ref</a:t>
            </a:r>
            <a:r>
              <a:rPr lang="en-VN">
                <a:sym typeface="Wingdings" pitchFamily="2" charset="2"/>
              </a:rPr>
              <a:t> / </a:t>
            </a:r>
            <a:r>
              <a:rPr lang="en-VN">
                <a:solidFill>
                  <a:srgbClr val="0432FF"/>
                </a:solidFill>
                <a:sym typeface="Wingdings" pitchFamily="2" charset="2"/>
              </a:rPr>
              <a:t>out</a:t>
            </a:r>
          </a:p>
        </p:txBody>
      </p:sp>
      <p:sp>
        <p:nvSpPr>
          <p:cNvPr id="4" name="Footer Placeholder 3">
            <a:extLst>
              <a:ext uri="{FF2B5EF4-FFF2-40B4-BE49-F238E27FC236}">
                <a16:creationId xmlns:a16="http://schemas.microsoft.com/office/drawing/2014/main" id="{F03246C0-7681-AD48-868A-D72606C1877E}"/>
              </a:ext>
            </a:extLst>
          </p:cNvPr>
          <p:cNvSpPr>
            <a:spLocks noGrp="1"/>
          </p:cNvSpPr>
          <p:nvPr>
            <p:ph type="ftr" sz="quarter" idx="11"/>
          </p:nvPr>
        </p:nvSpPr>
        <p:spPr/>
        <p:txBody>
          <a:bodyPr/>
          <a:lstStyle/>
          <a:p>
            <a:r>
              <a:rPr lang="vi-VN" dirty="0"/>
              <a:t>Bài 5: Hàm</a:t>
            </a:r>
            <a:endParaRPr lang="en-US" dirty="0"/>
          </a:p>
        </p:txBody>
      </p:sp>
      <p:sp>
        <p:nvSpPr>
          <p:cNvPr id="5" name="Slide Number Placeholder 4">
            <a:extLst>
              <a:ext uri="{FF2B5EF4-FFF2-40B4-BE49-F238E27FC236}">
                <a16:creationId xmlns:a16="http://schemas.microsoft.com/office/drawing/2014/main" id="{A2231E3D-50C2-5841-8CD1-9EA17109550A}"/>
              </a:ext>
            </a:extLst>
          </p:cNvPr>
          <p:cNvSpPr>
            <a:spLocks noGrp="1"/>
          </p:cNvSpPr>
          <p:nvPr>
            <p:ph type="sldNum" sz="quarter" idx="12"/>
          </p:nvPr>
        </p:nvSpPr>
        <p:spPr/>
        <p:txBody>
          <a:bodyPr/>
          <a:lstStyle/>
          <a:p>
            <a:fld id="{1AD93096-5B34-4342-9326-69289CEAE4C2}" type="slidenum">
              <a:rPr lang="en-US" smtClean="0"/>
              <a:pPr/>
              <a:t>37</a:t>
            </a:fld>
            <a:endParaRPr lang="en-US" dirty="0"/>
          </a:p>
        </p:txBody>
      </p:sp>
    </p:spTree>
    <p:extLst>
      <p:ext uri="{BB962C8B-B14F-4D97-AF65-F5344CB8AC3E}">
        <p14:creationId xmlns:p14="http://schemas.microsoft.com/office/powerpoint/2010/main" val="140918592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9F558-D333-EE4F-BF8A-DD5A2AF8E8E5}"/>
              </a:ext>
            </a:extLst>
          </p:cNvPr>
          <p:cNvSpPr>
            <a:spLocks noGrp="1"/>
          </p:cNvSpPr>
          <p:nvPr>
            <p:ph type="title"/>
          </p:nvPr>
        </p:nvSpPr>
        <p:spPr/>
        <p:txBody>
          <a:bodyPr>
            <a:normAutofit fontScale="90000"/>
          </a:bodyPr>
          <a:lstStyle/>
          <a:p>
            <a:r>
              <a:rPr lang="en-US"/>
              <a:t>T</a:t>
            </a:r>
            <a:r>
              <a:rPr lang="en-VN"/>
              <a:t>RUYỀN THAM CHIẾU</a:t>
            </a:r>
          </a:p>
        </p:txBody>
      </p:sp>
      <p:sp>
        <p:nvSpPr>
          <p:cNvPr id="3" name="Content Placeholder 2">
            <a:extLst>
              <a:ext uri="{FF2B5EF4-FFF2-40B4-BE49-F238E27FC236}">
                <a16:creationId xmlns:a16="http://schemas.microsoft.com/office/drawing/2014/main" id="{46E931EB-84F8-664B-A670-FCDDEF319EBC}"/>
              </a:ext>
            </a:extLst>
          </p:cNvPr>
          <p:cNvSpPr>
            <a:spLocks noGrp="1"/>
          </p:cNvSpPr>
          <p:nvPr>
            <p:ph idx="1"/>
          </p:nvPr>
        </p:nvSpPr>
        <p:spPr/>
        <p:txBody>
          <a:bodyPr/>
          <a:lstStyle/>
          <a:p>
            <a:endParaRPr lang="en-VN"/>
          </a:p>
        </p:txBody>
      </p:sp>
      <p:sp>
        <p:nvSpPr>
          <p:cNvPr id="4" name="Footer Placeholder 3">
            <a:extLst>
              <a:ext uri="{FF2B5EF4-FFF2-40B4-BE49-F238E27FC236}">
                <a16:creationId xmlns:a16="http://schemas.microsoft.com/office/drawing/2014/main" id="{F03246C0-7681-AD48-868A-D72606C1877E}"/>
              </a:ext>
            </a:extLst>
          </p:cNvPr>
          <p:cNvSpPr>
            <a:spLocks noGrp="1"/>
          </p:cNvSpPr>
          <p:nvPr>
            <p:ph type="ftr" sz="quarter" idx="11"/>
          </p:nvPr>
        </p:nvSpPr>
        <p:spPr/>
        <p:txBody>
          <a:bodyPr/>
          <a:lstStyle/>
          <a:p>
            <a:r>
              <a:rPr lang="vi-VN" dirty="0"/>
              <a:t>Bài 5: Hàm</a:t>
            </a:r>
            <a:endParaRPr lang="en-US" dirty="0"/>
          </a:p>
        </p:txBody>
      </p:sp>
      <p:sp>
        <p:nvSpPr>
          <p:cNvPr id="5" name="Slide Number Placeholder 4">
            <a:extLst>
              <a:ext uri="{FF2B5EF4-FFF2-40B4-BE49-F238E27FC236}">
                <a16:creationId xmlns:a16="http://schemas.microsoft.com/office/drawing/2014/main" id="{A2231E3D-50C2-5841-8CD1-9EA17109550A}"/>
              </a:ext>
            </a:extLst>
          </p:cNvPr>
          <p:cNvSpPr>
            <a:spLocks noGrp="1"/>
          </p:cNvSpPr>
          <p:nvPr>
            <p:ph type="sldNum" sz="quarter" idx="12"/>
          </p:nvPr>
        </p:nvSpPr>
        <p:spPr/>
        <p:txBody>
          <a:bodyPr/>
          <a:lstStyle/>
          <a:p>
            <a:fld id="{1AD93096-5B34-4342-9326-69289CEAE4C2}" type="slidenum">
              <a:rPr lang="en-US" smtClean="0"/>
              <a:pPr/>
              <a:t>38</a:t>
            </a:fld>
            <a:endParaRPr lang="en-US" dirty="0"/>
          </a:p>
        </p:txBody>
      </p:sp>
      <p:sp>
        <p:nvSpPr>
          <p:cNvPr id="27" name="Content Placeholder 5">
            <a:extLst>
              <a:ext uri="{FF2B5EF4-FFF2-40B4-BE49-F238E27FC236}">
                <a16:creationId xmlns:a16="http://schemas.microsoft.com/office/drawing/2014/main" id="{AB9DFC89-818A-5444-BD5A-A62A26C593CB}"/>
              </a:ext>
            </a:extLst>
          </p:cNvPr>
          <p:cNvSpPr txBox="1">
            <a:spLocks/>
          </p:cNvSpPr>
          <p:nvPr/>
        </p:nvSpPr>
        <p:spPr>
          <a:xfrm>
            <a:off x="90386" y="1503294"/>
            <a:ext cx="6154486" cy="3851412"/>
          </a:xfrm>
          <a:prstGeom prst="rect">
            <a:avLst/>
          </a:prstGeom>
        </p:spPr>
        <p:style>
          <a:lnRef idx="2">
            <a:schemeClr val="accent2"/>
          </a:lnRef>
          <a:fillRef idx="1">
            <a:schemeClr val="lt1"/>
          </a:fillRef>
          <a:effectRef idx="0">
            <a:schemeClr val="accent2"/>
          </a:effectRef>
          <a:fontRef idx="minor">
            <a:schemeClr val="dk1"/>
          </a:fontRef>
        </p:style>
        <p:txBody>
          <a:bodyPr>
            <a:noAutofit/>
          </a:bodyPr>
          <a:lstStyle>
            <a:lvl1pPr marL="308610" indent="-257175" algn="l" rtl="0" eaLnBrk="1" latinLnBrk="0" hangingPunct="1">
              <a:spcBef>
                <a:spcPts val="525"/>
              </a:spcBef>
              <a:buSzPct val="95000"/>
              <a:buFont typeface="Wingdings"/>
              <a:buChar char=""/>
              <a:defRPr sz="1500" kern="1200" spc="0">
                <a:solidFill>
                  <a:schemeClr val="tx1"/>
                </a:solidFill>
                <a:latin typeface="+mn-lt"/>
                <a:ea typeface="+mn-ea"/>
                <a:cs typeface="Arial" pitchFamily="34" charset="0"/>
              </a:defRPr>
            </a:lvl1pPr>
            <a:lvl2pPr marL="555498" indent="-214313" algn="l" rtl="0" eaLnBrk="1" latinLnBrk="0" hangingPunct="1">
              <a:spcBef>
                <a:spcPct val="20000"/>
              </a:spcBef>
              <a:buClr>
                <a:schemeClr val="accent2"/>
              </a:buClr>
              <a:buSzPct val="90000"/>
              <a:buFont typeface="Wingdings"/>
              <a:buChar char=""/>
              <a:defRPr sz="1350" kern="1200" spc="0">
                <a:solidFill>
                  <a:schemeClr val="tx1"/>
                </a:solidFill>
                <a:latin typeface="+mn-lt"/>
                <a:ea typeface="+mn-ea"/>
                <a:cs typeface="Arial" pitchFamily="34" charset="0"/>
              </a:defRPr>
            </a:lvl2pPr>
            <a:lvl3pPr marL="747522" indent="-171450" algn="l" rtl="0" eaLnBrk="1" latinLnBrk="0" hangingPunct="1">
              <a:spcBef>
                <a:spcPct val="20000"/>
              </a:spcBef>
              <a:buClr>
                <a:schemeClr val="accent2"/>
              </a:buClr>
              <a:buFont typeface="Wingdings 2"/>
              <a:buChar char=""/>
              <a:defRPr sz="1200" kern="1200" spc="0">
                <a:solidFill>
                  <a:schemeClr val="tx1"/>
                </a:solidFill>
                <a:latin typeface="+mn-lt"/>
                <a:ea typeface="+mn-ea"/>
                <a:cs typeface="Arial" pitchFamily="34" charset="0"/>
              </a:defRPr>
            </a:lvl3pPr>
            <a:lvl4pPr marL="946404" indent="-171450" algn="l" rtl="0" eaLnBrk="1" latinLnBrk="0" hangingPunct="1">
              <a:spcBef>
                <a:spcPct val="20000"/>
              </a:spcBef>
              <a:buClr>
                <a:schemeClr val="accent3"/>
              </a:buClr>
              <a:buFont typeface="Wingdings 3"/>
              <a:buChar char=""/>
              <a:defRPr sz="1200" kern="1200" spc="0">
                <a:solidFill>
                  <a:schemeClr val="tx1"/>
                </a:solidFill>
                <a:latin typeface="+mn-lt"/>
                <a:ea typeface="+mn-ea"/>
                <a:cs typeface="Arial" pitchFamily="34" charset="0"/>
              </a:defRPr>
            </a:lvl4pPr>
            <a:lvl5pPr marL="1110996" indent="-157734" algn="l" rtl="0" eaLnBrk="1" latinLnBrk="0" hangingPunct="1">
              <a:spcBef>
                <a:spcPct val="20000"/>
              </a:spcBef>
              <a:buClr>
                <a:schemeClr val="accent3"/>
              </a:buClr>
              <a:buFont typeface="Wingdings 2"/>
              <a:buChar char=""/>
              <a:defRPr sz="1050" kern="1200" spc="0">
                <a:solidFill>
                  <a:schemeClr val="tx1"/>
                </a:solidFill>
                <a:latin typeface="+mn-lt"/>
                <a:ea typeface="+mn-ea"/>
                <a:cs typeface="Arial" pitchFamily="34" charset="0"/>
              </a:defRPr>
            </a:lvl5pPr>
            <a:lvl6pPr marL="1282446" indent="-157734" algn="l" rtl="0" eaLnBrk="1" latinLnBrk="0" hangingPunct="1">
              <a:spcBef>
                <a:spcPct val="20000"/>
              </a:spcBef>
              <a:buClr>
                <a:schemeClr val="accent3"/>
              </a:buClr>
              <a:buFont typeface="Wingdings 2"/>
              <a:buChar char=""/>
              <a:defRPr sz="1350" kern="1200">
                <a:solidFill>
                  <a:schemeClr val="tx1"/>
                </a:solidFill>
                <a:latin typeface="+mn-lt"/>
                <a:ea typeface="+mn-ea"/>
                <a:cs typeface="+mn-cs"/>
              </a:defRPr>
            </a:lvl6pPr>
            <a:lvl7pPr marL="1426464"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7pPr>
            <a:lvl8pPr marL="1570482"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8pPr>
            <a:lvl9pPr marL="1714500"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9pPr>
            <a:extLst/>
          </a:lstStyle>
          <a:p>
            <a:pPr marL="51435" indent="0">
              <a:spcBef>
                <a:spcPts val="0"/>
              </a:spcBef>
              <a:buNone/>
            </a:pPr>
            <a:r>
              <a:rPr lang="en-US" sz="1400">
                <a:solidFill>
                  <a:srgbClr val="0432FF"/>
                </a:solidFill>
                <a:latin typeface="Consolas" panose="020B0609020204030204" pitchFamily="49" charset="0"/>
              </a:rPr>
              <a:t>static</a:t>
            </a:r>
            <a:r>
              <a:rPr lang="en-US" sz="1400">
                <a:latin typeface="Consolas" panose="020B0609020204030204" pitchFamily="49" charset="0"/>
              </a:rPr>
              <a:t> </a:t>
            </a:r>
            <a:r>
              <a:rPr lang="en-US" sz="1400">
                <a:solidFill>
                  <a:srgbClr val="0000FF"/>
                </a:solidFill>
                <a:latin typeface="Consolas" panose="020B0609020204030204" pitchFamily="49" charset="0"/>
              </a:rPr>
              <a:t>void</a:t>
            </a:r>
            <a:r>
              <a:rPr lang="en-US" sz="1400">
                <a:latin typeface="Consolas" panose="020B0609020204030204" pitchFamily="49" charset="0"/>
              </a:rPr>
              <a:t> </a:t>
            </a:r>
            <a:r>
              <a:rPr lang="en-US" sz="1400" dirty="0">
                <a:solidFill>
                  <a:srgbClr val="FEA400"/>
                </a:solidFill>
                <a:latin typeface="Consolas" panose="020B0609020204030204" pitchFamily="49" charset="0"/>
              </a:rPr>
              <a:t>Swap</a:t>
            </a:r>
            <a:r>
              <a:rPr lang="en-US" sz="1400">
                <a:latin typeface="Consolas" panose="020B0609020204030204" pitchFamily="49" charset="0"/>
              </a:rPr>
              <a:t>(</a:t>
            </a:r>
            <a:r>
              <a:rPr lang="en-US" sz="1400">
                <a:solidFill>
                  <a:srgbClr val="FF0000"/>
                </a:solidFill>
                <a:highlight>
                  <a:srgbClr val="FFFF00"/>
                </a:highlight>
                <a:latin typeface="Consolas" panose="020B0609020204030204" pitchFamily="49" charset="0"/>
              </a:rPr>
              <a:t>ref</a:t>
            </a:r>
            <a:r>
              <a:rPr lang="en-US" sz="1400">
                <a:highlight>
                  <a:srgbClr val="FFFF00"/>
                </a:highlight>
                <a:latin typeface="Consolas" panose="020B0609020204030204" pitchFamily="49" charset="0"/>
              </a:rPr>
              <a:t> </a:t>
            </a:r>
            <a:r>
              <a:rPr lang="en-US" sz="1400">
                <a:solidFill>
                  <a:srgbClr val="0432FF"/>
                </a:solidFill>
                <a:highlight>
                  <a:srgbClr val="FFFF00"/>
                </a:highlight>
                <a:latin typeface="Consolas" panose="020B0609020204030204" pitchFamily="49" charset="0"/>
              </a:rPr>
              <a:t>int</a:t>
            </a:r>
            <a:r>
              <a:rPr lang="en-US" sz="1400">
                <a:solidFill>
                  <a:schemeClr val="bg1"/>
                </a:solidFill>
                <a:highlight>
                  <a:srgbClr val="FFFF00"/>
                </a:highlight>
                <a:latin typeface="Consolas" panose="020B0609020204030204" pitchFamily="49" charset="0"/>
              </a:rPr>
              <a:t> </a:t>
            </a:r>
            <a:r>
              <a:rPr lang="en-US" sz="1400">
                <a:solidFill>
                  <a:schemeClr val="accent6">
                    <a:lumMod val="75000"/>
                  </a:schemeClr>
                </a:solidFill>
                <a:highlight>
                  <a:srgbClr val="FFFF00"/>
                </a:highlight>
                <a:latin typeface="Consolas" panose="020B0609020204030204" pitchFamily="49" charset="0"/>
              </a:rPr>
              <a:t>a</a:t>
            </a:r>
            <a:r>
              <a:rPr lang="en-US" sz="1400">
                <a:highlight>
                  <a:srgbClr val="FFFF00"/>
                </a:highlight>
                <a:latin typeface="Consolas" panose="020B0609020204030204" pitchFamily="49" charset="0"/>
              </a:rPr>
              <a:t>, </a:t>
            </a:r>
            <a:r>
              <a:rPr lang="en-US" sz="1400">
                <a:solidFill>
                  <a:srgbClr val="FF0000"/>
                </a:solidFill>
                <a:highlight>
                  <a:srgbClr val="FFFF00"/>
                </a:highlight>
                <a:latin typeface="Consolas" panose="020B0609020204030204" pitchFamily="49" charset="0"/>
              </a:rPr>
              <a:t>ref</a:t>
            </a:r>
            <a:r>
              <a:rPr lang="en-US" sz="1400">
                <a:highlight>
                  <a:srgbClr val="FFFF00"/>
                </a:highlight>
                <a:latin typeface="Consolas" panose="020B0609020204030204" pitchFamily="49" charset="0"/>
              </a:rPr>
              <a:t> </a:t>
            </a:r>
            <a:r>
              <a:rPr lang="en-US" sz="1400">
                <a:solidFill>
                  <a:srgbClr val="0432FF"/>
                </a:solidFill>
                <a:highlight>
                  <a:srgbClr val="FFFF00"/>
                </a:highlight>
                <a:latin typeface="Consolas" panose="020B0609020204030204" pitchFamily="49" charset="0"/>
              </a:rPr>
              <a:t>int</a:t>
            </a:r>
            <a:r>
              <a:rPr lang="en-US" sz="1400">
                <a:solidFill>
                  <a:schemeClr val="bg1"/>
                </a:solidFill>
                <a:highlight>
                  <a:srgbClr val="FFFF00"/>
                </a:highlight>
                <a:latin typeface="Consolas" panose="020B0609020204030204" pitchFamily="49" charset="0"/>
              </a:rPr>
              <a:t> </a:t>
            </a:r>
            <a:r>
              <a:rPr lang="en-US" sz="1400">
                <a:solidFill>
                  <a:schemeClr val="accent6">
                    <a:lumMod val="75000"/>
                  </a:schemeClr>
                </a:solidFill>
                <a:highlight>
                  <a:srgbClr val="FFFF00"/>
                </a:highlight>
                <a:latin typeface="Consolas" panose="020B0609020204030204" pitchFamily="49" charset="0"/>
              </a:rPr>
              <a:t>b</a:t>
            </a:r>
            <a:r>
              <a:rPr lang="en-US" sz="1400">
                <a:latin typeface="Consolas" panose="020B0609020204030204" pitchFamily="49" charset="0"/>
              </a:rPr>
              <a:t>)</a:t>
            </a:r>
          </a:p>
          <a:p>
            <a:pPr marL="51435" indent="0">
              <a:spcBef>
                <a:spcPts val="0"/>
              </a:spcBef>
              <a:buNone/>
            </a:pPr>
            <a:r>
              <a:rPr lang="en-US" sz="1400">
                <a:latin typeface="Consolas" panose="020B0609020204030204" pitchFamily="49" charset="0"/>
              </a:rPr>
              <a:t>{</a:t>
            </a:r>
          </a:p>
          <a:p>
            <a:pPr marL="51435" indent="0">
              <a:spcBef>
                <a:spcPts val="0"/>
              </a:spcBef>
              <a:buNone/>
            </a:pPr>
            <a:r>
              <a:rPr lang="en-US" sz="1400">
                <a:solidFill>
                  <a:schemeClr val="bg1"/>
                </a:solidFill>
                <a:latin typeface="Consolas" panose="020B0609020204030204" pitchFamily="49" charset="0"/>
              </a:rPr>
              <a:t>    </a:t>
            </a:r>
            <a:r>
              <a:rPr lang="en-US" sz="1400">
                <a:solidFill>
                  <a:srgbClr val="0432FF"/>
                </a:solidFill>
                <a:latin typeface="Consolas" panose="020B0609020204030204" pitchFamily="49" charset="0"/>
              </a:rPr>
              <a:t>int</a:t>
            </a:r>
            <a:r>
              <a:rPr lang="en-US" sz="1400">
                <a:solidFill>
                  <a:schemeClr val="bg1"/>
                </a:solidFill>
                <a:latin typeface="Consolas" panose="020B0609020204030204" pitchFamily="49" charset="0"/>
              </a:rPr>
              <a:t> </a:t>
            </a:r>
            <a:r>
              <a:rPr lang="en-US" sz="1400">
                <a:solidFill>
                  <a:schemeClr val="accent6">
                    <a:lumMod val="75000"/>
                  </a:schemeClr>
                </a:solidFill>
                <a:latin typeface="Consolas" panose="020B0609020204030204" pitchFamily="49" charset="0"/>
              </a:rPr>
              <a:t>temp </a:t>
            </a:r>
            <a:r>
              <a:rPr lang="en-US" sz="1400">
                <a:latin typeface="Consolas" panose="020B0609020204030204" pitchFamily="49" charset="0"/>
              </a:rPr>
              <a:t>=</a:t>
            </a:r>
            <a:r>
              <a:rPr lang="en-US" sz="1400">
                <a:solidFill>
                  <a:schemeClr val="accent6">
                    <a:lumMod val="75000"/>
                  </a:schemeClr>
                </a:solidFill>
                <a:latin typeface="Consolas" panose="020B0609020204030204" pitchFamily="49" charset="0"/>
              </a:rPr>
              <a:t> a</a:t>
            </a:r>
          </a:p>
          <a:p>
            <a:pPr marL="51435" indent="0">
              <a:spcBef>
                <a:spcPts val="0"/>
              </a:spcBef>
              <a:buNone/>
            </a:pPr>
            <a:r>
              <a:rPr lang="en-US" sz="1400">
                <a:solidFill>
                  <a:schemeClr val="accent6">
                    <a:lumMod val="75000"/>
                  </a:schemeClr>
                </a:solidFill>
                <a:latin typeface="Consolas" panose="020B0609020204030204" pitchFamily="49" charset="0"/>
              </a:rPr>
              <a:t>    a </a:t>
            </a:r>
            <a:r>
              <a:rPr lang="en-US" sz="1400">
                <a:latin typeface="Consolas" panose="020B0609020204030204" pitchFamily="49" charset="0"/>
              </a:rPr>
              <a:t>= </a:t>
            </a:r>
            <a:r>
              <a:rPr lang="en-US" sz="1400">
                <a:solidFill>
                  <a:schemeClr val="accent6">
                    <a:lumMod val="75000"/>
                  </a:schemeClr>
                </a:solidFill>
                <a:latin typeface="Consolas" panose="020B0609020204030204" pitchFamily="49" charset="0"/>
              </a:rPr>
              <a:t>b</a:t>
            </a:r>
            <a:r>
              <a:rPr lang="en-US" sz="1400">
                <a:latin typeface="Consolas" panose="020B0609020204030204" pitchFamily="49" charset="0"/>
              </a:rPr>
              <a:t>;</a:t>
            </a:r>
          </a:p>
          <a:p>
            <a:pPr marL="51435" indent="0">
              <a:spcBef>
                <a:spcPts val="0"/>
              </a:spcBef>
              <a:buNone/>
            </a:pPr>
            <a:r>
              <a:rPr lang="en-US" sz="1400">
                <a:solidFill>
                  <a:schemeClr val="accent6">
                    <a:lumMod val="75000"/>
                  </a:schemeClr>
                </a:solidFill>
                <a:latin typeface="Consolas" panose="020B0609020204030204" pitchFamily="49" charset="0"/>
              </a:rPr>
              <a:t>    b </a:t>
            </a:r>
            <a:r>
              <a:rPr lang="en-US" sz="1400">
                <a:latin typeface="Consolas" panose="020B0609020204030204" pitchFamily="49" charset="0"/>
              </a:rPr>
              <a:t>= </a:t>
            </a:r>
            <a:r>
              <a:rPr lang="en-US" sz="1400">
                <a:solidFill>
                  <a:schemeClr val="accent6">
                    <a:lumMod val="75000"/>
                  </a:schemeClr>
                </a:solidFill>
                <a:latin typeface="Consolas" panose="020B0609020204030204" pitchFamily="49" charset="0"/>
              </a:rPr>
              <a:t>temp</a:t>
            </a:r>
            <a:r>
              <a:rPr lang="en-US" sz="1400">
                <a:latin typeface="Consolas" panose="020B0609020204030204" pitchFamily="49" charset="0"/>
              </a:rPr>
              <a:t>;</a:t>
            </a:r>
          </a:p>
          <a:p>
            <a:pPr marL="51435" indent="0">
              <a:spcBef>
                <a:spcPts val="0"/>
              </a:spcBef>
              <a:buNone/>
            </a:pPr>
            <a:r>
              <a:rPr lang="en-US" sz="1400">
                <a:solidFill>
                  <a:srgbClr val="2B91AF"/>
                </a:solidFill>
                <a:latin typeface="Consolas" panose="020B0609020204030204" pitchFamily="49" charset="0"/>
              </a:rPr>
              <a:t>    Console</a:t>
            </a:r>
            <a:r>
              <a:rPr lang="en-US" sz="1400">
                <a:latin typeface="Consolas" panose="020B0609020204030204" pitchFamily="49" charset="0"/>
              </a:rPr>
              <a:t>.</a:t>
            </a:r>
            <a:r>
              <a:rPr lang="en-US" sz="1400">
                <a:solidFill>
                  <a:srgbClr val="FEA400"/>
                </a:solidFill>
                <a:latin typeface="Consolas" panose="020B0609020204030204" pitchFamily="49" charset="0"/>
              </a:rPr>
              <a:t>WriteLine</a:t>
            </a:r>
            <a:r>
              <a:rPr lang="en-US" sz="1400">
                <a:latin typeface="Consolas" panose="020B0609020204030204" pitchFamily="49" charset="0"/>
                <a:cs typeface="Consolas" panose="020B0609020204030204" pitchFamily="49" charset="0"/>
              </a:rPr>
              <a:t>($</a:t>
            </a:r>
            <a:r>
              <a:rPr lang="en-US" sz="1400">
                <a:solidFill>
                  <a:srgbClr val="A31515"/>
                </a:solidFill>
                <a:latin typeface="Consolas" panose="020B0609020204030204" pitchFamily="49" charset="0"/>
              </a:rPr>
              <a:t>"In Swap method: a = </a:t>
            </a:r>
            <a:r>
              <a:rPr lang="en-US" sz="1400">
                <a:latin typeface="Consolas" panose="020B0609020204030204" pitchFamily="49" charset="0"/>
              </a:rPr>
              <a:t>{</a:t>
            </a:r>
            <a:r>
              <a:rPr lang="en-US" sz="1400">
                <a:solidFill>
                  <a:schemeClr val="accent6">
                    <a:lumMod val="75000"/>
                  </a:schemeClr>
                </a:solidFill>
                <a:latin typeface="Consolas" panose="020B0609020204030204" pitchFamily="49" charset="0"/>
              </a:rPr>
              <a:t>a</a:t>
            </a:r>
            <a:r>
              <a:rPr lang="en-US" sz="1400">
                <a:latin typeface="Consolas" panose="020B0609020204030204" pitchFamily="49" charset="0"/>
              </a:rPr>
              <a:t>}</a:t>
            </a:r>
            <a:r>
              <a:rPr lang="en-US" sz="1400">
                <a:solidFill>
                  <a:srgbClr val="A31515"/>
                </a:solidFill>
                <a:latin typeface="Consolas" panose="020B0609020204030204" pitchFamily="49" charset="0"/>
              </a:rPr>
              <a:t>, b = </a:t>
            </a:r>
            <a:r>
              <a:rPr lang="en-US" sz="1400">
                <a:latin typeface="Consolas" panose="020B0609020204030204" pitchFamily="49" charset="0"/>
              </a:rPr>
              <a:t>{</a:t>
            </a:r>
            <a:r>
              <a:rPr lang="en-US" sz="1400">
                <a:solidFill>
                  <a:schemeClr val="accent6">
                    <a:lumMod val="75000"/>
                  </a:schemeClr>
                </a:solidFill>
                <a:latin typeface="Consolas" panose="020B0609020204030204" pitchFamily="49" charset="0"/>
              </a:rPr>
              <a:t>b</a:t>
            </a:r>
            <a:r>
              <a:rPr lang="en-US" sz="1400">
                <a:latin typeface="Consolas" panose="020B0609020204030204" pitchFamily="49" charset="0"/>
              </a:rPr>
              <a:t>}</a:t>
            </a:r>
            <a:r>
              <a:rPr lang="en-US" sz="1400">
                <a:solidFill>
                  <a:srgbClr val="A31515"/>
                </a:solidFill>
                <a:latin typeface="Consolas" panose="020B0609020204030204" pitchFamily="49" charset="0"/>
              </a:rPr>
              <a:t>"</a:t>
            </a:r>
            <a:r>
              <a:rPr lang="en-US" sz="1400">
                <a:latin typeface="Consolas" panose="020B0609020204030204" pitchFamily="49" charset="0"/>
                <a:cs typeface="Consolas" panose="020B0609020204030204" pitchFamily="49" charset="0"/>
              </a:rPr>
              <a:t>);</a:t>
            </a:r>
            <a:endParaRPr lang="en-US" sz="1400">
              <a:latin typeface="Consolas" panose="020B0609020204030204" pitchFamily="49" charset="0"/>
            </a:endParaRPr>
          </a:p>
          <a:p>
            <a:pPr marL="51435" indent="0">
              <a:spcBef>
                <a:spcPts val="0"/>
              </a:spcBef>
              <a:buNone/>
            </a:pPr>
            <a:r>
              <a:rPr lang="en-US" sz="1400">
                <a:latin typeface="Consolas" panose="020B0609020204030204" pitchFamily="49" charset="0"/>
              </a:rPr>
              <a:t>}</a:t>
            </a:r>
          </a:p>
          <a:p>
            <a:pPr marL="51435" indent="0" algn="just">
              <a:spcBef>
                <a:spcPts val="0"/>
              </a:spcBef>
              <a:buNone/>
            </a:pPr>
            <a:endParaRPr lang="en-US" sz="1400">
              <a:solidFill>
                <a:schemeClr val="bg1"/>
              </a:solidFill>
              <a:latin typeface="Consolas" panose="020B0609020204030204" pitchFamily="49" charset="0"/>
            </a:endParaRPr>
          </a:p>
          <a:p>
            <a:pPr marL="51435" indent="0" algn="just">
              <a:spcBef>
                <a:spcPts val="0"/>
              </a:spcBef>
              <a:buNone/>
            </a:pPr>
            <a:r>
              <a:rPr lang="en-US" sz="1400">
                <a:solidFill>
                  <a:srgbClr val="0000FF"/>
                </a:solidFill>
                <a:latin typeface="Consolas" panose="020B0609020204030204" pitchFamily="49" charset="0"/>
              </a:rPr>
              <a:t>static</a:t>
            </a:r>
            <a:r>
              <a:rPr lang="en-US" sz="1400">
                <a:latin typeface="Consolas" panose="020B0609020204030204" pitchFamily="49" charset="0"/>
              </a:rPr>
              <a:t> </a:t>
            </a:r>
            <a:r>
              <a:rPr lang="en-US" sz="1400">
                <a:solidFill>
                  <a:srgbClr val="0000FF"/>
                </a:solidFill>
                <a:latin typeface="Consolas" panose="020B0609020204030204" pitchFamily="49" charset="0"/>
              </a:rPr>
              <a:t>void</a:t>
            </a:r>
            <a:r>
              <a:rPr lang="en-US" sz="1400">
                <a:latin typeface="Consolas" panose="020B0609020204030204" pitchFamily="49" charset="0"/>
              </a:rPr>
              <a:t> </a:t>
            </a:r>
            <a:r>
              <a:rPr lang="en-US" sz="1400">
                <a:solidFill>
                  <a:srgbClr val="FEA400"/>
                </a:solidFill>
                <a:latin typeface="Consolas" panose="020B0609020204030204" pitchFamily="49" charset="0"/>
              </a:rPr>
              <a:t>Main</a:t>
            </a:r>
            <a:r>
              <a:rPr lang="en-US" sz="1400">
                <a:latin typeface="Consolas" panose="020B0609020204030204" pitchFamily="49" charset="0"/>
              </a:rPr>
              <a:t>(</a:t>
            </a:r>
            <a:r>
              <a:rPr lang="en-US" sz="1400">
                <a:solidFill>
                  <a:srgbClr val="0000FF"/>
                </a:solidFill>
                <a:latin typeface="Consolas" panose="020B0609020204030204" pitchFamily="49" charset="0"/>
              </a:rPr>
              <a:t>string</a:t>
            </a:r>
            <a:r>
              <a:rPr lang="en-US" sz="1400">
                <a:latin typeface="Consolas" panose="020B0609020204030204" pitchFamily="49" charset="0"/>
              </a:rPr>
              <a:t>[] args)</a:t>
            </a:r>
          </a:p>
          <a:p>
            <a:pPr marL="51435" indent="0" algn="just">
              <a:spcBef>
                <a:spcPts val="0"/>
              </a:spcBef>
              <a:buNone/>
            </a:pPr>
            <a:r>
              <a:rPr lang="en-US" sz="1400">
                <a:latin typeface="Consolas" panose="020B0609020204030204" pitchFamily="49" charset="0"/>
              </a:rPr>
              <a:t>{</a:t>
            </a:r>
          </a:p>
          <a:p>
            <a:pPr marL="51435" indent="0">
              <a:spcBef>
                <a:spcPts val="0"/>
              </a:spcBef>
              <a:buNone/>
            </a:pPr>
            <a:r>
              <a:rPr lang="en-US" sz="1400">
                <a:solidFill>
                  <a:srgbClr val="0432FF"/>
                </a:solidFill>
                <a:latin typeface="Consolas" panose="020B0609020204030204" pitchFamily="49" charset="0"/>
              </a:rPr>
              <a:t>    int</a:t>
            </a:r>
            <a:r>
              <a:rPr lang="en-US" sz="1400">
                <a:solidFill>
                  <a:schemeClr val="bg1"/>
                </a:solidFill>
                <a:latin typeface="Consolas" panose="020B0609020204030204" pitchFamily="49" charset="0"/>
              </a:rPr>
              <a:t> </a:t>
            </a:r>
            <a:r>
              <a:rPr lang="en-US" sz="1400">
                <a:solidFill>
                  <a:schemeClr val="accent6">
                    <a:lumMod val="75000"/>
                  </a:schemeClr>
                </a:solidFill>
                <a:latin typeface="Consolas" panose="020B0609020204030204" pitchFamily="49" charset="0"/>
              </a:rPr>
              <a:t>a </a:t>
            </a:r>
            <a:r>
              <a:rPr lang="en-US" sz="1400">
                <a:latin typeface="Consolas" panose="020B0609020204030204" pitchFamily="49" charset="0"/>
              </a:rPr>
              <a:t>= 8;</a:t>
            </a:r>
          </a:p>
          <a:p>
            <a:pPr marL="51435" indent="0">
              <a:spcBef>
                <a:spcPts val="0"/>
              </a:spcBef>
              <a:buNone/>
            </a:pPr>
            <a:r>
              <a:rPr lang="en-US" sz="1400">
                <a:solidFill>
                  <a:srgbClr val="0432FF"/>
                </a:solidFill>
                <a:latin typeface="Consolas" panose="020B0609020204030204" pitchFamily="49" charset="0"/>
              </a:rPr>
              <a:t>    int</a:t>
            </a:r>
            <a:r>
              <a:rPr lang="en-US" sz="1400">
                <a:solidFill>
                  <a:schemeClr val="bg1"/>
                </a:solidFill>
                <a:latin typeface="Consolas" panose="020B0609020204030204" pitchFamily="49" charset="0"/>
              </a:rPr>
              <a:t> </a:t>
            </a:r>
            <a:r>
              <a:rPr lang="en-US" sz="1400">
                <a:solidFill>
                  <a:schemeClr val="accent6">
                    <a:lumMod val="75000"/>
                  </a:schemeClr>
                </a:solidFill>
                <a:latin typeface="Consolas" panose="020B0609020204030204" pitchFamily="49" charset="0"/>
              </a:rPr>
              <a:t>b </a:t>
            </a:r>
            <a:r>
              <a:rPr lang="en-US" sz="1400">
                <a:latin typeface="Consolas" panose="020B0609020204030204" pitchFamily="49" charset="0"/>
              </a:rPr>
              <a:t>= 5;</a:t>
            </a:r>
          </a:p>
          <a:p>
            <a:pPr marL="51435" indent="0">
              <a:spcBef>
                <a:spcPts val="0"/>
              </a:spcBef>
              <a:buNone/>
            </a:pPr>
            <a:r>
              <a:rPr lang="en-US" sz="1400">
                <a:solidFill>
                  <a:srgbClr val="2B91AF"/>
                </a:solidFill>
                <a:latin typeface="Consolas" panose="020B0609020204030204" pitchFamily="49" charset="0"/>
              </a:rPr>
              <a:t>    Console</a:t>
            </a:r>
            <a:r>
              <a:rPr lang="en-US" sz="1400">
                <a:latin typeface="Consolas" panose="020B0609020204030204" pitchFamily="49" charset="0"/>
              </a:rPr>
              <a:t>.</a:t>
            </a:r>
            <a:r>
              <a:rPr lang="en-US" sz="1400">
                <a:solidFill>
                  <a:srgbClr val="FEA400"/>
                </a:solidFill>
                <a:latin typeface="Consolas" panose="020B0609020204030204" pitchFamily="49" charset="0"/>
              </a:rPr>
              <a:t>WriteLine</a:t>
            </a:r>
            <a:r>
              <a:rPr lang="en-US" sz="1400">
                <a:latin typeface="Consolas" panose="020B0609020204030204" pitchFamily="49" charset="0"/>
                <a:cs typeface="Consolas" panose="020B0609020204030204" pitchFamily="49" charset="0"/>
              </a:rPr>
              <a:t>($</a:t>
            </a:r>
            <a:r>
              <a:rPr lang="en-US" sz="1400">
                <a:solidFill>
                  <a:srgbClr val="A31515"/>
                </a:solidFill>
                <a:latin typeface="Consolas" panose="020B0609020204030204" pitchFamily="49" charset="0"/>
              </a:rPr>
              <a:t>"Before swapping: a = </a:t>
            </a:r>
            <a:r>
              <a:rPr lang="en-US" sz="1400">
                <a:latin typeface="Consolas" panose="020B0609020204030204" pitchFamily="49" charset="0"/>
              </a:rPr>
              <a:t>{</a:t>
            </a:r>
            <a:r>
              <a:rPr lang="en-US" sz="1400">
                <a:solidFill>
                  <a:schemeClr val="accent6">
                    <a:lumMod val="75000"/>
                  </a:schemeClr>
                </a:solidFill>
                <a:latin typeface="Consolas" panose="020B0609020204030204" pitchFamily="49" charset="0"/>
              </a:rPr>
              <a:t>a</a:t>
            </a:r>
            <a:r>
              <a:rPr lang="en-US" sz="1400">
                <a:latin typeface="Consolas" panose="020B0609020204030204" pitchFamily="49" charset="0"/>
              </a:rPr>
              <a:t>}</a:t>
            </a:r>
            <a:r>
              <a:rPr lang="en-US" sz="1400">
                <a:solidFill>
                  <a:srgbClr val="A31515"/>
                </a:solidFill>
                <a:latin typeface="Consolas" panose="020B0609020204030204" pitchFamily="49" charset="0"/>
              </a:rPr>
              <a:t>, b = </a:t>
            </a:r>
            <a:r>
              <a:rPr lang="en-US" sz="1400">
                <a:latin typeface="Consolas" panose="020B0609020204030204" pitchFamily="49" charset="0"/>
              </a:rPr>
              <a:t>{</a:t>
            </a:r>
            <a:r>
              <a:rPr lang="en-US" sz="1400">
                <a:solidFill>
                  <a:schemeClr val="accent6">
                    <a:lumMod val="75000"/>
                  </a:schemeClr>
                </a:solidFill>
                <a:latin typeface="Consolas" panose="020B0609020204030204" pitchFamily="49" charset="0"/>
              </a:rPr>
              <a:t>b</a:t>
            </a:r>
            <a:r>
              <a:rPr lang="en-US" sz="1400">
                <a:latin typeface="Consolas" panose="020B0609020204030204" pitchFamily="49" charset="0"/>
              </a:rPr>
              <a:t>}</a:t>
            </a:r>
            <a:r>
              <a:rPr lang="en-US" sz="1400">
                <a:solidFill>
                  <a:srgbClr val="A31515"/>
                </a:solidFill>
                <a:latin typeface="Consolas" panose="020B0609020204030204" pitchFamily="49" charset="0"/>
              </a:rPr>
              <a:t>"</a:t>
            </a:r>
            <a:r>
              <a:rPr lang="en-US" sz="1400">
                <a:latin typeface="Consolas" panose="020B0609020204030204" pitchFamily="49" charset="0"/>
                <a:cs typeface="Consolas" panose="020B0609020204030204" pitchFamily="49" charset="0"/>
              </a:rPr>
              <a:t>);</a:t>
            </a:r>
          </a:p>
          <a:p>
            <a:pPr marL="51435" indent="0">
              <a:spcBef>
                <a:spcPts val="0"/>
              </a:spcBef>
              <a:buNone/>
            </a:pPr>
            <a:r>
              <a:rPr lang="en-US" sz="1400" dirty="0">
                <a:solidFill>
                  <a:srgbClr val="FEA400"/>
                </a:solidFill>
                <a:latin typeface="Consolas" panose="020B0609020204030204" pitchFamily="49" charset="0"/>
              </a:rPr>
              <a:t>    Swap</a:t>
            </a:r>
            <a:r>
              <a:rPr lang="en-US" sz="1400">
                <a:latin typeface="Consolas" panose="020B0609020204030204" pitchFamily="49" charset="0"/>
              </a:rPr>
              <a:t>(</a:t>
            </a:r>
            <a:r>
              <a:rPr lang="en-US" sz="1400">
                <a:solidFill>
                  <a:srgbClr val="FF0000"/>
                </a:solidFill>
                <a:latin typeface="Consolas" panose="020B0609020204030204" pitchFamily="49" charset="0"/>
              </a:rPr>
              <a:t>ref</a:t>
            </a:r>
            <a:r>
              <a:rPr lang="en-US" sz="1400">
                <a:latin typeface="Consolas" panose="020B0609020204030204" pitchFamily="49" charset="0"/>
              </a:rPr>
              <a:t> </a:t>
            </a:r>
            <a:r>
              <a:rPr lang="en-US" sz="1400">
                <a:solidFill>
                  <a:schemeClr val="accent6">
                    <a:lumMod val="75000"/>
                  </a:schemeClr>
                </a:solidFill>
                <a:latin typeface="Consolas" panose="020B0609020204030204" pitchFamily="49" charset="0"/>
              </a:rPr>
              <a:t>a</a:t>
            </a:r>
            <a:r>
              <a:rPr lang="en-US" sz="1400">
                <a:latin typeface="Consolas" panose="020B0609020204030204" pitchFamily="49" charset="0"/>
              </a:rPr>
              <a:t>, </a:t>
            </a:r>
            <a:r>
              <a:rPr lang="en-US" sz="1400">
                <a:solidFill>
                  <a:srgbClr val="FF0000"/>
                </a:solidFill>
                <a:latin typeface="Consolas" panose="020B0609020204030204" pitchFamily="49" charset="0"/>
              </a:rPr>
              <a:t>ref</a:t>
            </a:r>
            <a:r>
              <a:rPr lang="en-US" sz="1400">
                <a:solidFill>
                  <a:schemeClr val="accent6">
                    <a:lumMod val="75000"/>
                  </a:schemeClr>
                </a:solidFill>
                <a:latin typeface="Consolas" panose="020B0609020204030204" pitchFamily="49" charset="0"/>
              </a:rPr>
              <a:t> b</a:t>
            </a:r>
            <a:r>
              <a:rPr lang="en-US" sz="1400">
                <a:latin typeface="Consolas" panose="020B0609020204030204" pitchFamily="49" charset="0"/>
              </a:rPr>
              <a:t>);</a:t>
            </a:r>
          </a:p>
          <a:p>
            <a:pPr marL="51435" indent="0">
              <a:spcBef>
                <a:spcPts val="0"/>
              </a:spcBef>
              <a:buNone/>
            </a:pPr>
            <a:r>
              <a:rPr lang="en-US" sz="1400">
                <a:solidFill>
                  <a:srgbClr val="2B91AF"/>
                </a:solidFill>
                <a:latin typeface="Consolas" panose="020B0609020204030204" pitchFamily="49" charset="0"/>
              </a:rPr>
              <a:t>    Console</a:t>
            </a:r>
            <a:r>
              <a:rPr lang="en-US" sz="1400">
                <a:latin typeface="Consolas" panose="020B0609020204030204" pitchFamily="49" charset="0"/>
              </a:rPr>
              <a:t>.</a:t>
            </a:r>
            <a:r>
              <a:rPr lang="en-US" sz="1400">
                <a:solidFill>
                  <a:srgbClr val="FEA400"/>
                </a:solidFill>
                <a:latin typeface="Consolas" panose="020B0609020204030204" pitchFamily="49" charset="0"/>
              </a:rPr>
              <a:t>WriteLine</a:t>
            </a:r>
            <a:r>
              <a:rPr lang="en-US" sz="1400">
                <a:latin typeface="Consolas" panose="020B0609020204030204" pitchFamily="49" charset="0"/>
                <a:cs typeface="Consolas" panose="020B0609020204030204" pitchFamily="49" charset="0"/>
              </a:rPr>
              <a:t>($</a:t>
            </a:r>
            <a:r>
              <a:rPr lang="en-US" sz="1400">
                <a:solidFill>
                  <a:srgbClr val="A31515"/>
                </a:solidFill>
                <a:latin typeface="Consolas" panose="020B0609020204030204" pitchFamily="49" charset="0"/>
              </a:rPr>
              <a:t>"After swapping: a = </a:t>
            </a:r>
            <a:r>
              <a:rPr lang="en-US" sz="1400">
                <a:latin typeface="Consolas" panose="020B0609020204030204" pitchFamily="49" charset="0"/>
              </a:rPr>
              <a:t>{</a:t>
            </a:r>
            <a:r>
              <a:rPr lang="en-US" sz="1400">
                <a:solidFill>
                  <a:schemeClr val="accent6">
                    <a:lumMod val="75000"/>
                  </a:schemeClr>
                </a:solidFill>
                <a:latin typeface="Consolas" panose="020B0609020204030204" pitchFamily="49" charset="0"/>
              </a:rPr>
              <a:t>a</a:t>
            </a:r>
            <a:r>
              <a:rPr lang="en-US" sz="1400">
                <a:latin typeface="Consolas" panose="020B0609020204030204" pitchFamily="49" charset="0"/>
              </a:rPr>
              <a:t>}</a:t>
            </a:r>
            <a:r>
              <a:rPr lang="en-US" sz="1400">
                <a:solidFill>
                  <a:srgbClr val="A31515"/>
                </a:solidFill>
                <a:latin typeface="Consolas" panose="020B0609020204030204" pitchFamily="49" charset="0"/>
              </a:rPr>
              <a:t>, b = </a:t>
            </a:r>
            <a:r>
              <a:rPr lang="en-US" sz="1400">
                <a:latin typeface="Consolas" panose="020B0609020204030204" pitchFamily="49" charset="0"/>
              </a:rPr>
              <a:t>{</a:t>
            </a:r>
            <a:r>
              <a:rPr lang="en-US" sz="1400">
                <a:solidFill>
                  <a:schemeClr val="accent6">
                    <a:lumMod val="75000"/>
                  </a:schemeClr>
                </a:solidFill>
                <a:latin typeface="Consolas" panose="020B0609020204030204" pitchFamily="49" charset="0"/>
              </a:rPr>
              <a:t>b</a:t>
            </a:r>
            <a:r>
              <a:rPr lang="en-US" sz="1400">
                <a:latin typeface="Consolas" panose="020B0609020204030204" pitchFamily="49" charset="0"/>
              </a:rPr>
              <a:t>}</a:t>
            </a:r>
            <a:r>
              <a:rPr lang="en-US" sz="1400">
                <a:solidFill>
                  <a:srgbClr val="A31515"/>
                </a:solidFill>
                <a:latin typeface="Consolas" panose="020B0609020204030204" pitchFamily="49" charset="0"/>
              </a:rPr>
              <a:t>"</a:t>
            </a:r>
            <a:r>
              <a:rPr lang="en-US" sz="1400">
                <a:latin typeface="Consolas" panose="020B0609020204030204" pitchFamily="49" charset="0"/>
                <a:cs typeface="Consolas" panose="020B0609020204030204" pitchFamily="49" charset="0"/>
              </a:rPr>
              <a:t>);</a:t>
            </a:r>
            <a:endParaRPr lang="en-US" sz="1400">
              <a:latin typeface="Consolas" panose="020B0609020204030204" pitchFamily="49" charset="0"/>
            </a:endParaRPr>
          </a:p>
          <a:p>
            <a:pPr marL="51435" indent="0">
              <a:spcBef>
                <a:spcPts val="0"/>
              </a:spcBef>
              <a:buNone/>
            </a:pPr>
            <a:r>
              <a:rPr lang="en-US" sz="1400">
                <a:latin typeface="Consolas" panose="020B0609020204030204" pitchFamily="49" charset="0"/>
              </a:rPr>
              <a:t>}</a:t>
            </a:r>
          </a:p>
        </p:txBody>
      </p:sp>
      <p:sp>
        <p:nvSpPr>
          <p:cNvPr id="25" name="Rectangle 24">
            <a:extLst>
              <a:ext uri="{FF2B5EF4-FFF2-40B4-BE49-F238E27FC236}">
                <a16:creationId xmlns:a16="http://schemas.microsoft.com/office/drawing/2014/main" id="{DC70CD03-0CB7-C74B-ADCF-886EEF99FC2C}"/>
              </a:ext>
            </a:extLst>
          </p:cNvPr>
          <p:cNvSpPr/>
          <p:nvPr/>
        </p:nvSpPr>
        <p:spPr>
          <a:xfrm>
            <a:off x="572064" y="4296346"/>
            <a:ext cx="5620887" cy="314327"/>
          </a:xfrm>
          <a:prstGeom prst="rect">
            <a:avLst/>
          </a:prstGeom>
          <a:solidFill>
            <a:srgbClr val="FFFF00">
              <a:alpha val="26391"/>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7" name="Curved Right Arrow 16">
            <a:extLst>
              <a:ext uri="{FF2B5EF4-FFF2-40B4-BE49-F238E27FC236}">
                <a16:creationId xmlns:a16="http://schemas.microsoft.com/office/drawing/2014/main" id="{F121E1D2-CA13-4242-9914-8F81BB55A8A5}"/>
              </a:ext>
            </a:extLst>
          </p:cNvPr>
          <p:cNvSpPr/>
          <p:nvPr/>
        </p:nvSpPr>
        <p:spPr>
          <a:xfrm rot="10800000">
            <a:off x="3994765" y="1493450"/>
            <a:ext cx="865267" cy="3031335"/>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solidFill>
                <a:schemeClr val="tx1"/>
              </a:solidFill>
            </a:endParaRPr>
          </a:p>
        </p:txBody>
      </p:sp>
      <p:grpSp>
        <p:nvGrpSpPr>
          <p:cNvPr id="15" name="Group 14">
            <a:extLst>
              <a:ext uri="{FF2B5EF4-FFF2-40B4-BE49-F238E27FC236}">
                <a16:creationId xmlns:a16="http://schemas.microsoft.com/office/drawing/2014/main" id="{EC790219-1C4B-A5D8-AE2A-9BF808DD3B9D}"/>
              </a:ext>
            </a:extLst>
          </p:cNvPr>
          <p:cNvGrpSpPr/>
          <p:nvPr/>
        </p:nvGrpSpPr>
        <p:grpSpPr>
          <a:xfrm>
            <a:off x="6375617" y="1500240"/>
            <a:ext cx="2660879" cy="3857521"/>
            <a:chOff x="6375617" y="1659711"/>
            <a:chExt cx="2660879" cy="3857521"/>
          </a:xfrm>
        </p:grpSpPr>
        <p:sp>
          <p:nvSpPr>
            <p:cNvPr id="7" name="Rectangle 6">
              <a:extLst>
                <a:ext uri="{FF2B5EF4-FFF2-40B4-BE49-F238E27FC236}">
                  <a16:creationId xmlns:a16="http://schemas.microsoft.com/office/drawing/2014/main" id="{017118D7-FF79-3B44-A42B-3224CA0A0058}"/>
                </a:ext>
              </a:extLst>
            </p:cNvPr>
            <p:cNvSpPr/>
            <p:nvPr/>
          </p:nvSpPr>
          <p:spPr>
            <a:xfrm>
              <a:off x="6375617" y="1659711"/>
              <a:ext cx="2660879" cy="3857521"/>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VN"/>
            </a:p>
          </p:txBody>
        </p:sp>
        <p:grpSp>
          <p:nvGrpSpPr>
            <p:cNvPr id="14" name="Group 13">
              <a:extLst>
                <a:ext uri="{FF2B5EF4-FFF2-40B4-BE49-F238E27FC236}">
                  <a16:creationId xmlns:a16="http://schemas.microsoft.com/office/drawing/2014/main" id="{8DC8490A-FEC6-A246-8550-4196DCEAB4FC}"/>
                </a:ext>
              </a:extLst>
            </p:cNvPr>
            <p:cNvGrpSpPr/>
            <p:nvPr/>
          </p:nvGrpSpPr>
          <p:grpSpPr>
            <a:xfrm>
              <a:off x="6448566" y="3727256"/>
              <a:ext cx="2515922" cy="1694776"/>
              <a:chOff x="6448566" y="4221088"/>
              <a:chExt cx="2515922" cy="1694776"/>
            </a:xfrm>
          </p:grpSpPr>
          <p:grpSp>
            <p:nvGrpSpPr>
              <p:cNvPr id="8" name="Group 7">
                <a:extLst>
                  <a:ext uri="{FF2B5EF4-FFF2-40B4-BE49-F238E27FC236}">
                    <a16:creationId xmlns:a16="http://schemas.microsoft.com/office/drawing/2014/main" id="{E28B5928-840B-464B-841B-75D2B3DAA252}"/>
                  </a:ext>
                </a:extLst>
              </p:cNvPr>
              <p:cNvGrpSpPr/>
              <p:nvPr/>
            </p:nvGrpSpPr>
            <p:grpSpPr>
              <a:xfrm>
                <a:off x="6448566" y="4221088"/>
                <a:ext cx="2507622" cy="1694776"/>
                <a:chOff x="6448566" y="4221088"/>
                <a:chExt cx="2507622" cy="1694776"/>
              </a:xfrm>
            </p:grpSpPr>
            <p:sp>
              <p:nvSpPr>
                <p:cNvPr id="26" name="Rectangle 25">
                  <a:extLst>
                    <a:ext uri="{FF2B5EF4-FFF2-40B4-BE49-F238E27FC236}">
                      <a16:creationId xmlns:a16="http://schemas.microsoft.com/office/drawing/2014/main" id="{4308B351-EAA4-8E45-84E0-515CD6E4F1A9}"/>
                    </a:ext>
                  </a:extLst>
                </p:cNvPr>
                <p:cNvSpPr/>
                <p:nvPr/>
              </p:nvSpPr>
              <p:spPr>
                <a:xfrm>
                  <a:off x="6448566" y="4221088"/>
                  <a:ext cx="2507622" cy="1694776"/>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VN"/>
                </a:p>
              </p:txBody>
            </p:sp>
            <p:sp>
              <p:nvSpPr>
                <p:cNvPr id="6" name="TextBox 5">
                  <a:extLst>
                    <a:ext uri="{FF2B5EF4-FFF2-40B4-BE49-F238E27FC236}">
                      <a16:creationId xmlns:a16="http://schemas.microsoft.com/office/drawing/2014/main" id="{B091BEE9-D18B-3147-BC37-7DE3EEB8580F}"/>
                    </a:ext>
                  </a:extLst>
                </p:cNvPr>
                <p:cNvSpPr txBox="1"/>
                <p:nvPr/>
              </p:nvSpPr>
              <p:spPr>
                <a:xfrm>
                  <a:off x="7297872" y="4321623"/>
                  <a:ext cx="724979" cy="369332"/>
                </a:xfrm>
                <a:prstGeom prst="rect">
                  <a:avLst/>
                </a:prstGeom>
                <a:noFill/>
              </p:spPr>
              <p:txBody>
                <a:bodyPr wrap="square" rtlCol="0">
                  <a:spAutoFit/>
                </a:bodyPr>
                <a:lstStyle/>
                <a:p>
                  <a:pPr algn="ctr"/>
                  <a:r>
                    <a:rPr lang="en-VN" b="1">
                      <a:solidFill>
                        <a:srgbClr val="0432FF"/>
                      </a:solidFill>
                      <a:latin typeface="Calibri" panose="020F0502020204030204" pitchFamily="34" charset="0"/>
                      <a:cs typeface="Calibri" panose="020F0502020204030204" pitchFamily="34" charset="0"/>
                    </a:rPr>
                    <a:t>Main</a:t>
                  </a:r>
                </a:p>
              </p:txBody>
            </p:sp>
          </p:grpSp>
          <p:grpSp>
            <p:nvGrpSpPr>
              <p:cNvPr id="9" name="Group 8">
                <a:extLst>
                  <a:ext uri="{FF2B5EF4-FFF2-40B4-BE49-F238E27FC236}">
                    <a16:creationId xmlns:a16="http://schemas.microsoft.com/office/drawing/2014/main" id="{1FC3DDDF-6B29-1043-8642-104679B9CF34}"/>
                  </a:ext>
                </a:extLst>
              </p:cNvPr>
              <p:cNvGrpSpPr/>
              <p:nvPr/>
            </p:nvGrpSpPr>
            <p:grpSpPr>
              <a:xfrm>
                <a:off x="6628438" y="4708127"/>
                <a:ext cx="1183922" cy="1041021"/>
                <a:chOff x="2549476" y="5131179"/>
                <a:chExt cx="1183922" cy="1041021"/>
              </a:xfrm>
            </p:grpSpPr>
            <p:sp>
              <p:nvSpPr>
                <p:cNvPr id="10" name="Cube 9">
                  <a:extLst>
                    <a:ext uri="{FF2B5EF4-FFF2-40B4-BE49-F238E27FC236}">
                      <a16:creationId xmlns:a16="http://schemas.microsoft.com/office/drawing/2014/main" id="{203F4FE4-4102-7241-9BDA-D9F3CE713E0B}"/>
                    </a:ext>
                  </a:extLst>
                </p:cNvPr>
                <p:cNvSpPr/>
                <p:nvPr/>
              </p:nvSpPr>
              <p:spPr>
                <a:xfrm>
                  <a:off x="2549476" y="5268032"/>
                  <a:ext cx="1031924" cy="904168"/>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1" name="TextBox 10">
                  <a:extLst>
                    <a:ext uri="{FF2B5EF4-FFF2-40B4-BE49-F238E27FC236}">
                      <a16:creationId xmlns:a16="http://schemas.microsoft.com/office/drawing/2014/main" id="{4E5C2BEE-9243-7749-B104-7221FAF2400A}"/>
                    </a:ext>
                  </a:extLst>
                </p:cNvPr>
                <p:cNvSpPr txBox="1"/>
                <p:nvPr/>
              </p:nvSpPr>
              <p:spPr>
                <a:xfrm>
                  <a:off x="2720387" y="5624820"/>
                  <a:ext cx="357808" cy="477054"/>
                </a:xfrm>
                <a:prstGeom prst="rect">
                  <a:avLst/>
                </a:prstGeom>
                <a:noFill/>
              </p:spPr>
              <p:txBody>
                <a:bodyPr wrap="square" rtlCol="0">
                  <a:spAutoFit/>
                </a:bodyPr>
                <a:lstStyle/>
                <a:p>
                  <a:pPr algn="ctr"/>
                  <a:r>
                    <a:rPr lang="en-VN" sz="2500"/>
                    <a:t>a</a:t>
                  </a:r>
                </a:p>
              </p:txBody>
            </p:sp>
            <p:sp>
              <p:nvSpPr>
                <p:cNvPr id="12" name="TextBox 11">
                  <a:extLst>
                    <a:ext uri="{FF2B5EF4-FFF2-40B4-BE49-F238E27FC236}">
                      <a16:creationId xmlns:a16="http://schemas.microsoft.com/office/drawing/2014/main" id="{6E88D47F-18B2-1C49-8413-22CCB65D76E7}"/>
                    </a:ext>
                  </a:extLst>
                </p:cNvPr>
                <p:cNvSpPr txBox="1"/>
                <p:nvPr/>
              </p:nvSpPr>
              <p:spPr>
                <a:xfrm>
                  <a:off x="3103541" y="5445224"/>
                  <a:ext cx="629857" cy="477054"/>
                </a:xfrm>
                <a:prstGeom prst="rect">
                  <a:avLst/>
                </a:prstGeom>
                <a:noFill/>
                <a:scene3d>
                  <a:camera prst="isometricRightUp">
                    <a:rot lat="1800000" lon="18000000" rev="0"/>
                  </a:camera>
                  <a:lightRig rig="threePt" dir="t"/>
                </a:scene3d>
              </p:spPr>
              <p:txBody>
                <a:bodyPr wrap="square" rtlCol="0">
                  <a:spAutoFit/>
                </a:bodyPr>
                <a:lstStyle/>
                <a:p>
                  <a:pPr algn="ctr"/>
                  <a:r>
                    <a:rPr lang="en-VN" sz="2500"/>
                    <a:t>int</a:t>
                  </a:r>
                </a:p>
              </p:txBody>
            </p:sp>
            <p:sp>
              <p:nvSpPr>
                <p:cNvPr id="13" name="TextBox 12">
                  <a:extLst>
                    <a:ext uri="{FF2B5EF4-FFF2-40B4-BE49-F238E27FC236}">
                      <a16:creationId xmlns:a16="http://schemas.microsoft.com/office/drawing/2014/main" id="{44A3BA20-464E-3545-9062-49CE65322D5F}"/>
                    </a:ext>
                  </a:extLst>
                </p:cNvPr>
                <p:cNvSpPr txBox="1"/>
                <p:nvPr/>
              </p:nvSpPr>
              <p:spPr>
                <a:xfrm>
                  <a:off x="2899291" y="5131179"/>
                  <a:ext cx="357808" cy="553998"/>
                </a:xfrm>
                <a:prstGeom prst="rect">
                  <a:avLst/>
                </a:prstGeom>
                <a:noFill/>
              </p:spPr>
              <p:txBody>
                <a:bodyPr wrap="square" rtlCol="0">
                  <a:spAutoFit/>
                </a:bodyPr>
                <a:lstStyle/>
                <a:p>
                  <a:pPr algn="ctr"/>
                  <a:r>
                    <a:rPr lang="en-VN" sz="3000" b="1">
                      <a:solidFill>
                        <a:schemeClr val="bg1"/>
                      </a:solidFill>
                    </a:rPr>
                    <a:t>8</a:t>
                  </a:r>
                </a:p>
              </p:txBody>
            </p:sp>
          </p:grpSp>
          <p:grpSp>
            <p:nvGrpSpPr>
              <p:cNvPr id="20" name="Group 19">
                <a:extLst>
                  <a:ext uri="{FF2B5EF4-FFF2-40B4-BE49-F238E27FC236}">
                    <a16:creationId xmlns:a16="http://schemas.microsoft.com/office/drawing/2014/main" id="{EE34EF6E-773B-AA46-A71C-449627CFCE6E}"/>
                  </a:ext>
                </a:extLst>
              </p:cNvPr>
              <p:cNvGrpSpPr/>
              <p:nvPr/>
            </p:nvGrpSpPr>
            <p:grpSpPr>
              <a:xfrm>
                <a:off x="7780566" y="4691237"/>
                <a:ext cx="1183922" cy="1041021"/>
                <a:chOff x="2549476" y="5131179"/>
                <a:chExt cx="1183922" cy="1041021"/>
              </a:xfrm>
            </p:grpSpPr>
            <p:sp>
              <p:nvSpPr>
                <p:cNvPr id="21" name="Cube 20">
                  <a:extLst>
                    <a:ext uri="{FF2B5EF4-FFF2-40B4-BE49-F238E27FC236}">
                      <a16:creationId xmlns:a16="http://schemas.microsoft.com/office/drawing/2014/main" id="{18A3C763-D36F-1C46-BC48-6FCBE0BC4C2C}"/>
                    </a:ext>
                  </a:extLst>
                </p:cNvPr>
                <p:cNvSpPr/>
                <p:nvPr/>
              </p:nvSpPr>
              <p:spPr>
                <a:xfrm>
                  <a:off x="2549476" y="5268032"/>
                  <a:ext cx="1031924" cy="904168"/>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2" name="TextBox 21">
                  <a:extLst>
                    <a:ext uri="{FF2B5EF4-FFF2-40B4-BE49-F238E27FC236}">
                      <a16:creationId xmlns:a16="http://schemas.microsoft.com/office/drawing/2014/main" id="{269ABC8A-A147-7147-9308-E8BA4D1642C8}"/>
                    </a:ext>
                  </a:extLst>
                </p:cNvPr>
                <p:cNvSpPr txBox="1"/>
                <p:nvPr/>
              </p:nvSpPr>
              <p:spPr>
                <a:xfrm>
                  <a:off x="2720387" y="5624820"/>
                  <a:ext cx="357808" cy="477054"/>
                </a:xfrm>
                <a:prstGeom prst="rect">
                  <a:avLst/>
                </a:prstGeom>
                <a:noFill/>
              </p:spPr>
              <p:txBody>
                <a:bodyPr wrap="square" rtlCol="0">
                  <a:spAutoFit/>
                </a:bodyPr>
                <a:lstStyle/>
                <a:p>
                  <a:pPr algn="ctr"/>
                  <a:r>
                    <a:rPr lang="en-VN" sz="2500"/>
                    <a:t>b</a:t>
                  </a:r>
                </a:p>
              </p:txBody>
            </p:sp>
            <p:sp>
              <p:nvSpPr>
                <p:cNvPr id="23" name="TextBox 22">
                  <a:extLst>
                    <a:ext uri="{FF2B5EF4-FFF2-40B4-BE49-F238E27FC236}">
                      <a16:creationId xmlns:a16="http://schemas.microsoft.com/office/drawing/2014/main" id="{C9580063-EDCB-634C-BECF-FE4F07DC5C25}"/>
                    </a:ext>
                  </a:extLst>
                </p:cNvPr>
                <p:cNvSpPr txBox="1"/>
                <p:nvPr/>
              </p:nvSpPr>
              <p:spPr>
                <a:xfrm>
                  <a:off x="3103541" y="5445224"/>
                  <a:ext cx="629857" cy="477054"/>
                </a:xfrm>
                <a:prstGeom prst="rect">
                  <a:avLst/>
                </a:prstGeom>
                <a:noFill/>
                <a:scene3d>
                  <a:camera prst="isometricRightUp">
                    <a:rot lat="1800000" lon="18000000" rev="0"/>
                  </a:camera>
                  <a:lightRig rig="threePt" dir="t"/>
                </a:scene3d>
              </p:spPr>
              <p:txBody>
                <a:bodyPr wrap="square" rtlCol="0">
                  <a:spAutoFit/>
                </a:bodyPr>
                <a:lstStyle/>
                <a:p>
                  <a:pPr algn="ctr"/>
                  <a:r>
                    <a:rPr lang="en-VN" sz="2500"/>
                    <a:t>int</a:t>
                  </a:r>
                </a:p>
              </p:txBody>
            </p:sp>
            <p:sp>
              <p:nvSpPr>
                <p:cNvPr id="24" name="TextBox 23">
                  <a:extLst>
                    <a:ext uri="{FF2B5EF4-FFF2-40B4-BE49-F238E27FC236}">
                      <a16:creationId xmlns:a16="http://schemas.microsoft.com/office/drawing/2014/main" id="{06906E88-C39C-4E46-861F-C2B218453DB1}"/>
                    </a:ext>
                  </a:extLst>
                </p:cNvPr>
                <p:cNvSpPr txBox="1"/>
                <p:nvPr/>
              </p:nvSpPr>
              <p:spPr>
                <a:xfrm>
                  <a:off x="2899291" y="5131179"/>
                  <a:ext cx="357808" cy="553998"/>
                </a:xfrm>
                <a:prstGeom prst="rect">
                  <a:avLst/>
                </a:prstGeom>
                <a:noFill/>
              </p:spPr>
              <p:txBody>
                <a:bodyPr wrap="square" rtlCol="0">
                  <a:spAutoFit/>
                </a:bodyPr>
                <a:lstStyle/>
                <a:p>
                  <a:pPr algn="ctr"/>
                  <a:r>
                    <a:rPr lang="en-VN" sz="3000" b="1">
                      <a:solidFill>
                        <a:schemeClr val="bg1"/>
                      </a:solidFill>
                    </a:rPr>
                    <a:t>5</a:t>
                  </a:r>
                </a:p>
              </p:txBody>
            </p:sp>
          </p:grpSp>
        </p:grpSp>
        <p:grpSp>
          <p:nvGrpSpPr>
            <p:cNvPr id="30" name="Group 29">
              <a:extLst>
                <a:ext uri="{FF2B5EF4-FFF2-40B4-BE49-F238E27FC236}">
                  <a16:creationId xmlns:a16="http://schemas.microsoft.com/office/drawing/2014/main" id="{C3203A95-E85B-BC49-B67B-02DDD2A85E72}"/>
                </a:ext>
              </a:extLst>
            </p:cNvPr>
            <p:cNvGrpSpPr/>
            <p:nvPr/>
          </p:nvGrpSpPr>
          <p:grpSpPr>
            <a:xfrm>
              <a:off x="6444208" y="1872211"/>
              <a:ext cx="2507622" cy="1694776"/>
              <a:chOff x="6448566" y="4221088"/>
              <a:chExt cx="2507622" cy="1694776"/>
            </a:xfrm>
          </p:grpSpPr>
          <p:sp>
            <p:nvSpPr>
              <p:cNvPr id="41" name="Rectangle 40">
                <a:extLst>
                  <a:ext uri="{FF2B5EF4-FFF2-40B4-BE49-F238E27FC236}">
                    <a16:creationId xmlns:a16="http://schemas.microsoft.com/office/drawing/2014/main" id="{5330C2F0-0A6C-414D-A958-EB97918114DE}"/>
                  </a:ext>
                </a:extLst>
              </p:cNvPr>
              <p:cNvSpPr/>
              <p:nvPr/>
            </p:nvSpPr>
            <p:spPr>
              <a:xfrm>
                <a:off x="6448566" y="4221088"/>
                <a:ext cx="2507622" cy="1694776"/>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VN"/>
              </a:p>
            </p:txBody>
          </p:sp>
          <p:sp>
            <p:nvSpPr>
              <p:cNvPr id="42" name="TextBox 41">
                <a:extLst>
                  <a:ext uri="{FF2B5EF4-FFF2-40B4-BE49-F238E27FC236}">
                    <a16:creationId xmlns:a16="http://schemas.microsoft.com/office/drawing/2014/main" id="{88AEE9CD-0EEE-EB47-9A09-055C2EBD0394}"/>
                  </a:ext>
                </a:extLst>
              </p:cNvPr>
              <p:cNvSpPr txBox="1"/>
              <p:nvPr/>
            </p:nvSpPr>
            <p:spPr>
              <a:xfrm>
                <a:off x="7297872" y="4321623"/>
                <a:ext cx="724979" cy="369332"/>
              </a:xfrm>
              <a:prstGeom prst="rect">
                <a:avLst/>
              </a:prstGeom>
              <a:noFill/>
            </p:spPr>
            <p:txBody>
              <a:bodyPr wrap="square" rtlCol="0">
                <a:spAutoFit/>
              </a:bodyPr>
              <a:lstStyle/>
              <a:p>
                <a:pPr algn="ctr"/>
                <a:r>
                  <a:rPr lang="en-VN" b="1">
                    <a:solidFill>
                      <a:srgbClr val="0432FF"/>
                    </a:solidFill>
                    <a:latin typeface="Calibri" panose="020F0502020204030204" pitchFamily="34" charset="0"/>
                    <a:cs typeface="Calibri" panose="020F0502020204030204" pitchFamily="34" charset="0"/>
                  </a:rPr>
                  <a:t>Swap</a:t>
                </a:r>
              </a:p>
            </p:txBody>
          </p:sp>
        </p:grpSp>
        <p:sp>
          <p:nvSpPr>
            <p:cNvPr id="37" name="Cube 36">
              <a:extLst>
                <a:ext uri="{FF2B5EF4-FFF2-40B4-BE49-F238E27FC236}">
                  <a16:creationId xmlns:a16="http://schemas.microsoft.com/office/drawing/2014/main" id="{5B982AA0-FD9F-A247-BC10-2CC2D4175FBC}"/>
                </a:ext>
              </a:extLst>
            </p:cNvPr>
            <p:cNvSpPr/>
            <p:nvPr/>
          </p:nvSpPr>
          <p:spPr>
            <a:xfrm>
              <a:off x="6624080" y="2496103"/>
              <a:ext cx="1031924" cy="904168"/>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38" name="TextBox 37">
              <a:extLst>
                <a:ext uri="{FF2B5EF4-FFF2-40B4-BE49-F238E27FC236}">
                  <a16:creationId xmlns:a16="http://schemas.microsoft.com/office/drawing/2014/main" id="{D379B4FC-DF8A-3B48-83E3-ABA0E1D0243C}"/>
                </a:ext>
              </a:extLst>
            </p:cNvPr>
            <p:cNvSpPr txBox="1"/>
            <p:nvPr/>
          </p:nvSpPr>
          <p:spPr>
            <a:xfrm>
              <a:off x="6794991" y="2852891"/>
              <a:ext cx="357808" cy="477054"/>
            </a:xfrm>
            <a:prstGeom prst="rect">
              <a:avLst/>
            </a:prstGeom>
            <a:noFill/>
          </p:spPr>
          <p:txBody>
            <a:bodyPr wrap="square" rtlCol="0">
              <a:spAutoFit/>
            </a:bodyPr>
            <a:lstStyle/>
            <a:p>
              <a:pPr algn="ctr"/>
              <a:r>
                <a:rPr lang="en-VN" sz="2500"/>
                <a:t>a</a:t>
              </a:r>
            </a:p>
          </p:txBody>
        </p:sp>
        <p:sp>
          <p:nvSpPr>
            <p:cNvPr id="33" name="Cube 32">
              <a:extLst>
                <a:ext uri="{FF2B5EF4-FFF2-40B4-BE49-F238E27FC236}">
                  <a16:creationId xmlns:a16="http://schemas.microsoft.com/office/drawing/2014/main" id="{FCC4685F-5414-8A49-9085-4C377CCE38F0}"/>
                </a:ext>
              </a:extLst>
            </p:cNvPr>
            <p:cNvSpPr/>
            <p:nvPr/>
          </p:nvSpPr>
          <p:spPr>
            <a:xfrm>
              <a:off x="7776208" y="2479213"/>
              <a:ext cx="1031924" cy="904168"/>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34" name="TextBox 33">
              <a:extLst>
                <a:ext uri="{FF2B5EF4-FFF2-40B4-BE49-F238E27FC236}">
                  <a16:creationId xmlns:a16="http://schemas.microsoft.com/office/drawing/2014/main" id="{BA63657A-1C24-8644-9780-1CF6A82FC73B}"/>
                </a:ext>
              </a:extLst>
            </p:cNvPr>
            <p:cNvSpPr txBox="1"/>
            <p:nvPr/>
          </p:nvSpPr>
          <p:spPr>
            <a:xfrm>
              <a:off x="7947119" y="2836001"/>
              <a:ext cx="357808" cy="477054"/>
            </a:xfrm>
            <a:prstGeom prst="rect">
              <a:avLst/>
            </a:prstGeom>
            <a:noFill/>
          </p:spPr>
          <p:txBody>
            <a:bodyPr wrap="square" rtlCol="0">
              <a:spAutoFit/>
            </a:bodyPr>
            <a:lstStyle/>
            <a:p>
              <a:pPr algn="ctr"/>
              <a:r>
                <a:rPr lang="en-VN" sz="2500"/>
                <a:t>b</a:t>
              </a:r>
            </a:p>
          </p:txBody>
        </p:sp>
        <p:sp>
          <p:nvSpPr>
            <p:cNvPr id="18" name="U-Turn Arrow 17">
              <a:extLst>
                <a:ext uri="{FF2B5EF4-FFF2-40B4-BE49-F238E27FC236}">
                  <a16:creationId xmlns:a16="http://schemas.microsoft.com/office/drawing/2014/main" id="{0F533C04-7A2A-924A-8576-C4C1B145B90C}"/>
                </a:ext>
              </a:extLst>
            </p:cNvPr>
            <p:cNvSpPr/>
            <p:nvPr/>
          </p:nvSpPr>
          <p:spPr>
            <a:xfrm rot="5400000" flipV="1">
              <a:off x="5814913" y="3324182"/>
              <a:ext cx="1873135" cy="537583"/>
            </a:xfrm>
            <a:prstGeom prst="uturnArrow">
              <a:avLst>
                <a:gd name="adj1" fmla="val 8459"/>
                <a:gd name="adj2" fmla="val 25000"/>
                <a:gd name="adj3" fmla="val 20865"/>
                <a:gd name="adj4" fmla="val 39615"/>
                <a:gd name="adj5" fmla="val 75000"/>
              </a:avLst>
            </a:prstGeom>
            <a:solidFill>
              <a:srgbClr val="FF0000"/>
            </a:solidFill>
            <a:ln>
              <a:solidFill>
                <a:srgbClr val="FF0000"/>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en-VN">
                <a:solidFill>
                  <a:schemeClr val="tx1"/>
                </a:solidFill>
              </a:endParaRPr>
            </a:p>
          </p:txBody>
        </p:sp>
        <p:sp>
          <p:nvSpPr>
            <p:cNvPr id="43" name="U-Turn Arrow 42">
              <a:extLst>
                <a:ext uri="{FF2B5EF4-FFF2-40B4-BE49-F238E27FC236}">
                  <a16:creationId xmlns:a16="http://schemas.microsoft.com/office/drawing/2014/main" id="{E50150CC-E005-1D48-BE7F-B96183234FDD}"/>
                </a:ext>
              </a:extLst>
            </p:cNvPr>
            <p:cNvSpPr/>
            <p:nvPr/>
          </p:nvSpPr>
          <p:spPr>
            <a:xfrm rot="16200000" flipH="1" flipV="1">
              <a:off x="7677372" y="3295449"/>
              <a:ext cx="1856167" cy="578078"/>
            </a:xfrm>
            <a:prstGeom prst="uturnArrow">
              <a:avLst>
                <a:gd name="adj1" fmla="val 8459"/>
                <a:gd name="adj2" fmla="val 25000"/>
                <a:gd name="adj3" fmla="val 20865"/>
                <a:gd name="adj4" fmla="val 39615"/>
                <a:gd name="adj5" fmla="val 75000"/>
              </a:avLst>
            </a:prstGeom>
            <a:solidFill>
              <a:srgbClr val="FF0000"/>
            </a:solidFill>
            <a:ln>
              <a:solidFill>
                <a:srgbClr val="FF0000"/>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en-VN">
                <a:solidFill>
                  <a:schemeClr val="tx1"/>
                </a:solidFill>
              </a:endParaRPr>
            </a:p>
          </p:txBody>
        </p:sp>
      </p:grpSp>
      <p:sp>
        <p:nvSpPr>
          <p:cNvPr id="48" name="TextBox 47">
            <a:extLst>
              <a:ext uri="{FF2B5EF4-FFF2-40B4-BE49-F238E27FC236}">
                <a16:creationId xmlns:a16="http://schemas.microsoft.com/office/drawing/2014/main" id="{72CE4937-1015-4347-940A-A6BAB855836B}"/>
              </a:ext>
            </a:extLst>
          </p:cNvPr>
          <p:cNvSpPr txBox="1"/>
          <p:nvPr/>
        </p:nvSpPr>
        <p:spPr>
          <a:xfrm>
            <a:off x="90386" y="5422526"/>
            <a:ext cx="8946110" cy="969496"/>
          </a:xfrm>
          <a:prstGeom prst="rect">
            <a:avLst/>
          </a:prstGeom>
          <a:solidFill>
            <a:srgbClr val="FFFF00"/>
          </a:solidFill>
          <a:ln>
            <a:solidFill>
              <a:srgbClr val="FF0000"/>
            </a:solidFill>
          </a:ln>
        </p:spPr>
        <p:txBody>
          <a:bodyPr wrap="square" rtlCol="0">
            <a:spAutoFit/>
          </a:bodyPr>
          <a:lstStyle/>
          <a:p>
            <a:pPr algn="ctr"/>
            <a:r>
              <a:rPr lang="en-VN" sz="1900" b="1">
                <a:solidFill>
                  <a:srgbClr val="FF0000"/>
                </a:solidFill>
              </a:rPr>
              <a:t>Lưu ý: </a:t>
            </a:r>
            <a:r>
              <a:rPr lang="en-VN" sz="1900">
                <a:solidFill>
                  <a:srgbClr val="0432FF"/>
                </a:solidFill>
              </a:rPr>
              <a:t>Khi gọi hàm, </a:t>
            </a:r>
            <a:r>
              <a:rPr lang="en-VN" sz="1900" b="1">
                <a:solidFill>
                  <a:srgbClr val="00B050"/>
                </a:solidFill>
              </a:rPr>
              <a:t>đối số của tham số dạng tham chiếu phải là biến</a:t>
            </a:r>
            <a:r>
              <a:rPr lang="en-VN" sz="1900">
                <a:solidFill>
                  <a:srgbClr val="0432FF"/>
                </a:solidFill>
              </a:rPr>
              <a:t>, </a:t>
            </a:r>
            <a:br>
              <a:rPr lang="en-VN" sz="1900">
                <a:solidFill>
                  <a:srgbClr val="0432FF"/>
                </a:solidFill>
              </a:rPr>
            </a:br>
            <a:r>
              <a:rPr lang="en-VN" sz="1900">
                <a:solidFill>
                  <a:srgbClr val="0432FF"/>
                </a:solidFill>
              </a:rPr>
              <a:t>không thể truyền giá trị </a:t>
            </a:r>
          </a:p>
          <a:p>
            <a:pPr algn="ctr"/>
            <a:r>
              <a:rPr lang="en-VN" sz="1900" i="1">
                <a:solidFill>
                  <a:srgbClr val="0432FF"/>
                </a:solidFill>
                <a:sym typeface="Wingdings" pitchFamily="2" charset="2"/>
              </a:rPr>
              <a:t> </a:t>
            </a:r>
            <a:r>
              <a:rPr lang="en-VN" sz="1900" i="1">
                <a:solidFill>
                  <a:srgbClr val="0432FF"/>
                </a:solidFill>
              </a:rPr>
              <a:t>Không thể gọi Swap(ref 8, ref 5)</a:t>
            </a:r>
          </a:p>
        </p:txBody>
      </p:sp>
    </p:spTree>
    <p:extLst>
      <p:ext uri="{BB962C8B-B14F-4D97-AF65-F5344CB8AC3E}">
        <p14:creationId xmlns:p14="http://schemas.microsoft.com/office/powerpoint/2010/main" val="38111126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8"/>
                                        </p:tgtEl>
                                        <p:attrNameLst>
                                          <p:attrName>style.visibility</p:attrName>
                                        </p:attrNameLst>
                                      </p:cBhvr>
                                      <p:to>
                                        <p:strVal val="visible"/>
                                      </p:to>
                                    </p:set>
                                    <p:anim calcmode="lin" valueType="num">
                                      <p:cBhvr additive="base">
                                        <p:cTn id="7" dur="500" fill="hold"/>
                                        <p:tgtEl>
                                          <p:spTgt spid="48"/>
                                        </p:tgtEl>
                                        <p:attrNameLst>
                                          <p:attrName>ppt_x</p:attrName>
                                        </p:attrNameLst>
                                      </p:cBhvr>
                                      <p:tavLst>
                                        <p:tav tm="0">
                                          <p:val>
                                            <p:strVal val="#ppt_x"/>
                                          </p:val>
                                        </p:tav>
                                        <p:tav tm="100000">
                                          <p:val>
                                            <p:strVal val="#ppt_x"/>
                                          </p:val>
                                        </p:tav>
                                      </p:tavLst>
                                    </p:anim>
                                    <p:anim calcmode="lin" valueType="num">
                                      <p:cBhvr additive="base">
                                        <p:cTn id="8" dur="500" fill="hold"/>
                                        <p:tgtEl>
                                          <p:spTgt spid="4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9F558-D333-EE4F-BF8A-DD5A2AF8E8E5}"/>
              </a:ext>
            </a:extLst>
          </p:cNvPr>
          <p:cNvSpPr>
            <a:spLocks noGrp="1"/>
          </p:cNvSpPr>
          <p:nvPr>
            <p:ph type="title"/>
          </p:nvPr>
        </p:nvSpPr>
        <p:spPr/>
        <p:txBody>
          <a:bodyPr>
            <a:normAutofit fontScale="90000"/>
          </a:bodyPr>
          <a:lstStyle/>
          <a:p>
            <a:r>
              <a:rPr lang="en-US"/>
              <a:t>T</a:t>
            </a:r>
            <a:r>
              <a:rPr lang="en-VN"/>
              <a:t>RUYỀN THAM CHIẾU</a:t>
            </a:r>
          </a:p>
        </p:txBody>
      </p:sp>
      <p:sp>
        <p:nvSpPr>
          <p:cNvPr id="3" name="Content Placeholder 2">
            <a:extLst>
              <a:ext uri="{FF2B5EF4-FFF2-40B4-BE49-F238E27FC236}">
                <a16:creationId xmlns:a16="http://schemas.microsoft.com/office/drawing/2014/main" id="{46E931EB-84F8-664B-A670-FCDDEF319EBC}"/>
              </a:ext>
            </a:extLst>
          </p:cNvPr>
          <p:cNvSpPr>
            <a:spLocks noGrp="1"/>
          </p:cNvSpPr>
          <p:nvPr>
            <p:ph idx="1"/>
          </p:nvPr>
        </p:nvSpPr>
        <p:spPr/>
        <p:txBody>
          <a:bodyPr/>
          <a:lstStyle/>
          <a:p>
            <a:endParaRPr lang="en-VN"/>
          </a:p>
        </p:txBody>
      </p:sp>
      <p:sp>
        <p:nvSpPr>
          <p:cNvPr id="4" name="Footer Placeholder 3">
            <a:extLst>
              <a:ext uri="{FF2B5EF4-FFF2-40B4-BE49-F238E27FC236}">
                <a16:creationId xmlns:a16="http://schemas.microsoft.com/office/drawing/2014/main" id="{F03246C0-7681-AD48-868A-D72606C1877E}"/>
              </a:ext>
            </a:extLst>
          </p:cNvPr>
          <p:cNvSpPr>
            <a:spLocks noGrp="1"/>
          </p:cNvSpPr>
          <p:nvPr>
            <p:ph type="ftr" sz="quarter" idx="11"/>
          </p:nvPr>
        </p:nvSpPr>
        <p:spPr/>
        <p:txBody>
          <a:bodyPr/>
          <a:lstStyle/>
          <a:p>
            <a:r>
              <a:rPr lang="vi-VN" dirty="0"/>
              <a:t>Bài 5: Hàm</a:t>
            </a:r>
            <a:endParaRPr lang="en-US" dirty="0"/>
          </a:p>
        </p:txBody>
      </p:sp>
      <p:sp>
        <p:nvSpPr>
          <p:cNvPr id="5" name="Slide Number Placeholder 4">
            <a:extLst>
              <a:ext uri="{FF2B5EF4-FFF2-40B4-BE49-F238E27FC236}">
                <a16:creationId xmlns:a16="http://schemas.microsoft.com/office/drawing/2014/main" id="{A2231E3D-50C2-5841-8CD1-9EA17109550A}"/>
              </a:ext>
            </a:extLst>
          </p:cNvPr>
          <p:cNvSpPr>
            <a:spLocks noGrp="1"/>
          </p:cNvSpPr>
          <p:nvPr>
            <p:ph type="sldNum" sz="quarter" idx="12"/>
          </p:nvPr>
        </p:nvSpPr>
        <p:spPr/>
        <p:txBody>
          <a:bodyPr/>
          <a:lstStyle/>
          <a:p>
            <a:fld id="{1AD93096-5B34-4342-9326-69289CEAE4C2}" type="slidenum">
              <a:rPr lang="en-US" smtClean="0"/>
              <a:pPr/>
              <a:t>39</a:t>
            </a:fld>
            <a:endParaRPr lang="en-US" dirty="0"/>
          </a:p>
        </p:txBody>
      </p:sp>
      <p:sp>
        <p:nvSpPr>
          <p:cNvPr id="27" name="Content Placeholder 5">
            <a:extLst>
              <a:ext uri="{FF2B5EF4-FFF2-40B4-BE49-F238E27FC236}">
                <a16:creationId xmlns:a16="http://schemas.microsoft.com/office/drawing/2014/main" id="{AB9DFC89-818A-5444-BD5A-A62A26C593CB}"/>
              </a:ext>
            </a:extLst>
          </p:cNvPr>
          <p:cNvSpPr txBox="1">
            <a:spLocks/>
          </p:cNvSpPr>
          <p:nvPr/>
        </p:nvSpPr>
        <p:spPr>
          <a:xfrm>
            <a:off x="90386" y="1503294"/>
            <a:ext cx="6154486" cy="3851412"/>
          </a:xfrm>
          <a:prstGeom prst="rect">
            <a:avLst/>
          </a:prstGeom>
        </p:spPr>
        <p:style>
          <a:lnRef idx="2">
            <a:schemeClr val="accent2"/>
          </a:lnRef>
          <a:fillRef idx="1">
            <a:schemeClr val="lt1"/>
          </a:fillRef>
          <a:effectRef idx="0">
            <a:schemeClr val="accent2"/>
          </a:effectRef>
          <a:fontRef idx="minor">
            <a:schemeClr val="dk1"/>
          </a:fontRef>
        </p:style>
        <p:txBody>
          <a:bodyPr>
            <a:noAutofit/>
          </a:bodyPr>
          <a:lstStyle>
            <a:lvl1pPr marL="308610" indent="-257175" algn="l" rtl="0" eaLnBrk="1" latinLnBrk="0" hangingPunct="1">
              <a:spcBef>
                <a:spcPts val="525"/>
              </a:spcBef>
              <a:buSzPct val="95000"/>
              <a:buFont typeface="Wingdings"/>
              <a:buChar char=""/>
              <a:defRPr sz="1500" kern="1200" spc="0">
                <a:solidFill>
                  <a:schemeClr val="tx1"/>
                </a:solidFill>
                <a:latin typeface="+mn-lt"/>
                <a:ea typeface="+mn-ea"/>
                <a:cs typeface="Arial" pitchFamily="34" charset="0"/>
              </a:defRPr>
            </a:lvl1pPr>
            <a:lvl2pPr marL="555498" indent="-214313" algn="l" rtl="0" eaLnBrk="1" latinLnBrk="0" hangingPunct="1">
              <a:spcBef>
                <a:spcPct val="20000"/>
              </a:spcBef>
              <a:buClr>
                <a:schemeClr val="accent2"/>
              </a:buClr>
              <a:buSzPct val="90000"/>
              <a:buFont typeface="Wingdings"/>
              <a:buChar char=""/>
              <a:defRPr sz="1350" kern="1200" spc="0">
                <a:solidFill>
                  <a:schemeClr val="tx1"/>
                </a:solidFill>
                <a:latin typeface="+mn-lt"/>
                <a:ea typeface="+mn-ea"/>
                <a:cs typeface="Arial" pitchFamily="34" charset="0"/>
              </a:defRPr>
            </a:lvl2pPr>
            <a:lvl3pPr marL="747522" indent="-171450" algn="l" rtl="0" eaLnBrk="1" latinLnBrk="0" hangingPunct="1">
              <a:spcBef>
                <a:spcPct val="20000"/>
              </a:spcBef>
              <a:buClr>
                <a:schemeClr val="accent2"/>
              </a:buClr>
              <a:buFont typeface="Wingdings 2"/>
              <a:buChar char=""/>
              <a:defRPr sz="1200" kern="1200" spc="0">
                <a:solidFill>
                  <a:schemeClr val="tx1"/>
                </a:solidFill>
                <a:latin typeface="+mn-lt"/>
                <a:ea typeface="+mn-ea"/>
                <a:cs typeface="Arial" pitchFamily="34" charset="0"/>
              </a:defRPr>
            </a:lvl3pPr>
            <a:lvl4pPr marL="946404" indent="-171450" algn="l" rtl="0" eaLnBrk="1" latinLnBrk="0" hangingPunct="1">
              <a:spcBef>
                <a:spcPct val="20000"/>
              </a:spcBef>
              <a:buClr>
                <a:schemeClr val="accent3"/>
              </a:buClr>
              <a:buFont typeface="Wingdings 3"/>
              <a:buChar char=""/>
              <a:defRPr sz="1200" kern="1200" spc="0">
                <a:solidFill>
                  <a:schemeClr val="tx1"/>
                </a:solidFill>
                <a:latin typeface="+mn-lt"/>
                <a:ea typeface="+mn-ea"/>
                <a:cs typeface="Arial" pitchFamily="34" charset="0"/>
              </a:defRPr>
            </a:lvl4pPr>
            <a:lvl5pPr marL="1110996" indent="-157734" algn="l" rtl="0" eaLnBrk="1" latinLnBrk="0" hangingPunct="1">
              <a:spcBef>
                <a:spcPct val="20000"/>
              </a:spcBef>
              <a:buClr>
                <a:schemeClr val="accent3"/>
              </a:buClr>
              <a:buFont typeface="Wingdings 2"/>
              <a:buChar char=""/>
              <a:defRPr sz="1050" kern="1200" spc="0">
                <a:solidFill>
                  <a:schemeClr val="tx1"/>
                </a:solidFill>
                <a:latin typeface="+mn-lt"/>
                <a:ea typeface="+mn-ea"/>
                <a:cs typeface="Arial" pitchFamily="34" charset="0"/>
              </a:defRPr>
            </a:lvl5pPr>
            <a:lvl6pPr marL="1282446" indent="-157734" algn="l" rtl="0" eaLnBrk="1" latinLnBrk="0" hangingPunct="1">
              <a:spcBef>
                <a:spcPct val="20000"/>
              </a:spcBef>
              <a:buClr>
                <a:schemeClr val="accent3"/>
              </a:buClr>
              <a:buFont typeface="Wingdings 2"/>
              <a:buChar char=""/>
              <a:defRPr sz="1350" kern="1200">
                <a:solidFill>
                  <a:schemeClr val="tx1"/>
                </a:solidFill>
                <a:latin typeface="+mn-lt"/>
                <a:ea typeface="+mn-ea"/>
                <a:cs typeface="+mn-cs"/>
              </a:defRPr>
            </a:lvl6pPr>
            <a:lvl7pPr marL="1426464"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7pPr>
            <a:lvl8pPr marL="1570482"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8pPr>
            <a:lvl9pPr marL="1714500"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9pPr>
            <a:extLst/>
          </a:lstStyle>
          <a:p>
            <a:pPr marL="51435" indent="0">
              <a:spcBef>
                <a:spcPts val="0"/>
              </a:spcBef>
              <a:buNone/>
            </a:pPr>
            <a:r>
              <a:rPr lang="en-US" sz="1400">
                <a:solidFill>
                  <a:srgbClr val="0432FF"/>
                </a:solidFill>
                <a:latin typeface="Consolas" panose="020B0609020204030204" pitchFamily="49" charset="0"/>
              </a:rPr>
              <a:t>static</a:t>
            </a:r>
            <a:r>
              <a:rPr lang="en-US" sz="1400">
                <a:latin typeface="Consolas" panose="020B0609020204030204" pitchFamily="49" charset="0"/>
              </a:rPr>
              <a:t> </a:t>
            </a:r>
            <a:r>
              <a:rPr lang="en-US" sz="1400">
                <a:solidFill>
                  <a:srgbClr val="0000FF"/>
                </a:solidFill>
                <a:latin typeface="Consolas" panose="020B0609020204030204" pitchFamily="49" charset="0"/>
              </a:rPr>
              <a:t>void</a:t>
            </a:r>
            <a:r>
              <a:rPr lang="en-US" sz="1400">
                <a:latin typeface="Consolas" panose="020B0609020204030204" pitchFamily="49" charset="0"/>
              </a:rPr>
              <a:t> </a:t>
            </a:r>
            <a:r>
              <a:rPr lang="en-US" sz="1400" dirty="0">
                <a:solidFill>
                  <a:srgbClr val="FEA400"/>
                </a:solidFill>
                <a:latin typeface="Consolas" panose="020B0609020204030204" pitchFamily="49" charset="0"/>
              </a:rPr>
              <a:t>Swap</a:t>
            </a:r>
            <a:r>
              <a:rPr lang="en-US" sz="1400">
                <a:latin typeface="Consolas" panose="020B0609020204030204" pitchFamily="49" charset="0"/>
              </a:rPr>
              <a:t>(</a:t>
            </a:r>
            <a:r>
              <a:rPr lang="en-US" sz="1400">
                <a:solidFill>
                  <a:srgbClr val="FF0000"/>
                </a:solidFill>
                <a:highlight>
                  <a:srgbClr val="FFFF00"/>
                </a:highlight>
                <a:latin typeface="Consolas" panose="020B0609020204030204" pitchFamily="49" charset="0"/>
              </a:rPr>
              <a:t>ref</a:t>
            </a:r>
            <a:r>
              <a:rPr lang="en-US" sz="1400">
                <a:highlight>
                  <a:srgbClr val="FFFF00"/>
                </a:highlight>
                <a:latin typeface="Consolas" panose="020B0609020204030204" pitchFamily="49" charset="0"/>
              </a:rPr>
              <a:t> </a:t>
            </a:r>
            <a:r>
              <a:rPr lang="en-US" sz="1400">
                <a:solidFill>
                  <a:srgbClr val="0432FF"/>
                </a:solidFill>
                <a:highlight>
                  <a:srgbClr val="FFFF00"/>
                </a:highlight>
                <a:latin typeface="Consolas" panose="020B0609020204030204" pitchFamily="49" charset="0"/>
              </a:rPr>
              <a:t>int</a:t>
            </a:r>
            <a:r>
              <a:rPr lang="en-US" sz="1400">
                <a:solidFill>
                  <a:schemeClr val="bg1"/>
                </a:solidFill>
                <a:highlight>
                  <a:srgbClr val="FFFF00"/>
                </a:highlight>
                <a:latin typeface="Consolas" panose="020B0609020204030204" pitchFamily="49" charset="0"/>
              </a:rPr>
              <a:t> </a:t>
            </a:r>
            <a:r>
              <a:rPr lang="en-US" sz="1400">
                <a:solidFill>
                  <a:schemeClr val="accent6">
                    <a:lumMod val="75000"/>
                  </a:schemeClr>
                </a:solidFill>
                <a:highlight>
                  <a:srgbClr val="FFFF00"/>
                </a:highlight>
                <a:latin typeface="Consolas" panose="020B0609020204030204" pitchFamily="49" charset="0"/>
              </a:rPr>
              <a:t>a</a:t>
            </a:r>
            <a:r>
              <a:rPr lang="en-US" sz="1400">
                <a:highlight>
                  <a:srgbClr val="FFFF00"/>
                </a:highlight>
                <a:latin typeface="Consolas" panose="020B0609020204030204" pitchFamily="49" charset="0"/>
              </a:rPr>
              <a:t>, </a:t>
            </a:r>
            <a:r>
              <a:rPr lang="en-US" sz="1400">
                <a:solidFill>
                  <a:srgbClr val="FF0000"/>
                </a:solidFill>
                <a:highlight>
                  <a:srgbClr val="FFFF00"/>
                </a:highlight>
                <a:latin typeface="Consolas" panose="020B0609020204030204" pitchFamily="49" charset="0"/>
              </a:rPr>
              <a:t>ref</a:t>
            </a:r>
            <a:r>
              <a:rPr lang="en-US" sz="1400">
                <a:highlight>
                  <a:srgbClr val="FFFF00"/>
                </a:highlight>
                <a:latin typeface="Consolas" panose="020B0609020204030204" pitchFamily="49" charset="0"/>
              </a:rPr>
              <a:t> </a:t>
            </a:r>
            <a:r>
              <a:rPr lang="en-US" sz="1400">
                <a:solidFill>
                  <a:srgbClr val="0432FF"/>
                </a:solidFill>
                <a:highlight>
                  <a:srgbClr val="FFFF00"/>
                </a:highlight>
                <a:latin typeface="Consolas" panose="020B0609020204030204" pitchFamily="49" charset="0"/>
              </a:rPr>
              <a:t>int</a:t>
            </a:r>
            <a:r>
              <a:rPr lang="en-US" sz="1400">
                <a:solidFill>
                  <a:schemeClr val="bg1"/>
                </a:solidFill>
                <a:highlight>
                  <a:srgbClr val="FFFF00"/>
                </a:highlight>
                <a:latin typeface="Consolas" panose="020B0609020204030204" pitchFamily="49" charset="0"/>
              </a:rPr>
              <a:t> </a:t>
            </a:r>
            <a:r>
              <a:rPr lang="en-US" sz="1400">
                <a:solidFill>
                  <a:schemeClr val="accent6">
                    <a:lumMod val="75000"/>
                  </a:schemeClr>
                </a:solidFill>
                <a:highlight>
                  <a:srgbClr val="FFFF00"/>
                </a:highlight>
                <a:latin typeface="Consolas" panose="020B0609020204030204" pitchFamily="49" charset="0"/>
              </a:rPr>
              <a:t>b</a:t>
            </a:r>
            <a:r>
              <a:rPr lang="en-US" sz="1400">
                <a:latin typeface="Consolas" panose="020B0609020204030204" pitchFamily="49" charset="0"/>
              </a:rPr>
              <a:t>)</a:t>
            </a:r>
          </a:p>
          <a:p>
            <a:pPr marL="51435" indent="0">
              <a:spcBef>
                <a:spcPts val="0"/>
              </a:spcBef>
              <a:buNone/>
            </a:pPr>
            <a:r>
              <a:rPr lang="en-US" sz="1400">
                <a:latin typeface="Consolas" panose="020B0609020204030204" pitchFamily="49" charset="0"/>
              </a:rPr>
              <a:t>{</a:t>
            </a:r>
          </a:p>
          <a:p>
            <a:pPr marL="51435" indent="0">
              <a:spcBef>
                <a:spcPts val="0"/>
              </a:spcBef>
              <a:buNone/>
            </a:pPr>
            <a:r>
              <a:rPr lang="en-US" sz="1400">
                <a:solidFill>
                  <a:schemeClr val="bg1"/>
                </a:solidFill>
                <a:latin typeface="Consolas" panose="020B0609020204030204" pitchFamily="49" charset="0"/>
              </a:rPr>
              <a:t>    </a:t>
            </a:r>
            <a:r>
              <a:rPr lang="en-US" sz="1400">
                <a:solidFill>
                  <a:srgbClr val="0432FF"/>
                </a:solidFill>
                <a:latin typeface="Consolas" panose="020B0609020204030204" pitchFamily="49" charset="0"/>
              </a:rPr>
              <a:t>int</a:t>
            </a:r>
            <a:r>
              <a:rPr lang="en-US" sz="1400">
                <a:solidFill>
                  <a:schemeClr val="bg1"/>
                </a:solidFill>
                <a:latin typeface="Consolas" panose="020B0609020204030204" pitchFamily="49" charset="0"/>
              </a:rPr>
              <a:t> </a:t>
            </a:r>
            <a:r>
              <a:rPr lang="en-US" sz="1400">
                <a:solidFill>
                  <a:schemeClr val="accent6">
                    <a:lumMod val="75000"/>
                  </a:schemeClr>
                </a:solidFill>
                <a:latin typeface="Consolas" panose="020B0609020204030204" pitchFamily="49" charset="0"/>
              </a:rPr>
              <a:t>temp </a:t>
            </a:r>
            <a:r>
              <a:rPr lang="en-US" sz="1400">
                <a:latin typeface="Consolas" panose="020B0609020204030204" pitchFamily="49" charset="0"/>
              </a:rPr>
              <a:t>=</a:t>
            </a:r>
            <a:r>
              <a:rPr lang="en-US" sz="1400">
                <a:solidFill>
                  <a:schemeClr val="accent6">
                    <a:lumMod val="75000"/>
                  </a:schemeClr>
                </a:solidFill>
                <a:latin typeface="Consolas" panose="020B0609020204030204" pitchFamily="49" charset="0"/>
              </a:rPr>
              <a:t> a</a:t>
            </a:r>
          </a:p>
          <a:p>
            <a:pPr marL="51435" indent="0">
              <a:spcBef>
                <a:spcPts val="0"/>
              </a:spcBef>
              <a:buNone/>
            </a:pPr>
            <a:r>
              <a:rPr lang="en-US" sz="1400">
                <a:solidFill>
                  <a:schemeClr val="accent6">
                    <a:lumMod val="75000"/>
                  </a:schemeClr>
                </a:solidFill>
                <a:latin typeface="Consolas" panose="020B0609020204030204" pitchFamily="49" charset="0"/>
              </a:rPr>
              <a:t>    a </a:t>
            </a:r>
            <a:r>
              <a:rPr lang="en-US" sz="1400">
                <a:latin typeface="Consolas" panose="020B0609020204030204" pitchFamily="49" charset="0"/>
              </a:rPr>
              <a:t>= </a:t>
            </a:r>
            <a:r>
              <a:rPr lang="en-US" sz="1400">
                <a:solidFill>
                  <a:schemeClr val="accent6">
                    <a:lumMod val="75000"/>
                  </a:schemeClr>
                </a:solidFill>
                <a:latin typeface="Consolas" panose="020B0609020204030204" pitchFamily="49" charset="0"/>
              </a:rPr>
              <a:t>b</a:t>
            </a:r>
            <a:r>
              <a:rPr lang="en-US" sz="1400">
                <a:latin typeface="Consolas" panose="020B0609020204030204" pitchFamily="49" charset="0"/>
              </a:rPr>
              <a:t>;</a:t>
            </a:r>
          </a:p>
          <a:p>
            <a:pPr marL="51435" indent="0">
              <a:spcBef>
                <a:spcPts val="0"/>
              </a:spcBef>
              <a:buNone/>
            </a:pPr>
            <a:r>
              <a:rPr lang="en-US" sz="1400">
                <a:solidFill>
                  <a:schemeClr val="accent6">
                    <a:lumMod val="75000"/>
                  </a:schemeClr>
                </a:solidFill>
                <a:latin typeface="Consolas" panose="020B0609020204030204" pitchFamily="49" charset="0"/>
              </a:rPr>
              <a:t>    b </a:t>
            </a:r>
            <a:r>
              <a:rPr lang="en-US" sz="1400">
                <a:latin typeface="Consolas" panose="020B0609020204030204" pitchFamily="49" charset="0"/>
              </a:rPr>
              <a:t>= </a:t>
            </a:r>
            <a:r>
              <a:rPr lang="en-US" sz="1400">
                <a:solidFill>
                  <a:schemeClr val="accent6">
                    <a:lumMod val="75000"/>
                  </a:schemeClr>
                </a:solidFill>
                <a:latin typeface="Consolas" panose="020B0609020204030204" pitchFamily="49" charset="0"/>
              </a:rPr>
              <a:t>temp</a:t>
            </a:r>
            <a:r>
              <a:rPr lang="en-US" sz="1400">
                <a:latin typeface="Consolas" panose="020B0609020204030204" pitchFamily="49" charset="0"/>
              </a:rPr>
              <a:t>;</a:t>
            </a:r>
          </a:p>
          <a:p>
            <a:pPr marL="51435" indent="0">
              <a:spcBef>
                <a:spcPts val="0"/>
              </a:spcBef>
              <a:buNone/>
            </a:pPr>
            <a:r>
              <a:rPr lang="en-US" sz="1400">
                <a:solidFill>
                  <a:srgbClr val="2B91AF"/>
                </a:solidFill>
                <a:latin typeface="Consolas" panose="020B0609020204030204" pitchFamily="49" charset="0"/>
              </a:rPr>
              <a:t>    Console</a:t>
            </a:r>
            <a:r>
              <a:rPr lang="en-US" sz="1400">
                <a:latin typeface="Consolas" panose="020B0609020204030204" pitchFamily="49" charset="0"/>
              </a:rPr>
              <a:t>.</a:t>
            </a:r>
            <a:r>
              <a:rPr lang="en-US" sz="1400">
                <a:solidFill>
                  <a:srgbClr val="FEA400"/>
                </a:solidFill>
                <a:latin typeface="Consolas" panose="020B0609020204030204" pitchFamily="49" charset="0"/>
              </a:rPr>
              <a:t>WriteLine</a:t>
            </a:r>
            <a:r>
              <a:rPr lang="en-US" sz="1400">
                <a:latin typeface="Consolas" panose="020B0609020204030204" pitchFamily="49" charset="0"/>
                <a:cs typeface="Consolas" panose="020B0609020204030204" pitchFamily="49" charset="0"/>
              </a:rPr>
              <a:t>($</a:t>
            </a:r>
            <a:r>
              <a:rPr lang="en-US" sz="1400">
                <a:solidFill>
                  <a:srgbClr val="A31515"/>
                </a:solidFill>
                <a:latin typeface="Consolas" panose="020B0609020204030204" pitchFamily="49" charset="0"/>
              </a:rPr>
              <a:t>"In Swap method: a = </a:t>
            </a:r>
            <a:r>
              <a:rPr lang="en-US" sz="1400">
                <a:latin typeface="Consolas" panose="020B0609020204030204" pitchFamily="49" charset="0"/>
              </a:rPr>
              <a:t>{</a:t>
            </a:r>
            <a:r>
              <a:rPr lang="en-US" sz="1400">
                <a:solidFill>
                  <a:schemeClr val="accent6">
                    <a:lumMod val="75000"/>
                  </a:schemeClr>
                </a:solidFill>
                <a:latin typeface="Consolas" panose="020B0609020204030204" pitchFamily="49" charset="0"/>
              </a:rPr>
              <a:t>a</a:t>
            </a:r>
            <a:r>
              <a:rPr lang="en-US" sz="1400">
                <a:latin typeface="Consolas" panose="020B0609020204030204" pitchFamily="49" charset="0"/>
              </a:rPr>
              <a:t>}</a:t>
            </a:r>
            <a:r>
              <a:rPr lang="en-US" sz="1400">
                <a:solidFill>
                  <a:srgbClr val="A31515"/>
                </a:solidFill>
                <a:latin typeface="Consolas" panose="020B0609020204030204" pitchFamily="49" charset="0"/>
              </a:rPr>
              <a:t>, b = </a:t>
            </a:r>
            <a:r>
              <a:rPr lang="en-US" sz="1400">
                <a:latin typeface="Consolas" panose="020B0609020204030204" pitchFamily="49" charset="0"/>
              </a:rPr>
              <a:t>{</a:t>
            </a:r>
            <a:r>
              <a:rPr lang="en-US" sz="1400">
                <a:solidFill>
                  <a:schemeClr val="accent6">
                    <a:lumMod val="75000"/>
                  </a:schemeClr>
                </a:solidFill>
                <a:latin typeface="Consolas" panose="020B0609020204030204" pitchFamily="49" charset="0"/>
              </a:rPr>
              <a:t>b</a:t>
            </a:r>
            <a:r>
              <a:rPr lang="en-US" sz="1400">
                <a:latin typeface="Consolas" panose="020B0609020204030204" pitchFamily="49" charset="0"/>
              </a:rPr>
              <a:t>}</a:t>
            </a:r>
            <a:r>
              <a:rPr lang="en-US" sz="1400">
                <a:solidFill>
                  <a:srgbClr val="A31515"/>
                </a:solidFill>
                <a:latin typeface="Consolas" panose="020B0609020204030204" pitchFamily="49" charset="0"/>
              </a:rPr>
              <a:t>"</a:t>
            </a:r>
            <a:r>
              <a:rPr lang="en-US" sz="1400">
                <a:latin typeface="Consolas" panose="020B0609020204030204" pitchFamily="49" charset="0"/>
                <a:cs typeface="Consolas" panose="020B0609020204030204" pitchFamily="49" charset="0"/>
              </a:rPr>
              <a:t>);</a:t>
            </a:r>
            <a:endParaRPr lang="en-US" sz="1400">
              <a:latin typeface="Consolas" panose="020B0609020204030204" pitchFamily="49" charset="0"/>
            </a:endParaRPr>
          </a:p>
          <a:p>
            <a:pPr marL="51435" indent="0">
              <a:spcBef>
                <a:spcPts val="0"/>
              </a:spcBef>
              <a:buNone/>
            </a:pPr>
            <a:r>
              <a:rPr lang="en-US" sz="1400">
                <a:latin typeface="Consolas" panose="020B0609020204030204" pitchFamily="49" charset="0"/>
              </a:rPr>
              <a:t>}</a:t>
            </a:r>
          </a:p>
          <a:p>
            <a:pPr marL="51435" indent="0" algn="just">
              <a:spcBef>
                <a:spcPts val="0"/>
              </a:spcBef>
              <a:buNone/>
            </a:pPr>
            <a:endParaRPr lang="en-US" sz="1400">
              <a:solidFill>
                <a:schemeClr val="bg1"/>
              </a:solidFill>
              <a:latin typeface="Consolas" panose="020B0609020204030204" pitchFamily="49" charset="0"/>
            </a:endParaRPr>
          </a:p>
          <a:p>
            <a:pPr marL="51435" indent="0" algn="just">
              <a:spcBef>
                <a:spcPts val="0"/>
              </a:spcBef>
              <a:buNone/>
            </a:pPr>
            <a:r>
              <a:rPr lang="en-US" sz="1400">
                <a:solidFill>
                  <a:srgbClr val="0000FF"/>
                </a:solidFill>
                <a:latin typeface="Consolas" panose="020B0609020204030204" pitchFamily="49" charset="0"/>
              </a:rPr>
              <a:t>static</a:t>
            </a:r>
            <a:r>
              <a:rPr lang="en-US" sz="1400">
                <a:latin typeface="Consolas" panose="020B0609020204030204" pitchFamily="49" charset="0"/>
              </a:rPr>
              <a:t> </a:t>
            </a:r>
            <a:r>
              <a:rPr lang="en-US" sz="1400">
                <a:solidFill>
                  <a:srgbClr val="0000FF"/>
                </a:solidFill>
                <a:latin typeface="Consolas" panose="020B0609020204030204" pitchFamily="49" charset="0"/>
              </a:rPr>
              <a:t>void</a:t>
            </a:r>
            <a:r>
              <a:rPr lang="en-US" sz="1400">
                <a:latin typeface="Consolas" panose="020B0609020204030204" pitchFamily="49" charset="0"/>
              </a:rPr>
              <a:t> </a:t>
            </a:r>
            <a:r>
              <a:rPr lang="en-US" sz="1400">
                <a:solidFill>
                  <a:srgbClr val="FEA400"/>
                </a:solidFill>
                <a:latin typeface="Consolas" panose="020B0609020204030204" pitchFamily="49" charset="0"/>
              </a:rPr>
              <a:t>Main</a:t>
            </a:r>
            <a:r>
              <a:rPr lang="en-US" sz="1400">
                <a:latin typeface="Consolas" panose="020B0609020204030204" pitchFamily="49" charset="0"/>
              </a:rPr>
              <a:t>(</a:t>
            </a:r>
            <a:r>
              <a:rPr lang="en-US" sz="1400">
                <a:solidFill>
                  <a:srgbClr val="0000FF"/>
                </a:solidFill>
                <a:latin typeface="Consolas" panose="020B0609020204030204" pitchFamily="49" charset="0"/>
              </a:rPr>
              <a:t>string</a:t>
            </a:r>
            <a:r>
              <a:rPr lang="en-US" sz="1400">
                <a:latin typeface="Consolas" panose="020B0609020204030204" pitchFamily="49" charset="0"/>
              </a:rPr>
              <a:t>[] args)</a:t>
            </a:r>
          </a:p>
          <a:p>
            <a:pPr marL="51435" indent="0" algn="just">
              <a:spcBef>
                <a:spcPts val="0"/>
              </a:spcBef>
              <a:buNone/>
            </a:pPr>
            <a:r>
              <a:rPr lang="en-US" sz="1400">
                <a:latin typeface="Consolas" panose="020B0609020204030204" pitchFamily="49" charset="0"/>
              </a:rPr>
              <a:t>{</a:t>
            </a:r>
          </a:p>
          <a:p>
            <a:pPr marL="51435" indent="0">
              <a:spcBef>
                <a:spcPts val="0"/>
              </a:spcBef>
              <a:buNone/>
            </a:pPr>
            <a:r>
              <a:rPr lang="en-US" sz="1400">
                <a:solidFill>
                  <a:srgbClr val="0432FF"/>
                </a:solidFill>
                <a:latin typeface="Consolas" panose="020B0609020204030204" pitchFamily="49" charset="0"/>
              </a:rPr>
              <a:t>    int</a:t>
            </a:r>
            <a:r>
              <a:rPr lang="en-US" sz="1400">
                <a:solidFill>
                  <a:schemeClr val="bg1"/>
                </a:solidFill>
                <a:latin typeface="Consolas" panose="020B0609020204030204" pitchFamily="49" charset="0"/>
              </a:rPr>
              <a:t> </a:t>
            </a:r>
            <a:r>
              <a:rPr lang="en-US" sz="1400">
                <a:solidFill>
                  <a:schemeClr val="accent6">
                    <a:lumMod val="75000"/>
                  </a:schemeClr>
                </a:solidFill>
                <a:latin typeface="Consolas" panose="020B0609020204030204" pitchFamily="49" charset="0"/>
              </a:rPr>
              <a:t>a </a:t>
            </a:r>
            <a:r>
              <a:rPr lang="en-US" sz="1400">
                <a:latin typeface="Consolas" panose="020B0609020204030204" pitchFamily="49" charset="0"/>
              </a:rPr>
              <a:t>= 8;</a:t>
            </a:r>
          </a:p>
          <a:p>
            <a:pPr marL="51435" indent="0">
              <a:spcBef>
                <a:spcPts val="0"/>
              </a:spcBef>
              <a:buNone/>
            </a:pPr>
            <a:r>
              <a:rPr lang="en-US" sz="1400">
                <a:solidFill>
                  <a:srgbClr val="0432FF"/>
                </a:solidFill>
                <a:latin typeface="Consolas" panose="020B0609020204030204" pitchFamily="49" charset="0"/>
              </a:rPr>
              <a:t>    int</a:t>
            </a:r>
            <a:r>
              <a:rPr lang="en-US" sz="1400">
                <a:solidFill>
                  <a:schemeClr val="bg1"/>
                </a:solidFill>
                <a:latin typeface="Consolas" panose="020B0609020204030204" pitchFamily="49" charset="0"/>
              </a:rPr>
              <a:t> </a:t>
            </a:r>
            <a:r>
              <a:rPr lang="en-US" sz="1400">
                <a:solidFill>
                  <a:schemeClr val="accent6">
                    <a:lumMod val="75000"/>
                  </a:schemeClr>
                </a:solidFill>
                <a:latin typeface="Consolas" panose="020B0609020204030204" pitchFamily="49" charset="0"/>
              </a:rPr>
              <a:t>b </a:t>
            </a:r>
            <a:r>
              <a:rPr lang="en-US" sz="1400">
                <a:latin typeface="Consolas" panose="020B0609020204030204" pitchFamily="49" charset="0"/>
              </a:rPr>
              <a:t>= 5;</a:t>
            </a:r>
          </a:p>
          <a:p>
            <a:pPr marL="51435" indent="0">
              <a:spcBef>
                <a:spcPts val="0"/>
              </a:spcBef>
              <a:buNone/>
            </a:pPr>
            <a:r>
              <a:rPr lang="en-US" sz="1400">
                <a:solidFill>
                  <a:srgbClr val="2B91AF"/>
                </a:solidFill>
                <a:latin typeface="Consolas" panose="020B0609020204030204" pitchFamily="49" charset="0"/>
              </a:rPr>
              <a:t>    Console</a:t>
            </a:r>
            <a:r>
              <a:rPr lang="en-US" sz="1400">
                <a:latin typeface="Consolas" panose="020B0609020204030204" pitchFamily="49" charset="0"/>
              </a:rPr>
              <a:t>.</a:t>
            </a:r>
            <a:r>
              <a:rPr lang="en-US" sz="1400">
                <a:solidFill>
                  <a:srgbClr val="FEA400"/>
                </a:solidFill>
                <a:latin typeface="Consolas" panose="020B0609020204030204" pitchFamily="49" charset="0"/>
              </a:rPr>
              <a:t>WriteLine</a:t>
            </a:r>
            <a:r>
              <a:rPr lang="en-US" sz="1400">
                <a:latin typeface="Consolas" panose="020B0609020204030204" pitchFamily="49" charset="0"/>
                <a:cs typeface="Consolas" panose="020B0609020204030204" pitchFamily="49" charset="0"/>
              </a:rPr>
              <a:t>($</a:t>
            </a:r>
            <a:r>
              <a:rPr lang="en-US" sz="1400">
                <a:solidFill>
                  <a:srgbClr val="A31515"/>
                </a:solidFill>
                <a:latin typeface="Consolas" panose="020B0609020204030204" pitchFamily="49" charset="0"/>
              </a:rPr>
              <a:t>"Before swapping: a = </a:t>
            </a:r>
            <a:r>
              <a:rPr lang="en-US" sz="1400">
                <a:latin typeface="Consolas" panose="020B0609020204030204" pitchFamily="49" charset="0"/>
              </a:rPr>
              <a:t>{</a:t>
            </a:r>
            <a:r>
              <a:rPr lang="en-US" sz="1400">
                <a:solidFill>
                  <a:schemeClr val="accent6">
                    <a:lumMod val="75000"/>
                  </a:schemeClr>
                </a:solidFill>
                <a:latin typeface="Consolas" panose="020B0609020204030204" pitchFamily="49" charset="0"/>
              </a:rPr>
              <a:t>a</a:t>
            </a:r>
            <a:r>
              <a:rPr lang="en-US" sz="1400">
                <a:latin typeface="Consolas" panose="020B0609020204030204" pitchFamily="49" charset="0"/>
              </a:rPr>
              <a:t>}</a:t>
            </a:r>
            <a:r>
              <a:rPr lang="en-US" sz="1400">
                <a:solidFill>
                  <a:srgbClr val="A31515"/>
                </a:solidFill>
                <a:latin typeface="Consolas" panose="020B0609020204030204" pitchFamily="49" charset="0"/>
              </a:rPr>
              <a:t>, b = </a:t>
            </a:r>
            <a:r>
              <a:rPr lang="en-US" sz="1400">
                <a:latin typeface="Consolas" panose="020B0609020204030204" pitchFamily="49" charset="0"/>
              </a:rPr>
              <a:t>{</a:t>
            </a:r>
            <a:r>
              <a:rPr lang="en-US" sz="1400">
                <a:solidFill>
                  <a:schemeClr val="accent6">
                    <a:lumMod val="75000"/>
                  </a:schemeClr>
                </a:solidFill>
                <a:latin typeface="Consolas" panose="020B0609020204030204" pitchFamily="49" charset="0"/>
              </a:rPr>
              <a:t>b</a:t>
            </a:r>
            <a:r>
              <a:rPr lang="en-US" sz="1400">
                <a:latin typeface="Consolas" panose="020B0609020204030204" pitchFamily="49" charset="0"/>
              </a:rPr>
              <a:t>}</a:t>
            </a:r>
            <a:r>
              <a:rPr lang="en-US" sz="1400">
                <a:solidFill>
                  <a:srgbClr val="A31515"/>
                </a:solidFill>
                <a:latin typeface="Consolas" panose="020B0609020204030204" pitchFamily="49" charset="0"/>
              </a:rPr>
              <a:t>"</a:t>
            </a:r>
            <a:r>
              <a:rPr lang="en-US" sz="1400">
                <a:latin typeface="Consolas" panose="020B0609020204030204" pitchFamily="49" charset="0"/>
                <a:cs typeface="Consolas" panose="020B0609020204030204" pitchFamily="49" charset="0"/>
              </a:rPr>
              <a:t>);</a:t>
            </a:r>
          </a:p>
          <a:p>
            <a:pPr marL="51435" indent="0">
              <a:spcBef>
                <a:spcPts val="0"/>
              </a:spcBef>
              <a:buNone/>
            </a:pPr>
            <a:r>
              <a:rPr lang="en-US" sz="1400" dirty="0">
                <a:solidFill>
                  <a:srgbClr val="FEA400"/>
                </a:solidFill>
                <a:latin typeface="Consolas" panose="020B0609020204030204" pitchFamily="49" charset="0"/>
              </a:rPr>
              <a:t>    Swap</a:t>
            </a:r>
            <a:r>
              <a:rPr lang="en-US" sz="1400">
                <a:latin typeface="Consolas" panose="020B0609020204030204" pitchFamily="49" charset="0"/>
              </a:rPr>
              <a:t>(</a:t>
            </a:r>
            <a:r>
              <a:rPr lang="en-US" sz="1400">
                <a:solidFill>
                  <a:srgbClr val="FF0000"/>
                </a:solidFill>
                <a:latin typeface="Consolas" panose="020B0609020204030204" pitchFamily="49" charset="0"/>
              </a:rPr>
              <a:t>ref</a:t>
            </a:r>
            <a:r>
              <a:rPr lang="en-US" sz="1400">
                <a:latin typeface="Consolas" panose="020B0609020204030204" pitchFamily="49" charset="0"/>
              </a:rPr>
              <a:t> </a:t>
            </a:r>
            <a:r>
              <a:rPr lang="en-US" sz="1400">
                <a:solidFill>
                  <a:schemeClr val="accent6">
                    <a:lumMod val="75000"/>
                  </a:schemeClr>
                </a:solidFill>
                <a:latin typeface="Consolas" panose="020B0609020204030204" pitchFamily="49" charset="0"/>
              </a:rPr>
              <a:t>a</a:t>
            </a:r>
            <a:r>
              <a:rPr lang="en-US" sz="1400">
                <a:latin typeface="Consolas" panose="020B0609020204030204" pitchFamily="49" charset="0"/>
              </a:rPr>
              <a:t>, </a:t>
            </a:r>
            <a:r>
              <a:rPr lang="en-US" sz="1400">
                <a:solidFill>
                  <a:srgbClr val="FF0000"/>
                </a:solidFill>
                <a:latin typeface="Consolas" panose="020B0609020204030204" pitchFamily="49" charset="0"/>
              </a:rPr>
              <a:t>ref</a:t>
            </a:r>
            <a:r>
              <a:rPr lang="en-US" sz="1400">
                <a:solidFill>
                  <a:schemeClr val="accent6">
                    <a:lumMod val="75000"/>
                  </a:schemeClr>
                </a:solidFill>
                <a:latin typeface="Consolas" panose="020B0609020204030204" pitchFamily="49" charset="0"/>
              </a:rPr>
              <a:t> b</a:t>
            </a:r>
            <a:r>
              <a:rPr lang="en-US" sz="1400">
                <a:latin typeface="Consolas" panose="020B0609020204030204" pitchFamily="49" charset="0"/>
              </a:rPr>
              <a:t>);</a:t>
            </a:r>
          </a:p>
          <a:p>
            <a:pPr marL="51435" indent="0">
              <a:spcBef>
                <a:spcPts val="0"/>
              </a:spcBef>
              <a:buNone/>
            </a:pPr>
            <a:r>
              <a:rPr lang="en-US" sz="1400">
                <a:solidFill>
                  <a:srgbClr val="2B91AF"/>
                </a:solidFill>
                <a:latin typeface="Consolas" panose="020B0609020204030204" pitchFamily="49" charset="0"/>
              </a:rPr>
              <a:t>    Console</a:t>
            </a:r>
            <a:r>
              <a:rPr lang="en-US" sz="1400">
                <a:latin typeface="Consolas" panose="020B0609020204030204" pitchFamily="49" charset="0"/>
              </a:rPr>
              <a:t>.</a:t>
            </a:r>
            <a:r>
              <a:rPr lang="en-US" sz="1400">
                <a:solidFill>
                  <a:srgbClr val="FEA400"/>
                </a:solidFill>
                <a:latin typeface="Consolas" panose="020B0609020204030204" pitchFamily="49" charset="0"/>
              </a:rPr>
              <a:t>WriteLine</a:t>
            </a:r>
            <a:r>
              <a:rPr lang="en-US" sz="1400">
                <a:latin typeface="Consolas" panose="020B0609020204030204" pitchFamily="49" charset="0"/>
                <a:cs typeface="Consolas" panose="020B0609020204030204" pitchFamily="49" charset="0"/>
              </a:rPr>
              <a:t>($</a:t>
            </a:r>
            <a:r>
              <a:rPr lang="en-US" sz="1400">
                <a:solidFill>
                  <a:srgbClr val="A31515"/>
                </a:solidFill>
                <a:latin typeface="Consolas" panose="020B0609020204030204" pitchFamily="49" charset="0"/>
              </a:rPr>
              <a:t>"After swapping: a = </a:t>
            </a:r>
            <a:r>
              <a:rPr lang="en-US" sz="1400">
                <a:latin typeface="Consolas" panose="020B0609020204030204" pitchFamily="49" charset="0"/>
              </a:rPr>
              <a:t>{</a:t>
            </a:r>
            <a:r>
              <a:rPr lang="en-US" sz="1400">
                <a:solidFill>
                  <a:schemeClr val="accent6">
                    <a:lumMod val="75000"/>
                  </a:schemeClr>
                </a:solidFill>
                <a:latin typeface="Consolas" panose="020B0609020204030204" pitchFamily="49" charset="0"/>
              </a:rPr>
              <a:t>a</a:t>
            </a:r>
            <a:r>
              <a:rPr lang="en-US" sz="1400">
                <a:latin typeface="Consolas" panose="020B0609020204030204" pitchFamily="49" charset="0"/>
              </a:rPr>
              <a:t>}</a:t>
            </a:r>
            <a:r>
              <a:rPr lang="en-US" sz="1400">
                <a:solidFill>
                  <a:srgbClr val="A31515"/>
                </a:solidFill>
                <a:latin typeface="Consolas" panose="020B0609020204030204" pitchFamily="49" charset="0"/>
              </a:rPr>
              <a:t>, b = </a:t>
            </a:r>
            <a:r>
              <a:rPr lang="en-US" sz="1400">
                <a:latin typeface="Consolas" panose="020B0609020204030204" pitchFamily="49" charset="0"/>
              </a:rPr>
              <a:t>{</a:t>
            </a:r>
            <a:r>
              <a:rPr lang="en-US" sz="1400">
                <a:solidFill>
                  <a:schemeClr val="accent6">
                    <a:lumMod val="75000"/>
                  </a:schemeClr>
                </a:solidFill>
                <a:latin typeface="Consolas" panose="020B0609020204030204" pitchFamily="49" charset="0"/>
              </a:rPr>
              <a:t>b</a:t>
            </a:r>
            <a:r>
              <a:rPr lang="en-US" sz="1400">
                <a:latin typeface="Consolas" panose="020B0609020204030204" pitchFamily="49" charset="0"/>
              </a:rPr>
              <a:t>}</a:t>
            </a:r>
            <a:r>
              <a:rPr lang="en-US" sz="1400">
                <a:solidFill>
                  <a:srgbClr val="A31515"/>
                </a:solidFill>
                <a:latin typeface="Consolas" panose="020B0609020204030204" pitchFamily="49" charset="0"/>
              </a:rPr>
              <a:t>"</a:t>
            </a:r>
            <a:r>
              <a:rPr lang="en-US" sz="1400">
                <a:latin typeface="Consolas" panose="020B0609020204030204" pitchFamily="49" charset="0"/>
                <a:cs typeface="Consolas" panose="020B0609020204030204" pitchFamily="49" charset="0"/>
              </a:rPr>
              <a:t>);</a:t>
            </a:r>
            <a:endParaRPr lang="en-US" sz="1400">
              <a:latin typeface="Consolas" panose="020B0609020204030204" pitchFamily="49" charset="0"/>
            </a:endParaRPr>
          </a:p>
          <a:p>
            <a:pPr marL="51435" indent="0">
              <a:spcBef>
                <a:spcPts val="0"/>
              </a:spcBef>
              <a:buNone/>
            </a:pPr>
            <a:r>
              <a:rPr lang="en-US" sz="1400">
                <a:latin typeface="Consolas" panose="020B0609020204030204" pitchFamily="49" charset="0"/>
              </a:rPr>
              <a:t>}</a:t>
            </a:r>
          </a:p>
        </p:txBody>
      </p:sp>
      <p:sp>
        <p:nvSpPr>
          <p:cNvPr id="36" name="Rectangle 35">
            <a:extLst>
              <a:ext uri="{FF2B5EF4-FFF2-40B4-BE49-F238E27FC236}">
                <a16:creationId xmlns:a16="http://schemas.microsoft.com/office/drawing/2014/main" id="{15698DBF-9742-1D4B-92F7-C164613764E4}"/>
              </a:ext>
            </a:extLst>
          </p:cNvPr>
          <p:cNvSpPr/>
          <p:nvPr/>
        </p:nvSpPr>
        <p:spPr>
          <a:xfrm>
            <a:off x="557654" y="1941439"/>
            <a:ext cx="5620887" cy="692920"/>
          </a:xfrm>
          <a:prstGeom prst="rect">
            <a:avLst/>
          </a:prstGeom>
          <a:solidFill>
            <a:srgbClr val="FFFF00">
              <a:alpha val="26391"/>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grpSp>
        <p:nvGrpSpPr>
          <p:cNvPr id="15" name="Group 14">
            <a:extLst>
              <a:ext uri="{FF2B5EF4-FFF2-40B4-BE49-F238E27FC236}">
                <a16:creationId xmlns:a16="http://schemas.microsoft.com/office/drawing/2014/main" id="{A93E9682-D105-6172-BDB0-68D14204B214}"/>
              </a:ext>
            </a:extLst>
          </p:cNvPr>
          <p:cNvGrpSpPr/>
          <p:nvPr/>
        </p:nvGrpSpPr>
        <p:grpSpPr>
          <a:xfrm>
            <a:off x="6375617" y="1500240"/>
            <a:ext cx="2660879" cy="3857521"/>
            <a:chOff x="6375617" y="2153543"/>
            <a:chExt cx="2660879" cy="3857521"/>
          </a:xfrm>
        </p:grpSpPr>
        <p:sp>
          <p:nvSpPr>
            <p:cNvPr id="7" name="Rectangle 6">
              <a:extLst>
                <a:ext uri="{FF2B5EF4-FFF2-40B4-BE49-F238E27FC236}">
                  <a16:creationId xmlns:a16="http://schemas.microsoft.com/office/drawing/2014/main" id="{017118D7-FF79-3B44-A42B-3224CA0A0058}"/>
                </a:ext>
              </a:extLst>
            </p:cNvPr>
            <p:cNvSpPr/>
            <p:nvPr/>
          </p:nvSpPr>
          <p:spPr>
            <a:xfrm>
              <a:off x="6375617" y="2153543"/>
              <a:ext cx="2660879" cy="3857521"/>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VN"/>
            </a:p>
          </p:txBody>
        </p:sp>
        <p:grpSp>
          <p:nvGrpSpPr>
            <p:cNvPr id="14" name="Group 13">
              <a:extLst>
                <a:ext uri="{FF2B5EF4-FFF2-40B4-BE49-F238E27FC236}">
                  <a16:creationId xmlns:a16="http://schemas.microsoft.com/office/drawing/2014/main" id="{8DC8490A-FEC6-A246-8550-4196DCEAB4FC}"/>
                </a:ext>
              </a:extLst>
            </p:cNvPr>
            <p:cNvGrpSpPr/>
            <p:nvPr/>
          </p:nvGrpSpPr>
          <p:grpSpPr>
            <a:xfrm>
              <a:off x="6448566" y="4221088"/>
              <a:ext cx="2515922" cy="1694776"/>
              <a:chOff x="6448566" y="4221088"/>
              <a:chExt cx="2515922" cy="1694776"/>
            </a:xfrm>
          </p:grpSpPr>
          <p:grpSp>
            <p:nvGrpSpPr>
              <p:cNvPr id="8" name="Group 7">
                <a:extLst>
                  <a:ext uri="{FF2B5EF4-FFF2-40B4-BE49-F238E27FC236}">
                    <a16:creationId xmlns:a16="http://schemas.microsoft.com/office/drawing/2014/main" id="{E28B5928-840B-464B-841B-75D2B3DAA252}"/>
                  </a:ext>
                </a:extLst>
              </p:cNvPr>
              <p:cNvGrpSpPr/>
              <p:nvPr/>
            </p:nvGrpSpPr>
            <p:grpSpPr>
              <a:xfrm>
                <a:off x="6448566" y="4221088"/>
                <a:ext cx="2507622" cy="1694776"/>
                <a:chOff x="6448566" y="4221088"/>
                <a:chExt cx="2507622" cy="1694776"/>
              </a:xfrm>
            </p:grpSpPr>
            <p:sp>
              <p:nvSpPr>
                <p:cNvPr id="26" name="Rectangle 25">
                  <a:extLst>
                    <a:ext uri="{FF2B5EF4-FFF2-40B4-BE49-F238E27FC236}">
                      <a16:creationId xmlns:a16="http://schemas.microsoft.com/office/drawing/2014/main" id="{4308B351-EAA4-8E45-84E0-515CD6E4F1A9}"/>
                    </a:ext>
                  </a:extLst>
                </p:cNvPr>
                <p:cNvSpPr/>
                <p:nvPr/>
              </p:nvSpPr>
              <p:spPr>
                <a:xfrm>
                  <a:off x="6448566" y="4221088"/>
                  <a:ext cx="2507622" cy="1694776"/>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VN"/>
                </a:p>
              </p:txBody>
            </p:sp>
            <p:sp>
              <p:nvSpPr>
                <p:cNvPr id="6" name="TextBox 5">
                  <a:extLst>
                    <a:ext uri="{FF2B5EF4-FFF2-40B4-BE49-F238E27FC236}">
                      <a16:creationId xmlns:a16="http://schemas.microsoft.com/office/drawing/2014/main" id="{B091BEE9-D18B-3147-BC37-7DE3EEB8580F}"/>
                    </a:ext>
                  </a:extLst>
                </p:cNvPr>
                <p:cNvSpPr txBox="1"/>
                <p:nvPr/>
              </p:nvSpPr>
              <p:spPr>
                <a:xfrm>
                  <a:off x="7297872" y="4321623"/>
                  <a:ext cx="724979" cy="369332"/>
                </a:xfrm>
                <a:prstGeom prst="rect">
                  <a:avLst/>
                </a:prstGeom>
                <a:noFill/>
              </p:spPr>
              <p:txBody>
                <a:bodyPr wrap="square" rtlCol="0">
                  <a:spAutoFit/>
                </a:bodyPr>
                <a:lstStyle/>
                <a:p>
                  <a:pPr algn="ctr"/>
                  <a:r>
                    <a:rPr lang="en-VN" b="1">
                      <a:solidFill>
                        <a:srgbClr val="0432FF"/>
                      </a:solidFill>
                      <a:latin typeface="Calibri" panose="020F0502020204030204" pitchFamily="34" charset="0"/>
                      <a:cs typeface="Calibri" panose="020F0502020204030204" pitchFamily="34" charset="0"/>
                    </a:rPr>
                    <a:t>Main</a:t>
                  </a:r>
                </a:p>
              </p:txBody>
            </p:sp>
          </p:grpSp>
          <p:grpSp>
            <p:nvGrpSpPr>
              <p:cNvPr id="9" name="Group 8">
                <a:extLst>
                  <a:ext uri="{FF2B5EF4-FFF2-40B4-BE49-F238E27FC236}">
                    <a16:creationId xmlns:a16="http://schemas.microsoft.com/office/drawing/2014/main" id="{1FC3DDDF-6B29-1043-8642-104679B9CF34}"/>
                  </a:ext>
                </a:extLst>
              </p:cNvPr>
              <p:cNvGrpSpPr/>
              <p:nvPr/>
            </p:nvGrpSpPr>
            <p:grpSpPr>
              <a:xfrm>
                <a:off x="6628438" y="4708127"/>
                <a:ext cx="1183922" cy="1041021"/>
                <a:chOff x="2549476" y="5131179"/>
                <a:chExt cx="1183922" cy="1041021"/>
              </a:xfrm>
            </p:grpSpPr>
            <p:sp>
              <p:nvSpPr>
                <p:cNvPr id="10" name="Cube 9">
                  <a:extLst>
                    <a:ext uri="{FF2B5EF4-FFF2-40B4-BE49-F238E27FC236}">
                      <a16:creationId xmlns:a16="http://schemas.microsoft.com/office/drawing/2014/main" id="{203F4FE4-4102-7241-9BDA-D9F3CE713E0B}"/>
                    </a:ext>
                  </a:extLst>
                </p:cNvPr>
                <p:cNvSpPr/>
                <p:nvPr/>
              </p:nvSpPr>
              <p:spPr>
                <a:xfrm>
                  <a:off x="2549476" y="5268032"/>
                  <a:ext cx="1031924" cy="904168"/>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1" name="TextBox 10">
                  <a:extLst>
                    <a:ext uri="{FF2B5EF4-FFF2-40B4-BE49-F238E27FC236}">
                      <a16:creationId xmlns:a16="http://schemas.microsoft.com/office/drawing/2014/main" id="{4E5C2BEE-9243-7749-B104-7221FAF2400A}"/>
                    </a:ext>
                  </a:extLst>
                </p:cNvPr>
                <p:cNvSpPr txBox="1"/>
                <p:nvPr/>
              </p:nvSpPr>
              <p:spPr>
                <a:xfrm>
                  <a:off x="2720387" y="5624820"/>
                  <a:ext cx="357808" cy="477054"/>
                </a:xfrm>
                <a:prstGeom prst="rect">
                  <a:avLst/>
                </a:prstGeom>
                <a:noFill/>
              </p:spPr>
              <p:txBody>
                <a:bodyPr wrap="square" rtlCol="0">
                  <a:spAutoFit/>
                </a:bodyPr>
                <a:lstStyle/>
                <a:p>
                  <a:pPr algn="ctr"/>
                  <a:r>
                    <a:rPr lang="en-VN" sz="2500"/>
                    <a:t>a</a:t>
                  </a:r>
                </a:p>
              </p:txBody>
            </p:sp>
            <p:sp>
              <p:nvSpPr>
                <p:cNvPr id="12" name="TextBox 11">
                  <a:extLst>
                    <a:ext uri="{FF2B5EF4-FFF2-40B4-BE49-F238E27FC236}">
                      <a16:creationId xmlns:a16="http://schemas.microsoft.com/office/drawing/2014/main" id="{6E88D47F-18B2-1C49-8413-22CCB65D76E7}"/>
                    </a:ext>
                  </a:extLst>
                </p:cNvPr>
                <p:cNvSpPr txBox="1"/>
                <p:nvPr/>
              </p:nvSpPr>
              <p:spPr>
                <a:xfrm>
                  <a:off x="3103541" y="5445224"/>
                  <a:ext cx="629857" cy="477054"/>
                </a:xfrm>
                <a:prstGeom prst="rect">
                  <a:avLst/>
                </a:prstGeom>
                <a:noFill/>
                <a:scene3d>
                  <a:camera prst="isometricRightUp">
                    <a:rot lat="1800000" lon="18000000" rev="0"/>
                  </a:camera>
                  <a:lightRig rig="threePt" dir="t"/>
                </a:scene3d>
              </p:spPr>
              <p:txBody>
                <a:bodyPr wrap="square" rtlCol="0">
                  <a:spAutoFit/>
                </a:bodyPr>
                <a:lstStyle/>
                <a:p>
                  <a:pPr algn="ctr"/>
                  <a:r>
                    <a:rPr lang="en-VN" sz="2500"/>
                    <a:t>int</a:t>
                  </a:r>
                </a:p>
              </p:txBody>
            </p:sp>
            <p:sp>
              <p:nvSpPr>
                <p:cNvPr id="13" name="TextBox 12">
                  <a:extLst>
                    <a:ext uri="{FF2B5EF4-FFF2-40B4-BE49-F238E27FC236}">
                      <a16:creationId xmlns:a16="http://schemas.microsoft.com/office/drawing/2014/main" id="{44A3BA20-464E-3545-9062-49CE65322D5F}"/>
                    </a:ext>
                  </a:extLst>
                </p:cNvPr>
                <p:cNvSpPr txBox="1"/>
                <p:nvPr/>
              </p:nvSpPr>
              <p:spPr>
                <a:xfrm>
                  <a:off x="2899291" y="5131179"/>
                  <a:ext cx="357808" cy="553998"/>
                </a:xfrm>
                <a:prstGeom prst="rect">
                  <a:avLst/>
                </a:prstGeom>
                <a:noFill/>
              </p:spPr>
              <p:txBody>
                <a:bodyPr wrap="square" rtlCol="0">
                  <a:spAutoFit/>
                </a:bodyPr>
                <a:lstStyle/>
                <a:p>
                  <a:pPr algn="ctr"/>
                  <a:r>
                    <a:rPr lang="en-VN" sz="3000" b="1">
                      <a:solidFill>
                        <a:schemeClr val="bg1"/>
                      </a:solidFill>
                    </a:rPr>
                    <a:t>8</a:t>
                  </a:r>
                </a:p>
              </p:txBody>
            </p:sp>
          </p:grpSp>
          <p:grpSp>
            <p:nvGrpSpPr>
              <p:cNvPr id="20" name="Group 19">
                <a:extLst>
                  <a:ext uri="{FF2B5EF4-FFF2-40B4-BE49-F238E27FC236}">
                    <a16:creationId xmlns:a16="http://schemas.microsoft.com/office/drawing/2014/main" id="{EE34EF6E-773B-AA46-A71C-449627CFCE6E}"/>
                  </a:ext>
                </a:extLst>
              </p:cNvPr>
              <p:cNvGrpSpPr/>
              <p:nvPr/>
            </p:nvGrpSpPr>
            <p:grpSpPr>
              <a:xfrm>
                <a:off x="7780566" y="4691237"/>
                <a:ext cx="1183922" cy="1041021"/>
                <a:chOff x="2549476" y="5131179"/>
                <a:chExt cx="1183922" cy="1041021"/>
              </a:xfrm>
            </p:grpSpPr>
            <p:sp>
              <p:nvSpPr>
                <p:cNvPr id="21" name="Cube 20">
                  <a:extLst>
                    <a:ext uri="{FF2B5EF4-FFF2-40B4-BE49-F238E27FC236}">
                      <a16:creationId xmlns:a16="http://schemas.microsoft.com/office/drawing/2014/main" id="{18A3C763-D36F-1C46-BC48-6FCBE0BC4C2C}"/>
                    </a:ext>
                  </a:extLst>
                </p:cNvPr>
                <p:cNvSpPr/>
                <p:nvPr/>
              </p:nvSpPr>
              <p:spPr>
                <a:xfrm>
                  <a:off x="2549476" y="5268032"/>
                  <a:ext cx="1031924" cy="904168"/>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2" name="TextBox 21">
                  <a:extLst>
                    <a:ext uri="{FF2B5EF4-FFF2-40B4-BE49-F238E27FC236}">
                      <a16:creationId xmlns:a16="http://schemas.microsoft.com/office/drawing/2014/main" id="{269ABC8A-A147-7147-9308-E8BA4D1642C8}"/>
                    </a:ext>
                  </a:extLst>
                </p:cNvPr>
                <p:cNvSpPr txBox="1"/>
                <p:nvPr/>
              </p:nvSpPr>
              <p:spPr>
                <a:xfrm>
                  <a:off x="2720387" y="5624820"/>
                  <a:ext cx="357808" cy="477054"/>
                </a:xfrm>
                <a:prstGeom prst="rect">
                  <a:avLst/>
                </a:prstGeom>
                <a:noFill/>
              </p:spPr>
              <p:txBody>
                <a:bodyPr wrap="square" rtlCol="0">
                  <a:spAutoFit/>
                </a:bodyPr>
                <a:lstStyle/>
                <a:p>
                  <a:pPr algn="ctr"/>
                  <a:r>
                    <a:rPr lang="en-VN" sz="2500"/>
                    <a:t>b</a:t>
                  </a:r>
                </a:p>
              </p:txBody>
            </p:sp>
            <p:sp>
              <p:nvSpPr>
                <p:cNvPr id="23" name="TextBox 22">
                  <a:extLst>
                    <a:ext uri="{FF2B5EF4-FFF2-40B4-BE49-F238E27FC236}">
                      <a16:creationId xmlns:a16="http://schemas.microsoft.com/office/drawing/2014/main" id="{C9580063-EDCB-634C-BECF-FE4F07DC5C25}"/>
                    </a:ext>
                  </a:extLst>
                </p:cNvPr>
                <p:cNvSpPr txBox="1"/>
                <p:nvPr/>
              </p:nvSpPr>
              <p:spPr>
                <a:xfrm>
                  <a:off x="3103541" y="5445224"/>
                  <a:ext cx="629857" cy="477054"/>
                </a:xfrm>
                <a:prstGeom prst="rect">
                  <a:avLst/>
                </a:prstGeom>
                <a:noFill/>
                <a:scene3d>
                  <a:camera prst="isometricRightUp">
                    <a:rot lat="1800000" lon="18000000" rev="0"/>
                  </a:camera>
                  <a:lightRig rig="threePt" dir="t"/>
                </a:scene3d>
              </p:spPr>
              <p:txBody>
                <a:bodyPr wrap="square" rtlCol="0">
                  <a:spAutoFit/>
                </a:bodyPr>
                <a:lstStyle/>
                <a:p>
                  <a:pPr algn="ctr"/>
                  <a:r>
                    <a:rPr lang="en-VN" sz="2500"/>
                    <a:t>int</a:t>
                  </a:r>
                </a:p>
              </p:txBody>
            </p:sp>
            <p:sp>
              <p:nvSpPr>
                <p:cNvPr id="24" name="TextBox 23">
                  <a:extLst>
                    <a:ext uri="{FF2B5EF4-FFF2-40B4-BE49-F238E27FC236}">
                      <a16:creationId xmlns:a16="http://schemas.microsoft.com/office/drawing/2014/main" id="{06906E88-C39C-4E46-861F-C2B218453DB1}"/>
                    </a:ext>
                  </a:extLst>
                </p:cNvPr>
                <p:cNvSpPr txBox="1"/>
                <p:nvPr/>
              </p:nvSpPr>
              <p:spPr>
                <a:xfrm>
                  <a:off x="2899291" y="5131179"/>
                  <a:ext cx="357808" cy="553998"/>
                </a:xfrm>
                <a:prstGeom prst="rect">
                  <a:avLst/>
                </a:prstGeom>
                <a:noFill/>
              </p:spPr>
              <p:txBody>
                <a:bodyPr wrap="square" rtlCol="0">
                  <a:spAutoFit/>
                </a:bodyPr>
                <a:lstStyle/>
                <a:p>
                  <a:pPr algn="ctr"/>
                  <a:r>
                    <a:rPr lang="en-VN" sz="3000" b="1">
                      <a:solidFill>
                        <a:schemeClr val="bg1"/>
                      </a:solidFill>
                    </a:rPr>
                    <a:t>5</a:t>
                  </a:r>
                </a:p>
              </p:txBody>
            </p:sp>
          </p:grpSp>
        </p:grpSp>
        <p:grpSp>
          <p:nvGrpSpPr>
            <p:cNvPr id="30" name="Group 29">
              <a:extLst>
                <a:ext uri="{FF2B5EF4-FFF2-40B4-BE49-F238E27FC236}">
                  <a16:creationId xmlns:a16="http://schemas.microsoft.com/office/drawing/2014/main" id="{C3203A95-E85B-BC49-B67B-02DDD2A85E72}"/>
                </a:ext>
              </a:extLst>
            </p:cNvPr>
            <p:cNvGrpSpPr/>
            <p:nvPr/>
          </p:nvGrpSpPr>
          <p:grpSpPr>
            <a:xfrm>
              <a:off x="6444208" y="2366043"/>
              <a:ext cx="2507622" cy="1694776"/>
              <a:chOff x="6448566" y="4221088"/>
              <a:chExt cx="2507622" cy="1694776"/>
            </a:xfrm>
          </p:grpSpPr>
          <p:sp>
            <p:nvSpPr>
              <p:cNvPr id="41" name="Rectangle 40">
                <a:extLst>
                  <a:ext uri="{FF2B5EF4-FFF2-40B4-BE49-F238E27FC236}">
                    <a16:creationId xmlns:a16="http://schemas.microsoft.com/office/drawing/2014/main" id="{5330C2F0-0A6C-414D-A958-EB97918114DE}"/>
                  </a:ext>
                </a:extLst>
              </p:cNvPr>
              <p:cNvSpPr/>
              <p:nvPr/>
            </p:nvSpPr>
            <p:spPr>
              <a:xfrm>
                <a:off x="6448566" y="4221088"/>
                <a:ext cx="2507622" cy="1694776"/>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VN"/>
              </a:p>
            </p:txBody>
          </p:sp>
          <p:sp>
            <p:nvSpPr>
              <p:cNvPr id="42" name="TextBox 41">
                <a:extLst>
                  <a:ext uri="{FF2B5EF4-FFF2-40B4-BE49-F238E27FC236}">
                    <a16:creationId xmlns:a16="http://schemas.microsoft.com/office/drawing/2014/main" id="{88AEE9CD-0EEE-EB47-9A09-055C2EBD0394}"/>
                  </a:ext>
                </a:extLst>
              </p:cNvPr>
              <p:cNvSpPr txBox="1"/>
              <p:nvPr/>
            </p:nvSpPr>
            <p:spPr>
              <a:xfrm>
                <a:off x="7297872" y="4321623"/>
                <a:ext cx="724979" cy="369332"/>
              </a:xfrm>
              <a:prstGeom prst="rect">
                <a:avLst/>
              </a:prstGeom>
              <a:noFill/>
            </p:spPr>
            <p:txBody>
              <a:bodyPr wrap="square" rtlCol="0">
                <a:spAutoFit/>
              </a:bodyPr>
              <a:lstStyle/>
              <a:p>
                <a:pPr algn="ctr"/>
                <a:r>
                  <a:rPr lang="en-VN" b="1">
                    <a:solidFill>
                      <a:srgbClr val="0432FF"/>
                    </a:solidFill>
                    <a:latin typeface="Calibri" panose="020F0502020204030204" pitchFamily="34" charset="0"/>
                    <a:cs typeface="Calibri" panose="020F0502020204030204" pitchFamily="34" charset="0"/>
                  </a:rPr>
                  <a:t>Swap</a:t>
                </a:r>
              </a:p>
            </p:txBody>
          </p:sp>
        </p:grpSp>
        <p:sp>
          <p:nvSpPr>
            <p:cNvPr id="37" name="Cube 36">
              <a:extLst>
                <a:ext uri="{FF2B5EF4-FFF2-40B4-BE49-F238E27FC236}">
                  <a16:creationId xmlns:a16="http://schemas.microsoft.com/office/drawing/2014/main" id="{5B982AA0-FD9F-A247-BC10-2CC2D4175FBC}"/>
                </a:ext>
              </a:extLst>
            </p:cNvPr>
            <p:cNvSpPr/>
            <p:nvPr/>
          </p:nvSpPr>
          <p:spPr>
            <a:xfrm>
              <a:off x="6624080" y="2989935"/>
              <a:ext cx="1031924" cy="904168"/>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38" name="TextBox 37">
              <a:extLst>
                <a:ext uri="{FF2B5EF4-FFF2-40B4-BE49-F238E27FC236}">
                  <a16:creationId xmlns:a16="http://schemas.microsoft.com/office/drawing/2014/main" id="{D379B4FC-DF8A-3B48-83E3-ABA0E1D0243C}"/>
                </a:ext>
              </a:extLst>
            </p:cNvPr>
            <p:cNvSpPr txBox="1"/>
            <p:nvPr/>
          </p:nvSpPr>
          <p:spPr>
            <a:xfrm>
              <a:off x="6794991" y="3346723"/>
              <a:ext cx="357808" cy="477054"/>
            </a:xfrm>
            <a:prstGeom prst="rect">
              <a:avLst/>
            </a:prstGeom>
            <a:noFill/>
          </p:spPr>
          <p:txBody>
            <a:bodyPr wrap="square" rtlCol="0">
              <a:spAutoFit/>
            </a:bodyPr>
            <a:lstStyle/>
            <a:p>
              <a:pPr algn="ctr"/>
              <a:r>
                <a:rPr lang="en-VN" sz="2500"/>
                <a:t>a</a:t>
              </a:r>
            </a:p>
          </p:txBody>
        </p:sp>
        <p:sp>
          <p:nvSpPr>
            <p:cNvPr id="33" name="Cube 32">
              <a:extLst>
                <a:ext uri="{FF2B5EF4-FFF2-40B4-BE49-F238E27FC236}">
                  <a16:creationId xmlns:a16="http://schemas.microsoft.com/office/drawing/2014/main" id="{FCC4685F-5414-8A49-9085-4C377CCE38F0}"/>
                </a:ext>
              </a:extLst>
            </p:cNvPr>
            <p:cNvSpPr/>
            <p:nvPr/>
          </p:nvSpPr>
          <p:spPr>
            <a:xfrm>
              <a:off x="7776208" y="2973045"/>
              <a:ext cx="1031924" cy="904168"/>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34" name="TextBox 33">
              <a:extLst>
                <a:ext uri="{FF2B5EF4-FFF2-40B4-BE49-F238E27FC236}">
                  <a16:creationId xmlns:a16="http://schemas.microsoft.com/office/drawing/2014/main" id="{BA63657A-1C24-8644-9780-1CF6A82FC73B}"/>
                </a:ext>
              </a:extLst>
            </p:cNvPr>
            <p:cNvSpPr txBox="1"/>
            <p:nvPr/>
          </p:nvSpPr>
          <p:spPr>
            <a:xfrm>
              <a:off x="7947119" y="3329833"/>
              <a:ext cx="357808" cy="477054"/>
            </a:xfrm>
            <a:prstGeom prst="rect">
              <a:avLst/>
            </a:prstGeom>
            <a:noFill/>
          </p:spPr>
          <p:txBody>
            <a:bodyPr wrap="square" rtlCol="0">
              <a:spAutoFit/>
            </a:bodyPr>
            <a:lstStyle/>
            <a:p>
              <a:pPr algn="ctr"/>
              <a:r>
                <a:rPr lang="en-VN" sz="2500"/>
                <a:t>b</a:t>
              </a:r>
            </a:p>
          </p:txBody>
        </p:sp>
        <p:sp>
          <p:nvSpPr>
            <p:cNvPr id="18" name="U-Turn Arrow 17">
              <a:extLst>
                <a:ext uri="{FF2B5EF4-FFF2-40B4-BE49-F238E27FC236}">
                  <a16:creationId xmlns:a16="http://schemas.microsoft.com/office/drawing/2014/main" id="{0F533C04-7A2A-924A-8576-C4C1B145B90C}"/>
                </a:ext>
              </a:extLst>
            </p:cNvPr>
            <p:cNvSpPr/>
            <p:nvPr/>
          </p:nvSpPr>
          <p:spPr>
            <a:xfrm rot="5400000" flipV="1">
              <a:off x="5814913" y="3818014"/>
              <a:ext cx="1873135" cy="537583"/>
            </a:xfrm>
            <a:prstGeom prst="uturnArrow">
              <a:avLst>
                <a:gd name="adj1" fmla="val 8459"/>
                <a:gd name="adj2" fmla="val 25000"/>
                <a:gd name="adj3" fmla="val 20865"/>
                <a:gd name="adj4" fmla="val 39615"/>
                <a:gd name="adj5" fmla="val 75000"/>
              </a:avLst>
            </a:prstGeom>
            <a:solidFill>
              <a:srgbClr val="FF0000"/>
            </a:solidFill>
            <a:ln>
              <a:solidFill>
                <a:srgbClr val="FF0000"/>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en-VN">
                <a:solidFill>
                  <a:schemeClr val="tx1"/>
                </a:solidFill>
              </a:endParaRPr>
            </a:p>
          </p:txBody>
        </p:sp>
        <p:sp>
          <p:nvSpPr>
            <p:cNvPr id="43" name="U-Turn Arrow 42">
              <a:extLst>
                <a:ext uri="{FF2B5EF4-FFF2-40B4-BE49-F238E27FC236}">
                  <a16:creationId xmlns:a16="http://schemas.microsoft.com/office/drawing/2014/main" id="{E50150CC-E005-1D48-BE7F-B96183234FDD}"/>
                </a:ext>
              </a:extLst>
            </p:cNvPr>
            <p:cNvSpPr/>
            <p:nvPr/>
          </p:nvSpPr>
          <p:spPr>
            <a:xfrm rot="16200000" flipH="1" flipV="1">
              <a:off x="7677372" y="3789281"/>
              <a:ext cx="1856167" cy="578078"/>
            </a:xfrm>
            <a:prstGeom prst="uturnArrow">
              <a:avLst>
                <a:gd name="adj1" fmla="val 8459"/>
                <a:gd name="adj2" fmla="val 25000"/>
                <a:gd name="adj3" fmla="val 20865"/>
                <a:gd name="adj4" fmla="val 39615"/>
                <a:gd name="adj5" fmla="val 75000"/>
              </a:avLst>
            </a:prstGeom>
            <a:solidFill>
              <a:srgbClr val="FF0000"/>
            </a:solidFill>
            <a:ln>
              <a:solidFill>
                <a:srgbClr val="FF0000"/>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en-VN">
                <a:solidFill>
                  <a:schemeClr val="tx1"/>
                </a:solidFill>
              </a:endParaRPr>
            </a:p>
          </p:txBody>
        </p:sp>
        <p:cxnSp>
          <p:nvCxnSpPr>
            <p:cNvPr id="40" name="Elbow Connector 39">
              <a:extLst>
                <a:ext uri="{FF2B5EF4-FFF2-40B4-BE49-F238E27FC236}">
                  <a16:creationId xmlns:a16="http://schemas.microsoft.com/office/drawing/2014/main" id="{94AA22B2-A572-7742-86EC-5FF5C5C8CA72}"/>
                </a:ext>
              </a:extLst>
            </p:cNvPr>
            <p:cNvCxnSpPr>
              <a:cxnSpLocks/>
            </p:cNvCxnSpPr>
            <p:nvPr/>
          </p:nvCxnSpPr>
          <p:spPr>
            <a:xfrm rot="5400000" flipH="1" flipV="1">
              <a:off x="7720418" y="2268573"/>
              <a:ext cx="16890" cy="1152128"/>
            </a:xfrm>
            <a:prstGeom prst="bentConnector3">
              <a:avLst>
                <a:gd name="adj1" fmla="val 2163481"/>
              </a:avLst>
            </a:prstGeom>
            <a:ln w="5715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grpSp>
      <p:sp>
        <p:nvSpPr>
          <p:cNvPr id="19" name="Curved Right Arrow 18">
            <a:extLst>
              <a:ext uri="{FF2B5EF4-FFF2-40B4-BE49-F238E27FC236}">
                <a16:creationId xmlns:a16="http://schemas.microsoft.com/office/drawing/2014/main" id="{26BBD09A-A79E-CB65-ABBB-4F998D9FBC65}"/>
              </a:ext>
            </a:extLst>
          </p:cNvPr>
          <p:cNvSpPr/>
          <p:nvPr/>
        </p:nvSpPr>
        <p:spPr>
          <a:xfrm rot="10800000">
            <a:off x="3994765" y="1493450"/>
            <a:ext cx="865267" cy="3031335"/>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solidFill>
                <a:schemeClr val="tx1"/>
              </a:solidFill>
            </a:endParaRPr>
          </a:p>
        </p:txBody>
      </p:sp>
    </p:spTree>
    <p:extLst>
      <p:ext uri="{BB962C8B-B14F-4D97-AF65-F5344CB8AC3E}">
        <p14:creationId xmlns:p14="http://schemas.microsoft.com/office/powerpoint/2010/main" val="290608260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9F558-D333-EE4F-BF8A-DD5A2AF8E8E5}"/>
              </a:ext>
            </a:extLst>
          </p:cNvPr>
          <p:cNvSpPr>
            <a:spLocks noGrp="1"/>
          </p:cNvSpPr>
          <p:nvPr>
            <p:ph type="title"/>
          </p:nvPr>
        </p:nvSpPr>
        <p:spPr/>
        <p:txBody>
          <a:bodyPr>
            <a:normAutofit fontScale="90000"/>
          </a:bodyPr>
          <a:lstStyle/>
          <a:p>
            <a:r>
              <a:rPr lang="en-US"/>
              <a:t>T</a:t>
            </a:r>
            <a:r>
              <a:rPr lang="en-VN"/>
              <a:t>RUYỀN THAM CHIẾU</a:t>
            </a:r>
          </a:p>
        </p:txBody>
      </p:sp>
      <p:sp>
        <p:nvSpPr>
          <p:cNvPr id="3" name="Content Placeholder 2">
            <a:extLst>
              <a:ext uri="{FF2B5EF4-FFF2-40B4-BE49-F238E27FC236}">
                <a16:creationId xmlns:a16="http://schemas.microsoft.com/office/drawing/2014/main" id="{46E931EB-84F8-664B-A670-FCDDEF319EBC}"/>
              </a:ext>
            </a:extLst>
          </p:cNvPr>
          <p:cNvSpPr>
            <a:spLocks noGrp="1"/>
          </p:cNvSpPr>
          <p:nvPr>
            <p:ph idx="1"/>
          </p:nvPr>
        </p:nvSpPr>
        <p:spPr/>
        <p:txBody>
          <a:bodyPr/>
          <a:lstStyle/>
          <a:p>
            <a:endParaRPr lang="en-VN"/>
          </a:p>
        </p:txBody>
      </p:sp>
      <p:sp>
        <p:nvSpPr>
          <p:cNvPr id="4" name="Footer Placeholder 3">
            <a:extLst>
              <a:ext uri="{FF2B5EF4-FFF2-40B4-BE49-F238E27FC236}">
                <a16:creationId xmlns:a16="http://schemas.microsoft.com/office/drawing/2014/main" id="{F03246C0-7681-AD48-868A-D72606C1877E}"/>
              </a:ext>
            </a:extLst>
          </p:cNvPr>
          <p:cNvSpPr>
            <a:spLocks noGrp="1"/>
          </p:cNvSpPr>
          <p:nvPr>
            <p:ph type="ftr" sz="quarter" idx="11"/>
          </p:nvPr>
        </p:nvSpPr>
        <p:spPr/>
        <p:txBody>
          <a:bodyPr/>
          <a:lstStyle/>
          <a:p>
            <a:r>
              <a:rPr lang="vi-VN" dirty="0"/>
              <a:t>Bài 5: Hàm</a:t>
            </a:r>
            <a:endParaRPr lang="en-US" dirty="0"/>
          </a:p>
        </p:txBody>
      </p:sp>
      <p:sp>
        <p:nvSpPr>
          <p:cNvPr id="5" name="Slide Number Placeholder 4">
            <a:extLst>
              <a:ext uri="{FF2B5EF4-FFF2-40B4-BE49-F238E27FC236}">
                <a16:creationId xmlns:a16="http://schemas.microsoft.com/office/drawing/2014/main" id="{A2231E3D-50C2-5841-8CD1-9EA17109550A}"/>
              </a:ext>
            </a:extLst>
          </p:cNvPr>
          <p:cNvSpPr>
            <a:spLocks noGrp="1"/>
          </p:cNvSpPr>
          <p:nvPr>
            <p:ph type="sldNum" sz="quarter" idx="12"/>
          </p:nvPr>
        </p:nvSpPr>
        <p:spPr/>
        <p:txBody>
          <a:bodyPr/>
          <a:lstStyle/>
          <a:p>
            <a:fld id="{1AD93096-5B34-4342-9326-69289CEAE4C2}" type="slidenum">
              <a:rPr lang="en-US" smtClean="0"/>
              <a:pPr/>
              <a:t>40</a:t>
            </a:fld>
            <a:endParaRPr lang="en-US" dirty="0"/>
          </a:p>
        </p:txBody>
      </p:sp>
      <p:sp>
        <p:nvSpPr>
          <p:cNvPr id="27" name="Content Placeholder 5">
            <a:extLst>
              <a:ext uri="{FF2B5EF4-FFF2-40B4-BE49-F238E27FC236}">
                <a16:creationId xmlns:a16="http://schemas.microsoft.com/office/drawing/2014/main" id="{AB9DFC89-818A-5444-BD5A-A62A26C593CB}"/>
              </a:ext>
            </a:extLst>
          </p:cNvPr>
          <p:cNvSpPr txBox="1">
            <a:spLocks/>
          </p:cNvSpPr>
          <p:nvPr/>
        </p:nvSpPr>
        <p:spPr>
          <a:xfrm>
            <a:off x="90386" y="1503294"/>
            <a:ext cx="6154486" cy="3851412"/>
          </a:xfrm>
          <a:prstGeom prst="rect">
            <a:avLst/>
          </a:prstGeom>
        </p:spPr>
        <p:style>
          <a:lnRef idx="2">
            <a:schemeClr val="accent2"/>
          </a:lnRef>
          <a:fillRef idx="1">
            <a:schemeClr val="lt1"/>
          </a:fillRef>
          <a:effectRef idx="0">
            <a:schemeClr val="accent2"/>
          </a:effectRef>
          <a:fontRef idx="minor">
            <a:schemeClr val="dk1"/>
          </a:fontRef>
        </p:style>
        <p:txBody>
          <a:bodyPr>
            <a:noAutofit/>
          </a:bodyPr>
          <a:lstStyle>
            <a:lvl1pPr marL="308610" indent="-257175" algn="l" rtl="0" eaLnBrk="1" latinLnBrk="0" hangingPunct="1">
              <a:spcBef>
                <a:spcPts val="525"/>
              </a:spcBef>
              <a:buSzPct val="95000"/>
              <a:buFont typeface="Wingdings"/>
              <a:buChar char=""/>
              <a:defRPr sz="1500" kern="1200" spc="0">
                <a:solidFill>
                  <a:schemeClr val="tx1"/>
                </a:solidFill>
                <a:latin typeface="+mn-lt"/>
                <a:ea typeface="+mn-ea"/>
                <a:cs typeface="Arial" pitchFamily="34" charset="0"/>
              </a:defRPr>
            </a:lvl1pPr>
            <a:lvl2pPr marL="555498" indent="-214313" algn="l" rtl="0" eaLnBrk="1" latinLnBrk="0" hangingPunct="1">
              <a:spcBef>
                <a:spcPct val="20000"/>
              </a:spcBef>
              <a:buClr>
                <a:schemeClr val="accent2"/>
              </a:buClr>
              <a:buSzPct val="90000"/>
              <a:buFont typeface="Wingdings"/>
              <a:buChar char=""/>
              <a:defRPr sz="1350" kern="1200" spc="0">
                <a:solidFill>
                  <a:schemeClr val="tx1"/>
                </a:solidFill>
                <a:latin typeface="+mn-lt"/>
                <a:ea typeface="+mn-ea"/>
                <a:cs typeface="Arial" pitchFamily="34" charset="0"/>
              </a:defRPr>
            </a:lvl2pPr>
            <a:lvl3pPr marL="747522" indent="-171450" algn="l" rtl="0" eaLnBrk="1" latinLnBrk="0" hangingPunct="1">
              <a:spcBef>
                <a:spcPct val="20000"/>
              </a:spcBef>
              <a:buClr>
                <a:schemeClr val="accent2"/>
              </a:buClr>
              <a:buFont typeface="Wingdings 2"/>
              <a:buChar char=""/>
              <a:defRPr sz="1200" kern="1200" spc="0">
                <a:solidFill>
                  <a:schemeClr val="tx1"/>
                </a:solidFill>
                <a:latin typeface="+mn-lt"/>
                <a:ea typeface="+mn-ea"/>
                <a:cs typeface="Arial" pitchFamily="34" charset="0"/>
              </a:defRPr>
            </a:lvl3pPr>
            <a:lvl4pPr marL="946404" indent="-171450" algn="l" rtl="0" eaLnBrk="1" latinLnBrk="0" hangingPunct="1">
              <a:spcBef>
                <a:spcPct val="20000"/>
              </a:spcBef>
              <a:buClr>
                <a:schemeClr val="accent3"/>
              </a:buClr>
              <a:buFont typeface="Wingdings 3"/>
              <a:buChar char=""/>
              <a:defRPr sz="1200" kern="1200" spc="0">
                <a:solidFill>
                  <a:schemeClr val="tx1"/>
                </a:solidFill>
                <a:latin typeface="+mn-lt"/>
                <a:ea typeface="+mn-ea"/>
                <a:cs typeface="Arial" pitchFamily="34" charset="0"/>
              </a:defRPr>
            </a:lvl4pPr>
            <a:lvl5pPr marL="1110996" indent="-157734" algn="l" rtl="0" eaLnBrk="1" latinLnBrk="0" hangingPunct="1">
              <a:spcBef>
                <a:spcPct val="20000"/>
              </a:spcBef>
              <a:buClr>
                <a:schemeClr val="accent3"/>
              </a:buClr>
              <a:buFont typeface="Wingdings 2"/>
              <a:buChar char=""/>
              <a:defRPr sz="1050" kern="1200" spc="0">
                <a:solidFill>
                  <a:schemeClr val="tx1"/>
                </a:solidFill>
                <a:latin typeface="+mn-lt"/>
                <a:ea typeface="+mn-ea"/>
                <a:cs typeface="Arial" pitchFamily="34" charset="0"/>
              </a:defRPr>
            </a:lvl5pPr>
            <a:lvl6pPr marL="1282446" indent="-157734" algn="l" rtl="0" eaLnBrk="1" latinLnBrk="0" hangingPunct="1">
              <a:spcBef>
                <a:spcPct val="20000"/>
              </a:spcBef>
              <a:buClr>
                <a:schemeClr val="accent3"/>
              </a:buClr>
              <a:buFont typeface="Wingdings 2"/>
              <a:buChar char=""/>
              <a:defRPr sz="1350" kern="1200">
                <a:solidFill>
                  <a:schemeClr val="tx1"/>
                </a:solidFill>
                <a:latin typeface="+mn-lt"/>
                <a:ea typeface="+mn-ea"/>
                <a:cs typeface="+mn-cs"/>
              </a:defRPr>
            </a:lvl6pPr>
            <a:lvl7pPr marL="1426464"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7pPr>
            <a:lvl8pPr marL="1570482"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8pPr>
            <a:lvl9pPr marL="1714500"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9pPr>
            <a:extLst/>
          </a:lstStyle>
          <a:p>
            <a:pPr marL="51435" indent="0">
              <a:spcBef>
                <a:spcPts val="0"/>
              </a:spcBef>
              <a:buNone/>
            </a:pPr>
            <a:r>
              <a:rPr lang="en-US" sz="1400">
                <a:solidFill>
                  <a:srgbClr val="0432FF"/>
                </a:solidFill>
                <a:latin typeface="Consolas" panose="020B0609020204030204" pitchFamily="49" charset="0"/>
              </a:rPr>
              <a:t>static</a:t>
            </a:r>
            <a:r>
              <a:rPr lang="en-US" sz="1400">
                <a:latin typeface="Consolas" panose="020B0609020204030204" pitchFamily="49" charset="0"/>
              </a:rPr>
              <a:t> </a:t>
            </a:r>
            <a:r>
              <a:rPr lang="en-US" sz="1400">
                <a:solidFill>
                  <a:srgbClr val="0000FF"/>
                </a:solidFill>
                <a:latin typeface="Consolas" panose="020B0609020204030204" pitchFamily="49" charset="0"/>
              </a:rPr>
              <a:t>void</a:t>
            </a:r>
            <a:r>
              <a:rPr lang="en-US" sz="1400">
                <a:latin typeface="Consolas" panose="020B0609020204030204" pitchFamily="49" charset="0"/>
              </a:rPr>
              <a:t> </a:t>
            </a:r>
            <a:r>
              <a:rPr lang="en-US" sz="1400" dirty="0">
                <a:solidFill>
                  <a:srgbClr val="FEA400"/>
                </a:solidFill>
                <a:latin typeface="Consolas" panose="020B0609020204030204" pitchFamily="49" charset="0"/>
              </a:rPr>
              <a:t>Swap</a:t>
            </a:r>
            <a:r>
              <a:rPr lang="en-US" sz="1400">
                <a:latin typeface="Consolas" panose="020B0609020204030204" pitchFamily="49" charset="0"/>
              </a:rPr>
              <a:t>(</a:t>
            </a:r>
            <a:r>
              <a:rPr lang="en-US" sz="1400">
                <a:solidFill>
                  <a:srgbClr val="FF0000"/>
                </a:solidFill>
                <a:highlight>
                  <a:srgbClr val="FFFF00"/>
                </a:highlight>
                <a:latin typeface="Consolas" panose="020B0609020204030204" pitchFamily="49" charset="0"/>
              </a:rPr>
              <a:t>ref</a:t>
            </a:r>
            <a:r>
              <a:rPr lang="en-US" sz="1400">
                <a:highlight>
                  <a:srgbClr val="FFFF00"/>
                </a:highlight>
                <a:latin typeface="Consolas" panose="020B0609020204030204" pitchFamily="49" charset="0"/>
              </a:rPr>
              <a:t> </a:t>
            </a:r>
            <a:r>
              <a:rPr lang="en-US" sz="1400">
                <a:solidFill>
                  <a:srgbClr val="0432FF"/>
                </a:solidFill>
                <a:highlight>
                  <a:srgbClr val="FFFF00"/>
                </a:highlight>
                <a:latin typeface="Consolas" panose="020B0609020204030204" pitchFamily="49" charset="0"/>
              </a:rPr>
              <a:t>int</a:t>
            </a:r>
            <a:r>
              <a:rPr lang="en-US" sz="1400">
                <a:solidFill>
                  <a:schemeClr val="bg1"/>
                </a:solidFill>
                <a:highlight>
                  <a:srgbClr val="FFFF00"/>
                </a:highlight>
                <a:latin typeface="Consolas" panose="020B0609020204030204" pitchFamily="49" charset="0"/>
              </a:rPr>
              <a:t> </a:t>
            </a:r>
            <a:r>
              <a:rPr lang="en-US" sz="1400">
                <a:solidFill>
                  <a:schemeClr val="accent6">
                    <a:lumMod val="75000"/>
                  </a:schemeClr>
                </a:solidFill>
                <a:highlight>
                  <a:srgbClr val="FFFF00"/>
                </a:highlight>
                <a:latin typeface="Consolas" panose="020B0609020204030204" pitchFamily="49" charset="0"/>
              </a:rPr>
              <a:t>a</a:t>
            </a:r>
            <a:r>
              <a:rPr lang="en-US" sz="1400">
                <a:highlight>
                  <a:srgbClr val="FFFF00"/>
                </a:highlight>
                <a:latin typeface="Consolas" panose="020B0609020204030204" pitchFamily="49" charset="0"/>
              </a:rPr>
              <a:t>, </a:t>
            </a:r>
            <a:r>
              <a:rPr lang="en-US" sz="1400">
                <a:solidFill>
                  <a:srgbClr val="FF0000"/>
                </a:solidFill>
                <a:highlight>
                  <a:srgbClr val="FFFF00"/>
                </a:highlight>
                <a:latin typeface="Consolas" panose="020B0609020204030204" pitchFamily="49" charset="0"/>
              </a:rPr>
              <a:t>ref</a:t>
            </a:r>
            <a:r>
              <a:rPr lang="en-US" sz="1400">
                <a:highlight>
                  <a:srgbClr val="FFFF00"/>
                </a:highlight>
                <a:latin typeface="Consolas" panose="020B0609020204030204" pitchFamily="49" charset="0"/>
              </a:rPr>
              <a:t> </a:t>
            </a:r>
            <a:r>
              <a:rPr lang="en-US" sz="1400">
                <a:solidFill>
                  <a:srgbClr val="0432FF"/>
                </a:solidFill>
                <a:highlight>
                  <a:srgbClr val="FFFF00"/>
                </a:highlight>
                <a:latin typeface="Consolas" panose="020B0609020204030204" pitchFamily="49" charset="0"/>
              </a:rPr>
              <a:t>int</a:t>
            </a:r>
            <a:r>
              <a:rPr lang="en-US" sz="1400">
                <a:solidFill>
                  <a:schemeClr val="bg1"/>
                </a:solidFill>
                <a:highlight>
                  <a:srgbClr val="FFFF00"/>
                </a:highlight>
                <a:latin typeface="Consolas" panose="020B0609020204030204" pitchFamily="49" charset="0"/>
              </a:rPr>
              <a:t> </a:t>
            </a:r>
            <a:r>
              <a:rPr lang="en-US" sz="1400">
                <a:solidFill>
                  <a:schemeClr val="accent6">
                    <a:lumMod val="75000"/>
                  </a:schemeClr>
                </a:solidFill>
                <a:highlight>
                  <a:srgbClr val="FFFF00"/>
                </a:highlight>
                <a:latin typeface="Consolas" panose="020B0609020204030204" pitchFamily="49" charset="0"/>
              </a:rPr>
              <a:t>b</a:t>
            </a:r>
            <a:r>
              <a:rPr lang="en-US" sz="1400">
                <a:latin typeface="Consolas" panose="020B0609020204030204" pitchFamily="49" charset="0"/>
              </a:rPr>
              <a:t>)</a:t>
            </a:r>
          </a:p>
          <a:p>
            <a:pPr marL="51435" indent="0">
              <a:spcBef>
                <a:spcPts val="0"/>
              </a:spcBef>
              <a:buNone/>
            </a:pPr>
            <a:r>
              <a:rPr lang="en-US" sz="1400">
                <a:latin typeface="Consolas" panose="020B0609020204030204" pitchFamily="49" charset="0"/>
              </a:rPr>
              <a:t>{</a:t>
            </a:r>
          </a:p>
          <a:p>
            <a:pPr marL="51435" indent="0">
              <a:spcBef>
                <a:spcPts val="0"/>
              </a:spcBef>
              <a:buNone/>
            </a:pPr>
            <a:r>
              <a:rPr lang="en-US" sz="1400">
                <a:solidFill>
                  <a:schemeClr val="bg1"/>
                </a:solidFill>
                <a:latin typeface="Consolas" panose="020B0609020204030204" pitchFamily="49" charset="0"/>
              </a:rPr>
              <a:t>    </a:t>
            </a:r>
            <a:r>
              <a:rPr lang="en-US" sz="1400">
                <a:solidFill>
                  <a:srgbClr val="0432FF"/>
                </a:solidFill>
                <a:latin typeface="Consolas" panose="020B0609020204030204" pitchFamily="49" charset="0"/>
              </a:rPr>
              <a:t>int</a:t>
            </a:r>
            <a:r>
              <a:rPr lang="en-US" sz="1400">
                <a:solidFill>
                  <a:schemeClr val="bg1"/>
                </a:solidFill>
                <a:latin typeface="Consolas" panose="020B0609020204030204" pitchFamily="49" charset="0"/>
              </a:rPr>
              <a:t> </a:t>
            </a:r>
            <a:r>
              <a:rPr lang="en-US" sz="1400">
                <a:solidFill>
                  <a:schemeClr val="accent6">
                    <a:lumMod val="75000"/>
                  </a:schemeClr>
                </a:solidFill>
                <a:latin typeface="Consolas" panose="020B0609020204030204" pitchFamily="49" charset="0"/>
              </a:rPr>
              <a:t>temp </a:t>
            </a:r>
            <a:r>
              <a:rPr lang="en-US" sz="1400">
                <a:latin typeface="Consolas" panose="020B0609020204030204" pitchFamily="49" charset="0"/>
              </a:rPr>
              <a:t>=</a:t>
            </a:r>
            <a:r>
              <a:rPr lang="en-US" sz="1400">
                <a:solidFill>
                  <a:schemeClr val="accent6">
                    <a:lumMod val="75000"/>
                  </a:schemeClr>
                </a:solidFill>
                <a:latin typeface="Consolas" panose="020B0609020204030204" pitchFamily="49" charset="0"/>
              </a:rPr>
              <a:t> a</a:t>
            </a:r>
          </a:p>
          <a:p>
            <a:pPr marL="51435" indent="0">
              <a:spcBef>
                <a:spcPts val="0"/>
              </a:spcBef>
              <a:buNone/>
            </a:pPr>
            <a:r>
              <a:rPr lang="en-US" sz="1400">
                <a:solidFill>
                  <a:schemeClr val="accent6">
                    <a:lumMod val="75000"/>
                  </a:schemeClr>
                </a:solidFill>
                <a:latin typeface="Consolas" panose="020B0609020204030204" pitchFamily="49" charset="0"/>
              </a:rPr>
              <a:t>    a </a:t>
            </a:r>
            <a:r>
              <a:rPr lang="en-US" sz="1400">
                <a:latin typeface="Consolas" panose="020B0609020204030204" pitchFamily="49" charset="0"/>
              </a:rPr>
              <a:t>= </a:t>
            </a:r>
            <a:r>
              <a:rPr lang="en-US" sz="1400">
                <a:solidFill>
                  <a:schemeClr val="accent6">
                    <a:lumMod val="75000"/>
                  </a:schemeClr>
                </a:solidFill>
                <a:latin typeface="Consolas" panose="020B0609020204030204" pitchFamily="49" charset="0"/>
              </a:rPr>
              <a:t>b</a:t>
            </a:r>
            <a:r>
              <a:rPr lang="en-US" sz="1400">
                <a:latin typeface="Consolas" panose="020B0609020204030204" pitchFamily="49" charset="0"/>
              </a:rPr>
              <a:t>;</a:t>
            </a:r>
          </a:p>
          <a:p>
            <a:pPr marL="51435" indent="0">
              <a:spcBef>
                <a:spcPts val="0"/>
              </a:spcBef>
              <a:buNone/>
            </a:pPr>
            <a:r>
              <a:rPr lang="en-US" sz="1400">
                <a:solidFill>
                  <a:schemeClr val="accent6">
                    <a:lumMod val="75000"/>
                  </a:schemeClr>
                </a:solidFill>
                <a:latin typeface="Consolas" panose="020B0609020204030204" pitchFamily="49" charset="0"/>
              </a:rPr>
              <a:t>    b </a:t>
            </a:r>
            <a:r>
              <a:rPr lang="en-US" sz="1400">
                <a:latin typeface="Consolas" panose="020B0609020204030204" pitchFamily="49" charset="0"/>
              </a:rPr>
              <a:t>= </a:t>
            </a:r>
            <a:r>
              <a:rPr lang="en-US" sz="1400">
                <a:solidFill>
                  <a:schemeClr val="accent6">
                    <a:lumMod val="75000"/>
                  </a:schemeClr>
                </a:solidFill>
                <a:latin typeface="Consolas" panose="020B0609020204030204" pitchFamily="49" charset="0"/>
              </a:rPr>
              <a:t>temp</a:t>
            </a:r>
            <a:r>
              <a:rPr lang="en-US" sz="1400">
                <a:latin typeface="Consolas" panose="020B0609020204030204" pitchFamily="49" charset="0"/>
              </a:rPr>
              <a:t>;</a:t>
            </a:r>
          </a:p>
          <a:p>
            <a:pPr marL="51435" indent="0">
              <a:spcBef>
                <a:spcPts val="0"/>
              </a:spcBef>
              <a:buNone/>
            </a:pPr>
            <a:r>
              <a:rPr lang="en-US" sz="1400">
                <a:solidFill>
                  <a:srgbClr val="2B91AF"/>
                </a:solidFill>
                <a:latin typeface="Consolas" panose="020B0609020204030204" pitchFamily="49" charset="0"/>
              </a:rPr>
              <a:t>    Console</a:t>
            </a:r>
            <a:r>
              <a:rPr lang="en-US" sz="1400">
                <a:latin typeface="Consolas" panose="020B0609020204030204" pitchFamily="49" charset="0"/>
              </a:rPr>
              <a:t>.</a:t>
            </a:r>
            <a:r>
              <a:rPr lang="en-US" sz="1400">
                <a:solidFill>
                  <a:srgbClr val="FEA400"/>
                </a:solidFill>
                <a:latin typeface="Consolas" panose="020B0609020204030204" pitchFamily="49" charset="0"/>
              </a:rPr>
              <a:t>WriteLine</a:t>
            </a:r>
            <a:r>
              <a:rPr lang="en-US" sz="1400">
                <a:latin typeface="Consolas" panose="020B0609020204030204" pitchFamily="49" charset="0"/>
                <a:cs typeface="Consolas" panose="020B0609020204030204" pitchFamily="49" charset="0"/>
              </a:rPr>
              <a:t>($</a:t>
            </a:r>
            <a:r>
              <a:rPr lang="en-US" sz="1400">
                <a:solidFill>
                  <a:srgbClr val="A31515"/>
                </a:solidFill>
                <a:latin typeface="Consolas" panose="020B0609020204030204" pitchFamily="49" charset="0"/>
              </a:rPr>
              <a:t>"In Swap method: a = </a:t>
            </a:r>
            <a:r>
              <a:rPr lang="en-US" sz="1400">
                <a:latin typeface="Consolas" panose="020B0609020204030204" pitchFamily="49" charset="0"/>
              </a:rPr>
              <a:t>{</a:t>
            </a:r>
            <a:r>
              <a:rPr lang="en-US" sz="1400">
                <a:solidFill>
                  <a:schemeClr val="accent6">
                    <a:lumMod val="75000"/>
                  </a:schemeClr>
                </a:solidFill>
                <a:latin typeface="Consolas" panose="020B0609020204030204" pitchFamily="49" charset="0"/>
              </a:rPr>
              <a:t>a</a:t>
            </a:r>
            <a:r>
              <a:rPr lang="en-US" sz="1400">
                <a:latin typeface="Consolas" panose="020B0609020204030204" pitchFamily="49" charset="0"/>
              </a:rPr>
              <a:t>}</a:t>
            </a:r>
            <a:r>
              <a:rPr lang="en-US" sz="1400">
                <a:solidFill>
                  <a:srgbClr val="A31515"/>
                </a:solidFill>
                <a:latin typeface="Consolas" panose="020B0609020204030204" pitchFamily="49" charset="0"/>
              </a:rPr>
              <a:t>, b = </a:t>
            </a:r>
            <a:r>
              <a:rPr lang="en-US" sz="1400">
                <a:latin typeface="Consolas" panose="020B0609020204030204" pitchFamily="49" charset="0"/>
              </a:rPr>
              <a:t>{</a:t>
            </a:r>
            <a:r>
              <a:rPr lang="en-US" sz="1400">
                <a:solidFill>
                  <a:schemeClr val="accent6">
                    <a:lumMod val="75000"/>
                  </a:schemeClr>
                </a:solidFill>
                <a:latin typeface="Consolas" panose="020B0609020204030204" pitchFamily="49" charset="0"/>
              </a:rPr>
              <a:t>b</a:t>
            </a:r>
            <a:r>
              <a:rPr lang="en-US" sz="1400">
                <a:latin typeface="Consolas" panose="020B0609020204030204" pitchFamily="49" charset="0"/>
              </a:rPr>
              <a:t>}</a:t>
            </a:r>
            <a:r>
              <a:rPr lang="en-US" sz="1400">
                <a:solidFill>
                  <a:srgbClr val="A31515"/>
                </a:solidFill>
                <a:latin typeface="Consolas" panose="020B0609020204030204" pitchFamily="49" charset="0"/>
              </a:rPr>
              <a:t>"</a:t>
            </a:r>
            <a:r>
              <a:rPr lang="en-US" sz="1400">
                <a:latin typeface="Consolas" panose="020B0609020204030204" pitchFamily="49" charset="0"/>
                <a:cs typeface="Consolas" panose="020B0609020204030204" pitchFamily="49" charset="0"/>
              </a:rPr>
              <a:t>);</a:t>
            </a:r>
            <a:endParaRPr lang="en-US" sz="1400">
              <a:latin typeface="Consolas" panose="020B0609020204030204" pitchFamily="49" charset="0"/>
            </a:endParaRPr>
          </a:p>
          <a:p>
            <a:pPr marL="51435" indent="0">
              <a:spcBef>
                <a:spcPts val="0"/>
              </a:spcBef>
              <a:buNone/>
            </a:pPr>
            <a:r>
              <a:rPr lang="en-US" sz="1400">
                <a:latin typeface="Consolas" panose="020B0609020204030204" pitchFamily="49" charset="0"/>
              </a:rPr>
              <a:t>}</a:t>
            </a:r>
          </a:p>
          <a:p>
            <a:pPr marL="51435" indent="0" algn="just">
              <a:spcBef>
                <a:spcPts val="0"/>
              </a:spcBef>
              <a:buNone/>
            </a:pPr>
            <a:endParaRPr lang="en-US" sz="1400">
              <a:solidFill>
                <a:schemeClr val="bg1"/>
              </a:solidFill>
              <a:latin typeface="Consolas" panose="020B0609020204030204" pitchFamily="49" charset="0"/>
            </a:endParaRPr>
          </a:p>
          <a:p>
            <a:pPr marL="51435" indent="0" algn="just">
              <a:spcBef>
                <a:spcPts val="0"/>
              </a:spcBef>
              <a:buNone/>
            </a:pPr>
            <a:r>
              <a:rPr lang="en-US" sz="1400">
                <a:solidFill>
                  <a:srgbClr val="0000FF"/>
                </a:solidFill>
                <a:latin typeface="Consolas" panose="020B0609020204030204" pitchFamily="49" charset="0"/>
              </a:rPr>
              <a:t>static</a:t>
            </a:r>
            <a:r>
              <a:rPr lang="en-US" sz="1400">
                <a:latin typeface="Consolas" panose="020B0609020204030204" pitchFamily="49" charset="0"/>
              </a:rPr>
              <a:t> </a:t>
            </a:r>
            <a:r>
              <a:rPr lang="en-US" sz="1400">
                <a:solidFill>
                  <a:srgbClr val="0000FF"/>
                </a:solidFill>
                <a:latin typeface="Consolas" panose="020B0609020204030204" pitchFamily="49" charset="0"/>
              </a:rPr>
              <a:t>void</a:t>
            </a:r>
            <a:r>
              <a:rPr lang="en-US" sz="1400">
                <a:latin typeface="Consolas" panose="020B0609020204030204" pitchFamily="49" charset="0"/>
              </a:rPr>
              <a:t> </a:t>
            </a:r>
            <a:r>
              <a:rPr lang="en-US" sz="1400">
                <a:solidFill>
                  <a:srgbClr val="FEA400"/>
                </a:solidFill>
                <a:latin typeface="Consolas" panose="020B0609020204030204" pitchFamily="49" charset="0"/>
              </a:rPr>
              <a:t>Main</a:t>
            </a:r>
            <a:r>
              <a:rPr lang="en-US" sz="1400">
                <a:latin typeface="Consolas" panose="020B0609020204030204" pitchFamily="49" charset="0"/>
              </a:rPr>
              <a:t>(</a:t>
            </a:r>
            <a:r>
              <a:rPr lang="en-US" sz="1400">
                <a:solidFill>
                  <a:srgbClr val="0000FF"/>
                </a:solidFill>
                <a:latin typeface="Consolas" panose="020B0609020204030204" pitchFamily="49" charset="0"/>
              </a:rPr>
              <a:t>string</a:t>
            </a:r>
            <a:r>
              <a:rPr lang="en-US" sz="1400">
                <a:latin typeface="Consolas" panose="020B0609020204030204" pitchFamily="49" charset="0"/>
              </a:rPr>
              <a:t>[] args)</a:t>
            </a:r>
          </a:p>
          <a:p>
            <a:pPr marL="51435" indent="0" algn="just">
              <a:spcBef>
                <a:spcPts val="0"/>
              </a:spcBef>
              <a:buNone/>
            </a:pPr>
            <a:r>
              <a:rPr lang="en-US" sz="1400">
                <a:latin typeface="Consolas" panose="020B0609020204030204" pitchFamily="49" charset="0"/>
              </a:rPr>
              <a:t>{</a:t>
            </a:r>
          </a:p>
          <a:p>
            <a:pPr marL="51435" indent="0">
              <a:spcBef>
                <a:spcPts val="0"/>
              </a:spcBef>
              <a:buNone/>
            </a:pPr>
            <a:r>
              <a:rPr lang="en-US" sz="1400">
                <a:solidFill>
                  <a:srgbClr val="0432FF"/>
                </a:solidFill>
                <a:latin typeface="Consolas" panose="020B0609020204030204" pitchFamily="49" charset="0"/>
              </a:rPr>
              <a:t>    int</a:t>
            </a:r>
            <a:r>
              <a:rPr lang="en-US" sz="1400">
                <a:solidFill>
                  <a:schemeClr val="bg1"/>
                </a:solidFill>
                <a:latin typeface="Consolas" panose="020B0609020204030204" pitchFamily="49" charset="0"/>
              </a:rPr>
              <a:t> </a:t>
            </a:r>
            <a:r>
              <a:rPr lang="en-US" sz="1400">
                <a:solidFill>
                  <a:schemeClr val="accent6">
                    <a:lumMod val="75000"/>
                  </a:schemeClr>
                </a:solidFill>
                <a:latin typeface="Consolas" panose="020B0609020204030204" pitchFamily="49" charset="0"/>
              </a:rPr>
              <a:t>a </a:t>
            </a:r>
            <a:r>
              <a:rPr lang="en-US" sz="1400">
                <a:latin typeface="Consolas" panose="020B0609020204030204" pitchFamily="49" charset="0"/>
              </a:rPr>
              <a:t>= 8;</a:t>
            </a:r>
          </a:p>
          <a:p>
            <a:pPr marL="51435" indent="0">
              <a:spcBef>
                <a:spcPts val="0"/>
              </a:spcBef>
              <a:buNone/>
            </a:pPr>
            <a:r>
              <a:rPr lang="en-US" sz="1400">
                <a:solidFill>
                  <a:srgbClr val="0432FF"/>
                </a:solidFill>
                <a:latin typeface="Consolas" panose="020B0609020204030204" pitchFamily="49" charset="0"/>
              </a:rPr>
              <a:t>    int</a:t>
            </a:r>
            <a:r>
              <a:rPr lang="en-US" sz="1400">
                <a:solidFill>
                  <a:schemeClr val="bg1"/>
                </a:solidFill>
                <a:latin typeface="Consolas" panose="020B0609020204030204" pitchFamily="49" charset="0"/>
              </a:rPr>
              <a:t> </a:t>
            </a:r>
            <a:r>
              <a:rPr lang="en-US" sz="1400">
                <a:solidFill>
                  <a:schemeClr val="accent6">
                    <a:lumMod val="75000"/>
                  </a:schemeClr>
                </a:solidFill>
                <a:latin typeface="Consolas" panose="020B0609020204030204" pitchFamily="49" charset="0"/>
              </a:rPr>
              <a:t>b </a:t>
            </a:r>
            <a:r>
              <a:rPr lang="en-US" sz="1400">
                <a:latin typeface="Consolas" panose="020B0609020204030204" pitchFamily="49" charset="0"/>
              </a:rPr>
              <a:t>= 5;</a:t>
            </a:r>
          </a:p>
          <a:p>
            <a:pPr marL="51435" indent="0">
              <a:spcBef>
                <a:spcPts val="0"/>
              </a:spcBef>
              <a:buNone/>
            </a:pPr>
            <a:r>
              <a:rPr lang="en-US" sz="1400">
                <a:solidFill>
                  <a:srgbClr val="2B91AF"/>
                </a:solidFill>
                <a:latin typeface="Consolas" panose="020B0609020204030204" pitchFamily="49" charset="0"/>
              </a:rPr>
              <a:t>    Console</a:t>
            </a:r>
            <a:r>
              <a:rPr lang="en-US" sz="1400">
                <a:latin typeface="Consolas" panose="020B0609020204030204" pitchFamily="49" charset="0"/>
              </a:rPr>
              <a:t>.</a:t>
            </a:r>
            <a:r>
              <a:rPr lang="en-US" sz="1400">
                <a:solidFill>
                  <a:srgbClr val="FEA400"/>
                </a:solidFill>
                <a:latin typeface="Consolas" panose="020B0609020204030204" pitchFamily="49" charset="0"/>
              </a:rPr>
              <a:t>WriteLine</a:t>
            </a:r>
            <a:r>
              <a:rPr lang="en-US" sz="1400">
                <a:latin typeface="Consolas" panose="020B0609020204030204" pitchFamily="49" charset="0"/>
                <a:cs typeface="Consolas" panose="020B0609020204030204" pitchFamily="49" charset="0"/>
              </a:rPr>
              <a:t>($</a:t>
            </a:r>
            <a:r>
              <a:rPr lang="en-US" sz="1400">
                <a:solidFill>
                  <a:srgbClr val="A31515"/>
                </a:solidFill>
                <a:latin typeface="Consolas" panose="020B0609020204030204" pitchFamily="49" charset="0"/>
              </a:rPr>
              <a:t>"Before swapping: a = </a:t>
            </a:r>
            <a:r>
              <a:rPr lang="en-US" sz="1400">
                <a:latin typeface="Consolas" panose="020B0609020204030204" pitchFamily="49" charset="0"/>
              </a:rPr>
              <a:t>{</a:t>
            </a:r>
            <a:r>
              <a:rPr lang="en-US" sz="1400">
                <a:solidFill>
                  <a:schemeClr val="accent6">
                    <a:lumMod val="75000"/>
                  </a:schemeClr>
                </a:solidFill>
                <a:latin typeface="Consolas" panose="020B0609020204030204" pitchFamily="49" charset="0"/>
              </a:rPr>
              <a:t>a</a:t>
            </a:r>
            <a:r>
              <a:rPr lang="en-US" sz="1400">
                <a:latin typeface="Consolas" panose="020B0609020204030204" pitchFamily="49" charset="0"/>
              </a:rPr>
              <a:t>}</a:t>
            </a:r>
            <a:r>
              <a:rPr lang="en-US" sz="1400">
                <a:solidFill>
                  <a:srgbClr val="A31515"/>
                </a:solidFill>
                <a:latin typeface="Consolas" panose="020B0609020204030204" pitchFamily="49" charset="0"/>
              </a:rPr>
              <a:t>, b = </a:t>
            </a:r>
            <a:r>
              <a:rPr lang="en-US" sz="1400">
                <a:latin typeface="Consolas" panose="020B0609020204030204" pitchFamily="49" charset="0"/>
              </a:rPr>
              <a:t>{</a:t>
            </a:r>
            <a:r>
              <a:rPr lang="en-US" sz="1400">
                <a:solidFill>
                  <a:schemeClr val="accent6">
                    <a:lumMod val="75000"/>
                  </a:schemeClr>
                </a:solidFill>
                <a:latin typeface="Consolas" panose="020B0609020204030204" pitchFamily="49" charset="0"/>
              </a:rPr>
              <a:t>b</a:t>
            </a:r>
            <a:r>
              <a:rPr lang="en-US" sz="1400">
                <a:latin typeface="Consolas" panose="020B0609020204030204" pitchFamily="49" charset="0"/>
              </a:rPr>
              <a:t>}</a:t>
            </a:r>
            <a:r>
              <a:rPr lang="en-US" sz="1400">
                <a:solidFill>
                  <a:srgbClr val="A31515"/>
                </a:solidFill>
                <a:latin typeface="Consolas" panose="020B0609020204030204" pitchFamily="49" charset="0"/>
              </a:rPr>
              <a:t>"</a:t>
            </a:r>
            <a:r>
              <a:rPr lang="en-US" sz="1400">
                <a:latin typeface="Consolas" panose="020B0609020204030204" pitchFamily="49" charset="0"/>
                <a:cs typeface="Consolas" panose="020B0609020204030204" pitchFamily="49" charset="0"/>
              </a:rPr>
              <a:t>);</a:t>
            </a:r>
          </a:p>
          <a:p>
            <a:pPr marL="51435" indent="0">
              <a:spcBef>
                <a:spcPts val="0"/>
              </a:spcBef>
              <a:buNone/>
            </a:pPr>
            <a:r>
              <a:rPr lang="en-US" sz="1400" dirty="0">
                <a:solidFill>
                  <a:srgbClr val="FEA400"/>
                </a:solidFill>
                <a:latin typeface="Consolas" panose="020B0609020204030204" pitchFamily="49" charset="0"/>
              </a:rPr>
              <a:t>    Swap</a:t>
            </a:r>
            <a:r>
              <a:rPr lang="en-US" sz="1400">
                <a:latin typeface="Consolas" panose="020B0609020204030204" pitchFamily="49" charset="0"/>
              </a:rPr>
              <a:t>(</a:t>
            </a:r>
            <a:r>
              <a:rPr lang="en-US" sz="1400">
                <a:solidFill>
                  <a:srgbClr val="FF0000"/>
                </a:solidFill>
                <a:latin typeface="Consolas" panose="020B0609020204030204" pitchFamily="49" charset="0"/>
              </a:rPr>
              <a:t>ref</a:t>
            </a:r>
            <a:r>
              <a:rPr lang="en-US" sz="1400">
                <a:latin typeface="Consolas" panose="020B0609020204030204" pitchFamily="49" charset="0"/>
              </a:rPr>
              <a:t> </a:t>
            </a:r>
            <a:r>
              <a:rPr lang="en-US" sz="1400">
                <a:solidFill>
                  <a:schemeClr val="accent6">
                    <a:lumMod val="75000"/>
                  </a:schemeClr>
                </a:solidFill>
                <a:latin typeface="Consolas" panose="020B0609020204030204" pitchFamily="49" charset="0"/>
              </a:rPr>
              <a:t>a</a:t>
            </a:r>
            <a:r>
              <a:rPr lang="en-US" sz="1400">
                <a:latin typeface="Consolas" panose="020B0609020204030204" pitchFamily="49" charset="0"/>
              </a:rPr>
              <a:t>, </a:t>
            </a:r>
            <a:r>
              <a:rPr lang="en-US" sz="1400">
                <a:solidFill>
                  <a:srgbClr val="FF0000"/>
                </a:solidFill>
                <a:latin typeface="Consolas" panose="020B0609020204030204" pitchFamily="49" charset="0"/>
              </a:rPr>
              <a:t>ref</a:t>
            </a:r>
            <a:r>
              <a:rPr lang="en-US" sz="1400">
                <a:solidFill>
                  <a:schemeClr val="accent6">
                    <a:lumMod val="75000"/>
                  </a:schemeClr>
                </a:solidFill>
                <a:latin typeface="Consolas" panose="020B0609020204030204" pitchFamily="49" charset="0"/>
              </a:rPr>
              <a:t> b</a:t>
            </a:r>
            <a:r>
              <a:rPr lang="en-US" sz="1400">
                <a:latin typeface="Consolas" panose="020B0609020204030204" pitchFamily="49" charset="0"/>
              </a:rPr>
              <a:t>);</a:t>
            </a:r>
          </a:p>
          <a:p>
            <a:pPr marL="51435" indent="0">
              <a:spcBef>
                <a:spcPts val="0"/>
              </a:spcBef>
              <a:buNone/>
            </a:pPr>
            <a:r>
              <a:rPr lang="en-US" sz="1400">
                <a:solidFill>
                  <a:srgbClr val="2B91AF"/>
                </a:solidFill>
                <a:latin typeface="Consolas" panose="020B0609020204030204" pitchFamily="49" charset="0"/>
              </a:rPr>
              <a:t>    Console</a:t>
            </a:r>
            <a:r>
              <a:rPr lang="en-US" sz="1400">
                <a:latin typeface="Consolas" panose="020B0609020204030204" pitchFamily="49" charset="0"/>
              </a:rPr>
              <a:t>.</a:t>
            </a:r>
            <a:r>
              <a:rPr lang="en-US" sz="1400">
                <a:solidFill>
                  <a:srgbClr val="FEA400"/>
                </a:solidFill>
                <a:latin typeface="Consolas" panose="020B0609020204030204" pitchFamily="49" charset="0"/>
              </a:rPr>
              <a:t>WriteLine</a:t>
            </a:r>
            <a:r>
              <a:rPr lang="en-US" sz="1400">
                <a:latin typeface="Consolas" panose="020B0609020204030204" pitchFamily="49" charset="0"/>
                <a:cs typeface="Consolas" panose="020B0609020204030204" pitchFamily="49" charset="0"/>
              </a:rPr>
              <a:t>($</a:t>
            </a:r>
            <a:r>
              <a:rPr lang="en-US" sz="1400">
                <a:solidFill>
                  <a:srgbClr val="A31515"/>
                </a:solidFill>
                <a:latin typeface="Consolas" panose="020B0609020204030204" pitchFamily="49" charset="0"/>
              </a:rPr>
              <a:t>"After swapping: a = </a:t>
            </a:r>
            <a:r>
              <a:rPr lang="en-US" sz="1400">
                <a:latin typeface="Consolas" panose="020B0609020204030204" pitchFamily="49" charset="0"/>
              </a:rPr>
              <a:t>{</a:t>
            </a:r>
            <a:r>
              <a:rPr lang="en-US" sz="1400">
                <a:solidFill>
                  <a:schemeClr val="accent6">
                    <a:lumMod val="75000"/>
                  </a:schemeClr>
                </a:solidFill>
                <a:latin typeface="Consolas" panose="020B0609020204030204" pitchFamily="49" charset="0"/>
              </a:rPr>
              <a:t>a</a:t>
            </a:r>
            <a:r>
              <a:rPr lang="en-US" sz="1400">
                <a:latin typeface="Consolas" panose="020B0609020204030204" pitchFamily="49" charset="0"/>
              </a:rPr>
              <a:t>}</a:t>
            </a:r>
            <a:r>
              <a:rPr lang="en-US" sz="1400">
                <a:solidFill>
                  <a:srgbClr val="A31515"/>
                </a:solidFill>
                <a:latin typeface="Consolas" panose="020B0609020204030204" pitchFamily="49" charset="0"/>
              </a:rPr>
              <a:t>, b = </a:t>
            </a:r>
            <a:r>
              <a:rPr lang="en-US" sz="1400">
                <a:latin typeface="Consolas" panose="020B0609020204030204" pitchFamily="49" charset="0"/>
              </a:rPr>
              <a:t>{</a:t>
            </a:r>
            <a:r>
              <a:rPr lang="en-US" sz="1400">
                <a:solidFill>
                  <a:schemeClr val="accent6">
                    <a:lumMod val="75000"/>
                  </a:schemeClr>
                </a:solidFill>
                <a:latin typeface="Consolas" panose="020B0609020204030204" pitchFamily="49" charset="0"/>
              </a:rPr>
              <a:t>b</a:t>
            </a:r>
            <a:r>
              <a:rPr lang="en-US" sz="1400">
                <a:latin typeface="Consolas" panose="020B0609020204030204" pitchFamily="49" charset="0"/>
              </a:rPr>
              <a:t>}</a:t>
            </a:r>
            <a:r>
              <a:rPr lang="en-US" sz="1400">
                <a:solidFill>
                  <a:srgbClr val="A31515"/>
                </a:solidFill>
                <a:latin typeface="Consolas" panose="020B0609020204030204" pitchFamily="49" charset="0"/>
              </a:rPr>
              <a:t>"</a:t>
            </a:r>
            <a:r>
              <a:rPr lang="en-US" sz="1400">
                <a:latin typeface="Consolas" panose="020B0609020204030204" pitchFamily="49" charset="0"/>
                <a:cs typeface="Consolas" panose="020B0609020204030204" pitchFamily="49" charset="0"/>
              </a:rPr>
              <a:t>);</a:t>
            </a:r>
            <a:endParaRPr lang="en-US" sz="1400">
              <a:latin typeface="Consolas" panose="020B0609020204030204" pitchFamily="49" charset="0"/>
            </a:endParaRPr>
          </a:p>
          <a:p>
            <a:pPr marL="51435" indent="0">
              <a:spcBef>
                <a:spcPts val="0"/>
              </a:spcBef>
              <a:buNone/>
            </a:pPr>
            <a:r>
              <a:rPr lang="en-US" sz="1400">
                <a:latin typeface="Consolas" panose="020B0609020204030204" pitchFamily="49" charset="0"/>
              </a:rPr>
              <a:t>}</a:t>
            </a:r>
          </a:p>
        </p:txBody>
      </p:sp>
      <p:grpSp>
        <p:nvGrpSpPr>
          <p:cNvPr id="15" name="Group 14">
            <a:extLst>
              <a:ext uri="{FF2B5EF4-FFF2-40B4-BE49-F238E27FC236}">
                <a16:creationId xmlns:a16="http://schemas.microsoft.com/office/drawing/2014/main" id="{80F94B58-DC61-0F7B-EC68-C7EEA0C80F4E}"/>
              </a:ext>
            </a:extLst>
          </p:cNvPr>
          <p:cNvGrpSpPr/>
          <p:nvPr/>
        </p:nvGrpSpPr>
        <p:grpSpPr>
          <a:xfrm>
            <a:off x="6375617" y="1500240"/>
            <a:ext cx="2660879" cy="3857521"/>
            <a:chOff x="6375617" y="2153543"/>
            <a:chExt cx="2660879" cy="3857521"/>
          </a:xfrm>
        </p:grpSpPr>
        <p:sp>
          <p:nvSpPr>
            <p:cNvPr id="7" name="Rectangle 6">
              <a:extLst>
                <a:ext uri="{FF2B5EF4-FFF2-40B4-BE49-F238E27FC236}">
                  <a16:creationId xmlns:a16="http://schemas.microsoft.com/office/drawing/2014/main" id="{017118D7-FF79-3B44-A42B-3224CA0A0058}"/>
                </a:ext>
              </a:extLst>
            </p:cNvPr>
            <p:cNvSpPr/>
            <p:nvPr/>
          </p:nvSpPr>
          <p:spPr>
            <a:xfrm>
              <a:off x="6375617" y="2153543"/>
              <a:ext cx="2660879" cy="3857521"/>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VN"/>
            </a:p>
          </p:txBody>
        </p:sp>
        <p:grpSp>
          <p:nvGrpSpPr>
            <p:cNvPr id="14" name="Group 13">
              <a:extLst>
                <a:ext uri="{FF2B5EF4-FFF2-40B4-BE49-F238E27FC236}">
                  <a16:creationId xmlns:a16="http://schemas.microsoft.com/office/drawing/2014/main" id="{8DC8490A-FEC6-A246-8550-4196DCEAB4FC}"/>
                </a:ext>
              </a:extLst>
            </p:cNvPr>
            <p:cNvGrpSpPr/>
            <p:nvPr/>
          </p:nvGrpSpPr>
          <p:grpSpPr>
            <a:xfrm>
              <a:off x="6448566" y="4221088"/>
              <a:ext cx="2515922" cy="1694776"/>
              <a:chOff x="6448566" y="4221088"/>
              <a:chExt cx="2515922" cy="1694776"/>
            </a:xfrm>
          </p:grpSpPr>
          <p:grpSp>
            <p:nvGrpSpPr>
              <p:cNvPr id="8" name="Group 7">
                <a:extLst>
                  <a:ext uri="{FF2B5EF4-FFF2-40B4-BE49-F238E27FC236}">
                    <a16:creationId xmlns:a16="http://schemas.microsoft.com/office/drawing/2014/main" id="{E28B5928-840B-464B-841B-75D2B3DAA252}"/>
                  </a:ext>
                </a:extLst>
              </p:cNvPr>
              <p:cNvGrpSpPr/>
              <p:nvPr/>
            </p:nvGrpSpPr>
            <p:grpSpPr>
              <a:xfrm>
                <a:off x="6448566" y="4221088"/>
                <a:ext cx="2507622" cy="1694776"/>
                <a:chOff x="6448566" y="4221088"/>
                <a:chExt cx="2507622" cy="1694776"/>
              </a:xfrm>
            </p:grpSpPr>
            <p:sp>
              <p:nvSpPr>
                <p:cNvPr id="26" name="Rectangle 25">
                  <a:extLst>
                    <a:ext uri="{FF2B5EF4-FFF2-40B4-BE49-F238E27FC236}">
                      <a16:creationId xmlns:a16="http://schemas.microsoft.com/office/drawing/2014/main" id="{4308B351-EAA4-8E45-84E0-515CD6E4F1A9}"/>
                    </a:ext>
                  </a:extLst>
                </p:cNvPr>
                <p:cNvSpPr/>
                <p:nvPr/>
              </p:nvSpPr>
              <p:spPr>
                <a:xfrm>
                  <a:off x="6448566" y="4221088"/>
                  <a:ext cx="2507622" cy="1694776"/>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VN"/>
                </a:p>
              </p:txBody>
            </p:sp>
            <p:sp>
              <p:nvSpPr>
                <p:cNvPr id="6" name="TextBox 5">
                  <a:extLst>
                    <a:ext uri="{FF2B5EF4-FFF2-40B4-BE49-F238E27FC236}">
                      <a16:creationId xmlns:a16="http://schemas.microsoft.com/office/drawing/2014/main" id="{B091BEE9-D18B-3147-BC37-7DE3EEB8580F}"/>
                    </a:ext>
                  </a:extLst>
                </p:cNvPr>
                <p:cNvSpPr txBox="1"/>
                <p:nvPr/>
              </p:nvSpPr>
              <p:spPr>
                <a:xfrm>
                  <a:off x="7297872" y="4321623"/>
                  <a:ext cx="724979" cy="369332"/>
                </a:xfrm>
                <a:prstGeom prst="rect">
                  <a:avLst/>
                </a:prstGeom>
                <a:noFill/>
              </p:spPr>
              <p:txBody>
                <a:bodyPr wrap="square" rtlCol="0">
                  <a:spAutoFit/>
                </a:bodyPr>
                <a:lstStyle/>
                <a:p>
                  <a:pPr algn="ctr"/>
                  <a:r>
                    <a:rPr lang="en-VN" b="1">
                      <a:solidFill>
                        <a:srgbClr val="0432FF"/>
                      </a:solidFill>
                      <a:latin typeface="Calibri" panose="020F0502020204030204" pitchFamily="34" charset="0"/>
                      <a:cs typeface="Calibri" panose="020F0502020204030204" pitchFamily="34" charset="0"/>
                    </a:rPr>
                    <a:t>Main</a:t>
                  </a:r>
                </a:p>
              </p:txBody>
            </p:sp>
          </p:grpSp>
          <p:grpSp>
            <p:nvGrpSpPr>
              <p:cNvPr id="9" name="Group 8">
                <a:extLst>
                  <a:ext uri="{FF2B5EF4-FFF2-40B4-BE49-F238E27FC236}">
                    <a16:creationId xmlns:a16="http://schemas.microsoft.com/office/drawing/2014/main" id="{1FC3DDDF-6B29-1043-8642-104679B9CF34}"/>
                  </a:ext>
                </a:extLst>
              </p:cNvPr>
              <p:cNvGrpSpPr/>
              <p:nvPr/>
            </p:nvGrpSpPr>
            <p:grpSpPr>
              <a:xfrm>
                <a:off x="6628438" y="4708127"/>
                <a:ext cx="1183922" cy="1041021"/>
                <a:chOff x="2549476" y="5131179"/>
                <a:chExt cx="1183922" cy="1041021"/>
              </a:xfrm>
            </p:grpSpPr>
            <p:sp>
              <p:nvSpPr>
                <p:cNvPr id="10" name="Cube 9">
                  <a:extLst>
                    <a:ext uri="{FF2B5EF4-FFF2-40B4-BE49-F238E27FC236}">
                      <a16:creationId xmlns:a16="http://schemas.microsoft.com/office/drawing/2014/main" id="{203F4FE4-4102-7241-9BDA-D9F3CE713E0B}"/>
                    </a:ext>
                  </a:extLst>
                </p:cNvPr>
                <p:cNvSpPr/>
                <p:nvPr/>
              </p:nvSpPr>
              <p:spPr>
                <a:xfrm>
                  <a:off x="2549476" y="5268032"/>
                  <a:ext cx="1031924" cy="904168"/>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1" name="TextBox 10">
                  <a:extLst>
                    <a:ext uri="{FF2B5EF4-FFF2-40B4-BE49-F238E27FC236}">
                      <a16:creationId xmlns:a16="http://schemas.microsoft.com/office/drawing/2014/main" id="{4E5C2BEE-9243-7749-B104-7221FAF2400A}"/>
                    </a:ext>
                  </a:extLst>
                </p:cNvPr>
                <p:cNvSpPr txBox="1"/>
                <p:nvPr/>
              </p:nvSpPr>
              <p:spPr>
                <a:xfrm>
                  <a:off x="2720387" y="5624820"/>
                  <a:ext cx="357808" cy="477054"/>
                </a:xfrm>
                <a:prstGeom prst="rect">
                  <a:avLst/>
                </a:prstGeom>
                <a:noFill/>
              </p:spPr>
              <p:txBody>
                <a:bodyPr wrap="square" rtlCol="0">
                  <a:spAutoFit/>
                </a:bodyPr>
                <a:lstStyle/>
                <a:p>
                  <a:pPr algn="ctr"/>
                  <a:r>
                    <a:rPr lang="en-VN" sz="2500"/>
                    <a:t>a</a:t>
                  </a:r>
                </a:p>
              </p:txBody>
            </p:sp>
            <p:sp>
              <p:nvSpPr>
                <p:cNvPr id="12" name="TextBox 11">
                  <a:extLst>
                    <a:ext uri="{FF2B5EF4-FFF2-40B4-BE49-F238E27FC236}">
                      <a16:creationId xmlns:a16="http://schemas.microsoft.com/office/drawing/2014/main" id="{6E88D47F-18B2-1C49-8413-22CCB65D76E7}"/>
                    </a:ext>
                  </a:extLst>
                </p:cNvPr>
                <p:cNvSpPr txBox="1"/>
                <p:nvPr/>
              </p:nvSpPr>
              <p:spPr>
                <a:xfrm>
                  <a:off x="3103541" y="5445224"/>
                  <a:ext cx="629857" cy="477054"/>
                </a:xfrm>
                <a:prstGeom prst="rect">
                  <a:avLst/>
                </a:prstGeom>
                <a:noFill/>
                <a:scene3d>
                  <a:camera prst="isometricRightUp">
                    <a:rot lat="1800000" lon="18000000" rev="0"/>
                  </a:camera>
                  <a:lightRig rig="threePt" dir="t"/>
                </a:scene3d>
              </p:spPr>
              <p:txBody>
                <a:bodyPr wrap="square" rtlCol="0">
                  <a:spAutoFit/>
                </a:bodyPr>
                <a:lstStyle/>
                <a:p>
                  <a:pPr algn="ctr"/>
                  <a:r>
                    <a:rPr lang="en-VN" sz="2500"/>
                    <a:t>int</a:t>
                  </a:r>
                </a:p>
              </p:txBody>
            </p:sp>
            <p:sp>
              <p:nvSpPr>
                <p:cNvPr id="13" name="TextBox 12">
                  <a:extLst>
                    <a:ext uri="{FF2B5EF4-FFF2-40B4-BE49-F238E27FC236}">
                      <a16:creationId xmlns:a16="http://schemas.microsoft.com/office/drawing/2014/main" id="{44A3BA20-464E-3545-9062-49CE65322D5F}"/>
                    </a:ext>
                  </a:extLst>
                </p:cNvPr>
                <p:cNvSpPr txBox="1"/>
                <p:nvPr/>
              </p:nvSpPr>
              <p:spPr>
                <a:xfrm>
                  <a:off x="2899291" y="5131179"/>
                  <a:ext cx="357808" cy="553998"/>
                </a:xfrm>
                <a:prstGeom prst="rect">
                  <a:avLst/>
                </a:prstGeom>
                <a:noFill/>
              </p:spPr>
              <p:txBody>
                <a:bodyPr wrap="square" rtlCol="0">
                  <a:spAutoFit/>
                </a:bodyPr>
                <a:lstStyle/>
                <a:p>
                  <a:pPr algn="ctr"/>
                  <a:r>
                    <a:rPr lang="en-VN" sz="3000" b="1">
                      <a:solidFill>
                        <a:schemeClr val="bg1"/>
                      </a:solidFill>
                    </a:rPr>
                    <a:t>5</a:t>
                  </a:r>
                </a:p>
              </p:txBody>
            </p:sp>
          </p:grpSp>
          <p:grpSp>
            <p:nvGrpSpPr>
              <p:cNvPr id="20" name="Group 19">
                <a:extLst>
                  <a:ext uri="{FF2B5EF4-FFF2-40B4-BE49-F238E27FC236}">
                    <a16:creationId xmlns:a16="http://schemas.microsoft.com/office/drawing/2014/main" id="{EE34EF6E-773B-AA46-A71C-449627CFCE6E}"/>
                  </a:ext>
                </a:extLst>
              </p:cNvPr>
              <p:cNvGrpSpPr/>
              <p:nvPr/>
            </p:nvGrpSpPr>
            <p:grpSpPr>
              <a:xfrm>
                <a:off x="7780566" y="4691237"/>
                <a:ext cx="1183922" cy="1041021"/>
                <a:chOff x="2549476" y="5131179"/>
                <a:chExt cx="1183922" cy="1041021"/>
              </a:xfrm>
            </p:grpSpPr>
            <p:sp>
              <p:nvSpPr>
                <p:cNvPr id="21" name="Cube 20">
                  <a:extLst>
                    <a:ext uri="{FF2B5EF4-FFF2-40B4-BE49-F238E27FC236}">
                      <a16:creationId xmlns:a16="http://schemas.microsoft.com/office/drawing/2014/main" id="{18A3C763-D36F-1C46-BC48-6FCBE0BC4C2C}"/>
                    </a:ext>
                  </a:extLst>
                </p:cNvPr>
                <p:cNvSpPr/>
                <p:nvPr/>
              </p:nvSpPr>
              <p:spPr>
                <a:xfrm>
                  <a:off x="2549476" y="5268032"/>
                  <a:ext cx="1031924" cy="904168"/>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2" name="TextBox 21">
                  <a:extLst>
                    <a:ext uri="{FF2B5EF4-FFF2-40B4-BE49-F238E27FC236}">
                      <a16:creationId xmlns:a16="http://schemas.microsoft.com/office/drawing/2014/main" id="{269ABC8A-A147-7147-9308-E8BA4D1642C8}"/>
                    </a:ext>
                  </a:extLst>
                </p:cNvPr>
                <p:cNvSpPr txBox="1"/>
                <p:nvPr/>
              </p:nvSpPr>
              <p:spPr>
                <a:xfrm>
                  <a:off x="2720387" y="5624820"/>
                  <a:ext cx="357808" cy="477054"/>
                </a:xfrm>
                <a:prstGeom prst="rect">
                  <a:avLst/>
                </a:prstGeom>
                <a:noFill/>
              </p:spPr>
              <p:txBody>
                <a:bodyPr wrap="square" rtlCol="0">
                  <a:spAutoFit/>
                </a:bodyPr>
                <a:lstStyle/>
                <a:p>
                  <a:pPr algn="ctr"/>
                  <a:r>
                    <a:rPr lang="en-VN" sz="2500"/>
                    <a:t>b</a:t>
                  </a:r>
                </a:p>
              </p:txBody>
            </p:sp>
            <p:sp>
              <p:nvSpPr>
                <p:cNvPr id="23" name="TextBox 22">
                  <a:extLst>
                    <a:ext uri="{FF2B5EF4-FFF2-40B4-BE49-F238E27FC236}">
                      <a16:creationId xmlns:a16="http://schemas.microsoft.com/office/drawing/2014/main" id="{C9580063-EDCB-634C-BECF-FE4F07DC5C25}"/>
                    </a:ext>
                  </a:extLst>
                </p:cNvPr>
                <p:cNvSpPr txBox="1"/>
                <p:nvPr/>
              </p:nvSpPr>
              <p:spPr>
                <a:xfrm>
                  <a:off x="3103541" y="5445224"/>
                  <a:ext cx="629857" cy="477054"/>
                </a:xfrm>
                <a:prstGeom prst="rect">
                  <a:avLst/>
                </a:prstGeom>
                <a:noFill/>
                <a:scene3d>
                  <a:camera prst="isometricRightUp">
                    <a:rot lat="1800000" lon="18000000" rev="0"/>
                  </a:camera>
                  <a:lightRig rig="threePt" dir="t"/>
                </a:scene3d>
              </p:spPr>
              <p:txBody>
                <a:bodyPr wrap="square" rtlCol="0">
                  <a:spAutoFit/>
                </a:bodyPr>
                <a:lstStyle/>
                <a:p>
                  <a:pPr algn="ctr"/>
                  <a:r>
                    <a:rPr lang="en-VN" sz="2500"/>
                    <a:t>int</a:t>
                  </a:r>
                </a:p>
              </p:txBody>
            </p:sp>
            <p:sp>
              <p:nvSpPr>
                <p:cNvPr id="24" name="TextBox 23">
                  <a:extLst>
                    <a:ext uri="{FF2B5EF4-FFF2-40B4-BE49-F238E27FC236}">
                      <a16:creationId xmlns:a16="http://schemas.microsoft.com/office/drawing/2014/main" id="{06906E88-C39C-4E46-861F-C2B218453DB1}"/>
                    </a:ext>
                  </a:extLst>
                </p:cNvPr>
                <p:cNvSpPr txBox="1"/>
                <p:nvPr/>
              </p:nvSpPr>
              <p:spPr>
                <a:xfrm>
                  <a:off x="2899291" y="5131179"/>
                  <a:ext cx="357808" cy="553998"/>
                </a:xfrm>
                <a:prstGeom prst="rect">
                  <a:avLst/>
                </a:prstGeom>
                <a:noFill/>
              </p:spPr>
              <p:txBody>
                <a:bodyPr wrap="square" rtlCol="0">
                  <a:spAutoFit/>
                </a:bodyPr>
                <a:lstStyle/>
                <a:p>
                  <a:pPr algn="ctr"/>
                  <a:r>
                    <a:rPr lang="en-VN" sz="3000" b="1">
                      <a:solidFill>
                        <a:schemeClr val="bg1"/>
                      </a:solidFill>
                    </a:rPr>
                    <a:t>8</a:t>
                  </a:r>
                </a:p>
              </p:txBody>
            </p:sp>
          </p:grpSp>
        </p:grpSp>
        <p:grpSp>
          <p:nvGrpSpPr>
            <p:cNvPr id="30" name="Group 29">
              <a:extLst>
                <a:ext uri="{FF2B5EF4-FFF2-40B4-BE49-F238E27FC236}">
                  <a16:creationId xmlns:a16="http://schemas.microsoft.com/office/drawing/2014/main" id="{C3203A95-E85B-BC49-B67B-02DDD2A85E72}"/>
                </a:ext>
              </a:extLst>
            </p:cNvPr>
            <p:cNvGrpSpPr/>
            <p:nvPr/>
          </p:nvGrpSpPr>
          <p:grpSpPr>
            <a:xfrm>
              <a:off x="6444208" y="2366043"/>
              <a:ext cx="2507622" cy="1694776"/>
              <a:chOff x="6448566" y="4221088"/>
              <a:chExt cx="2507622" cy="1694776"/>
            </a:xfrm>
          </p:grpSpPr>
          <p:sp>
            <p:nvSpPr>
              <p:cNvPr id="41" name="Rectangle 40">
                <a:extLst>
                  <a:ext uri="{FF2B5EF4-FFF2-40B4-BE49-F238E27FC236}">
                    <a16:creationId xmlns:a16="http://schemas.microsoft.com/office/drawing/2014/main" id="{5330C2F0-0A6C-414D-A958-EB97918114DE}"/>
                  </a:ext>
                </a:extLst>
              </p:cNvPr>
              <p:cNvSpPr/>
              <p:nvPr/>
            </p:nvSpPr>
            <p:spPr>
              <a:xfrm>
                <a:off x="6448566" y="4221088"/>
                <a:ext cx="2507622" cy="1694776"/>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VN"/>
              </a:p>
            </p:txBody>
          </p:sp>
          <p:sp>
            <p:nvSpPr>
              <p:cNvPr id="42" name="TextBox 41">
                <a:extLst>
                  <a:ext uri="{FF2B5EF4-FFF2-40B4-BE49-F238E27FC236}">
                    <a16:creationId xmlns:a16="http://schemas.microsoft.com/office/drawing/2014/main" id="{88AEE9CD-0EEE-EB47-9A09-055C2EBD0394}"/>
                  </a:ext>
                </a:extLst>
              </p:cNvPr>
              <p:cNvSpPr txBox="1"/>
              <p:nvPr/>
            </p:nvSpPr>
            <p:spPr>
              <a:xfrm>
                <a:off x="7297872" y="4321623"/>
                <a:ext cx="724979" cy="369332"/>
              </a:xfrm>
              <a:prstGeom prst="rect">
                <a:avLst/>
              </a:prstGeom>
              <a:noFill/>
            </p:spPr>
            <p:txBody>
              <a:bodyPr wrap="square" rtlCol="0">
                <a:spAutoFit/>
              </a:bodyPr>
              <a:lstStyle/>
              <a:p>
                <a:pPr algn="ctr"/>
                <a:r>
                  <a:rPr lang="en-VN" b="1">
                    <a:solidFill>
                      <a:srgbClr val="0432FF"/>
                    </a:solidFill>
                    <a:latin typeface="Calibri" panose="020F0502020204030204" pitchFamily="34" charset="0"/>
                    <a:cs typeface="Calibri" panose="020F0502020204030204" pitchFamily="34" charset="0"/>
                  </a:rPr>
                  <a:t>Swap</a:t>
                </a:r>
              </a:p>
            </p:txBody>
          </p:sp>
        </p:grpSp>
        <p:sp>
          <p:nvSpPr>
            <p:cNvPr id="37" name="Cube 36">
              <a:extLst>
                <a:ext uri="{FF2B5EF4-FFF2-40B4-BE49-F238E27FC236}">
                  <a16:creationId xmlns:a16="http://schemas.microsoft.com/office/drawing/2014/main" id="{5B982AA0-FD9F-A247-BC10-2CC2D4175FBC}"/>
                </a:ext>
              </a:extLst>
            </p:cNvPr>
            <p:cNvSpPr/>
            <p:nvPr/>
          </p:nvSpPr>
          <p:spPr>
            <a:xfrm>
              <a:off x="6624080" y="2989935"/>
              <a:ext cx="1031924" cy="904168"/>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38" name="TextBox 37">
              <a:extLst>
                <a:ext uri="{FF2B5EF4-FFF2-40B4-BE49-F238E27FC236}">
                  <a16:creationId xmlns:a16="http://schemas.microsoft.com/office/drawing/2014/main" id="{D379B4FC-DF8A-3B48-83E3-ABA0E1D0243C}"/>
                </a:ext>
              </a:extLst>
            </p:cNvPr>
            <p:cNvSpPr txBox="1"/>
            <p:nvPr/>
          </p:nvSpPr>
          <p:spPr>
            <a:xfrm>
              <a:off x="6794991" y="3346723"/>
              <a:ext cx="357808" cy="477054"/>
            </a:xfrm>
            <a:prstGeom prst="rect">
              <a:avLst/>
            </a:prstGeom>
            <a:noFill/>
          </p:spPr>
          <p:txBody>
            <a:bodyPr wrap="square" rtlCol="0">
              <a:spAutoFit/>
            </a:bodyPr>
            <a:lstStyle/>
            <a:p>
              <a:pPr algn="ctr"/>
              <a:r>
                <a:rPr lang="en-VN" sz="2500"/>
                <a:t>a</a:t>
              </a:r>
            </a:p>
          </p:txBody>
        </p:sp>
        <p:sp>
          <p:nvSpPr>
            <p:cNvPr id="33" name="Cube 32">
              <a:extLst>
                <a:ext uri="{FF2B5EF4-FFF2-40B4-BE49-F238E27FC236}">
                  <a16:creationId xmlns:a16="http://schemas.microsoft.com/office/drawing/2014/main" id="{FCC4685F-5414-8A49-9085-4C377CCE38F0}"/>
                </a:ext>
              </a:extLst>
            </p:cNvPr>
            <p:cNvSpPr/>
            <p:nvPr/>
          </p:nvSpPr>
          <p:spPr>
            <a:xfrm>
              <a:off x="7776208" y="2973045"/>
              <a:ext cx="1031924" cy="904168"/>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34" name="TextBox 33">
              <a:extLst>
                <a:ext uri="{FF2B5EF4-FFF2-40B4-BE49-F238E27FC236}">
                  <a16:creationId xmlns:a16="http://schemas.microsoft.com/office/drawing/2014/main" id="{BA63657A-1C24-8644-9780-1CF6A82FC73B}"/>
                </a:ext>
              </a:extLst>
            </p:cNvPr>
            <p:cNvSpPr txBox="1"/>
            <p:nvPr/>
          </p:nvSpPr>
          <p:spPr>
            <a:xfrm>
              <a:off x="7947119" y="3329833"/>
              <a:ext cx="357808" cy="477054"/>
            </a:xfrm>
            <a:prstGeom prst="rect">
              <a:avLst/>
            </a:prstGeom>
            <a:noFill/>
          </p:spPr>
          <p:txBody>
            <a:bodyPr wrap="square" rtlCol="0">
              <a:spAutoFit/>
            </a:bodyPr>
            <a:lstStyle/>
            <a:p>
              <a:pPr algn="ctr"/>
              <a:r>
                <a:rPr lang="en-VN" sz="2500"/>
                <a:t>b</a:t>
              </a:r>
            </a:p>
          </p:txBody>
        </p:sp>
        <p:sp>
          <p:nvSpPr>
            <p:cNvPr id="18" name="U-Turn Arrow 17">
              <a:extLst>
                <a:ext uri="{FF2B5EF4-FFF2-40B4-BE49-F238E27FC236}">
                  <a16:creationId xmlns:a16="http://schemas.microsoft.com/office/drawing/2014/main" id="{0F533C04-7A2A-924A-8576-C4C1B145B90C}"/>
                </a:ext>
              </a:extLst>
            </p:cNvPr>
            <p:cNvSpPr/>
            <p:nvPr/>
          </p:nvSpPr>
          <p:spPr>
            <a:xfrm rot="5400000" flipV="1">
              <a:off x="5814913" y="3818014"/>
              <a:ext cx="1873135" cy="537583"/>
            </a:xfrm>
            <a:prstGeom prst="uturnArrow">
              <a:avLst>
                <a:gd name="adj1" fmla="val 8459"/>
                <a:gd name="adj2" fmla="val 25000"/>
                <a:gd name="adj3" fmla="val 20865"/>
                <a:gd name="adj4" fmla="val 39615"/>
                <a:gd name="adj5" fmla="val 75000"/>
              </a:avLst>
            </a:prstGeom>
            <a:solidFill>
              <a:srgbClr val="FF0000"/>
            </a:solidFill>
            <a:ln>
              <a:solidFill>
                <a:srgbClr val="FF0000"/>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en-VN">
                <a:solidFill>
                  <a:schemeClr val="tx1"/>
                </a:solidFill>
              </a:endParaRPr>
            </a:p>
          </p:txBody>
        </p:sp>
        <p:sp>
          <p:nvSpPr>
            <p:cNvPr id="43" name="U-Turn Arrow 42">
              <a:extLst>
                <a:ext uri="{FF2B5EF4-FFF2-40B4-BE49-F238E27FC236}">
                  <a16:creationId xmlns:a16="http://schemas.microsoft.com/office/drawing/2014/main" id="{E50150CC-E005-1D48-BE7F-B96183234FDD}"/>
                </a:ext>
              </a:extLst>
            </p:cNvPr>
            <p:cNvSpPr/>
            <p:nvPr/>
          </p:nvSpPr>
          <p:spPr>
            <a:xfrm rot="16200000" flipH="1" flipV="1">
              <a:off x="7677372" y="3789281"/>
              <a:ext cx="1856167" cy="578078"/>
            </a:xfrm>
            <a:prstGeom prst="uturnArrow">
              <a:avLst>
                <a:gd name="adj1" fmla="val 8459"/>
                <a:gd name="adj2" fmla="val 25000"/>
                <a:gd name="adj3" fmla="val 20865"/>
                <a:gd name="adj4" fmla="val 39615"/>
                <a:gd name="adj5" fmla="val 75000"/>
              </a:avLst>
            </a:prstGeom>
            <a:solidFill>
              <a:srgbClr val="FF0000"/>
            </a:solidFill>
            <a:ln>
              <a:solidFill>
                <a:srgbClr val="FF0000"/>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en-VN">
                <a:solidFill>
                  <a:schemeClr val="tx1"/>
                </a:solidFill>
              </a:endParaRPr>
            </a:p>
          </p:txBody>
        </p:sp>
      </p:grpSp>
      <p:sp>
        <p:nvSpPr>
          <p:cNvPr id="44" name="Rectangle 43">
            <a:extLst>
              <a:ext uri="{FF2B5EF4-FFF2-40B4-BE49-F238E27FC236}">
                <a16:creationId xmlns:a16="http://schemas.microsoft.com/office/drawing/2014/main" id="{FF884B2E-ED90-6D4E-B95C-35DB976AC781}"/>
              </a:ext>
            </a:extLst>
          </p:cNvPr>
          <p:cNvSpPr/>
          <p:nvPr/>
        </p:nvSpPr>
        <p:spPr>
          <a:xfrm>
            <a:off x="557654" y="2570590"/>
            <a:ext cx="5620887" cy="314327"/>
          </a:xfrm>
          <a:prstGeom prst="rect">
            <a:avLst/>
          </a:prstGeom>
          <a:solidFill>
            <a:srgbClr val="FFFF00">
              <a:alpha val="26391"/>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45" name="Line Callout 1 44">
            <a:extLst>
              <a:ext uri="{FF2B5EF4-FFF2-40B4-BE49-F238E27FC236}">
                <a16:creationId xmlns:a16="http://schemas.microsoft.com/office/drawing/2014/main" id="{151E98CF-B4E9-0A45-B6D5-7AEAEB0EEA0E}"/>
              </a:ext>
            </a:extLst>
          </p:cNvPr>
          <p:cNvSpPr/>
          <p:nvPr/>
        </p:nvSpPr>
        <p:spPr>
          <a:xfrm>
            <a:off x="3733535" y="848809"/>
            <a:ext cx="4392488" cy="733556"/>
          </a:xfrm>
          <a:prstGeom prst="borderCallout1">
            <a:avLst>
              <a:gd name="adj1" fmla="val 76077"/>
              <a:gd name="adj2" fmla="val 98"/>
              <a:gd name="adj3" fmla="val 231870"/>
              <a:gd name="adj4" fmla="val -34392"/>
            </a:avLst>
          </a:prstGeom>
          <a:ln/>
        </p:spPr>
        <p:style>
          <a:lnRef idx="1">
            <a:schemeClr val="accent2"/>
          </a:lnRef>
          <a:fillRef idx="2">
            <a:schemeClr val="accent2"/>
          </a:fillRef>
          <a:effectRef idx="1">
            <a:schemeClr val="accent2"/>
          </a:effectRef>
          <a:fontRef idx="minor">
            <a:schemeClr val="dk1"/>
          </a:fontRef>
        </p:style>
        <p:txBody>
          <a:bodyPr rtlCol="0" anchor="ctr"/>
          <a:lstStyle/>
          <a:p>
            <a:r>
              <a:rPr lang="en-US" sz="2000">
                <a:solidFill>
                  <a:schemeClr val="tx1"/>
                </a:solidFill>
                <a:latin typeface="Consolas" panose="020B0609020204030204" pitchFamily="49" charset="0"/>
              </a:rPr>
              <a:t>Before swapping: </a:t>
            </a:r>
            <a:r>
              <a:rPr lang="en-GB" sz="2000" dirty="0">
                <a:solidFill>
                  <a:schemeClr val="tx1"/>
                </a:solidFill>
                <a:latin typeface="Consolas" pitchFamily="49" charset="0"/>
                <a:cs typeface="Consolas" pitchFamily="49" charset="0"/>
              </a:rPr>
              <a:t>a = 8, b = 5</a:t>
            </a:r>
          </a:p>
          <a:p>
            <a:r>
              <a:rPr lang="en-US" sz="2000">
                <a:solidFill>
                  <a:schemeClr val="tx1"/>
                </a:solidFill>
                <a:latin typeface="Consolas" panose="020B0609020204030204" pitchFamily="49" charset="0"/>
              </a:rPr>
              <a:t>In Swap method: </a:t>
            </a:r>
            <a:r>
              <a:rPr lang="en-GB" sz="2000" dirty="0">
                <a:solidFill>
                  <a:schemeClr val="tx1"/>
                </a:solidFill>
                <a:latin typeface="Consolas" pitchFamily="49" charset="0"/>
                <a:cs typeface="Consolas" pitchFamily="49" charset="0"/>
              </a:rPr>
              <a:t>a = 5, b = 8</a:t>
            </a:r>
          </a:p>
        </p:txBody>
      </p:sp>
      <p:sp>
        <p:nvSpPr>
          <p:cNvPr id="16" name="Curved Right Arrow 15">
            <a:extLst>
              <a:ext uri="{FF2B5EF4-FFF2-40B4-BE49-F238E27FC236}">
                <a16:creationId xmlns:a16="http://schemas.microsoft.com/office/drawing/2014/main" id="{315CA64D-CF58-4A63-65DE-369D65A235C4}"/>
              </a:ext>
            </a:extLst>
          </p:cNvPr>
          <p:cNvSpPr/>
          <p:nvPr/>
        </p:nvSpPr>
        <p:spPr>
          <a:xfrm rot="10800000">
            <a:off x="3994765" y="1493450"/>
            <a:ext cx="865267" cy="3031335"/>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solidFill>
                <a:schemeClr val="tx1"/>
              </a:solidFill>
            </a:endParaRPr>
          </a:p>
        </p:txBody>
      </p:sp>
    </p:spTree>
    <p:extLst>
      <p:ext uri="{BB962C8B-B14F-4D97-AF65-F5344CB8AC3E}">
        <p14:creationId xmlns:p14="http://schemas.microsoft.com/office/powerpoint/2010/main" val="156290331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9F558-D333-EE4F-BF8A-DD5A2AF8E8E5}"/>
              </a:ext>
            </a:extLst>
          </p:cNvPr>
          <p:cNvSpPr>
            <a:spLocks noGrp="1"/>
          </p:cNvSpPr>
          <p:nvPr>
            <p:ph type="title"/>
          </p:nvPr>
        </p:nvSpPr>
        <p:spPr/>
        <p:txBody>
          <a:bodyPr>
            <a:normAutofit fontScale="90000"/>
          </a:bodyPr>
          <a:lstStyle/>
          <a:p>
            <a:r>
              <a:rPr lang="en-US"/>
              <a:t>T</a:t>
            </a:r>
            <a:r>
              <a:rPr lang="en-VN"/>
              <a:t>RUYỀN THAM CHIẾU</a:t>
            </a:r>
          </a:p>
        </p:txBody>
      </p:sp>
      <p:sp>
        <p:nvSpPr>
          <p:cNvPr id="3" name="Content Placeholder 2">
            <a:extLst>
              <a:ext uri="{FF2B5EF4-FFF2-40B4-BE49-F238E27FC236}">
                <a16:creationId xmlns:a16="http://schemas.microsoft.com/office/drawing/2014/main" id="{46E931EB-84F8-664B-A670-FCDDEF319EBC}"/>
              </a:ext>
            </a:extLst>
          </p:cNvPr>
          <p:cNvSpPr>
            <a:spLocks noGrp="1"/>
          </p:cNvSpPr>
          <p:nvPr>
            <p:ph idx="1"/>
          </p:nvPr>
        </p:nvSpPr>
        <p:spPr/>
        <p:txBody>
          <a:bodyPr/>
          <a:lstStyle/>
          <a:p>
            <a:endParaRPr lang="en-VN"/>
          </a:p>
        </p:txBody>
      </p:sp>
      <p:sp>
        <p:nvSpPr>
          <p:cNvPr id="4" name="Footer Placeholder 3">
            <a:extLst>
              <a:ext uri="{FF2B5EF4-FFF2-40B4-BE49-F238E27FC236}">
                <a16:creationId xmlns:a16="http://schemas.microsoft.com/office/drawing/2014/main" id="{F03246C0-7681-AD48-868A-D72606C1877E}"/>
              </a:ext>
            </a:extLst>
          </p:cNvPr>
          <p:cNvSpPr>
            <a:spLocks noGrp="1"/>
          </p:cNvSpPr>
          <p:nvPr>
            <p:ph type="ftr" sz="quarter" idx="11"/>
          </p:nvPr>
        </p:nvSpPr>
        <p:spPr/>
        <p:txBody>
          <a:bodyPr/>
          <a:lstStyle/>
          <a:p>
            <a:r>
              <a:rPr lang="vi-VN" dirty="0"/>
              <a:t>Bài 5: Hàm</a:t>
            </a:r>
            <a:endParaRPr lang="en-US" dirty="0"/>
          </a:p>
        </p:txBody>
      </p:sp>
      <p:sp>
        <p:nvSpPr>
          <p:cNvPr id="5" name="Slide Number Placeholder 4">
            <a:extLst>
              <a:ext uri="{FF2B5EF4-FFF2-40B4-BE49-F238E27FC236}">
                <a16:creationId xmlns:a16="http://schemas.microsoft.com/office/drawing/2014/main" id="{A2231E3D-50C2-5841-8CD1-9EA17109550A}"/>
              </a:ext>
            </a:extLst>
          </p:cNvPr>
          <p:cNvSpPr>
            <a:spLocks noGrp="1"/>
          </p:cNvSpPr>
          <p:nvPr>
            <p:ph type="sldNum" sz="quarter" idx="12"/>
          </p:nvPr>
        </p:nvSpPr>
        <p:spPr/>
        <p:txBody>
          <a:bodyPr/>
          <a:lstStyle/>
          <a:p>
            <a:fld id="{1AD93096-5B34-4342-9326-69289CEAE4C2}" type="slidenum">
              <a:rPr lang="en-US" smtClean="0"/>
              <a:pPr/>
              <a:t>41</a:t>
            </a:fld>
            <a:endParaRPr lang="en-US" dirty="0"/>
          </a:p>
        </p:txBody>
      </p:sp>
      <p:sp>
        <p:nvSpPr>
          <p:cNvPr id="27" name="Content Placeholder 5">
            <a:extLst>
              <a:ext uri="{FF2B5EF4-FFF2-40B4-BE49-F238E27FC236}">
                <a16:creationId xmlns:a16="http://schemas.microsoft.com/office/drawing/2014/main" id="{AB9DFC89-818A-5444-BD5A-A62A26C593CB}"/>
              </a:ext>
            </a:extLst>
          </p:cNvPr>
          <p:cNvSpPr txBox="1">
            <a:spLocks/>
          </p:cNvSpPr>
          <p:nvPr/>
        </p:nvSpPr>
        <p:spPr>
          <a:xfrm>
            <a:off x="90386" y="1503294"/>
            <a:ext cx="6154486" cy="3851412"/>
          </a:xfrm>
          <a:prstGeom prst="rect">
            <a:avLst/>
          </a:prstGeom>
        </p:spPr>
        <p:style>
          <a:lnRef idx="2">
            <a:schemeClr val="accent2"/>
          </a:lnRef>
          <a:fillRef idx="1">
            <a:schemeClr val="lt1"/>
          </a:fillRef>
          <a:effectRef idx="0">
            <a:schemeClr val="accent2"/>
          </a:effectRef>
          <a:fontRef idx="minor">
            <a:schemeClr val="dk1"/>
          </a:fontRef>
        </p:style>
        <p:txBody>
          <a:bodyPr>
            <a:noAutofit/>
          </a:bodyPr>
          <a:lstStyle>
            <a:lvl1pPr marL="308610" indent="-257175" algn="l" rtl="0" eaLnBrk="1" latinLnBrk="0" hangingPunct="1">
              <a:spcBef>
                <a:spcPts val="525"/>
              </a:spcBef>
              <a:buSzPct val="95000"/>
              <a:buFont typeface="Wingdings"/>
              <a:buChar char=""/>
              <a:defRPr sz="1500" kern="1200" spc="0">
                <a:solidFill>
                  <a:schemeClr val="tx1"/>
                </a:solidFill>
                <a:latin typeface="+mn-lt"/>
                <a:ea typeface="+mn-ea"/>
                <a:cs typeface="Arial" pitchFamily="34" charset="0"/>
              </a:defRPr>
            </a:lvl1pPr>
            <a:lvl2pPr marL="555498" indent="-214313" algn="l" rtl="0" eaLnBrk="1" latinLnBrk="0" hangingPunct="1">
              <a:spcBef>
                <a:spcPct val="20000"/>
              </a:spcBef>
              <a:buClr>
                <a:schemeClr val="accent2"/>
              </a:buClr>
              <a:buSzPct val="90000"/>
              <a:buFont typeface="Wingdings"/>
              <a:buChar char=""/>
              <a:defRPr sz="1350" kern="1200" spc="0">
                <a:solidFill>
                  <a:schemeClr val="tx1"/>
                </a:solidFill>
                <a:latin typeface="+mn-lt"/>
                <a:ea typeface="+mn-ea"/>
                <a:cs typeface="Arial" pitchFamily="34" charset="0"/>
              </a:defRPr>
            </a:lvl2pPr>
            <a:lvl3pPr marL="747522" indent="-171450" algn="l" rtl="0" eaLnBrk="1" latinLnBrk="0" hangingPunct="1">
              <a:spcBef>
                <a:spcPct val="20000"/>
              </a:spcBef>
              <a:buClr>
                <a:schemeClr val="accent2"/>
              </a:buClr>
              <a:buFont typeface="Wingdings 2"/>
              <a:buChar char=""/>
              <a:defRPr sz="1200" kern="1200" spc="0">
                <a:solidFill>
                  <a:schemeClr val="tx1"/>
                </a:solidFill>
                <a:latin typeface="+mn-lt"/>
                <a:ea typeface="+mn-ea"/>
                <a:cs typeface="Arial" pitchFamily="34" charset="0"/>
              </a:defRPr>
            </a:lvl3pPr>
            <a:lvl4pPr marL="946404" indent="-171450" algn="l" rtl="0" eaLnBrk="1" latinLnBrk="0" hangingPunct="1">
              <a:spcBef>
                <a:spcPct val="20000"/>
              </a:spcBef>
              <a:buClr>
                <a:schemeClr val="accent3"/>
              </a:buClr>
              <a:buFont typeface="Wingdings 3"/>
              <a:buChar char=""/>
              <a:defRPr sz="1200" kern="1200" spc="0">
                <a:solidFill>
                  <a:schemeClr val="tx1"/>
                </a:solidFill>
                <a:latin typeface="+mn-lt"/>
                <a:ea typeface="+mn-ea"/>
                <a:cs typeface="Arial" pitchFamily="34" charset="0"/>
              </a:defRPr>
            </a:lvl4pPr>
            <a:lvl5pPr marL="1110996" indent="-157734" algn="l" rtl="0" eaLnBrk="1" latinLnBrk="0" hangingPunct="1">
              <a:spcBef>
                <a:spcPct val="20000"/>
              </a:spcBef>
              <a:buClr>
                <a:schemeClr val="accent3"/>
              </a:buClr>
              <a:buFont typeface="Wingdings 2"/>
              <a:buChar char=""/>
              <a:defRPr sz="1050" kern="1200" spc="0">
                <a:solidFill>
                  <a:schemeClr val="tx1"/>
                </a:solidFill>
                <a:latin typeface="+mn-lt"/>
                <a:ea typeface="+mn-ea"/>
                <a:cs typeface="Arial" pitchFamily="34" charset="0"/>
              </a:defRPr>
            </a:lvl5pPr>
            <a:lvl6pPr marL="1282446" indent="-157734" algn="l" rtl="0" eaLnBrk="1" latinLnBrk="0" hangingPunct="1">
              <a:spcBef>
                <a:spcPct val="20000"/>
              </a:spcBef>
              <a:buClr>
                <a:schemeClr val="accent3"/>
              </a:buClr>
              <a:buFont typeface="Wingdings 2"/>
              <a:buChar char=""/>
              <a:defRPr sz="1350" kern="1200">
                <a:solidFill>
                  <a:schemeClr val="tx1"/>
                </a:solidFill>
                <a:latin typeface="+mn-lt"/>
                <a:ea typeface="+mn-ea"/>
                <a:cs typeface="+mn-cs"/>
              </a:defRPr>
            </a:lvl6pPr>
            <a:lvl7pPr marL="1426464"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7pPr>
            <a:lvl8pPr marL="1570482"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8pPr>
            <a:lvl9pPr marL="1714500"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9pPr>
            <a:extLst/>
          </a:lstStyle>
          <a:p>
            <a:pPr marL="51435" indent="0">
              <a:spcBef>
                <a:spcPts val="0"/>
              </a:spcBef>
              <a:buNone/>
            </a:pPr>
            <a:r>
              <a:rPr lang="en-US" sz="1400">
                <a:solidFill>
                  <a:srgbClr val="0432FF"/>
                </a:solidFill>
                <a:latin typeface="Consolas" panose="020B0609020204030204" pitchFamily="49" charset="0"/>
              </a:rPr>
              <a:t>static</a:t>
            </a:r>
            <a:r>
              <a:rPr lang="en-US" sz="1400">
                <a:latin typeface="Consolas" panose="020B0609020204030204" pitchFamily="49" charset="0"/>
              </a:rPr>
              <a:t> </a:t>
            </a:r>
            <a:r>
              <a:rPr lang="en-US" sz="1400">
                <a:solidFill>
                  <a:srgbClr val="0000FF"/>
                </a:solidFill>
                <a:latin typeface="Consolas" panose="020B0609020204030204" pitchFamily="49" charset="0"/>
              </a:rPr>
              <a:t>void</a:t>
            </a:r>
            <a:r>
              <a:rPr lang="en-US" sz="1400">
                <a:latin typeface="Consolas" panose="020B0609020204030204" pitchFamily="49" charset="0"/>
              </a:rPr>
              <a:t> </a:t>
            </a:r>
            <a:r>
              <a:rPr lang="en-US" sz="1400" dirty="0">
                <a:solidFill>
                  <a:srgbClr val="FEA400"/>
                </a:solidFill>
                <a:latin typeface="Consolas" panose="020B0609020204030204" pitchFamily="49" charset="0"/>
              </a:rPr>
              <a:t>Swap</a:t>
            </a:r>
            <a:r>
              <a:rPr lang="en-US" sz="1400">
                <a:latin typeface="Consolas" panose="020B0609020204030204" pitchFamily="49" charset="0"/>
              </a:rPr>
              <a:t>(</a:t>
            </a:r>
            <a:r>
              <a:rPr lang="en-US" sz="1400">
                <a:solidFill>
                  <a:srgbClr val="FF0000"/>
                </a:solidFill>
                <a:highlight>
                  <a:srgbClr val="FFFF00"/>
                </a:highlight>
                <a:latin typeface="Consolas" panose="020B0609020204030204" pitchFamily="49" charset="0"/>
              </a:rPr>
              <a:t>ref</a:t>
            </a:r>
            <a:r>
              <a:rPr lang="en-US" sz="1400">
                <a:highlight>
                  <a:srgbClr val="FFFF00"/>
                </a:highlight>
                <a:latin typeface="Consolas" panose="020B0609020204030204" pitchFamily="49" charset="0"/>
              </a:rPr>
              <a:t> </a:t>
            </a:r>
            <a:r>
              <a:rPr lang="en-US" sz="1400">
                <a:solidFill>
                  <a:srgbClr val="0432FF"/>
                </a:solidFill>
                <a:highlight>
                  <a:srgbClr val="FFFF00"/>
                </a:highlight>
                <a:latin typeface="Consolas" panose="020B0609020204030204" pitchFamily="49" charset="0"/>
              </a:rPr>
              <a:t>int</a:t>
            </a:r>
            <a:r>
              <a:rPr lang="en-US" sz="1400">
                <a:solidFill>
                  <a:schemeClr val="bg1"/>
                </a:solidFill>
                <a:highlight>
                  <a:srgbClr val="FFFF00"/>
                </a:highlight>
                <a:latin typeface="Consolas" panose="020B0609020204030204" pitchFamily="49" charset="0"/>
              </a:rPr>
              <a:t> </a:t>
            </a:r>
            <a:r>
              <a:rPr lang="en-US" sz="1400">
                <a:solidFill>
                  <a:schemeClr val="accent6">
                    <a:lumMod val="75000"/>
                  </a:schemeClr>
                </a:solidFill>
                <a:highlight>
                  <a:srgbClr val="FFFF00"/>
                </a:highlight>
                <a:latin typeface="Consolas" panose="020B0609020204030204" pitchFamily="49" charset="0"/>
              </a:rPr>
              <a:t>a</a:t>
            </a:r>
            <a:r>
              <a:rPr lang="en-US" sz="1400">
                <a:highlight>
                  <a:srgbClr val="FFFF00"/>
                </a:highlight>
                <a:latin typeface="Consolas" panose="020B0609020204030204" pitchFamily="49" charset="0"/>
              </a:rPr>
              <a:t>, </a:t>
            </a:r>
            <a:r>
              <a:rPr lang="en-US" sz="1400">
                <a:solidFill>
                  <a:srgbClr val="FF0000"/>
                </a:solidFill>
                <a:highlight>
                  <a:srgbClr val="FFFF00"/>
                </a:highlight>
                <a:latin typeface="Consolas" panose="020B0609020204030204" pitchFamily="49" charset="0"/>
              </a:rPr>
              <a:t>ref</a:t>
            </a:r>
            <a:r>
              <a:rPr lang="en-US" sz="1400">
                <a:highlight>
                  <a:srgbClr val="FFFF00"/>
                </a:highlight>
                <a:latin typeface="Consolas" panose="020B0609020204030204" pitchFamily="49" charset="0"/>
              </a:rPr>
              <a:t> </a:t>
            </a:r>
            <a:r>
              <a:rPr lang="en-US" sz="1400">
                <a:solidFill>
                  <a:srgbClr val="0432FF"/>
                </a:solidFill>
                <a:highlight>
                  <a:srgbClr val="FFFF00"/>
                </a:highlight>
                <a:latin typeface="Consolas" panose="020B0609020204030204" pitchFamily="49" charset="0"/>
              </a:rPr>
              <a:t>int</a:t>
            </a:r>
            <a:r>
              <a:rPr lang="en-US" sz="1400">
                <a:solidFill>
                  <a:schemeClr val="bg1"/>
                </a:solidFill>
                <a:highlight>
                  <a:srgbClr val="FFFF00"/>
                </a:highlight>
                <a:latin typeface="Consolas" panose="020B0609020204030204" pitchFamily="49" charset="0"/>
              </a:rPr>
              <a:t> </a:t>
            </a:r>
            <a:r>
              <a:rPr lang="en-US" sz="1400">
                <a:solidFill>
                  <a:schemeClr val="accent6">
                    <a:lumMod val="75000"/>
                  </a:schemeClr>
                </a:solidFill>
                <a:highlight>
                  <a:srgbClr val="FFFF00"/>
                </a:highlight>
                <a:latin typeface="Consolas" panose="020B0609020204030204" pitchFamily="49" charset="0"/>
              </a:rPr>
              <a:t>b</a:t>
            </a:r>
            <a:r>
              <a:rPr lang="en-US" sz="1400">
                <a:latin typeface="Consolas" panose="020B0609020204030204" pitchFamily="49" charset="0"/>
              </a:rPr>
              <a:t>)</a:t>
            </a:r>
          </a:p>
          <a:p>
            <a:pPr marL="51435" indent="0">
              <a:spcBef>
                <a:spcPts val="0"/>
              </a:spcBef>
              <a:buNone/>
            </a:pPr>
            <a:r>
              <a:rPr lang="en-US" sz="1400">
                <a:latin typeface="Consolas" panose="020B0609020204030204" pitchFamily="49" charset="0"/>
              </a:rPr>
              <a:t>{</a:t>
            </a:r>
          </a:p>
          <a:p>
            <a:pPr marL="51435" indent="0">
              <a:spcBef>
                <a:spcPts val="0"/>
              </a:spcBef>
              <a:buNone/>
            </a:pPr>
            <a:r>
              <a:rPr lang="en-US" sz="1400">
                <a:solidFill>
                  <a:schemeClr val="bg1"/>
                </a:solidFill>
                <a:latin typeface="Consolas" panose="020B0609020204030204" pitchFamily="49" charset="0"/>
              </a:rPr>
              <a:t>    </a:t>
            </a:r>
            <a:r>
              <a:rPr lang="en-US" sz="1400">
                <a:solidFill>
                  <a:srgbClr val="0432FF"/>
                </a:solidFill>
                <a:latin typeface="Consolas" panose="020B0609020204030204" pitchFamily="49" charset="0"/>
              </a:rPr>
              <a:t>int</a:t>
            </a:r>
            <a:r>
              <a:rPr lang="en-US" sz="1400">
                <a:solidFill>
                  <a:schemeClr val="bg1"/>
                </a:solidFill>
                <a:latin typeface="Consolas" panose="020B0609020204030204" pitchFamily="49" charset="0"/>
              </a:rPr>
              <a:t> </a:t>
            </a:r>
            <a:r>
              <a:rPr lang="en-US" sz="1400">
                <a:solidFill>
                  <a:schemeClr val="accent6">
                    <a:lumMod val="75000"/>
                  </a:schemeClr>
                </a:solidFill>
                <a:latin typeface="Consolas" panose="020B0609020204030204" pitchFamily="49" charset="0"/>
              </a:rPr>
              <a:t>temp </a:t>
            </a:r>
            <a:r>
              <a:rPr lang="en-US" sz="1400">
                <a:latin typeface="Consolas" panose="020B0609020204030204" pitchFamily="49" charset="0"/>
              </a:rPr>
              <a:t>=</a:t>
            </a:r>
            <a:r>
              <a:rPr lang="en-US" sz="1400">
                <a:solidFill>
                  <a:schemeClr val="accent6">
                    <a:lumMod val="75000"/>
                  </a:schemeClr>
                </a:solidFill>
                <a:latin typeface="Consolas" panose="020B0609020204030204" pitchFamily="49" charset="0"/>
              </a:rPr>
              <a:t> a</a:t>
            </a:r>
          </a:p>
          <a:p>
            <a:pPr marL="51435" indent="0">
              <a:spcBef>
                <a:spcPts val="0"/>
              </a:spcBef>
              <a:buNone/>
            </a:pPr>
            <a:r>
              <a:rPr lang="en-US" sz="1400">
                <a:solidFill>
                  <a:schemeClr val="accent6">
                    <a:lumMod val="75000"/>
                  </a:schemeClr>
                </a:solidFill>
                <a:latin typeface="Consolas" panose="020B0609020204030204" pitchFamily="49" charset="0"/>
              </a:rPr>
              <a:t>    a </a:t>
            </a:r>
            <a:r>
              <a:rPr lang="en-US" sz="1400">
                <a:latin typeface="Consolas" panose="020B0609020204030204" pitchFamily="49" charset="0"/>
              </a:rPr>
              <a:t>= </a:t>
            </a:r>
            <a:r>
              <a:rPr lang="en-US" sz="1400">
                <a:solidFill>
                  <a:schemeClr val="accent6">
                    <a:lumMod val="75000"/>
                  </a:schemeClr>
                </a:solidFill>
                <a:latin typeface="Consolas" panose="020B0609020204030204" pitchFamily="49" charset="0"/>
              </a:rPr>
              <a:t>b</a:t>
            </a:r>
            <a:r>
              <a:rPr lang="en-US" sz="1400">
                <a:latin typeface="Consolas" panose="020B0609020204030204" pitchFamily="49" charset="0"/>
              </a:rPr>
              <a:t>;</a:t>
            </a:r>
          </a:p>
          <a:p>
            <a:pPr marL="51435" indent="0">
              <a:spcBef>
                <a:spcPts val="0"/>
              </a:spcBef>
              <a:buNone/>
            </a:pPr>
            <a:r>
              <a:rPr lang="en-US" sz="1400">
                <a:solidFill>
                  <a:schemeClr val="accent6">
                    <a:lumMod val="75000"/>
                  </a:schemeClr>
                </a:solidFill>
                <a:latin typeface="Consolas" panose="020B0609020204030204" pitchFamily="49" charset="0"/>
              </a:rPr>
              <a:t>    b </a:t>
            </a:r>
            <a:r>
              <a:rPr lang="en-US" sz="1400">
                <a:latin typeface="Consolas" panose="020B0609020204030204" pitchFamily="49" charset="0"/>
              </a:rPr>
              <a:t>= </a:t>
            </a:r>
            <a:r>
              <a:rPr lang="en-US" sz="1400">
                <a:solidFill>
                  <a:schemeClr val="accent6">
                    <a:lumMod val="75000"/>
                  </a:schemeClr>
                </a:solidFill>
                <a:latin typeface="Consolas" panose="020B0609020204030204" pitchFamily="49" charset="0"/>
              </a:rPr>
              <a:t>temp</a:t>
            </a:r>
            <a:r>
              <a:rPr lang="en-US" sz="1400">
                <a:latin typeface="Consolas" panose="020B0609020204030204" pitchFamily="49" charset="0"/>
              </a:rPr>
              <a:t>;</a:t>
            </a:r>
          </a:p>
          <a:p>
            <a:pPr marL="51435" indent="0">
              <a:spcBef>
                <a:spcPts val="0"/>
              </a:spcBef>
              <a:buNone/>
            </a:pPr>
            <a:r>
              <a:rPr lang="en-US" sz="1400">
                <a:solidFill>
                  <a:srgbClr val="2B91AF"/>
                </a:solidFill>
                <a:latin typeface="Consolas" panose="020B0609020204030204" pitchFamily="49" charset="0"/>
              </a:rPr>
              <a:t>    Console</a:t>
            </a:r>
            <a:r>
              <a:rPr lang="en-US" sz="1400">
                <a:latin typeface="Consolas" panose="020B0609020204030204" pitchFamily="49" charset="0"/>
              </a:rPr>
              <a:t>.</a:t>
            </a:r>
            <a:r>
              <a:rPr lang="en-US" sz="1400">
                <a:solidFill>
                  <a:srgbClr val="FEA400"/>
                </a:solidFill>
                <a:latin typeface="Consolas" panose="020B0609020204030204" pitchFamily="49" charset="0"/>
              </a:rPr>
              <a:t>WriteLine</a:t>
            </a:r>
            <a:r>
              <a:rPr lang="en-US" sz="1400">
                <a:latin typeface="Consolas" panose="020B0609020204030204" pitchFamily="49" charset="0"/>
                <a:cs typeface="Consolas" panose="020B0609020204030204" pitchFamily="49" charset="0"/>
              </a:rPr>
              <a:t>($</a:t>
            </a:r>
            <a:r>
              <a:rPr lang="en-US" sz="1400">
                <a:solidFill>
                  <a:srgbClr val="A31515"/>
                </a:solidFill>
                <a:latin typeface="Consolas" panose="020B0609020204030204" pitchFamily="49" charset="0"/>
              </a:rPr>
              <a:t>"In Swap method: a = </a:t>
            </a:r>
            <a:r>
              <a:rPr lang="en-US" sz="1400">
                <a:latin typeface="Consolas" panose="020B0609020204030204" pitchFamily="49" charset="0"/>
              </a:rPr>
              <a:t>{</a:t>
            </a:r>
            <a:r>
              <a:rPr lang="en-US" sz="1400">
                <a:solidFill>
                  <a:schemeClr val="accent6">
                    <a:lumMod val="75000"/>
                  </a:schemeClr>
                </a:solidFill>
                <a:latin typeface="Consolas" panose="020B0609020204030204" pitchFamily="49" charset="0"/>
              </a:rPr>
              <a:t>a</a:t>
            </a:r>
            <a:r>
              <a:rPr lang="en-US" sz="1400">
                <a:latin typeface="Consolas" panose="020B0609020204030204" pitchFamily="49" charset="0"/>
              </a:rPr>
              <a:t>}</a:t>
            </a:r>
            <a:r>
              <a:rPr lang="en-US" sz="1400">
                <a:solidFill>
                  <a:srgbClr val="A31515"/>
                </a:solidFill>
                <a:latin typeface="Consolas" panose="020B0609020204030204" pitchFamily="49" charset="0"/>
              </a:rPr>
              <a:t>, b = </a:t>
            </a:r>
            <a:r>
              <a:rPr lang="en-US" sz="1400">
                <a:latin typeface="Consolas" panose="020B0609020204030204" pitchFamily="49" charset="0"/>
              </a:rPr>
              <a:t>{</a:t>
            </a:r>
            <a:r>
              <a:rPr lang="en-US" sz="1400">
                <a:solidFill>
                  <a:schemeClr val="accent6">
                    <a:lumMod val="75000"/>
                  </a:schemeClr>
                </a:solidFill>
                <a:latin typeface="Consolas" panose="020B0609020204030204" pitchFamily="49" charset="0"/>
              </a:rPr>
              <a:t>b</a:t>
            </a:r>
            <a:r>
              <a:rPr lang="en-US" sz="1400">
                <a:latin typeface="Consolas" panose="020B0609020204030204" pitchFamily="49" charset="0"/>
              </a:rPr>
              <a:t>}</a:t>
            </a:r>
            <a:r>
              <a:rPr lang="en-US" sz="1400">
                <a:solidFill>
                  <a:srgbClr val="A31515"/>
                </a:solidFill>
                <a:latin typeface="Consolas" panose="020B0609020204030204" pitchFamily="49" charset="0"/>
              </a:rPr>
              <a:t>"</a:t>
            </a:r>
            <a:r>
              <a:rPr lang="en-US" sz="1400">
                <a:latin typeface="Consolas" panose="020B0609020204030204" pitchFamily="49" charset="0"/>
                <a:cs typeface="Consolas" panose="020B0609020204030204" pitchFamily="49" charset="0"/>
              </a:rPr>
              <a:t>);</a:t>
            </a:r>
            <a:endParaRPr lang="en-US" sz="1400">
              <a:latin typeface="Consolas" panose="020B0609020204030204" pitchFamily="49" charset="0"/>
            </a:endParaRPr>
          </a:p>
          <a:p>
            <a:pPr marL="51435" indent="0">
              <a:spcBef>
                <a:spcPts val="0"/>
              </a:spcBef>
              <a:buNone/>
            </a:pPr>
            <a:r>
              <a:rPr lang="en-US" sz="1400">
                <a:latin typeface="Consolas" panose="020B0609020204030204" pitchFamily="49" charset="0"/>
              </a:rPr>
              <a:t>}</a:t>
            </a:r>
          </a:p>
          <a:p>
            <a:pPr marL="51435" indent="0" algn="just">
              <a:spcBef>
                <a:spcPts val="0"/>
              </a:spcBef>
              <a:buNone/>
            </a:pPr>
            <a:endParaRPr lang="en-US" sz="1400">
              <a:solidFill>
                <a:schemeClr val="bg1"/>
              </a:solidFill>
              <a:latin typeface="Consolas" panose="020B0609020204030204" pitchFamily="49" charset="0"/>
            </a:endParaRPr>
          </a:p>
          <a:p>
            <a:pPr marL="51435" indent="0" algn="just">
              <a:spcBef>
                <a:spcPts val="0"/>
              </a:spcBef>
              <a:buNone/>
            </a:pPr>
            <a:r>
              <a:rPr lang="en-US" sz="1400">
                <a:solidFill>
                  <a:srgbClr val="0000FF"/>
                </a:solidFill>
                <a:latin typeface="Consolas" panose="020B0609020204030204" pitchFamily="49" charset="0"/>
              </a:rPr>
              <a:t>static</a:t>
            </a:r>
            <a:r>
              <a:rPr lang="en-US" sz="1400">
                <a:latin typeface="Consolas" panose="020B0609020204030204" pitchFamily="49" charset="0"/>
              </a:rPr>
              <a:t> </a:t>
            </a:r>
            <a:r>
              <a:rPr lang="en-US" sz="1400">
                <a:solidFill>
                  <a:srgbClr val="0000FF"/>
                </a:solidFill>
                <a:latin typeface="Consolas" panose="020B0609020204030204" pitchFamily="49" charset="0"/>
              </a:rPr>
              <a:t>void</a:t>
            </a:r>
            <a:r>
              <a:rPr lang="en-US" sz="1400">
                <a:latin typeface="Consolas" panose="020B0609020204030204" pitchFamily="49" charset="0"/>
              </a:rPr>
              <a:t> </a:t>
            </a:r>
            <a:r>
              <a:rPr lang="en-US" sz="1400">
                <a:solidFill>
                  <a:srgbClr val="FEA400"/>
                </a:solidFill>
                <a:latin typeface="Consolas" panose="020B0609020204030204" pitchFamily="49" charset="0"/>
              </a:rPr>
              <a:t>Main</a:t>
            </a:r>
            <a:r>
              <a:rPr lang="en-US" sz="1400">
                <a:latin typeface="Consolas" panose="020B0609020204030204" pitchFamily="49" charset="0"/>
              </a:rPr>
              <a:t>(</a:t>
            </a:r>
            <a:r>
              <a:rPr lang="en-US" sz="1400">
                <a:solidFill>
                  <a:srgbClr val="0000FF"/>
                </a:solidFill>
                <a:latin typeface="Consolas" panose="020B0609020204030204" pitchFamily="49" charset="0"/>
              </a:rPr>
              <a:t>string</a:t>
            </a:r>
            <a:r>
              <a:rPr lang="en-US" sz="1400">
                <a:latin typeface="Consolas" panose="020B0609020204030204" pitchFamily="49" charset="0"/>
              </a:rPr>
              <a:t>[] args)</a:t>
            </a:r>
          </a:p>
          <a:p>
            <a:pPr marL="51435" indent="0" algn="just">
              <a:spcBef>
                <a:spcPts val="0"/>
              </a:spcBef>
              <a:buNone/>
            </a:pPr>
            <a:r>
              <a:rPr lang="en-US" sz="1400">
                <a:latin typeface="Consolas" panose="020B0609020204030204" pitchFamily="49" charset="0"/>
              </a:rPr>
              <a:t>{</a:t>
            </a:r>
          </a:p>
          <a:p>
            <a:pPr marL="51435" indent="0">
              <a:spcBef>
                <a:spcPts val="0"/>
              </a:spcBef>
              <a:buNone/>
            </a:pPr>
            <a:r>
              <a:rPr lang="en-US" sz="1400">
                <a:solidFill>
                  <a:srgbClr val="0432FF"/>
                </a:solidFill>
                <a:latin typeface="Consolas" panose="020B0609020204030204" pitchFamily="49" charset="0"/>
              </a:rPr>
              <a:t>    int</a:t>
            </a:r>
            <a:r>
              <a:rPr lang="en-US" sz="1400">
                <a:solidFill>
                  <a:schemeClr val="bg1"/>
                </a:solidFill>
                <a:latin typeface="Consolas" panose="020B0609020204030204" pitchFamily="49" charset="0"/>
              </a:rPr>
              <a:t> </a:t>
            </a:r>
            <a:r>
              <a:rPr lang="en-US" sz="1400">
                <a:solidFill>
                  <a:schemeClr val="accent6">
                    <a:lumMod val="75000"/>
                  </a:schemeClr>
                </a:solidFill>
                <a:latin typeface="Consolas" panose="020B0609020204030204" pitchFamily="49" charset="0"/>
              </a:rPr>
              <a:t>a </a:t>
            </a:r>
            <a:r>
              <a:rPr lang="en-US" sz="1400">
                <a:latin typeface="Consolas" panose="020B0609020204030204" pitchFamily="49" charset="0"/>
              </a:rPr>
              <a:t>= 8;</a:t>
            </a:r>
          </a:p>
          <a:p>
            <a:pPr marL="51435" indent="0">
              <a:spcBef>
                <a:spcPts val="0"/>
              </a:spcBef>
              <a:buNone/>
            </a:pPr>
            <a:r>
              <a:rPr lang="en-US" sz="1400">
                <a:solidFill>
                  <a:srgbClr val="0432FF"/>
                </a:solidFill>
                <a:latin typeface="Consolas" panose="020B0609020204030204" pitchFamily="49" charset="0"/>
              </a:rPr>
              <a:t>    int</a:t>
            </a:r>
            <a:r>
              <a:rPr lang="en-US" sz="1400">
                <a:solidFill>
                  <a:schemeClr val="bg1"/>
                </a:solidFill>
                <a:latin typeface="Consolas" panose="020B0609020204030204" pitchFamily="49" charset="0"/>
              </a:rPr>
              <a:t> </a:t>
            </a:r>
            <a:r>
              <a:rPr lang="en-US" sz="1400">
                <a:solidFill>
                  <a:schemeClr val="accent6">
                    <a:lumMod val="75000"/>
                  </a:schemeClr>
                </a:solidFill>
                <a:latin typeface="Consolas" panose="020B0609020204030204" pitchFamily="49" charset="0"/>
              </a:rPr>
              <a:t>b </a:t>
            </a:r>
            <a:r>
              <a:rPr lang="en-US" sz="1400">
                <a:latin typeface="Consolas" panose="020B0609020204030204" pitchFamily="49" charset="0"/>
              </a:rPr>
              <a:t>= 5;</a:t>
            </a:r>
          </a:p>
          <a:p>
            <a:pPr marL="51435" indent="0">
              <a:spcBef>
                <a:spcPts val="0"/>
              </a:spcBef>
              <a:buNone/>
            </a:pPr>
            <a:r>
              <a:rPr lang="en-US" sz="1400">
                <a:solidFill>
                  <a:srgbClr val="2B91AF"/>
                </a:solidFill>
                <a:latin typeface="Consolas" panose="020B0609020204030204" pitchFamily="49" charset="0"/>
              </a:rPr>
              <a:t>    Console</a:t>
            </a:r>
            <a:r>
              <a:rPr lang="en-US" sz="1400">
                <a:latin typeface="Consolas" panose="020B0609020204030204" pitchFamily="49" charset="0"/>
              </a:rPr>
              <a:t>.</a:t>
            </a:r>
            <a:r>
              <a:rPr lang="en-US" sz="1400">
                <a:solidFill>
                  <a:srgbClr val="FEA400"/>
                </a:solidFill>
                <a:latin typeface="Consolas" panose="020B0609020204030204" pitchFamily="49" charset="0"/>
              </a:rPr>
              <a:t>WriteLine</a:t>
            </a:r>
            <a:r>
              <a:rPr lang="en-US" sz="1400">
                <a:latin typeface="Consolas" panose="020B0609020204030204" pitchFamily="49" charset="0"/>
                <a:cs typeface="Consolas" panose="020B0609020204030204" pitchFamily="49" charset="0"/>
              </a:rPr>
              <a:t>($</a:t>
            </a:r>
            <a:r>
              <a:rPr lang="en-US" sz="1400">
                <a:solidFill>
                  <a:srgbClr val="A31515"/>
                </a:solidFill>
                <a:latin typeface="Consolas" panose="020B0609020204030204" pitchFamily="49" charset="0"/>
              </a:rPr>
              <a:t>"Before swapping: a = </a:t>
            </a:r>
            <a:r>
              <a:rPr lang="en-US" sz="1400">
                <a:latin typeface="Consolas" panose="020B0609020204030204" pitchFamily="49" charset="0"/>
              </a:rPr>
              <a:t>{</a:t>
            </a:r>
            <a:r>
              <a:rPr lang="en-US" sz="1400">
                <a:solidFill>
                  <a:schemeClr val="accent6">
                    <a:lumMod val="75000"/>
                  </a:schemeClr>
                </a:solidFill>
                <a:latin typeface="Consolas" panose="020B0609020204030204" pitchFamily="49" charset="0"/>
              </a:rPr>
              <a:t>a</a:t>
            </a:r>
            <a:r>
              <a:rPr lang="en-US" sz="1400">
                <a:latin typeface="Consolas" panose="020B0609020204030204" pitchFamily="49" charset="0"/>
              </a:rPr>
              <a:t>}</a:t>
            </a:r>
            <a:r>
              <a:rPr lang="en-US" sz="1400">
                <a:solidFill>
                  <a:srgbClr val="A31515"/>
                </a:solidFill>
                <a:latin typeface="Consolas" panose="020B0609020204030204" pitchFamily="49" charset="0"/>
              </a:rPr>
              <a:t>, b = </a:t>
            </a:r>
            <a:r>
              <a:rPr lang="en-US" sz="1400">
                <a:latin typeface="Consolas" panose="020B0609020204030204" pitchFamily="49" charset="0"/>
              </a:rPr>
              <a:t>{</a:t>
            </a:r>
            <a:r>
              <a:rPr lang="en-US" sz="1400">
                <a:solidFill>
                  <a:schemeClr val="accent6">
                    <a:lumMod val="75000"/>
                  </a:schemeClr>
                </a:solidFill>
                <a:latin typeface="Consolas" panose="020B0609020204030204" pitchFamily="49" charset="0"/>
              </a:rPr>
              <a:t>b</a:t>
            </a:r>
            <a:r>
              <a:rPr lang="en-US" sz="1400">
                <a:latin typeface="Consolas" panose="020B0609020204030204" pitchFamily="49" charset="0"/>
              </a:rPr>
              <a:t>}</a:t>
            </a:r>
            <a:r>
              <a:rPr lang="en-US" sz="1400">
                <a:solidFill>
                  <a:srgbClr val="A31515"/>
                </a:solidFill>
                <a:latin typeface="Consolas" panose="020B0609020204030204" pitchFamily="49" charset="0"/>
              </a:rPr>
              <a:t>"</a:t>
            </a:r>
            <a:r>
              <a:rPr lang="en-US" sz="1400">
                <a:latin typeface="Consolas" panose="020B0609020204030204" pitchFamily="49" charset="0"/>
                <a:cs typeface="Consolas" panose="020B0609020204030204" pitchFamily="49" charset="0"/>
              </a:rPr>
              <a:t>);</a:t>
            </a:r>
          </a:p>
          <a:p>
            <a:pPr marL="51435" indent="0">
              <a:spcBef>
                <a:spcPts val="0"/>
              </a:spcBef>
              <a:buNone/>
            </a:pPr>
            <a:r>
              <a:rPr lang="en-US" sz="1400" dirty="0">
                <a:solidFill>
                  <a:srgbClr val="FEA400"/>
                </a:solidFill>
                <a:latin typeface="Consolas" panose="020B0609020204030204" pitchFamily="49" charset="0"/>
              </a:rPr>
              <a:t>    Swap</a:t>
            </a:r>
            <a:r>
              <a:rPr lang="en-US" sz="1400">
                <a:latin typeface="Consolas" panose="020B0609020204030204" pitchFamily="49" charset="0"/>
              </a:rPr>
              <a:t>(</a:t>
            </a:r>
            <a:r>
              <a:rPr lang="en-US" sz="1400">
                <a:solidFill>
                  <a:srgbClr val="FF0000"/>
                </a:solidFill>
                <a:latin typeface="Consolas" panose="020B0609020204030204" pitchFamily="49" charset="0"/>
              </a:rPr>
              <a:t>ref</a:t>
            </a:r>
            <a:r>
              <a:rPr lang="en-US" sz="1400">
                <a:latin typeface="Consolas" panose="020B0609020204030204" pitchFamily="49" charset="0"/>
              </a:rPr>
              <a:t> </a:t>
            </a:r>
            <a:r>
              <a:rPr lang="en-US" sz="1400">
                <a:solidFill>
                  <a:schemeClr val="accent6">
                    <a:lumMod val="75000"/>
                  </a:schemeClr>
                </a:solidFill>
                <a:latin typeface="Consolas" panose="020B0609020204030204" pitchFamily="49" charset="0"/>
              </a:rPr>
              <a:t>a</a:t>
            </a:r>
            <a:r>
              <a:rPr lang="en-US" sz="1400">
                <a:latin typeface="Consolas" panose="020B0609020204030204" pitchFamily="49" charset="0"/>
              </a:rPr>
              <a:t>, </a:t>
            </a:r>
            <a:r>
              <a:rPr lang="en-US" sz="1400">
                <a:solidFill>
                  <a:srgbClr val="FF0000"/>
                </a:solidFill>
                <a:latin typeface="Consolas" panose="020B0609020204030204" pitchFamily="49" charset="0"/>
              </a:rPr>
              <a:t>ref</a:t>
            </a:r>
            <a:r>
              <a:rPr lang="en-US" sz="1400">
                <a:solidFill>
                  <a:schemeClr val="accent6">
                    <a:lumMod val="75000"/>
                  </a:schemeClr>
                </a:solidFill>
                <a:latin typeface="Consolas" panose="020B0609020204030204" pitchFamily="49" charset="0"/>
              </a:rPr>
              <a:t> b</a:t>
            </a:r>
            <a:r>
              <a:rPr lang="en-US" sz="1400">
                <a:latin typeface="Consolas" panose="020B0609020204030204" pitchFamily="49" charset="0"/>
              </a:rPr>
              <a:t>);</a:t>
            </a:r>
          </a:p>
          <a:p>
            <a:pPr marL="51435" indent="0">
              <a:spcBef>
                <a:spcPts val="0"/>
              </a:spcBef>
              <a:buNone/>
            </a:pPr>
            <a:r>
              <a:rPr lang="en-US" sz="1400">
                <a:solidFill>
                  <a:srgbClr val="2B91AF"/>
                </a:solidFill>
                <a:latin typeface="Consolas" panose="020B0609020204030204" pitchFamily="49" charset="0"/>
              </a:rPr>
              <a:t>    Console</a:t>
            </a:r>
            <a:r>
              <a:rPr lang="en-US" sz="1400">
                <a:latin typeface="Consolas" panose="020B0609020204030204" pitchFamily="49" charset="0"/>
              </a:rPr>
              <a:t>.</a:t>
            </a:r>
            <a:r>
              <a:rPr lang="en-US" sz="1400">
                <a:solidFill>
                  <a:srgbClr val="FEA400"/>
                </a:solidFill>
                <a:latin typeface="Consolas" panose="020B0609020204030204" pitchFamily="49" charset="0"/>
              </a:rPr>
              <a:t>WriteLine</a:t>
            </a:r>
            <a:r>
              <a:rPr lang="en-US" sz="1400">
                <a:latin typeface="Consolas" panose="020B0609020204030204" pitchFamily="49" charset="0"/>
                <a:cs typeface="Consolas" panose="020B0609020204030204" pitchFamily="49" charset="0"/>
              </a:rPr>
              <a:t>($</a:t>
            </a:r>
            <a:r>
              <a:rPr lang="en-US" sz="1400">
                <a:solidFill>
                  <a:srgbClr val="A31515"/>
                </a:solidFill>
                <a:latin typeface="Consolas" panose="020B0609020204030204" pitchFamily="49" charset="0"/>
              </a:rPr>
              <a:t>"After swapping: a = </a:t>
            </a:r>
            <a:r>
              <a:rPr lang="en-US" sz="1400">
                <a:latin typeface="Consolas" panose="020B0609020204030204" pitchFamily="49" charset="0"/>
              </a:rPr>
              <a:t>{</a:t>
            </a:r>
            <a:r>
              <a:rPr lang="en-US" sz="1400">
                <a:solidFill>
                  <a:schemeClr val="accent6">
                    <a:lumMod val="75000"/>
                  </a:schemeClr>
                </a:solidFill>
                <a:latin typeface="Consolas" panose="020B0609020204030204" pitchFamily="49" charset="0"/>
              </a:rPr>
              <a:t>a</a:t>
            </a:r>
            <a:r>
              <a:rPr lang="en-US" sz="1400">
                <a:latin typeface="Consolas" panose="020B0609020204030204" pitchFamily="49" charset="0"/>
              </a:rPr>
              <a:t>}</a:t>
            </a:r>
            <a:r>
              <a:rPr lang="en-US" sz="1400">
                <a:solidFill>
                  <a:srgbClr val="A31515"/>
                </a:solidFill>
                <a:latin typeface="Consolas" panose="020B0609020204030204" pitchFamily="49" charset="0"/>
              </a:rPr>
              <a:t>, b = </a:t>
            </a:r>
            <a:r>
              <a:rPr lang="en-US" sz="1400">
                <a:latin typeface="Consolas" panose="020B0609020204030204" pitchFamily="49" charset="0"/>
              </a:rPr>
              <a:t>{</a:t>
            </a:r>
            <a:r>
              <a:rPr lang="en-US" sz="1400">
                <a:solidFill>
                  <a:schemeClr val="accent6">
                    <a:lumMod val="75000"/>
                  </a:schemeClr>
                </a:solidFill>
                <a:latin typeface="Consolas" panose="020B0609020204030204" pitchFamily="49" charset="0"/>
              </a:rPr>
              <a:t>b</a:t>
            </a:r>
            <a:r>
              <a:rPr lang="en-US" sz="1400">
                <a:latin typeface="Consolas" panose="020B0609020204030204" pitchFamily="49" charset="0"/>
              </a:rPr>
              <a:t>}</a:t>
            </a:r>
            <a:r>
              <a:rPr lang="en-US" sz="1400">
                <a:solidFill>
                  <a:srgbClr val="A31515"/>
                </a:solidFill>
                <a:latin typeface="Consolas" panose="020B0609020204030204" pitchFamily="49" charset="0"/>
              </a:rPr>
              <a:t>"</a:t>
            </a:r>
            <a:r>
              <a:rPr lang="en-US" sz="1400">
                <a:latin typeface="Consolas" panose="020B0609020204030204" pitchFamily="49" charset="0"/>
                <a:cs typeface="Consolas" panose="020B0609020204030204" pitchFamily="49" charset="0"/>
              </a:rPr>
              <a:t>);</a:t>
            </a:r>
            <a:endParaRPr lang="en-US" sz="1400">
              <a:latin typeface="Consolas" panose="020B0609020204030204" pitchFamily="49" charset="0"/>
            </a:endParaRPr>
          </a:p>
          <a:p>
            <a:pPr marL="51435" indent="0">
              <a:spcBef>
                <a:spcPts val="0"/>
              </a:spcBef>
              <a:buNone/>
            </a:pPr>
            <a:r>
              <a:rPr lang="en-US" sz="1400">
                <a:latin typeface="Consolas" panose="020B0609020204030204" pitchFamily="49" charset="0"/>
              </a:rPr>
              <a:t>}</a:t>
            </a:r>
          </a:p>
        </p:txBody>
      </p:sp>
      <p:grpSp>
        <p:nvGrpSpPr>
          <p:cNvPr id="15" name="Group 14">
            <a:extLst>
              <a:ext uri="{FF2B5EF4-FFF2-40B4-BE49-F238E27FC236}">
                <a16:creationId xmlns:a16="http://schemas.microsoft.com/office/drawing/2014/main" id="{3D733511-BED8-01B7-3FEA-9710D13E2DF6}"/>
              </a:ext>
            </a:extLst>
          </p:cNvPr>
          <p:cNvGrpSpPr/>
          <p:nvPr/>
        </p:nvGrpSpPr>
        <p:grpSpPr>
          <a:xfrm>
            <a:off x="6375617" y="1500240"/>
            <a:ext cx="2660879" cy="3857521"/>
            <a:chOff x="6375617" y="2153543"/>
            <a:chExt cx="2660879" cy="3857521"/>
          </a:xfrm>
        </p:grpSpPr>
        <p:sp>
          <p:nvSpPr>
            <p:cNvPr id="7" name="Rectangle 6">
              <a:extLst>
                <a:ext uri="{FF2B5EF4-FFF2-40B4-BE49-F238E27FC236}">
                  <a16:creationId xmlns:a16="http://schemas.microsoft.com/office/drawing/2014/main" id="{017118D7-FF79-3B44-A42B-3224CA0A0058}"/>
                </a:ext>
              </a:extLst>
            </p:cNvPr>
            <p:cNvSpPr/>
            <p:nvPr/>
          </p:nvSpPr>
          <p:spPr>
            <a:xfrm>
              <a:off x="6375617" y="2153543"/>
              <a:ext cx="2660879" cy="3857521"/>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VN"/>
            </a:p>
          </p:txBody>
        </p:sp>
        <p:grpSp>
          <p:nvGrpSpPr>
            <p:cNvPr id="14" name="Group 13">
              <a:extLst>
                <a:ext uri="{FF2B5EF4-FFF2-40B4-BE49-F238E27FC236}">
                  <a16:creationId xmlns:a16="http://schemas.microsoft.com/office/drawing/2014/main" id="{8DC8490A-FEC6-A246-8550-4196DCEAB4FC}"/>
                </a:ext>
              </a:extLst>
            </p:cNvPr>
            <p:cNvGrpSpPr/>
            <p:nvPr/>
          </p:nvGrpSpPr>
          <p:grpSpPr>
            <a:xfrm>
              <a:off x="6448566" y="4221088"/>
              <a:ext cx="2515922" cy="1694776"/>
              <a:chOff x="6448566" y="4221088"/>
              <a:chExt cx="2515922" cy="1694776"/>
            </a:xfrm>
          </p:grpSpPr>
          <p:grpSp>
            <p:nvGrpSpPr>
              <p:cNvPr id="8" name="Group 7">
                <a:extLst>
                  <a:ext uri="{FF2B5EF4-FFF2-40B4-BE49-F238E27FC236}">
                    <a16:creationId xmlns:a16="http://schemas.microsoft.com/office/drawing/2014/main" id="{E28B5928-840B-464B-841B-75D2B3DAA252}"/>
                  </a:ext>
                </a:extLst>
              </p:cNvPr>
              <p:cNvGrpSpPr/>
              <p:nvPr/>
            </p:nvGrpSpPr>
            <p:grpSpPr>
              <a:xfrm>
                <a:off x="6448566" y="4221088"/>
                <a:ext cx="2507622" cy="1694776"/>
                <a:chOff x="6448566" y="4221088"/>
                <a:chExt cx="2507622" cy="1694776"/>
              </a:xfrm>
            </p:grpSpPr>
            <p:sp>
              <p:nvSpPr>
                <p:cNvPr id="26" name="Rectangle 25">
                  <a:extLst>
                    <a:ext uri="{FF2B5EF4-FFF2-40B4-BE49-F238E27FC236}">
                      <a16:creationId xmlns:a16="http://schemas.microsoft.com/office/drawing/2014/main" id="{4308B351-EAA4-8E45-84E0-515CD6E4F1A9}"/>
                    </a:ext>
                  </a:extLst>
                </p:cNvPr>
                <p:cNvSpPr/>
                <p:nvPr/>
              </p:nvSpPr>
              <p:spPr>
                <a:xfrm>
                  <a:off x="6448566" y="4221088"/>
                  <a:ext cx="2507622" cy="1694776"/>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VN"/>
                </a:p>
              </p:txBody>
            </p:sp>
            <p:sp>
              <p:nvSpPr>
                <p:cNvPr id="6" name="TextBox 5">
                  <a:extLst>
                    <a:ext uri="{FF2B5EF4-FFF2-40B4-BE49-F238E27FC236}">
                      <a16:creationId xmlns:a16="http://schemas.microsoft.com/office/drawing/2014/main" id="{B091BEE9-D18B-3147-BC37-7DE3EEB8580F}"/>
                    </a:ext>
                  </a:extLst>
                </p:cNvPr>
                <p:cNvSpPr txBox="1"/>
                <p:nvPr/>
              </p:nvSpPr>
              <p:spPr>
                <a:xfrm>
                  <a:off x="7297872" y="4321623"/>
                  <a:ext cx="724979" cy="369332"/>
                </a:xfrm>
                <a:prstGeom prst="rect">
                  <a:avLst/>
                </a:prstGeom>
                <a:noFill/>
              </p:spPr>
              <p:txBody>
                <a:bodyPr wrap="square" rtlCol="0">
                  <a:spAutoFit/>
                </a:bodyPr>
                <a:lstStyle/>
                <a:p>
                  <a:pPr algn="ctr"/>
                  <a:r>
                    <a:rPr lang="en-VN" b="1">
                      <a:solidFill>
                        <a:srgbClr val="0432FF"/>
                      </a:solidFill>
                      <a:latin typeface="Calibri" panose="020F0502020204030204" pitchFamily="34" charset="0"/>
                      <a:cs typeface="Calibri" panose="020F0502020204030204" pitchFamily="34" charset="0"/>
                    </a:rPr>
                    <a:t>Main</a:t>
                  </a:r>
                </a:p>
              </p:txBody>
            </p:sp>
          </p:grpSp>
          <p:grpSp>
            <p:nvGrpSpPr>
              <p:cNvPr id="9" name="Group 8">
                <a:extLst>
                  <a:ext uri="{FF2B5EF4-FFF2-40B4-BE49-F238E27FC236}">
                    <a16:creationId xmlns:a16="http://schemas.microsoft.com/office/drawing/2014/main" id="{1FC3DDDF-6B29-1043-8642-104679B9CF34}"/>
                  </a:ext>
                </a:extLst>
              </p:cNvPr>
              <p:cNvGrpSpPr/>
              <p:nvPr/>
            </p:nvGrpSpPr>
            <p:grpSpPr>
              <a:xfrm>
                <a:off x="6628438" y="4708127"/>
                <a:ext cx="1183922" cy="1041021"/>
                <a:chOff x="2549476" y="5131179"/>
                <a:chExt cx="1183922" cy="1041021"/>
              </a:xfrm>
            </p:grpSpPr>
            <p:sp>
              <p:nvSpPr>
                <p:cNvPr id="10" name="Cube 9">
                  <a:extLst>
                    <a:ext uri="{FF2B5EF4-FFF2-40B4-BE49-F238E27FC236}">
                      <a16:creationId xmlns:a16="http://schemas.microsoft.com/office/drawing/2014/main" id="{203F4FE4-4102-7241-9BDA-D9F3CE713E0B}"/>
                    </a:ext>
                  </a:extLst>
                </p:cNvPr>
                <p:cNvSpPr/>
                <p:nvPr/>
              </p:nvSpPr>
              <p:spPr>
                <a:xfrm>
                  <a:off x="2549476" y="5268032"/>
                  <a:ext cx="1031924" cy="904168"/>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1" name="TextBox 10">
                  <a:extLst>
                    <a:ext uri="{FF2B5EF4-FFF2-40B4-BE49-F238E27FC236}">
                      <a16:creationId xmlns:a16="http://schemas.microsoft.com/office/drawing/2014/main" id="{4E5C2BEE-9243-7749-B104-7221FAF2400A}"/>
                    </a:ext>
                  </a:extLst>
                </p:cNvPr>
                <p:cNvSpPr txBox="1"/>
                <p:nvPr/>
              </p:nvSpPr>
              <p:spPr>
                <a:xfrm>
                  <a:off x="2720387" y="5624820"/>
                  <a:ext cx="357808" cy="477054"/>
                </a:xfrm>
                <a:prstGeom prst="rect">
                  <a:avLst/>
                </a:prstGeom>
                <a:noFill/>
              </p:spPr>
              <p:txBody>
                <a:bodyPr wrap="square" rtlCol="0">
                  <a:spAutoFit/>
                </a:bodyPr>
                <a:lstStyle/>
                <a:p>
                  <a:pPr algn="ctr"/>
                  <a:r>
                    <a:rPr lang="en-VN" sz="2500"/>
                    <a:t>a</a:t>
                  </a:r>
                </a:p>
              </p:txBody>
            </p:sp>
            <p:sp>
              <p:nvSpPr>
                <p:cNvPr id="12" name="TextBox 11">
                  <a:extLst>
                    <a:ext uri="{FF2B5EF4-FFF2-40B4-BE49-F238E27FC236}">
                      <a16:creationId xmlns:a16="http://schemas.microsoft.com/office/drawing/2014/main" id="{6E88D47F-18B2-1C49-8413-22CCB65D76E7}"/>
                    </a:ext>
                  </a:extLst>
                </p:cNvPr>
                <p:cNvSpPr txBox="1"/>
                <p:nvPr/>
              </p:nvSpPr>
              <p:spPr>
                <a:xfrm>
                  <a:off x="3103541" y="5445224"/>
                  <a:ext cx="629857" cy="477054"/>
                </a:xfrm>
                <a:prstGeom prst="rect">
                  <a:avLst/>
                </a:prstGeom>
                <a:noFill/>
                <a:scene3d>
                  <a:camera prst="isometricRightUp">
                    <a:rot lat="1800000" lon="18000000" rev="0"/>
                  </a:camera>
                  <a:lightRig rig="threePt" dir="t"/>
                </a:scene3d>
              </p:spPr>
              <p:txBody>
                <a:bodyPr wrap="square" rtlCol="0">
                  <a:spAutoFit/>
                </a:bodyPr>
                <a:lstStyle/>
                <a:p>
                  <a:pPr algn="ctr"/>
                  <a:r>
                    <a:rPr lang="en-VN" sz="2500"/>
                    <a:t>int</a:t>
                  </a:r>
                </a:p>
              </p:txBody>
            </p:sp>
            <p:sp>
              <p:nvSpPr>
                <p:cNvPr id="13" name="TextBox 12">
                  <a:extLst>
                    <a:ext uri="{FF2B5EF4-FFF2-40B4-BE49-F238E27FC236}">
                      <a16:creationId xmlns:a16="http://schemas.microsoft.com/office/drawing/2014/main" id="{44A3BA20-464E-3545-9062-49CE65322D5F}"/>
                    </a:ext>
                  </a:extLst>
                </p:cNvPr>
                <p:cNvSpPr txBox="1"/>
                <p:nvPr/>
              </p:nvSpPr>
              <p:spPr>
                <a:xfrm>
                  <a:off x="2899291" y="5131179"/>
                  <a:ext cx="357808" cy="553998"/>
                </a:xfrm>
                <a:prstGeom prst="rect">
                  <a:avLst/>
                </a:prstGeom>
                <a:noFill/>
              </p:spPr>
              <p:txBody>
                <a:bodyPr wrap="square" rtlCol="0">
                  <a:spAutoFit/>
                </a:bodyPr>
                <a:lstStyle/>
                <a:p>
                  <a:pPr algn="ctr"/>
                  <a:r>
                    <a:rPr lang="en-VN" sz="3000" b="1">
                      <a:solidFill>
                        <a:schemeClr val="bg1"/>
                      </a:solidFill>
                    </a:rPr>
                    <a:t>5</a:t>
                  </a:r>
                </a:p>
              </p:txBody>
            </p:sp>
          </p:grpSp>
          <p:grpSp>
            <p:nvGrpSpPr>
              <p:cNvPr id="20" name="Group 19">
                <a:extLst>
                  <a:ext uri="{FF2B5EF4-FFF2-40B4-BE49-F238E27FC236}">
                    <a16:creationId xmlns:a16="http://schemas.microsoft.com/office/drawing/2014/main" id="{EE34EF6E-773B-AA46-A71C-449627CFCE6E}"/>
                  </a:ext>
                </a:extLst>
              </p:cNvPr>
              <p:cNvGrpSpPr/>
              <p:nvPr/>
            </p:nvGrpSpPr>
            <p:grpSpPr>
              <a:xfrm>
                <a:off x="7780566" y="4691237"/>
                <a:ext cx="1183922" cy="1041021"/>
                <a:chOff x="2549476" y="5131179"/>
                <a:chExt cx="1183922" cy="1041021"/>
              </a:xfrm>
            </p:grpSpPr>
            <p:sp>
              <p:nvSpPr>
                <p:cNvPr id="21" name="Cube 20">
                  <a:extLst>
                    <a:ext uri="{FF2B5EF4-FFF2-40B4-BE49-F238E27FC236}">
                      <a16:creationId xmlns:a16="http://schemas.microsoft.com/office/drawing/2014/main" id="{18A3C763-D36F-1C46-BC48-6FCBE0BC4C2C}"/>
                    </a:ext>
                  </a:extLst>
                </p:cNvPr>
                <p:cNvSpPr/>
                <p:nvPr/>
              </p:nvSpPr>
              <p:spPr>
                <a:xfrm>
                  <a:off x="2549476" y="5268032"/>
                  <a:ext cx="1031924" cy="904168"/>
                </a:xfrm>
                <a:prstGeom prst="cube">
                  <a:avLst>
                    <a:gd name="adj" fmla="val 3817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2" name="TextBox 21">
                  <a:extLst>
                    <a:ext uri="{FF2B5EF4-FFF2-40B4-BE49-F238E27FC236}">
                      <a16:creationId xmlns:a16="http://schemas.microsoft.com/office/drawing/2014/main" id="{269ABC8A-A147-7147-9308-E8BA4D1642C8}"/>
                    </a:ext>
                  </a:extLst>
                </p:cNvPr>
                <p:cNvSpPr txBox="1"/>
                <p:nvPr/>
              </p:nvSpPr>
              <p:spPr>
                <a:xfrm>
                  <a:off x="2720387" y="5624820"/>
                  <a:ext cx="357808" cy="477054"/>
                </a:xfrm>
                <a:prstGeom prst="rect">
                  <a:avLst/>
                </a:prstGeom>
                <a:noFill/>
              </p:spPr>
              <p:txBody>
                <a:bodyPr wrap="square" rtlCol="0">
                  <a:spAutoFit/>
                </a:bodyPr>
                <a:lstStyle/>
                <a:p>
                  <a:pPr algn="ctr"/>
                  <a:r>
                    <a:rPr lang="en-VN" sz="2500"/>
                    <a:t>b</a:t>
                  </a:r>
                </a:p>
              </p:txBody>
            </p:sp>
            <p:sp>
              <p:nvSpPr>
                <p:cNvPr id="23" name="TextBox 22">
                  <a:extLst>
                    <a:ext uri="{FF2B5EF4-FFF2-40B4-BE49-F238E27FC236}">
                      <a16:creationId xmlns:a16="http://schemas.microsoft.com/office/drawing/2014/main" id="{C9580063-EDCB-634C-BECF-FE4F07DC5C25}"/>
                    </a:ext>
                  </a:extLst>
                </p:cNvPr>
                <p:cNvSpPr txBox="1"/>
                <p:nvPr/>
              </p:nvSpPr>
              <p:spPr>
                <a:xfrm>
                  <a:off x="3103541" y="5445224"/>
                  <a:ext cx="629857" cy="477054"/>
                </a:xfrm>
                <a:prstGeom prst="rect">
                  <a:avLst/>
                </a:prstGeom>
                <a:noFill/>
                <a:scene3d>
                  <a:camera prst="isometricRightUp">
                    <a:rot lat="1800000" lon="18000000" rev="0"/>
                  </a:camera>
                  <a:lightRig rig="threePt" dir="t"/>
                </a:scene3d>
              </p:spPr>
              <p:txBody>
                <a:bodyPr wrap="square" rtlCol="0">
                  <a:spAutoFit/>
                </a:bodyPr>
                <a:lstStyle/>
                <a:p>
                  <a:pPr algn="ctr"/>
                  <a:r>
                    <a:rPr lang="en-VN" sz="2500"/>
                    <a:t>int</a:t>
                  </a:r>
                </a:p>
              </p:txBody>
            </p:sp>
            <p:sp>
              <p:nvSpPr>
                <p:cNvPr id="24" name="TextBox 23">
                  <a:extLst>
                    <a:ext uri="{FF2B5EF4-FFF2-40B4-BE49-F238E27FC236}">
                      <a16:creationId xmlns:a16="http://schemas.microsoft.com/office/drawing/2014/main" id="{06906E88-C39C-4E46-861F-C2B218453DB1}"/>
                    </a:ext>
                  </a:extLst>
                </p:cNvPr>
                <p:cNvSpPr txBox="1"/>
                <p:nvPr/>
              </p:nvSpPr>
              <p:spPr>
                <a:xfrm>
                  <a:off x="2899291" y="5131179"/>
                  <a:ext cx="357808" cy="553998"/>
                </a:xfrm>
                <a:prstGeom prst="rect">
                  <a:avLst/>
                </a:prstGeom>
                <a:noFill/>
              </p:spPr>
              <p:txBody>
                <a:bodyPr wrap="square" rtlCol="0">
                  <a:spAutoFit/>
                </a:bodyPr>
                <a:lstStyle/>
                <a:p>
                  <a:pPr algn="ctr"/>
                  <a:r>
                    <a:rPr lang="en-VN" sz="3000" b="1">
                      <a:solidFill>
                        <a:schemeClr val="bg1"/>
                      </a:solidFill>
                    </a:rPr>
                    <a:t>8</a:t>
                  </a:r>
                </a:p>
              </p:txBody>
            </p:sp>
          </p:grpSp>
        </p:grpSp>
      </p:grpSp>
      <p:sp>
        <p:nvSpPr>
          <p:cNvPr id="35" name="Rectangle 34">
            <a:extLst>
              <a:ext uri="{FF2B5EF4-FFF2-40B4-BE49-F238E27FC236}">
                <a16:creationId xmlns:a16="http://schemas.microsoft.com/office/drawing/2014/main" id="{B0057DD5-D144-734E-9250-E448267E7366}"/>
              </a:ext>
            </a:extLst>
          </p:cNvPr>
          <p:cNvSpPr/>
          <p:nvPr/>
        </p:nvSpPr>
        <p:spPr>
          <a:xfrm>
            <a:off x="567679" y="4505087"/>
            <a:ext cx="5620887" cy="314327"/>
          </a:xfrm>
          <a:prstGeom prst="rect">
            <a:avLst/>
          </a:prstGeom>
          <a:solidFill>
            <a:srgbClr val="FFFF00">
              <a:alpha val="26391"/>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39" name="Line Callout 1 38">
            <a:extLst>
              <a:ext uri="{FF2B5EF4-FFF2-40B4-BE49-F238E27FC236}">
                <a16:creationId xmlns:a16="http://schemas.microsoft.com/office/drawing/2014/main" id="{B56695E6-65D9-6040-A984-E891EE2A875C}"/>
              </a:ext>
            </a:extLst>
          </p:cNvPr>
          <p:cNvSpPr/>
          <p:nvPr/>
        </p:nvSpPr>
        <p:spPr>
          <a:xfrm>
            <a:off x="1522220" y="5423983"/>
            <a:ext cx="4392488" cy="1212025"/>
          </a:xfrm>
          <a:prstGeom prst="borderCallout1">
            <a:avLst>
              <a:gd name="adj1" fmla="val -3939"/>
              <a:gd name="adj2" fmla="val 23754"/>
              <a:gd name="adj3" fmla="val -46509"/>
              <a:gd name="adj4" fmla="val 5691"/>
            </a:avLst>
          </a:prstGeom>
          <a:ln/>
        </p:spPr>
        <p:style>
          <a:lnRef idx="1">
            <a:schemeClr val="accent2"/>
          </a:lnRef>
          <a:fillRef idx="2">
            <a:schemeClr val="accent2"/>
          </a:fillRef>
          <a:effectRef idx="1">
            <a:schemeClr val="accent2"/>
          </a:effectRef>
          <a:fontRef idx="minor">
            <a:schemeClr val="dk1"/>
          </a:fontRef>
        </p:style>
        <p:txBody>
          <a:bodyPr rtlCol="0" anchor="ctr"/>
          <a:lstStyle/>
          <a:p>
            <a:r>
              <a:rPr lang="en-US" sz="2000">
                <a:solidFill>
                  <a:schemeClr val="tx1"/>
                </a:solidFill>
                <a:latin typeface="Consolas" panose="020B0609020204030204" pitchFamily="49" charset="0"/>
              </a:rPr>
              <a:t>Before swapping: </a:t>
            </a:r>
            <a:r>
              <a:rPr lang="en-GB" sz="2000" dirty="0">
                <a:solidFill>
                  <a:schemeClr val="tx1"/>
                </a:solidFill>
                <a:latin typeface="Consolas" pitchFamily="49" charset="0"/>
                <a:cs typeface="Consolas" pitchFamily="49" charset="0"/>
              </a:rPr>
              <a:t>a = 8, b = 5</a:t>
            </a:r>
          </a:p>
          <a:p>
            <a:r>
              <a:rPr lang="en-US" sz="2000">
                <a:solidFill>
                  <a:schemeClr val="tx1"/>
                </a:solidFill>
                <a:latin typeface="Consolas" panose="020B0609020204030204" pitchFamily="49" charset="0"/>
              </a:rPr>
              <a:t>In Swap method: </a:t>
            </a:r>
            <a:r>
              <a:rPr lang="en-GB" sz="2000" dirty="0">
                <a:solidFill>
                  <a:schemeClr val="tx1"/>
                </a:solidFill>
                <a:latin typeface="Consolas" pitchFamily="49" charset="0"/>
                <a:cs typeface="Consolas" pitchFamily="49" charset="0"/>
              </a:rPr>
              <a:t>a = 5, b = 8</a:t>
            </a:r>
          </a:p>
          <a:p>
            <a:r>
              <a:rPr lang="en-US" sz="2000">
                <a:solidFill>
                  <a:schemeClr val="tx1"/>
                </a:solidFill>
                <a:latin typeface="Consolas" panose="020B0609020204030204" pitchFamily="49" charset="0"/>
              </a:rPr>
              <a:t>After swapping: </a:t>
            </a:r>
            <a:r>
              <a:rPr lang="en-GB" sz="2000" dirty="0">
                <a:solidFill>
                  <a:schemeClr val="tx1"/>
                </a:solidFill>
                <a:latin typeface="Consolas" pitchFamily="49" charset="0"/>
                <a:cs typeface="Consolas" pitchFamily="49" charset="0"/>
              </a:rPr>
              <a:t>a = 5, b = 8</a:t>
            </a:r>
          </a:p>
        </p:txBody>
      </p:sp>
    </p:spTree>
    <p:extLst>
      <p:ext uri="{BB962C8B-B14F-4D97-AF65-F5344CB8AC3E}">
        <p14:creationId xmlns:p14="http://schemas.microsoft.com/office/powerpoint/2010/main" val="14434728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dissolve">
                                      <p:cBhvr>
                                        <p:cTn id="7"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7E549366-4659-CD43-B548-175F7744BD8E}"/>
              </a:ext>
            </a:extLst>
          </p:cNvPr>
          <p:cNvSpPr>
            <a:spLocks noGrp="1"/>
          </p:cNvSpPr>
          <p:nvPr>
            <p:ph type="body" idx="1"/>
          </p:nvPr>
        </p:nvSpPr>
        <p:spPr>
          <a:xfrm>
            <a:off x="572692" y="530472"/>
            <a:ext cx="3868340" cy="823912"/>
          </a:xfrm>
        </p:spPr>
        <p:txBody>
          <a:bodyPr/>
          <a:lstStyle/>
          <a:p>
            <a:r>
              <a:rPr lang="en-VN"/>
              <a:t>Tham chiếu REF</a:t>
            </a:r>
          </a:p>
        </p:txBody>
      </p:sp>
      <p:sp>
        <p:nvSpPr>
          <p:cNvPr id="7" name="Text Placeholder 6">
            <a:extLst>
              <a:ext uri="{FF2B5EF4-FFF2-40B4-BE49-F238E27FC236}">
                <a16:creationId xmlns:a16="http://schemas.microsoft.com/office/drawing/2014/main" id="{E31700ED-4536-C046-A30F-C18BBBF28C28}"/>
              </a:ext>
            </a:extLst>
          </p:cNvPr>
          <p:cNvSpPr>
            <a:spLocks noGrp="1"/>
          </p:cNvSpPr>
          <p:nvPr>
            <p:ph sz="half" idx="2"/>
          </p:nvPr>
        </p:nvSpPr>
        <p:spPr>
          <a:xfrm>
            <a:off x="572692" y="1354384"/>
            <a:ext cx="3868340" cy="3684588"/>
          </a:xfrm>
        </p:spPr>
        <p:txBody>
          <a:bodyPr/>
          <a:lstStyle/>
          <a:p>
            <a:pPr algn="just"/>
            <a:r>
              <a:rPr lang="en-VN" sz="2400"/>
              <a:t>Đối số </a:t>
            </a:r>
            <a:r>
              <a:rPr lang="en-VN" sz="2400" b="1" u="sng">
                <a:solidFill>
                  <a:srgbClr val="FF0000"/>
                </a:solidFill>
                <a:highlight>
                  <a:srgbClr val="FFFF00"/>
                </a:highlight>
              </a:rPr>
              <a:t>BẮT BUỘC</a:t>
            </a:r>
            <a:r>
              <a:rPr lang="en-VN" sz="2400" b="1"/>
              <a:t> </a:t>
            </a:r>
            <a:r>
              <a:rPr lang="en-VN" sz="2400"/>
              <a:t>phải được </a:t>
            </a:r>
            <a:r>
              <a:rPr lang="en-VN" sz="2400">
                <a:solidFill>
                  <a:srgbClr val="17459E"/>
                </a:solidFill>
              </a:rPr>
              <a:t>khởi tạo giá trị </a:t>
            </a:r>
            <a:r>
              <a:rPr lang="en-VN" sz="2400"/>
              <a:t>trước khi truyền vào hàm</a:t>
            </a:r>
          </a:p>
          <a:p>
            <a:pPr algn="just"/>
            <a:r>
              <a:rPr lang="en-US" sz="2400"/>
              <a:t>Sử dụng khi cần </a:t>
            </a:r>
            <a:r>
              <a:rPr lang="en-US" sz="2400">
                <a:solidFill>
                  <a:srgbClr val="17459E"/>
                </a:solidFill>
              </a:rPr>
              <a:t>ghi nhận lại sự thay đổi giá trị của đối số</a:t>
            </a:r>
            <a:r>
              <a:rPr lang="en-US" sz="2400">
                <a:solidFill>
                  <a:srgbClr val="00FDFF"/>
                </a:solidFill>
              </a:rPr>
              <a:t> </a:t>
            </a:r>
            <a:r>
              <a:rPr lang="en-US" sz="2400"/>
              <a:t>sau khi kết thúc hàm</a:t>
            </a:r>
          </a:p>
          <a:p>
            <a:pPr marL="51435" indent="0" algn="just">
              <a:buNone/>
            </a:pPr>
            <a:endParaRPr lang="en-VN" sz="2400"/>
          </a:p>
          <a:p>
            <a:endParaRPr lang="en-VN"/>
          </a:p>
        </p:txBody>
      </p:sp>
      <p:sp>
        <p:nvSpPr>
          <p:cNvPr id="3" name="Content Placeholder 2">
            <a:extLst>
              <a:ext uri="{FF2B5EF4-FFF2-40B4-BE49-F238E27FC236}">
                <a16:creationId xmlns:a16="http://schemas.microsoft.com/office/drawing/2014/main" id="{311433EB-F56F-004D-8367-D17259BE19FA}"/>
              </a:ext>
            </a:extLst>
          </p:cNvPr>
          <p:cNvSpPr>
            <a:spLocks noGrp="1"/>
          </p:cNvSpPr>
          <p:nvPr>
            <p:ph type="body" sz="quarter" idx="3"/>
          </p:nvPr>
        </p:nvSpPr>
        <p:spPr>
          <a:xfrm>
            <a:off x="4572000" y="530472"/>
            <a:ext cx="3887391" cy="823912"/>
          </a:xfrm>
        </p:spPr>
        <p:txBody>
          <a:bodyPr>
            <a:normAutofit/>
          </a:bodyPr>
          <a:lstStyle/>
          <a:p>
            <a:pPr marL="51435" indent="0">
              <a:buNone/>
            </a:pPr>
            <a:r>
              <a:rPr lang="en-VN"/>
              <a:t>Tham chiếu OUT</a:t>
            </a:r>
          </a:p>
        </p:txBody>
      </p:sp>
      <p:sp>
        <p:nvSpPr>
          <p:cNvPr id="8" name="Content Placeholder 7">
            <a:extLst>
              <a:ext uri="{FF2B5EF4-FFF2-40B4-BE49-F238E27FC236}">
                <a16:creationId xmlns:a16="http://schemas.microsoft.com/office/drawing/2014/main" id="{6712F00C-A5F0-1C40-90EC-5FD184A109AB}"/>
              </a:ext>
            </a:extLst>
          </p:cNvPr>
          <p:cNvSpPr>
            <a:spLocks noGrp="1"/>
          </p:cNvSpPr>
          <p:nvPr>
            <p:ph sz="quarter" idx="4"/>
          </p:nvPr>
        </p:nvSpPr>
        <p:spPr>
          <a:xfrm>
            <a:off x="4627959" y="1354384"/>
            <a:ext cx="3887391" cy="3684588"/>
          </a:xfrm>
        </p:spPr>
        <p:txBody>
          <a:bodyPr>
            <a:normAutofit/>
          </a:bodyPr>
          <a:lstStyle/>
          <a:p>
            <a:pPr algn="just"/>
            <a:r>
              <a:rPr lang="en-VN"/>
              <a:t>Đối số </a:t>
            </a:r>
            <a:r>
              <a:rPr lang="en-VN" b="1" u="sng">
                <a:solidFill>
                  <a:srgbClr val="FF0000"/>
                </a:solidFill>
                <a:highlight>
                  <a:srgbClr val="FFFF00"/>
                </a:highlight>
              </a:rPr>
              <a:t>KHÔNG BẮT BUỘC</a:t>
            </a:r>
            <a:r>
              <a:rPr lang="en-VN"/>
              <a:t> phải </a:t>
            </a:r>
            <a:r>
              <a:rPr lang="en-VN">
                <a:solidFill>
                  <a:srgbClr val="17459E"/>
                </a:solidFill>
              </a:rPr>
              <a:t>khởi tạo giá trị </a:t>
            </a:r>
            <a:r>
              <a:rPr lang="en-VN"/>
              <a:t>trước khi truyền vào hàm</a:t>
            </a:r>
          </a:p>
          <a:p>
            <a:pPr algn="just"/>
            <a:r>
              <a:rPr lang="en-VN"/>
              <a:t>Sử dụng như </a:t>
            </a:r>
            <a:r>
              <a:rPr lang="en-VN">
                <a:solidFill>
                  <a:srgbClr val="17459E"/>
                </a:solidFill>
              </a:rPr>
              <a:t>tham số đầu ra cho hàm có nhiều kết quả trả về</a:t>
            </a:r>
          </a:p>
        </p:txBody>
      </p:sp>
      <p:sp>
        <p:nvSpPr>
          <p:cNvPr id="2" name="Title 1">
            <a:extLst>
              <a:ext uri="{FF2B5EF4-FFF2-40B4-BE49-F238E27FC236}">
                <a16:creationId xmlns:a16="http://schemas.microsoft.com/office/drawing/2014/main" id="{D9B8DF27-EF63-4E48-915F-3280E837FFEC}"/>
              </a:ext>
            </a:extLst>
          </p:cNvPr>
          <p:cNvSpPr>
            <a:spLocks noGrp="1"/>
          </p:cNvSpPr>
          <p:nvPr>
            <p:ph type="title"/>
          </p:nvPr>
        </p:nvSpPr>
        <p:spPr/>
        <p:txBody>
          <a:bodyPr>
            <a:normAutofit fontScale="90000"/>
          </a:bodyPr>
          <a:lstStyle/>
          <a:p>
            <a:r>
              <a:rPr lang="en-VN"/>
              <a:t>SO SÁNH THAM CHIẾU REF / OUT</a:t>
            </a:r>
          </a:p>
        </p:txBody>
      </p:sp>
      <p:sp>
        <p:nvSpPr>
          <p:cNvPr id="4" name="Footer Placeholder 3">
            <a:extLst>
              <a:ext uri="{FF2B5EF4-FFF2-40B4-BE49-F238E27FC236}">
                <a16:creationId xmlns:a16="http://schemas.microsoft.com/office/drawing/2014/main" id="{569B6A24-CA45-2A47-B40D-45E44A591A4D}"/>
              </a:ext>
            </a:extLst>
          </p:cNvPr>
          <p:cNvSpPr>
            <a:spLocks noGrp="1"/>
          </p:cNvSpPr>
          <p:nvPr>
            <p:ph type="ftr" sz="quarter" idx="11"/>
          </p:nvPr>
        </p:nvSpPr>
        <p:spPr/>
        <p:txBody>
          <a:bodyPr/>
          <a:lstStyle/>
          <a:p>
            <a:r>
              <a:rPr lang="vi-VN" dirty="0"/>
              <a:t>Bài 5: Hàm</a:t>
            </a:r>
            <a:endParaRPr lang="en-US" dirty="0"/>
          </a:p>
        </p:txBody>
      </p:sp>
      <p:sp>
        <p:nvSpPr>
          <p:cNvPr id="5" name="Slide Number Placeholder 4">
            <a:extLst>
              <a:ext uri="{FF2B5EF4-FFF2-40B4-BE49-F238E27FC236}">
                <a16:creationId xmlns:a16="http://schemas.microsoft.com/office/drawing/2014/main" id="{CF2E07B3-1D0D-134E-938C-59A574F5C690}"/>
              </a:ext>
            </a:extLst>
          </p:cNvPr>
          <p:cNvSpPr>
            <a:spLocks noGrp="1"/>
          </p:cNvSpPr>
          <p:nvPr>
            <p:ph type="sldNum" sz="quarter" idx="12"/>
          </p:nvPr>
        </p:nvSpPr>
        <p:spPr/>
        <p:txBody>
          <a:bodyPr/>
          <a:lstStyle/>
          <a:p>
            <a:fld id="{1AD93096-5B34-4342-9326-69289CEAE4C2}" type="slidenum">
              <a:rPr lang="en-US" smtClean="0"/>
              <a:pPr/>
              <a:t>42</a:t>
            </a:fld>
            <a:endParaRPr lang="en-US" dirty="0"/>
          </a:p>
        </p:txBody>
      </p:sp>
      <p:sp>
        <p:nvSpPr>
          <p:cNvPr id="9" name="Content Placeholder 5">
            <a:extLst>
              <a:ext uri="{FF2B5EF4-FFF2-40B4-BE49-F238E27FC236}">
                <a16:creationId xmlns:a16="http://schemas.microsoft.com/office/drawing/2014/main" id="{575F541A-85C3-2E48-8129-0F48734C46D3}"/>
              </a:ext>
            </a:extLst>
          </p:cNvPr>
          <p:cNvSpPr txBox="1">
            <a:spLocks/>
          </p:cNvSpPr>
          <p:nvPr/>
        </p:nvSpPr>
        <p:spPr>
          <a:xfrm>
            <a:off x="309561" y="4139905"/>
            <a:ext cx="3436445" cy="2379254"/>
          </a:xfrm>
          <a:prstGeom prst="rect">
            <a:avLst/>
          </a:prstGeom>
        </p:spPr>
        <p:style>
          <a:lnRef idx="2">
            <a:schemeClr val="accent2"/>
          </a:lnRef>
          <a:fillRef idx="1">
            <a:schemeClr val="lt1"/>
          </a:fillRef>
          <a:effectRef idx="0">
            <a:schemeClr val="accent2"/>
          </a:effectRef>
          <a:fontRef idx="minor">
            <a:schemeClr val="dk1"/>
          </a:fontRef>
        </p:style>
        <p:txBody>
          <a:bodyPr>
            <a:noAutofit/>
          </a:bodyPr>
          <a:lstStyle>
            <a:lvl1pPr marL="308610" indent="-257175" algn="l" rtl="0" eaLnBrk="1" latinLnBrk="0" hangingPunct="1">
              <a:spcBef>
                <a:spcPts val="525"/>
              </a:spcBef>
              <a:buSzPct val="95000"/>
              <a:buFont typeface="Wingdings"/>
              <a:buChar char=""/>
              <a:defRPr sz="1500" kern="1200" spc="0">
                <a:solidFill>
                  <a:schemeClr val="tx1"/>
                </a:solidFill>
                <a:latin typeface="+mn-lt"/>
                <a:ea typeface="+mn-ea"/>
                <a:cs typeface="Arial" pitchFamily="34" charset="0"/>
              </a:defRPr>
            </a:lvl1pPr>
            <a:lvl2pPr marL="555498" indent="-214313" algn="l" rtl="0" eaLnBrk="1" latinLnBrk="0" hangingPunct="1">
              <a:spcBef>
                <a:spcPct val="20000"/>
              </a:spcBef>
              <a:buClr>
                <a:schemeClr val="accent2"/>
              </a:buClr>
              <a:buSzPct val="90000"/>
              <a:buFont typeface="Wingdings"/>
              <a:buChar char=""/>
              <a:defRPr sz="1350" kern="1200" spc="0">
                <a:solidFill>
                  <a:schemeClr val="tx1"/>
                </a:solidFill>
                <a:latin typeface="+mn-lt"/>
                <a:ea typeface="+mn-ea"/>
                <a:cs typeface="Arial" pitchFamily="34" charset="0"/>
              </a:defRPr>
            </a:lvl2pPr>
            <a:lvl3pPr marL="747522" indent="-171450" algn="l" rtl="0" eaLnBrk="1" latinLnBrk="0" hangingPunct="1">
              <a:spcBef>
                <a:spcPct val="20000"/>
              </a:spcBef>
              <a:buClr>
                <a:schemeClr val="accent2"/>
              </a:buClr>
              <a:buFont typeface="Wingdings 2"/>
              <a:buChar char=""/>
              <a:defRPr sz="1200" kern="1200" spc="0">
                <a:solidFill>
                  <a:schemeClr val="tx1"/>
                </a:solidFill>
                <a:latin typeface="+mn-lt"/>
                <a:ea typeface="+mn-ea"/>
                <a:cs typeface="Arial" pitchFamily="34" charset="0"/>
              </a:defRPr>
            </a:lvl3pPr>
            <a:lvl4pPr marL="946404" indent="-171450" algn="l" rtl="0" eaLnBrk="1" latinLnBrk="0" hangingPunct="1">
              <a:spcBef>
                <a:spcPct val="20000"/>
              </a:spcBef>
              <a:buClr>
                <a:schemeClr val="accent3"/>
              </a:buClr>
              <a:buFont typeface="Wingdings 3"/>
              <a:buChar char=""/>
              <a:defRPr sz="1200" kern="1200" spc="0">
                <a:solidFill>
                  <a:schemeClr val="tx1"/>
                </a:solidFill>
                <a:latin typeface="+mn-lt"/>
                <a:ea typeface="+mn-ea"/>
                <a:cs typeface="Arial" pitchFamily="34" charset="0"/>
              </a:defRPr>
            </a:lvl4pPr>
            <a:lvl5pPr marL="1110996" indent="-157734" algn="l" rtl="0" eaLnBrk="1" latinLnBrk="0" hangingPunct="1">
              <a:spcBef>
                <a:spcPct val="20000"/>
              </a:spcBef>
              <a:buClr>
                <a:schemeClr val="accent3"/>
              </a:buClr>
              <a:buFont typeface="Wingdings 2"/>
              <a:buChar char=""/>
              <a:defRPr sz="1050" kern="1200" spc="0">
                <a:solidFill>
                  <a:schemeClr val="tx1"/>
                </a:solidFill>
                <a:latin typeface="+mn-lt"/>
                <a:ea typeface="+mn-ea"/>
                <a:cs typeface="Arial" pitchFamily="34" charset="0"/>
              </a:defRPr>
            </a:lvl5pPr>
            <a:lvl6pPr marL="1282446" indent="-157734" algn="l" rtl="0" eaLnBrk="1" latinLnBrk="0" hangingPunct="1">
              <a:spcBef>
                <a:spcPct val="20000"/>
              </a:spcBef>
              <a:buClr>
                <a:schemeClr val="accent3"/>
              </a:buClr>
              <a:buFont typeface="Wingdings 2"/>
              <a:buChar char=""/>
              <a:defRPr sz="1350" kern="1200">
                <a:solidFill>
                  <a:schemeClr val="tx1"/>
                </a:solidFill>
                <a:latin typeface="+mn-lt"/>
                <a:ea typeface="+mn-ea"/>
                <a:cs typeface="+mn-cs"/>
              </a:defRPr>
            </a:lvl6pPr>
            <a:lvl7pPr marL="1426464"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7pPr>
            <a:lvl8pPr marL="1570482"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8pPr>
            <a:lvl9pPr marL="1714500"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9pPr>
            <a:extLst/>
          </a:lstStyle>
          <a:p>
            <a:pPr marL="51435" indent="0">
              <a:spcBef>
                <a:spcPts val="0"/>
              </a:spcBef>
              <a:buNone/>
            </a:pPr>
            <a:r>
              <a:rPr lang="en-US" sz="1200">
                <a:solidFill>
                  <a:srgbClr val="0432FF"/>
                </a:solidFill>
                <a:latin typeface="Consolas" panose="020B0609020204030204" pitchFamily="49" charset="0"/>
              </a:rPr>
              <a:t>static</a:t>
            </a:r>
            <a:r>
              <a:rPr lang="en-US" sz="1200">
                <a:latin typeface="Consolas" panose="020B0609020204030204" pitchFamily="49" charset="0"/>
              </a:rPr>
              <a:t> </a:t>
            </a:r>
            <a:r>
              <a:rPr lang="en-US" sz="1200">
                <a:solidFill>
                  <a:srgbClr val="0000FF"/>
                </a:solidFill>
                <a:latin typeface="Consolas" panose="020B0609020204030204" pitchFamily="49" charset="0"/>
              </a:rPr>
              <a:t>void</a:t>
            </a:r>
            <a:r>
              <a:rPr lang="en-US" sz="1200">
                <a:latin typeface="Consolas" panose="020B0609020204030204" pitchFamily="49" charset="0"/>
              </a:rPr>
              <a:t> </a:t>
            </a:r>
            <a:r>
              <a:rPr lang="en-US" sz="1200" dirty="0">
                <a:solidFill>
                  <a:srgbClr val="FEA400"/>
                </a:solidFill>
                <a:latin typeface="Consolas" panose="020B0609020204030204" pitchFamily="49" charset="0"/>
              </a:rPr>
              <a:t>Swap</a:t>
            </a:r>
            <a:r>
              <a:rPr lang="en-US" sz="1200">
                <a:latin typeface="Consolas" panose="020B0609020204030204" pitchFamily="49" charset="0"/>
              </a:rPr>
              <a:t>(</a:t>
            </a:r>
            <a:r>
              <a:rPr lang="en-US" sz="1200">
                <a:solidFill>
                  <a:srgbClr val="FF0000"/>
                </a:solidFill>
                <a:highlight>
                  <a:srgbClr val="FFFF00"/>
                </a:highlight>
                <a:latin typeface="Consolas" panose="020B0609020204030204" pitchFamily="49" charset="0"/>
              </a:rPr>
              <a:t>ref</a:t>
            </a:r>
            <a:r>
              <a:rPr lang="en-US" sz="1200">
                <a:solidFill>
                  <a:schemeClr val="bg1"/>
                </a:solidFill>
                <a:highlight>
                  <a:srgbClr val="FFFF00"/>
                </a:highlight>
                <a:latin typeface="Consolas" panose="020B0609020204030204" pitchFamily="49" charset="0"/>
              </a:rPr>
              <a:t> </a:t>
            </a:r>
            <a:r>
              <a:rPr lang="en-US" sz="1200">
                <a:solidFill>
                  <a:srgbClr val="0432FF"/>
                </a:solidFill>
                <a:highlight>
                  <a:srgbClr val="FFFF00"/>
                </a:highlight>
                <a:latin typeface="Consolas" panose="020B0609020204030204" pitchFamily="49" charset="0"/>
              </a:rPr>
              <a:t>int</a:t>
            </a:r>
            <a:r>
              <a:rPr lang="en-US" sz="1200">
                <a:solidFill>
                  <a:schemeClr val="bg1"/>
                </a:solidFill>
                <a:highlight>
                  <a:srgbClr val="FFFF00"/>
                </a:highlight>
                <a:latin typeface="Consolas" panose="020B0609020204030204" pitchFamily="49" charset="0"/>
              </a:rPr>
              <a:t> </a:t>
            </a:r>
            <a:r>
              <a:rPr lang="en-US" sz="1200">
                <a:solidFill>
                  <a:schemeClr val="accent6">
                    <a:lumMod val="75000"/>
                  </a:schemeClr>
                </a:solidFill>
                <a:highlight>
                  <a:srgbClr val="FFFF00"/>
                </a:highlight>
                <a:latin typeface="Consolas" panose="020B0609020204030204" pitchFamily="49" charset="0"/>
              </a:rPr>
              <a:t>a</a:t>
            </a:r>
            <a:r>
              <a:rPr lang="en-US" sz="1200">
                <a:highlight>
                  <a:srgbClr val="FFFF00"/>
                </a:highlight>
                <a:latin typeface="Consolas" panose="020B0609020204030204" pitchFamily="49" charset="0"/>
              </a:rPr>
              <a:t>, </a:t>
            </a:r>
            <a:r>
              <a:rPr lang="en-US" sz="1200">
                <a:solidFill>
                  <a:srgbClr val="FF0000"/>
                </a:solidFill>
                <a:highlight>
                  <a:srgbClr val="FFFF00"/>
                </a:highlight>
                <a:latin typeface="Consolas" panose="020B0609020204030204" pitchFamily="49" charset="0"/>
              </a:rPr>
              <a:t>ref</a:t>
            </a:r>
            <a:r>
              <a:rPr lang="en-US" sz="1200">
                <a:solidFill>
                  <a:schemeClr val="bg1"/>
                </a:solidFill>
                <a:highlight>
                  <a:srgbClr val="FFFF00"/>
                </a:highlight>
                <a:latin typeface="Consolas" panose="020B0609020204030204" pitchFamily="49" charset="0"/>
              </a:rPr>
              <a:t> </a:t>
            </a:r>
            <a:r>
              <a:rPr lang="en-US" sz="1200">
                <a:solidFill>
                  <a:srgbClr val="0432FF"/>
                </a:solidFill>
                <a:highlight>
                  <a:srgbClr val="FFFF00"/>
                </a:highlight>
                <a:latin typeface="Consolas" panose="020B0609020204030204" pitchFamily="49" charset="0"/>
              </a:rPr>
              <a:t>int</a:t>
            </a:r>
            <a:r>
              <a:rPr lang="en-US" sz="1200">
                <a:solidFill>
                  <a:schemeClr val="bg1"/>
                </a:solidFill>
                <a:highlight>
                  <a:srgbClr val="FFFF00"/>
                </a:highlight>
                <a:latin typeface="Consolas" panose="020B0609020204030204" pitchFamily="49" charset="0"/>
              </a:rPr>
              <a:t> </a:t>
            </a:r>
            <a:r>
              <a:rPr lang="en-US" sz="1200">
                <a:solidFill>
                  <a:schemeClr val="accent6">
                    <a:lumMod val="75000"/>
                  </a:schemeClr>
                </a:solidFill>
                <a:highlight>
                  <a:srgbClr val="FFFF00"/>
                </a:highlight>
                <a:latin typeface="Consolas" panose="020B0609020204030204" pitchFamily="49" charset="0"/>
              </a:rPr>
              <a:t>b</a:t>
            </a:r>
            <a:r>
              <a:rPr lang="en-US" sz="1200">
                <a:latin typeface="Consolas" panose="020B0609020204030204" pitchFamily="49" charset="0"/>
              </a:rPr>
              <a:t>)</a:t>
            </a:r>
          </a:p>
          <a:p>
            <a:pPr marL="51435" indent="0">
              <a:spcBef>
                <a:spcPts val="0"/>
              </a:spcBef>
              <a:buNone/>
            </a:pPr>
            <a:r>
              <a:rPr lang="en-US" sz="1200">
                <a:latin typeface="Consolas" panose="020B0609020204030204" pitchFamily="49" charset="0"/>
              </a:rPr>
              <a:t>{</a:t>
            </a:r>
          </a:p>
          <a:p>
            <a:pPr marL="51435" indent="0">
              <a:spcBef>
                <a:spcPts val="0"/>
              </a:spcBef>
              <a:buNone/>
            </a:pPr>
            <a:r>
              <a:rPr lang="en-US" sz="1200">
                <a:solidFill>
                  <a:schemeClr val="bg1"/>
                </a:solidFill>
                <a:latin typeface="Consolas" panose="020B0609020204030204" pitchFamily="49" charset="0"/>
              </a:rPr>
              <a:t>    </a:t>
            </a:r>
            <a:r>
              <a:rPr lang="en-US" sz="1200">
                <a:solidFill>
                  <a:srgbClr val="0432FF"/>
                </a:solidFill>
                <a:latin typeface="Consolas" panose="020B0609020204030204" pitchFamily="49" charset="0"/>
              </a:rPr>
              <a:t>int</a:t>
            </a:r>
            <a:r>
              <a:rPr lang="en-US" sz="1200">
                <a:solidFill>
                  <a:schemeClr val="bg1"/>
                </a:solidFill>
                <a:latin typeface="Consolas" panose="020B0609020204030204" pitchFamily="49" charset="0"/>
              </a:rPr>
              <a:t> </a:t>
            </a:r>
            <a:r>
              <a:rPr lang="en-US" sz="1200">
                <a:solidFill>
                  <a:schemeClr val="accent6">
                    <a:lumMod val="75000"/>
                  </a:schemeClr>
                </a:solidFill>
                <a:latin typeface="Consolas" panose="020B0609020204030204" pitchFamily="49" charset="0"/>
              </a:rPr>
              <a:t>temp </a:t>
            </a:r>
            <a:r>
              <a:rPr lang="en-US" sz="1200">
                <a:latin typeface="Consolas" panose="020B0609020204030204" pitchFamily="49" charset="0"/>
              </a:rPr>
              <a:t>=</a:t>
            </a:r>
            <a:r>
              <a:rPr lang="en-US" sz="1200">
                <a:solidFill>
                  <a:schemeClr val="accent6">
                    <a:lumMod val="75000"/>
                  </a:schemeClr>
                </a:solidFill>
                <a:latin typeface="Consolas" panose="020B0609020204030204" pitchFamily="49" charset="0"/>
              </a:rPr>
              <a:t> a</a:t>
            </a:r>
          </a:p>
          <a:p>
            <a:pPr marL="51435" indent="0">
              <a:spcBef>
                <a:spcPts val="0"/>
              </a:spcBef>
              <a:buNone/>
            </a:pPr>
            <a:r>
              <a:rPr lang="en-US" sz="1200">
                <a:solidFill>
                  <a:schemeClr val="accent6">
                    <a:lumMod val="75000"/>
                  </a:schemeClr>
                </a:solidFill>
                <a:latin typeface="Consolas" panose="020B0609020204030204" pitchFamily="49" charset="0"/>
              </a:rPr>
              <a:t>    a </a:t>
            </a:r>
            <a:r>
              <a:rPr lang="en-US" sz="1200">
                <a:latin typeface="Consolas" panose="020B0609020204030204" pitchFamily="49" charset="0"/>
              </a:rPr>
              <a:t>=</a:t>
            </a:r>
            <a:r>
              <a:rPr lang="en-US" sz="1200">
                <a:solidFill>
                  <a:schemeClr val="accent6">
                    <a:lumMod val="75000"/>
                  </a:schemeClr>
                </a:solidFill>
                <a:latin typeface="Consolas" panose="020B0609020204030204" pitchFamily="49" charset="0"/>
              </a:rPr>
              <a:t> b</a:t>
            </a:r>
            <a:r>
              <a:rPr lang="en-US" sz="1200">
                <a:solidFill>
                  <a:schemeClr val="bg1"/>
                </a:solidFill>
                <a:latin typeface="Consolas" panose="020B0609020204030204" pitchFamily="49" charset="0"/>
              </a:rPr>
              <a:t>;</a:t>
            </a:r>
            <a:endParaRPr lang="en-US" sz="1200">
              <a:latin typeface="Consolas" panose="020B0609020204030204" pitchFamily="49" charset="0"/>
            </a:endParaRPr>
          </a:p>
          <a:p>
            <a:pPr marL="51435" indent="0">
              <a:spcBef>
                <a:spcPts val="0"/>
              </a:spcBef>
              <a:buNone/>
            </a:pPr>
            <a:r>
              <a:rPr lang="en-US" sz="1200">
                <a:solidFill>
                  <a:schemeClr val="accent6">
                    <a:lumMod val="75000"/>
                  </a:schemeClr>
                </a:solidFill>
                <a:latin typeface="Consolas" panose="020B0609020204030204" pitchFamily="49" charset="0"/>
              </a:rPr>
              <a:t>    b </a:t>
            </a:r>
            <a:r>
              <a:rPr lang="en-US" sz="1200">
                <a:latin typeface="Consolas" panose="020B0609020204030204" pitchFamily="49" charset="0"/>
              </a:rPr>
              <a:t>=</a:t>
            </a:r>
            <a:r>
              <a:rPr lang="en-US" sz="1200">
                <a:solidFill>
                  <a:schemeClr val="accent6">
                    <a:lumMod val="75000"/>
                  </a:schemeClr>
                </a:solidFill>
                <a:latin typeface="Consolas" panose="020B0609020204030204" pitchFamily="49" charset="0"/>
              </a:rPr>
              <a:t> temp</a:t>
            </a:r>
            <a:r>
              <a:rPr lang="en-US" sz="1200">
                <a:latin typeface="Consolas" panose="020B0609020204030204" pitchFamily="49" charset="0"/>
              </a:rPr>
              <a:t>;</a:t>
            </a:r>
          </a:p>
          <a:p>
            <a:pPr marL="51435" indent="0">
              <a:spcBef>
                <a:spcPts val="0"/>
              </a:spcBef>
              <a:buNone/>
            </a:pPr>
            <a:r>
              <a:rPr lang="en-US" sz="1200">
                <a:latin typeface="Consolas" panose="020B0609020204030204" pitchFamily="49" charset="0"/>
              </a:rPr>
              <a:t>}</a:t>
            </a:r>
          </a:p>
          <a:p>
            <a:pPr marL="51435" indent="0" algn="just">
              <a:spcBef>
                <a:spcPts val="0"/>
              </a:spcBef>
              <a:buNone/>
            </a:pPr>
            <a:endParaRPr lang="en-US" sz="1200">
              <a:solidFill>
                <a:schemeClr val="bg1"/>
              </a:solidFill>
              <a:latin typeface="Consolas" panose="020B0609020204030204" pitchFamily="49" charset="0"/>
            </a:endParaRPr>
          </a:p>
          <a:p>
            <a:pPr marL="51435" indent="0" algn="just">
              <a:spcBef>
                <a:spcPts val="0"/>
              </a:spcBef>
              <a:buNone/>
            </a:pPr>
            <a:r>
              <a:rPr lang="en-US" sz="1200">
                <a:solidFill>
                  <a:srgbClr val="0000FF"/>
                </a:solidFill>
                <a:latin typeface="Consolas" panose="020B0609020204030204" pitchFamily="49" charset="0"/>
              </a:rPr>
              <a:t>static</a:t>
            </a:r>
            <a:r>
              <a:rPr lang="en-US" sz="1200">
                <a:latin typeface="Consolas" panose="020B0609020204030204" pitchFamily="49" charset="0"/>
              </a:rPr>
              <a:t> </a:t>
            </a:r>
            <a:r>
              <a:rPr lang="en-US" sz="1200">
                <a:solidFill>
                  <a:srgbClr val="0000FF"/>
                </a:solidFill>
                <a:latin typeface="Consolas" panose="020B0609020204030204" pitchFamily="49" charset="0"/>
              </a:rPr>
              <a:t>void</a:t>
            </a:r>
            <a:r>
              <a:rPr lang="en-US" sz="1200">
                <a:latin typeface="Consolas" panose="020B0609020204030204" pitchFamily="49" charset="0"/>
              </a:rPr>
              <a:t> </a:t>
            </a:r>
            <a:r>
              <a:rPr lang="en-US" sz="1200">
                <a:solidFill>
                  <a:srgbClr val="FEA400"/>
                </a:solidFill>
                <a:latin typeface="Consolas" panose="020B0609020204030204" pitchFamily="49" charset="0"/>
              </a:rPr>
              <a:t>Main</a:t>
            </a:r>
            <a:r>
              <a:rPr lang="en-US" sz="1200">
                <a:latin typeface="Consolas" panose="020B0609020204030204" pitchFamily="49" charset="0"/>
              </a:rPr>
              <a:t>(</a:t>
            </a:r>
            <a:r>
              <a:rPr lang="en-US" sz="1200">
                <a:solidFill>
                  <a:srgbClr val="0000FF"/>
                </a:solidFill>
                <a:latin typeface="Consolas" panose="020B0609020204030204" pitchFamily="49" charset="0"/>
              </a:rPr>
              <a:t>string</a:t>
            </a:r>
            <a:r>
              <a:rPr lang="en-US" sz="1200">
                <a:latin typeface="Consolas" panose="020B0609020204030204" pitchFamily="49" charset="0"/>
              </a:rPr>
              <a:t>[] args)</a:t>
            </a:r>
          </a:p>
          <a:p>
            <a:pPr marL="51435" indent="0" algn="just">
              <a:spcBef>
                <a:spcPts val="0"/>
              </a:spcBef>
              <a:buNone/>
            </a:pPr>
            <a:r>
              <a:rPr lang="en-US" sz="1200">
                <a:latin typeface="Consolas" panose="020B0609020204030204" pitchFamily="49" charset="0"/>
              </a:rPr>
              <a:t>{</a:t>
            </a:r>
          </a:p>
          <a:p>
            <a:pPr marL="51435" indent="0">
              <a:spcBef>
                <a:spcPts val="0"/>
              </a:spcBef>
              <a:buNone/>
            </a:pPr>
            <a:r>
              <a:rPr lang="en-US" sz="1200">
                <a:solidFill>
                  <a:srgbClr val="0432FF"/>
                </a:solidFill>
                <a:latin typeface="Consolas" panose="020B0609020204030204" pitchFamily="49" charset="0"/>
              </a:rPr>
              <a:t>    </a:t>
            </a:r>
            <a:r>
              <a:rPr lang="en-US" sz="1200">
                <a:solidFill>
                  <a:srgbClr val="0432FF"/>
                </a:solidFill>
                <a:highlight>
                  <a:srgbClr val="FFFF00"/>
                </a:highlight>
                <a:latin typeface="Consolas" panose="020B0609020204030204" pitchFamily="49" charset="0"/>
              </a:rPr>
              <a:t>int</a:t>
            </a:r>
            <a:r>
              <a:rPr lang="en-US" sz="1200">
                <a:solidFill>
                  <a:schemeClr val="bg1"/>
                </a:solidFill>
                <a:highlight>
                  <a:srgbClr val="FFFF00"/>
                </a:highlight>
                <a:latin typeface="Consolas" panose="020B0609020204030204" pitchFamily="49" charset="0"/>
              </a:rPr>
              <a:t> </a:t>
            </a:r>
            <a:r>
              <a:rPr lang="en-US" sz="1200">
                <a:solidFill>
                  <a:schemeClr val="accent6">
                    <a:lumMod val="75000"/>
                  </a:schemeClr>
                </a:solidFill>
                <a:highlight>
                  <a:srgbClr val="FFFF00"/>
                </a:highlight>
                <a:latin typeface="Consolas" panose="020B0609020204030204" pitchFamily="49" charset="0"/>
              </a:rPr>
              <a:t>a </a:t>
            </a:r>
            <a:r>
              <a:rPr lang="en-US" sz="1200">
                <a:highlight>
                  <a:srgbClr val="FFFF00"/>
                </a:highlight>
                <a:latin typeface="Consolas" panose="020B0609020204030204" pitchFamily="49" charset="0"/>
              </a:rPr>
              <a:t>= 8,</a:t>
            </a:r>
            <a:r>
              <a:rPr lang="en-US" sz="1200">
                <a:solidFill>
                  <a:schemeClr val="bg1"/>
                </a:solidFill>
                <a:highlight>
                  <a:srgbClr val="FFFF00"/>
                </a:highlight>
                <a:latin typeface="Consolas" panose="020B0609020204030204" pitchFamily="49" charset="0"/>
              </a:rPr>
              <a:t> </a:t>
            </a:r>
            <a:r>
              <a:rPr lang="en-US" sz="1200">
                <a:solidFill>
                  <a:schemeClr val="accent6">
                    <a:lumMod val="75000"/>
                  </a:schemeClr>
                </a:solidFill>
                <a:highlight>
                  <a:srgbClr val="FFFF00"/>
                </a:highlight>
                <a:latin typeface="Consolas" panose="020B0609020204030204" pitchFamily="49" charset="0"/>
              </a:rPr>
              <a:t>b </a:t>
            </a:r>
            <a:r>
              <a:rPr lang="en-US" sz="1200">
                <a:highlight>
                  <a:srgbClr val="FFFF00"/>
                </a:highlight>
                <a:latin typeface="Consolas" panose="020B0609020204030204" pitchFamily="49" charset="0"/>
              </a:rPr>
              <a:t>= 5;</a:t>
            </a:r>
            <a:endParaRPr lang="en-US" sz="1200">
              <a:highlight>
                <a:srgbClr val="FFFF00"/>
              </a:highlight>
              <a:latin typeface="Consolas" panose="020B0609020204030204" pitchFamily="49" charset="0"/>
              <a:cs typeface="Consolas" panose="020B0609020204030204" pitchFamily="49" charset="0"/>
            </a:endParaRPr>
          </a:p>
          <a:p>
            <a:pPr marL="51435" indent="0">
              <a:spcBef>
                <a:spcPts val="0"/>
              </a:spcBef>
              <a:buNone/>
            </a:pPr>
            <a:r>
              <a:rPr lang="en-US" sz="1200" dirty="0">
                <a:solidFill>
                  <a:srgbClr val="FEA400"/>
                </a:solidFill>
                <a:latin typeface="Consolas" panose="020B0609020204030204" pitchFamily="49" charset="0"/>
              </a:rPr>
              <a:t>    Swap</a:t>
            </a:r>
            <a:r>
              <a:rPr lang="en-US" sz="1200">
                <a:latin typeface="Consolas" panose="020B0609020204030204" pitchFamily="49" charset="0"/>
              </a:rPr>
              <a:t>(</a:t>
            </a:r>
            <a:r>
              <a:rPr lang="en-US" sz="1200">
                <a:solidFill>
                  <a:srgbClr val="FF0000"/>
                </a:solidFill>
                <a:latin typeface="Consolas" panose="020B0609020204030204" pitchFamily="49" charset="0"/>
              </a:rPr>
              <a:t>ref</a:t>
            </a:r>
            <a:r>
              <a:rPr lang="en-US" sz="1200">
                <a:solidFill>
                  <a:schemeClr val="bg1"/>
                </a:solidFill>
                <a:latin typeface="Consolas" panose="020B0609020204030204" pitchFamily="49" charset="0"/>
              </a:rPr>
              <a:t> </a:t>
            </a:r>
            <a:r>
              <a:rPr lang="en-US" sz="1200">
                <a:solidFill>
                  <a:schemeClr val="accent6">
                    <a:lumMod val="75000"/>
                  </a:schemeClr>
                </a:solidFill>
                <a:latin typeface="Consolas" panose="020B0609020204030204" pitchFamily="49" charset="0"/>
              </a:rPr>
              <a:t>a</a:t>
            </a:r>
            <a:r>
              <a:rPr lang="en-US" sz="1200">
                <a:latin typeface="Consolas" panose="020B0609020204030204" pitchFamily="49" charset="0"/>
              </a:rPr>
              <a:t>,</a:t>
            </a:r>
            <a:r>
              <a:rPr lang="en-US" sz="1200">
                <a:solidFill>
                  <a:schemeClr val="bg1"/>
                </a:solidFill>
                <a:latin typeface="Consolas" panose="020B0609020204030204" pitchFamily="49" charset="0"/>
              </a:rPr>
              <a:t> </a:t>
            </a:r>
            <a:r>
              <a:rPr lang="en-US" sz="1200">
                <a:solidFill>
                  <a:srgbClr val="FF0000"/>
                </a:solidFill>
                <a:latin typeface="Consolas" panose="020B0609020204030204" pitchFamily="49" charset="0"/>
              </a:rPr>
              <a:t>ref</a:t>
            </a:r>
            <a:r>
              <a:rPr lang="en-US" sz="1200">
                <a:solidFill>
                  <a:schemeClr val="accent6">
                    <a:lumMod val="75000"/>
                  </a:schemeClr>
                </a:solidFill>
                <a:latin typeface="Consolas" panose="020B0609020204030204" pitchFamily="49" charset="0"/>
              </a:rPr>
              <a:t> b</a:t>
            </a:r>
            <a:r>
              <a:rPr lang="en-US" sz="1200">
                <a:latin typeface="Consolas" panose="020B0609020204030204" pitchFamily="49" charset="0"/>
              </a:rPr>
              <a:t>);</a:t>
            </a:r>
          </a:p>
          <a:p>
            <a:pPr marL="51435" indent="0">
              <a:spcBef>
                <a:spcPts val="0"/>
              </a:spcBef>
              <a:buNone/>
            </a:pPr>
            <a:r>
              <a:rPr lang="en-US" sz="1200">
                <a:latin typeface="Consolas" panose="020B0609020204030204" pitchFamily="49" charset="0"/>
              </a:rPr>
              <a:t>}</a:t>
            </a:r>
          </a:p>
        </p:txBody>
      </p:sp>
      <p:sp>
        <p:nvSpPr>
          <p:cNvPr id="10" name="Content Placeholder 5">
            <a:extLst>
              <a:ext uri="{FF2B5EF4-FFF2-40B4-BE49-F238E27FC236}">
                <a16:creationId xmlns:a16="http://schemas.microsoft.com/office/drawing/2014/main" id="{3C824AB6-1B16-7341-BEFB-8A845B2DC76A}"/>
              </a:ext>
            </a:extLst>
          </p:cNvPr>
          <p:cNvSpPr txBox="1">
            <a:spLocks/>
          </p:cNvSpPr>
          <p:nvPr/>
        </p:nvSpPr>
        <p:spPr>
          <a:xfrm>
            <a:off x="3893645" y="4139905"/>
            <a:ext cx="5022853" cy="2379254"/>
          </a:xfrm>
          <a:prstGeom prst="rect">
            <a:avLst/>
          </a:prstGeom>
        </p:spPr>
        <p:style>
          <a:lnRef idx="2">
            <a:schemeClr val="accent2"/>
          </a:lnRef>
          <a:fillRef idx="1">
            <a:schemeClr val="lt1"/>
          </a:fillRef>
          <a:effectRef idx="0">
            <a:schemeClr val="accent2"/>
          </a:effectRef>
          <a:fontRef idx="minor">
            <a:schemeClr val="dk1"/>
          </a:fontRef>
        </p:style>
        <p:txBody>
          <a:bodyPr>
            <a:noAutofit/>
          </a:bodyPr>
          <a:lstStyle>
            <a:lvl1pPr marL="308610" indent="-257175" algn="l" rtl="0" eaLnBrk="1" latinLnBrk="0" hangingPunct="1">
              <a:spcBef>
                <a:spcPts val="525"/>
              </a:spcBef>
              <a:buSzPct val="95000"/>
              <a:buFont typeface="Wingdings"/>
              <a:buChar char=""/>
              <a:defRPr sz="1500" kern="1200" spc="0">
                <a:solidFill>
                  <a:schemeClr val="tx1"/>
                </a:solidFill>
                <a:latin typeface="+mn-lt"/>
                <a:ea typeface="+mn-ea"/>
                <a:cs typeface="Arial" pitchFamily="34" charset="0"/>
              </a:defRPr>
            </a:lvl1pPr>
            <a:lvl2pPr marL="555498" indent="-214313" algn="l" rtl="0" eaLnBrk="1" latinLnBrk="0" hangingPunct="1">
              <a:spcBef>
                <a:spcPct val="20000"/>
              </a:spcBef>
              <a:buClr>
                <a:schemeClr val="accent2"/>
              </a:buClr>
              <a:buSzPct val="90000"/>
              <a:buFont typeface="Wingdings"/>
              <a:buChar char=""/>
              <a:defRPr sz="1350" kern="1200" spc="0">
                <a:solidFill>
                  <a:schemeClr val="tx1"/>
                </a:solidFill>
                <a:latin typeface="+mn-lt"/>
                <a:ea typeface="+mn-ea"/>
                <a:cs typeface="Arial" pitchFamily="34" charset="0"/>
              </a:defRPr>
            </a:lvl2pPr>
            <a:lvl3pPr marL="747522" indent="-171450" algn="l" rtl="0" eaLnBrk="1" latinLnBrk="0" hangingPunct="1">
              <a:spcBef>
                <a:spcPct val="20000"/>
              </a:spcBef>
              <a:buClr>
                <a:schemeClr val="accent2"/>
              </a:buClr>
              <a:buFont typeface="Wingdings 2"/>
              <a:buChar char=""/>
              <a:defRPr sz="1200" kern="1200" spc="0">
                <a:solidFill>
                  <a:schemeClr val="tx1"/>
                </a:solidFill>
                <a:latin typeface="+mn-lt"/>
                <a:ea typeface="+mn-ea"/>
                <a:cs typeface="Arial" pitchFamily="34" charset="0"/>
              </a:defRPr>
            </a:lvl3pPr>
            <a:lvl4pPr marL="946404" indent="-171450" algn="l" rtl="0" eaLnBrk="1" latinLnBrk="0" hangingPunct="1">
              <a:spcBef>
                <a:spcPct val="20000"/>
              </a:spcBef>
              <a:buClr>
                <a:schemeClr val="accent3"/>
              </a:buClr>
              <a:buFont typeface="Wingdings 3"/>
              <a:buChar char=""/>
              <a:defRPr sz="1200" kern="1200" spc="0">
                <a:solidFill>
                  <a:schemeClr val="tx1"/>
                </a:solidFill>
                <a:latin typeface="+mn-lt"/>
                <a:ea typeface="+mn-ea"/>
                <a:cs typeface="Arial" pitchFamily="34" charset="0"/>
              </a:defRPr>
            </a:lvl4pPr>
            <a:lvl5pPr marL="1110996" indent="-157734" algn="l" rtl="0" eaLnBrk="1" latinLnBrk="0" hangingPunct="1">
              <a:spcBef>
                <a:spcPct val="20000"/>
              </a:spcBef>
              <a:buClr>
                <a:schemeClr val="accent3"/>
              </a:buClr>
              <a:buFont typeface="Wingdings 2"/>
              <a:buChar char=""/>
              <a:defRPr sz="1050" kern="1200" spc="0">
                <a:solidFill>
                  <a:schemeClr val="tx1"/>
                </a:solidFill>
                <a:latin typeface="+mn-lt"/>
                <a:ea typeface="+mn-ea"/>
                <a:cs typeface="Arial" pitchFamily="34" charset="0"/>
              </a:defRPr>
            </a:lvl5pPr>
            <a:lvl6pPr marL="1282446" indent="-157734" algn="l" rtl="0" eaLnBrk="1" latinLnBrk="0" hangingPunct="1">
              <a:spcBef>
                <a:spcPct val="20000"/>
              </a:spcBef>
              <a:buClr>
                <a:schemeClr val="accent3"/>
              </a:buClr>
              <a:buFont typeface="Wingdings 2"/>
              <a:buChar char=""/>
              <a:defRPr sz="1350" kern="1200">
                <a:solidFill>
                  <a:schemeClr val="tx1"/>
                </a:solidFill>
                <a:latin typeface="+mn-lt"/>
                <a:ea typeface="+mn-ea"/>
                <a:cs typeface="+mn-cs"/>
              </a:defRPr>
            </a:lvl6pPr>
            <a:lvl7pPr marL="1426464"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7pPr>
            <a:lvl8pPr marL="1570482"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8pPr>
            <a:lvl9pPr marL="1714500" indent="-137160" algn="l" rtl="0" eaLnBrk="1" latinLnBrk="0" hangingPunct="1">
              <a:spcBef>
                <a:spcPct val="20000"/>
              </a:spcBef>
              <a:buClr>
                <a:schemeClr val="accent4"/>
              </a:buClr>
              <a:buFont typeface="Wingdings 2"/>
              <a:buChar char=""/>
              <a:defRPr sz="1200" kern="1200">
                <a:solidFill>
                  <a:schemeClr val="tx1"/>
                </a:solidFill>
                <a:latin typeface="+mn-lt"/>
                <a:ea typeface="+mn-ea"/>
                <a:cs typeface="+mn-cs"/>
              </a:defRPr>
            </a:lvl9pPr>
            <a:extLst/>
          </a:lstStyle>
          <a:p>
            <a:pPr marL="51435" indent="0">
              <a:spcBef>
                <a:spcPts val="0"/>
              </a:spcBef>
              <a:buNone/>
            </a:pPr>
            <a:r>
              <a:rPr lang="en-US" sz="1200">
                <a:solidFill>
                  <a:srgbClr val="0432FF"/>
                </a:solidFill>
                <a:latin typeface="Consolas" panose="020B0609020204030204" pitchFamily="49" charset="0"/>
              </a:rPr>
              <a:t>static</a:t>
            </a:r>
            <a:r>
              <a:rPr lang="en-US" sz="1200">
                <a:latin typeface="Consolas" panose="020B0609020204030204" pitchFamily="49" charset="0"/>
              </a:rPr>
              <a:t> </a:t>
            </a:r>
            <a:r>
              <a:rPr lang="en-US" sz="1200">
                <a:solidFill>
                  <a:srgbClr val="0000FF"/>
                </a:solidFill>
                <a:latin typeface="Consolas" panose="020B0609020204030204" pitchFamily="49" charset="0"/>
              </a:rPr>
              <a:t>void</a:t>
            </a:r>
            <a:r>
              <a:rPr lang="en-US" sz="1200">
                <a:latin typeface="Consolas" panose="020B0609020204030204" pitchFamily="49" charset="0"/>
              </a:rPr>
              <a:t> </a:t>
            </a:r>
            <a:r>
              <a:rPr lang="en-US" sz="1200" dirty="0">
                <a:solidFill>
                  <a:srgbClr val="FEA400"/>
                </a:solidFill>
                <a:latin typeface="Consolas" panose="020B0609020204030204" pitchFamily="49" charset="0"/>
              </a:rPr>
              <a:t>Cal</a:t>
            </a:r>
            <a:r>
              <a:rPr lang="en-US" sz="1200">
                <a:latin typeface="Consolas" panose="020B0609020204030204" pitchFamily="49" charset="0"/>
              </a:rPr>
              <a:t>(</a:t>
            </a:r>
            <a:r>
              <a:rPr lang="en-US" sz="1200">
                <a:solidFill>
                  <a:srgbClr val="0432FF"/>
                </a:solidFill>
                <a:latin typeface="Consolas" panose="020B0609020204030204" pitchFamily="49" charset="0"/>
              </a:rPr>
              <a:t>int</a:t>
            </a:r>
            <a:r>
              <a:rPr lang="en-US" sz="1200">
                <a:solidFill>
                  <a:schemeClr val="bg1"/>
                </a:solidFill>
                <a:latin typeface="Consolas" panose="020B0609020204030204" pitchFamily="49" charset="0"/>
              </a:rPr>
              <a:t> </a:t>
            </a:r>
            <a:r>
              <a:rPr lang="en-US" sz="1200">
                <a:solidFill>
                  <a:schemeClr val="accent6">
                    <a:lumMod val="75000"/>
                  </a:schemeClr>
                </a:solidFill>
                <a:latin typeface="Consolas" panose="020B0609020204030204" pitchFamily="49" charset="0"/>
              </a:rPr>
              <a:t>a</a:t>
            </a:r>
            <a:r>
              <a:rPr lang="en-US" sz="1200">
                <a:latin typeface="Consolas" panose="020B0609020204030204" pitchFamily="49" charset="0"/>
              </a:rPr>
              <a:t>, </a:t>
            </a:r>
            <a:r>
              <a:rPr lang="en-US" sz="1200">
                <a:solidFill>
                  <a:srgbClr val="0432FF"/>
                </a:solidFill>
                <a:latin typeface="Consolas" panose="020B0609020204030204" pitchFamily="49" charset="0"/>
              </a:rPr>
              <a:t>int</a:t>
            </a:r>
            <a:r>
              <a:rPr lang="en-US" sz="1200">
                <a:solidFill>
                  <a:schemeClr val="bg1"/>
                </a:solidFill>
                <a:latin typeface="Consolas" panose="020B0609020204030204" pitchFamily="49" charset="0"/>
              </a:rPr>
              <a:t> </a:t>
            </a:r>
            <a:r>
              <a:rPr lang="en-US" sz="1200">
                <a:solidFill>
                  <a:schemeClr val="accent6">
                    <a:lumMod val="75000"/>
                  </a:schemeClr>
                </a:solidFill>
                <a:latin typeface="Consolas" panose="020B0609020204030204" pitchFamily="49" charset="0"/>
              </a:rPr>
              <a:t>b</a:t>
            </a:r>
            <a:r>
              <a:rPr lang="en-US" sz="1200">
                <a:latin typeface="Consolas" panose="020B0609020204030204" pitchFamily="49" charset="0"/>
              </a:rPr>
              <a:t>,</a:t>
            </a:r>
            <a:r>
              <a:rPr lang="en-US" sz="1200">
                <a:solidFill>
                  <a:schemeClr val="accent6">
                    <a:lumMod val="75000"/>
                  </a:schemeClr>
                </a:solidFill>
                <a:latin typeface="Consolas" panose="020B0609020204030204" pitchFamily="49" charset="0"/>
              </a:rPr>
              <a:t> </a:t>
            </a:r>
            <a:r>
              <a:rPr lang="en-US" sz="1200">
                <a:solidFill>
                  <a:srgbClr val="FF0000"/>
                </a:solidFill>
                <a:highlight>
                  <a:srgbClr val="FFFF00"/>
                </a:highlight>
                <a:latin typeface="Consolas" panose="020B0609020204030204" pitchFamily="49" charset="0"/>
              </a:rPr>
              <a:t>out </a:t>
            </a:r>
            <a:r>
              <a:rPr lang="en-US" sz="1200">
                <a:solidFill>
                  <a:srgbClr val="0432FF"/>
                </a:solidFill>
                <a:highlight>
                  <a:srgbClr val="FFFF00"/>
                </a:highlight>
                <a:latin typeface="Consolas" panose="020B0609020204030204" pitchFamily="49" charset="0"/>
              </a:rPr>
              <a:t>int</a:t>
            </a:r>
            <a:r>
              <a:rPr lang="en-US" sz="1200">
                <a:solidFill>
                  <a:schemeClr val="bg1"/>
                </a:solidFill>
                <a:highlight>
                  <a:srgbClr val="FFFF00"/>
                </a:highlight>
                <a:latin typeface="Consolas" panose="020B0609020204030204" pitchFamily="49" charset="0"/>
              </a:rPr>
              <a:t> </a:t>
            </a:r>
            <a:r>
              <a:rPr lang="en-US" sz="1200">
                <a:solidFill>
                  <a:schemeClr val="accent6">
                    <a:lumMod val="75000"/>
                  </a:schemeClr>
                </a:solidFill>
                <a:highlight>
                  <a:srgbClr val="FFFF00"/>
                </a:highlight>
                <a:latin typeface="Consolas" panose="020B0609020204030204" pitchFamily="49" charset="0"/>
              </a:rPr>
              <a:t>sum</a:t>
            </a:r>
            <a:r>
              <a:rPr lang="en-US" sz="1200">
                <a:highlight>
                  <a:srgbClr val="FFFF00"/>
                </a:highlight>
                <a:latin typeface="Consolas" panose="020B0609020204030204" pitchFamily="49" charset="0"/>
              </a:rPr>
              <a:t>,</a:t>
            </a:r>
            <a:r>
              <a:rPr lang="en-US" sz="1200">
                <a:solidFill>
                  <a:schemeClr val="accent6">
                    <a:lumMod val="75000"/>
                  </a:schemeClr>
                </a:solidFill>
                <a:highlight>
                  <a:srgbClr val="FFFF00"/>
                </a:highlight>
                <a:latin typeface="Consolas" panose="020B0609020204030204" pitchFamily="49" charset="0"/>
              </a:rPr>
              <a:t> </a:t>
            </a:r>
            <a:r>
              <a:rPr lang="en-US" sz="1200">
                <a:solidFill>
                  <a:srgbClr val="FF0000"/>
                </a:solidFill>
                <a:highlight>
                  <a:srgbClr val="FFFF00"/>
                </a:highlight>
                <a:latin typeface="Consolas" panose="020B0609020204030204" pitchFamily="49" charset="0"/>
              </a:rPr>
              <a:t>out </a:t>
            </a:r>
            <a:r>
              <a:rPr lang="en-US" sz="1200">
                <a:solidFill>
                  <a:srgbClr val="0432FF"/>
                </a:solidFill>
                <a:highlight>
                  <a:srgbClr val="FFFF00"/>
                </a:highlight>
                <a:latin typeface="Consolas" panose="020B0609020204030204" pitchFamily="49" charset="0"/>
              </a:rPr>
              <a:t>int</a:t>
            </a:r>
            <a:r>
              <a:rPr lang="en-US" sz="1200">
                <a:solidFill>
                  <a:schemeClr val="bg1"/>
                </a:solidFill>
                <a:highlight>
                  <a:srgbClr val="FFFF00"/>
                </a:highlight>
                <a:latin typeface="Consolas" panose="020B0609020204030204" pitchFamily="49" charset="0"/>
              </a:rPr>
              <a:t> </a:t>
            </a:r>
            <a:r>
              <a:rPr lang="en-US" sz="1200">
                <a:solidFill>
                  <a:schemeClr val="accent6">
                    <a:lumMod val="75000"/>
                  </a:schemeClr>
                </a:solidFill>
                <a:highlight>
                  <a:srgbClr val="FFFF00"/>
                </a:highlight>
                <a:latin typeface="Consolas" panose="020B0609020204030204" pitchFamily="49" charset="0"/>
              </a:rPr>
              <a:t>sub</a:t>
            </a:r>
            <a:r>
              <a:rPr lang="en-US" sz="1200">
                <a:latin typeface="Consolas" panose="020B0609020204030204" pitchFamily="49" charset="0"/>
              </a:rPr>
              <a:t>)</a:t>
            </a:r>
          </a:p>
          <a:p>
            <a:pPr marL="51435" indent="0">
              <a:spcBef>
                <a:spcPts val="0"/>
              </a:spcBef>
              <a:buNone/>
            </a:pPr>
            <a:r>
              <a:rPr lang="en-US" sz="1200">
                <a:latin typeface="Consolas" panose="020B0609020204030204" pitchFamily="49" charset="0"/>
              </a:rPr>
              <a:t>{</a:t>
            </a:r>
          </a:p>
          <a:p>
            <a:pPr marL="51435" indent="0">
              <a:spcBef>
                <a:spcPts val="0"/>
              </a:spcBef>
              <a:buNone/>
            </a:pPr>
            <a:r>
              <a:rPr lang="en-US" sz="1200">
                <a:solidFill>
                  <a:schemeClr val="bg1"/>
                </a:solidFill>
                <a:latin typeface="Consolas" panose="020B0609020204030204" pitchFamily="49" charset="0"/>
              </a:rPr>
              <a:t>    </a:t>
            </a:r>
            <a:r>
              <a:rPr lang="en-US" sz="1200">
                <a:solidFill>
                  <a:schemeClr val="accent6">
                    <a:lumMod val="75000"/>
                  </a:schemeClr>
                </a:solidFill>
                <a:latin typeface="Consolas" panose="020B0609020204030204" pitchFamily="49" charset="0"/>
              </a:rPr>
              <a:t>sum </a:t>
            </a:r>
            <a:r>
              <a:rPr lang="en-US" sz="1200">
                <a:latin typeface="Consolas" panose="020B0609020204030204" pitchFamily="49" charset="0"/>
              </a:rPr>
              <a:t>=</a:t>
            </a:r>
            <a:r>
              <a:rPr lang="en-US" sz="1200">
                <a:solidFill>
                  <a:schemeClr val="accent6">
                    <a:lumMod val="75000"/>
                  </a:schemeClr>
                </a:solidFill>
                <a:latin typeface="Consolas" panose="020B0609020204030204" pitchFamily="49" charset="0"/>
              </a:rPr>
              <a:t> a</a:t>
            </a:r>
            <a:r>
              <a:rPr lang="en-US" sz="1200">
                <a:solidFill>
                  <a:schemeClr val="bg1"/>
                </a:solidFill>
                <a:latin typeface="Consolas" panose="020B0609020204030204" pitchFamily="49" charset="0"/>
              </a:rPr>
              <a:t> </a:t>
            </a:r>
            <a:r>
              <a:rPr lang="en-US" sz="1200">
                <a:latin typeface="Consolas" panose="020B0609020204030204" pitchFamily="49" charset="0"/>
              </a:rPr>
              <a:t>+</a:t>
            </a:r>
            <a:r>
              <a:rPr lang="en-US" sz="1200">
                <a:solidFill>
                  <a:schemeClr val="accent6">
                    <a:lumMod val="75000"/>
                  </a:schemeClr>
                </a:solidFill>
                <a:latin typeface="Consolas" panose="020B0609020204030204" pitchFamily="49" charset="0"/>
              </a:rPr>
              <a:t> b</a:t>
            </a:r>
            <a:r>
              <a:rPr lang="en-US" sz="1200">
                <a:latin typeface="Consolas" panose="020B0609020204030204" pitchFamily="49" charset="0"/>
              </a:rPr>
              <a:t>;</a:t>
            </a:r>
          </a:p>
          <a:p>
            <a:pPr marL="51435" indent="0">
              <a:spcBef>
                <a:spcPts val="0"/>
              </a:spcBef>
              <a:buNone/>
            </a:pPr>
            <a:r>
              <a:rPr lang="en-US" sz="1200">
                <a:solidFill>
                  <a:schemeClr val="accent6">
                    <a:lumMod val="75000"/>
                  </a:schemeClr>
                </a:solidFill>
                <a:latin typeface="Consolas" panose="020B0609020204030204" pitchFamily="49" charset="0"/>
              </a:rPr>
              <a:t>    sub </a:t>
            </a:r>
            <a:r>
              <a:rPr lang="en-US" sz="1200">
                <a:latin typeface="Consolas" panose="020B0609020204030204" pitchFamily="49" charset="0"/>
              </a:rPr>
              <a:t>=</a:t>
            </a:r>
            <a:r>
              <a:rPr lang="en-US" sz="1200">
                <a:solidFill>
                  <a:schemeClr val="accent6">
                    <a:lumMod val="75000"/>
                  </a:schemeClr>
                </a:solidFill>
                <a:latin typeface="Consolas" panose="020B0609020204030204" pitchFamily="49" charset="0"/>
              </a:rPr>
              <a:t> a</a:t>
            </a:r>
            <a:r>
              <a:rPr lang="en-US" sz="1200">
                <a:solidFill>
                  <a:schemeClr val="bg1"/>
                </a:solidFill>
                <a:latin typeface="Consolas" panose="020B0609020204030204" pitchFamily="49" charset="0"/>
              </a:rPr>
              <a:t> </a:t>
            </a:r>
            <a:r>
              <a:rPr lang="en-US" sz="1200">
                <a:latin typeface="Consolas" panose="020B0609020204030204" pitchFamily="49" charset="0"/>
              </a:rPr>
              <a:t>-</a:t>
            </a:r>
            <a:r>
              <a:rPr lang="en-US" sz="1200">
                <a:solidFill>
                  <a:schemeClr val="accent6">
                    <a:lumMod val="75000"/>
                  </a:schemeClr>
                </a:solidFill>
                <a:latin typeface="Consolas" panose="020B0609020204030204" pitchFamily="49" charset="0"/>
              </a:rPr>
              <a:t> b</a:t>
            </a:r>
            <a:r>
              <a:rPr lang="en-US" sz="1200">
                <a:latin typeface="Consolas" panose="020B0609020204030204" pitchFamily="49" charset="0"/>
              </a:rPr>
              <a:t>;</a:t>
            </a:r>
          </a:p>
          <a:p>
            <a:pPr marL="51435" indent="0">
              <a:spcBef>
                <a:spcPts val="0"/>
              </a:spcBef>
              <a:buNone/>
            </a:pPr>
            <a:r>
              <a:rPr lang="en-US" sz="1200">
                <a:latin typeface="Consolas" panose="020B0609020204030204" pitchFamily="49" charset="0"/>
              </a:rPr>
              <a:t>}</a:t>
            </a:r>
          </a:p>
          <a:p>
            <a:pPr marL="51435" indent="0" algn="just">
              <a:spcBef>
                <a:spcPts val="0"/>
              </a:spcBef>
              <a:buNone/>
            </a:pPr>
            <a:endParaRPr lang="en-US" sz="1200">
              <a:solidFill>
                <a:schemeClr val="bg1"/>
              </a:solidFill>
              <a:latin typeface="Consolas" panose="020B0609020204030204" pitchFamily="49" charset="0"/>
            </a:endParaRPr>
          </a:p>
          <a:p>
            <a:pPr marL="51435" indent="0" algn="just">
              <a:spcBef>
                <a:spcPts val="0"/>
              </a:spcBef>
              <a:buNone/>
            </a:pPr>
            <a:r>
              <a:rPr lang="en-US" sz="1200">
                <a:solidFill>
                  <a:srgbClr val="0000FF"/>
                </a:solidFill>
                <a:latin typeface="Consolas" panose="020B0609020204030204" pitchFamily="49" charset="0"/>
              </a:rPr>
              <a:t>static</a:t>
            </a:r>
            <a:r>
              <a:rPr lang="en-US" sz="1200">
                <a:latin typeface="Consolas" panose="020B0609020204030204" pitchFamily="49" charset="0"/>
              </a:rPr>
              <a:t> </a:t>
            </a:r>
            <a:r>
              <a:rPr lang="en-US" sz="1200">
                <a:solidFill>
                  <a:srgbClr val="0000FF"/>
                </a:solidFill>
                <a:latin typeface="Consolas" panose="020B0609020204030204" pitchFamily="49" charset="0"/>
              </a:rPr>
              <a:t>void</a:t>
            </a:r>
            <a:r>
              <a:rPr lang="en-US" sz="1200">
                <a:latin typeface="Consolas" panose="020B0609020204030204" pitchFamily="49" charset="0"/>
              </a:rPr>
              <a:t> </a:t>
            </a:r>
            <a:r>
              <a:rPr lang="en-US" sz="1200">
                <a:solidFill>
                  <a:srgbClr val="FEA400"/>
                </a:solidFill>
                <a:latin typeface="Consolas" panose="020B0609020204030204" pitchFamily="49" charset="0"/>
              </a:rPr>
              <a:t>Main</a:t>
            </a:r>
            <a:r>
              <a:rPr lang="en-US" sz="1200">
                <a:solidFill>
                  <a:schemeClr val="bg1"/>
                </a:solidFill>
                <a:latin typeface="Consolas" panose="020B0609020204030204" pitchFamily="49" charset="0"/>
              </a:rPr>
              <a:t>(</a:t>
            </a:r>
            <a:r>
              <a:rPr lang="en-US" sz="1200">
                <a:solidFill>
                  <a:srgbClr val="0000FF"/>
                </a:solidFill>
                <a:latin typeface="Consolas" panose="020B0609020204030204" pitchFamily="49" charset="0"/>
              </a:rPr>
              <a:t>string</a:t>
            </a:r>
            <a:r>
              <a:rPr lang="en-US" sz="1200">
                <a:solidFill>
                  <a:schemeClr val="bg1"/>
                </a:solidFill>
                <a:latin typeface="Consolas" panose="020B0609020204030204" pitchFamily="49" charset="0"/>
              </a:rPr>
              <a:t>[] args)</a:t>
            </a:r>
          </a:p>
          <a:p>
            <a:pPr marL="51435" indent="0" algn="just">
              <a:spcBef>
                <a:spcPts val="0"/>
              </a:spcBef>
              <a:buNone/>
            </a:pPr>
            <a:r>
              <a:rPr lang="en-US" sz="1200">
                <a:latin typeface="Consolas" panose="020B0609020204030204" pitchFamily="49" charset="0"/>
              </a:rPr>
              <a:t>{</a:t>
            </a:r>
          </a:p>
          <a:p>
            <a:pPr marL="51435" indent="0">
              <a:spcBef>
                <a:spcPts val="0"/>
              </a:spcBef>
              <a:buNone/>
            </a:pPr>
            <a:r>
              <a:rPr lang="en-US" sz="1200">
                <a:solidFill>
                  <a:srgbClr val="0432FF"/>
                </a:solidFill>
                <a:latin typeface="Consolas" panose="020B0609020204030204" pitchFamily="49" charset="0"/>
              </a:rPr>
              <a:t>    int</a:t>
            </a:r>
            <a:r>
              <a:rPr lang="en-US" sz="1200">
                <a:solidFill>
                  <a:schemeClr val="bg1"/>
                </a:solidFill>
                <a:latin typeface="Consolas" panose="020B0609020204030204" pitchFamily="49" charset="0"/>
              </a:rPr>
              <a:t> </a:t>
            </a:r>
            <a:r>
              <a:rPr lang="en-US" sz="1200">
                <a:solidFill>
                  <a:schemeClr val="accent6">
                    <a:lumMod val="75000"/>
                  </a:schemeClr>
                </a:solidFill>
                <a:latin typeface="Consolas" panose="020B0609020204030204" pitchFamily="49" charset="0"/>
              </a:rPr>
              <a:t>a </a:t>
            </a:r>
            <a:r>
              <a:rPr lang="en-US" sz="1200">
                <a:latin typeface="Consolas" panose="020B0609020204030204" pitchFamily="49" charset="0"/>
              </a:rPr>
              <a:t>= 8,</a:t>
            </a:r>
            <a:r>
              <a:rPr lang="en-US" sz="1200">
                <a:solidFill>
                  <a:schemeClr val="bg1"/>
                </a:solidFill>
                <a:latin typeface="Consolas" panose="020B0609020204030204" pitchFamily="49" charset="0"/>
              </a:rPr>
              <a:t> </a:t>
            </a:r>
            <a:r>
              <a:rPr lang="en-US" sz="1200">
                <a:solidFill>
                  <a:schemeClr val="accent6">
                    <a:lumMod val="75000"/>
                  </a:schemeClr>
                </a:solidFill>
                <a:latin typeface="Consolas" panose="020B0609020204030204" pitchFamily="49" charset="0"/>
              </a:rPr>
              <a:t>b </a:t>
            </a:r>
            <a:r>
              <a:rPr lang="en-US" sz="1200">
                <a:latin typeface="Consolas" panose="020B0609020204030204" pitchFamily="49" charset="0"/>
              </a:rPr>
              <a:t>= 5;</a:t>
            </a:r>
            <a:endParaRPr lang="en-US" sz="1200">
              <a:latin typeface="Consolas" panose="020B0609020204030204" pitchFamily="49" charset="0"/>
              <a:cs typeface="Consolas" panose="020B0609020204030204" pitchFamily="49" charset="0"/>
            </a:endParaRPr>
          </a:p>
          <a:p>
            <a:pPr marL="51435" indent="0">
              <a:spcBef>
                <a:spcPts val="0"/>
              </a:spcBef>
              <a:buNone/>
            </a:pPr>
            <a:r>
              <a:rPr lang="en-US" sz="1200" dirty="0">
                <a:solidFill>
                  <a:srgbClr val="FEA400"/>
                </a:solidFill>
                <a:latin typeface="Consolas" panose="020B0609020204030204" pitchFamily="49" charset="0"/>
              </a:rPr>
              <a:t>    </a:t>
            </a:r>
            <a:r>
              <a:rPr lang="en-US" sz="1200">
                <a:solidFill>
                  <a:srgbClr val="0432FF"/>
                </a:solidFill>
                <a:latin typeface="Consolas" panose="020B0609020204030204" pitchFamily="49" charset="0"/>
              </a:rPr>
              <a:t>int</a:t>
            </a:r>
            <a:r>
              <a:rPr lang="en-US" sz="1200">
                <a:solidFill>
                  <a:schemeClr val="bg1"/>
                </a:solidFill>
                <a:latin typeface="Consolas" panose="020B0609020204030204" pitchFamily="49" charset="0"/>
              </a:rPr>
              <a:t> </a:t>
            </a:r>
            <a:r>
              <a:rPr lang="en-US" sz="1200">
                <a:solidFill>
                  <a:schemeClr val="accent6">
                    <a:lumMod val="75000"/>
                  </a:schemeClr>
                </a:solidFill>
                <a:highlight>
                  <a:srgbClr val="FFFF00"/>
                </a:highlight>
                <a:latin typeface="Consolas" panose="020B0609020204030204" pitchFamily="49" charset="0"/>
              </a:rPr>
              <a:t>sum</a:t>
            </a:r>
            <a:r>
              <a:rPr lang="en-US" sz="1200">
                <a:highlight>
                  <a:srgbClr val="FFFF00"/>
                </a:highlight>
                <a:latin typeface="Consolas" panose="020B0609020204030204" pitchFamily="49" charset="0"/>
              </a:rPr>
              <a:t>, </a:t>
            </a:r>
            <a:r>
              <a:rPr lang="en-US" sz="1200">
                <a:solidFill>
                  <a:schemeClr val="accent6">
                    <a:lumMod val="75000"/>
                  </a:schemeClr>
                </a:solidFill>
                <a:highlight>
                  <a:srgbClr val="FFFF00"/>
                </a:highlight>
                <a:latin typeface="Consolas" panose="020B0609020204030204" pitchFamily="49" charset="0"/>
              </a:rPr>
              <a:t>sub</a:t>
            </a:r>
            <a:r>
              <a:rPr lang="en-US" sz="1200">
                <a:highlight>
                  <a:srgbClr val="FFFF00"/>
                </a:highlight>
                <a:latin typeface="Consolas" panose="020B0609020204030204" pitchFamily="49" charset="0"/>
              </a:rPr>
              <a:t>;</a:t>
            </a:r>
            <a:endParaRPr lang="en-US" sz="1200" dirty="0">
              <a:highlight>
                <a:srgbClr val="FFFF00"/>
              </a:highlight>
              <a:latin typeface="Consolas" panose="020B0609020204030204" pitchFamily="49" charset="0"/>
            </a:endParaRPr>
          </a:p>
          <a:p>
            <a:pPr marL="51435" indent="0">
              <a:spcBef>
                <a:spcPts val="0"/>
              </a:spcBef>
              <a:buNone/>
            </a:pPr>
            <a:r>
              <a:rPr lang="en-US" sz="1200" dirty="0">
                <a:solidFill>
                  <a:srgbClr val="FEA400"/>
                </a:solidFill>
                <a:latin typeface="Consolas" panose="020B0609020204030204" pitchFamily="49" charset="0"/>
              </a:rPr>
              <a:t>    Cal</a:t>
            </a:r>
            <a:r>
              <a:rPr lang="en-US" sz="1200">
                <a:latin typeface="Consolas" panose="020B0609020204030204" pitchFamily="49" charset="0"/>
              </a:rPr>
              <a:t>(</a:t>
            </a:r>
            <a:r>
              <a:rPr lang="en-US" sz="1200">
                <a:solidFill>
                  <a:schemeClr val="accent6">
                    <a:lumMod val="75000"/>
                  </a:schemeClr>
                </a:solidFill>
                <a:latin typeface="Consolas" panose="020B0609020204030204" pitchFamily="49" charset="0"/>
              </a:rPr>
              <a:t>a</a:t>
            </a:r>
            <a:r>
              <a:rPr lang="en-US" sz="1200">
                <a:latin typeface="Consolas" panose="020B0609020204030204" pitchFamily="49" charset="0"/>
              </a:rPr>
              <a:t>,</a:t>
            </a:r>
            <a:r>
              <a:rPr lang="en-US" sz="1200">
                <a:solidFill>
                  <a:schemeClr val="bg1"/>
                </a:solidFill>
                <a:latin typeface="Consolas" panose="020B0609020204030204" pitchFamily="49" charset="0"/>
              </a:rPr>
              <a:t> </a:t>
            </a:r>
            <a:r>
              <a:rPr lang="en-US" sz="1200">
                <a:solidFill>
                  <a:schemeClr val="accent6">
                    <a:lumMod val="75000"/>
                  </a:schemeClr>
                </a:solidFill>
                <a:latin typeface="Consolas" panose="020B0609020204030204" pitchFamily="49" charset="0"/>
              </a:rPr>
              <a:t>b, </a:t>
            </a:r>
            <a:r>
              <a:rPr lang="en-US" sz="1200">
                <a:solidFill>
                  <a:srgbClr val="FF0000"/>
                </a:solidFill>
                <a:latin typeface="Consolas" panose="020B0609020204030204" pitchFamily="49" charset="0"/>
              </a:rPr>
              <a:t>out</a:t>
            </a:r>
            <a:r>
              <a:rPr lang="en-US" sz="1200">
                <a:solidFill>
                  <a:schemeClr val="accent6">
                    <a:lumMod val="75000"/>
                  </a:schemeClr>
                </a:solidFill>
                <a:latin typeface="Consolas" panose="020B0609020204030204" pitchFamily="49" charset="0"/>
              </a:rPr>
              <a:t> sum, </a:t>
            </a:r>
            <a:r>
              <a:rPr lang="en-US" sz="1200">
                <a:solidFill>
                  <a:srgbClr val="FF0000"/>
                </a:solidFill>
                <a:latin typeface="Consolas" panose="020B0609020204030204" pitchFamily="49" charset="0"/>
              </a:rPr>
              <a:t>out</a:t>
            </a:r>
            <a:r>
              <a:rPr lang="en-US" sz="1200">
                <a:solidFill>
                  <a:schemeClr val="accent6">
                    <a:lumMod val="75000"/>
                  </a:schemeClr>
                </a:solidFill>
                <a:latin typeface="Consolas" panose="020B0609020204030204" pitchFamily="49" charset="0"/>
              </a:rPr>
              <a:t> sub</a:t>
            </a:r>
            <a:r>
              <a:rPr lang="en-US" sz="1200">
                <a:latin typeface="Consolas" panose="020B0609020204030204" pitchFamily="49" charset="0"/>
              </a:rPr>
              <a:t>);</a:t>
            </a:r>
          </a:p>
          <a:p>
            <a:pPr marL="51435" indent="0">
              <a:spcBef>
                <a:spcPts val="0"/>
              </a:spcBef>
              <a:buNone/>
            </a:pPr>
            <a:r>
              <a:rPr lang="en-US" sz="1200">
                <a:latin typeface="Consolas" panose="020B0609020204030204" pitchFamily="49" charset="0"/>
              </a:rPr>
              <a:t>}</a:t>
            </a:r>
          </a:p>
        </p:txBody>
      </p:sp>
      <p:sp>
        <p:nvSpPr>
          <p:cNvPr id="11" name="Line Callout 1 10">
            <a:extLst>
              <a:ext uri="{FF2B5EF4-FFF2-40B4-BE49-F238E27FC236}">
                <a16:creationId xmlns:a16="http://schemas.microsoft.com/office/drawing/2014/main" id="{B0023F5D-715D-A64F-BAF8-157BEF4959F4}"/>
              </a:ext>
            </a:extLst>
          </p:cNvPr>
          <p:cNvSpPr/>
          <p:nvPr/>
        </p:nvSpPr>
        <p:spPr>
          <a:xfrm>
            <a:off x="1596187" y="4864537"/>
            <a:ext cx="2334750" cy="544837"/>
          </a:xfrm>
          <a:prstGeom prst="borderCallout1">
            <a:avLst>
              <a:gd name="adj1" fmla="val 98088"/>
              <a:gd name="adj2" fmla="val 91269"/>
              <a:gd name="adj3" fmla="val 225534"/>
              <a:gd name="adj4" fmla="val 18440"/>
            </a:avLst>
          </a:prstGeom>
          <a:ln/>
        </p:spPr>
        <p:style>
          <a:lnRef idx="1">
            <a:schemeClr val="accent2"/>
          </a:lnRef>
          <a:fillRef idx="2">
            <a:schemeClr val="accent2"/>
          </a:fillRef>
          <a:effectRef idx="1">
            <a:schemeClr val="accent2"/>
          </a:effectRef>
          <a:fontRef idx="minor">
            <a:schemeClr val="dk1"/>
          </a:fontRef>
        </p:style>
        <p:txBody>
          <a:bodyPr rtlCol="0" anchor="ctr"/>
          <a:lstStyle/>
          <a:p>
            <a:r>
              <a:rPr lang="en-US" sz="1200" dirty="0">
                <a:solidFill>
                  <a:schemeClr val="tx1"/>
                </a:solidFill>
                <a:latin typeface="Consolas" panose="020B0609020204030204" pitchFamily="49" charset="0"/>
                <a:cs typeface="Consolas" pitchFamily="49" charset="0"/>
              </a:rPr>
              <a:t>BẮT BUỘC khởi tạo giá trị trước khi truyền vào hàm</a:t>
            </a:r>
            <a:endParaRPr lang="en-GB" sz="1200" dirty="0">
              <a:solidFill>
                <a:schemeClr val="tx1"/>
              </a:solidFill>
              <a:latin typeface="Consolas" pitchFamily="49" charset="0"/>
              <a:cs typeface="Consolas" pitchFamily="49" charset="0"/>
            </a:endParaRPr>
          </a:p>
        </p:txBody>
      </p:sp>
      <p:sp>
        <p:nvSpPr>
          <p:cNvPr id="12" name="Line Callout 1 11">
            <a:extLst>
              <a:ext uri="{FF2B5EF4-FFF2-40B4-BE49-F238E27FC236}">
                <a16:creationId xmlns:a16="http://schemas.microsoft.com/office/drawing/2014/main" id="{3EE5D72C-BF3B-034C-AEC8-D5812FEFBCC3}"/>
              </a:ext>
            </a:extLst>
          </p:cNvPr>
          <p:cNvSpPr/>
          <p:nvPr/>
        </p:nvSpPr>
        <p:spPr>
          <a:xfrm>
            <a:off x="6245999" y="4766553"/>
            <a:ext cx="2588440" cy="544837"/>
          </a:xfrm>
          <a:prstGeom prst="borderCallout1">
            <a:avLst>
              <a:gd name="adj1" fmla="val 103591"/>
              <a:gd name="adj2" fmla="val 52796"/>
              <a:gd name="adj3" fmla="val 246502"/>
              <a:gd name="adj4" fmla="val -30291"/>
            </a:avLst>
          </a:prstGeom>
          <a:ln/>
        </p:spPr>
        <p:style>
          <a:lnRef idx="1">
            <a:schemeClr val="accent2"/>
          </a:lnRef>
          <a:fillRef idx="2">
            <a:schemeClr val="accent2"/>
          </a:fillRef>
          <a:effectRef idx="1">
            <a:schemeClr val="accent2"/>
          </a:effectRef>
          <a:fontRef idx="minor">
            <a:schemeClr val="dk1"/>
          </a:fontRef>
        </p:style>
        <p:txBody>
          <a:bodyPr rtlCol="0" anchor="ctr"/>
          <a:lstStyle/>
          <a:p>
            <a:r>
              <a:rPr lang="en-US" sz="1200" dirty="0">
                <a:solidFill>
                  <a:schemeClr val="tx1"/>
                </a:solidFill>
                <a:latin typeface="Consolas" panose="020B0609020204030204" pitchFamily="49" charset="0"/>
                <a:cs typeface="Consolas" pitchFamily="49" charset="0"/>
              </a:rPr>
              <a:t>KHÔNG BẮT BUỘC khởi tạo giá trị trước khi truyền vào hàm</a:t>
            </a:r>
            <a:endParaRPr lang="en-GB" sz="1200" dirty="0">
              <a:solidFill>
                <a:schemeClr val="tx1"/>
              </a:solidFill>
              <a:latin typeface="Consolas" pitchFamily="49" charset="0"/>
              <a:cs typeface="Consolas" pitchFamily="49" charset="0"/>
            </a:endParaRPr>
          </a:p>
        </p:txBody>
      </p:sp>
    </p:spTree>
    <p:extLst>
      <p:ext uri="{BB962C8B-B14F-4D97-AF65-F5344CB8AC3E}">
        <p14:creationId xmlns:p14="http://schemas.microsoft.com/office/powerpoint/2010/main" val="18332872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dissolv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dissolve">
                                      <p:cBhvr>
                                        <p:cTn id="1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932152F9-2B95-EF47-948C-A169795CCD17}"/>
              </a:ext>
            </a:extLst>
          </p:cNvPr>
          <p:cNvSpPr>
            <a:spLocks noGrp="1"/>
          </p:cNvSpPr>
          <p:nvPr>
            <p:ph type="title"/>
          </p:nvPr>
        </p:nvSpPr>
        <p:spPr/>
        <p:txBody>
          <a:bodyPr>
            <a:normAutofit fontScale="90000"/>
          </a:bodyPr>
          <a:lstStyle/>
          <a:p>
            <a:r>
              <a:rPr lang="en-VN"/>
              <a:t>VẬN DỤNG</a:t>
            </a:r>
          </a:p>
        </p:txBody>
      </p:sp>
      <p:sp>
        <p:nvSpPr>
          <p:cNvPr id="10" name="Content Placeholder 9">
            <a:extLst>
              <a:ext uri="{FF2B5EF4-FFF2-40B4-BE49-F238E27FC236}">
                <a16:creationId xmlns:a16="http://schemas.microsoft.com/office/drawing/2014/main" id="{7953ABD5-A8EB-D044-B4BB-434D970AAAF6}"/>
              </a:ext>
            </a:extLst>
          </p:cNvPr>
          <p:cNvSpPr>
            <a:spLocks noGrp="1"/>
          </p:cNvSpPr>
          <p:nvPr>
            <p:ph idx="1"/>
          </p:nvPr>
        </p:nvSpPr>
        <p:spPr/>
        <p:txBody>
          <a:bodyPr/>
          <a:lstStyle/>
          <a:p>
            <a:r>
              <a:rPr lang="en-US"/>
              <a:t>Định nghĩa </a:t>
            </a:r>
            <a:r>
              <a:rPr lang="en-US">
                <a:solidFill>
                  <a:srgbClr val="EF6822"/>
                </a:solidFill>
              </a:rPr>
              <a:t>một hàm duy nhất </a:t>
            </a:r>
            <a:r>
              <a:rPr lang="en-US"/>
              <a:t>thực hiện </a:t>
            </a:r>
            <a:r>
              <a:rPr lang="en-US">
                <a:solidFill>
                  <a:srgbClr val="EF6822"/>
                </a:solidFill>
              </a:rPr>
              <a:t>tính và trả về </a:t>
            </a:r>
            <a:r>
              <a:rPr lang="en-US">
                <a:solidFill>
                  <a:srgbClr val="17459E"/>
                </a:solidFill>
              </a:rPr>
              <a:t>Tổng</a:t>
            </a:r>
            <a:r>
              <a:rPr lang="en-US"/>
              <a:t>, </a:t>
            </a:r>
            <a:r>
              <a:rPr lang="en-US">
                <a:solidFill>
                  <a:srgbClr val="17459E"/>
                </a:solidFill>
              </a:rPr>
              <a:t>Hiệu</a:t>
            </a:r>
            <a:r>
              <a:rPr lang="en-US"/>
              <a:t>, </a:t>
            </a:r>
            <a:r>
              <a:rPr lang="en-US">
                <a:solidFill>
                  <a:srgbClr val="17459E"/>
                </a:solidFill>
              </a:rPr>
              <a:t>Tích</a:t>
            </a:r>
            <a:r>
              <a:rPr lang="en-US"/>
              <a:t>, </a:t>
            </a:r>
            <a:r>
              <a:rPr lang="en-US">
                <a:solidFill>
                  <a:srgbClr val="17459E"/>
                </a:solidFill>
              </a:rPr>
              <a:t>Thương</a:t>
            </a:r>
            <a:r>
              <a:rPr lang="en-US"/>
              <a:t> (kết quả phép chia thực) của </a:t>
            </a:r>
            <a:r>
              <a:rPr lang="en-US">
                <a:solidFill>
                  <a:srgbClr val="17459E"/>
                </a:solidFill>
              </a:rPr>
              <a:t>2 số nguyên a và b</a:t>
            </a:r>
            <a:r>
              <a:rPr lang="en-US"/>
              <a:t>.</a:t>
            </a:r>
            <a:endParaRPr lang="en-VN"/>
          </a:p>
        </p:txBody>
      </p:sp>
      <p:sp>
        <p:nvSpPr>
          <p:cNvPr id="6" name="Footer Placeholder 5">
            <a:extLst>
              <a:ext uri="{FF2B5EF4-FFF2-40B4-BE49-F238E27FC236}">
                <a16:creationId xmlns:a16="http://schemas.microsoft.com/office/drawing/2014/main" id="{3C00CB2F-E8B1-E64D-B344-EBE71C2FBB86}"/>
              </a:ext>
            </a:extLst>
          </p:cNvPr>
          <p:cNvSpPr>
            <a:spLocks noGrp="1"/>
          </p:cNvSpPr>
          <p:nvPr>
            <p:ph type="ftr" sz="quarter" idx="11"/>
          </p:nvPr>
        </p:nvSpPr>
        <p:spPr/>
        <p:txBody>
          <a:bodyPr/>
          <a:lstStyle/>
          <a:p>
            <a:r>
              <a:rPr lang="vi-VN" dirty="0"/>
              <a:t>Bài 5: Hàm</a:t>
            </a:r>
            <a:endParaRPr lang="en-US" dirty="0"/>
          </a:p>
        </p:txBody>
      </p:sp>
      <p:sp>
        <p:nvSpPr>
          <p:cNvPr id="7" name="Slide Number Placeholder 6">
            <a:extLst>
              <a:ext uri="{FF2B5EF4-FFF2-40B4-BE49-F238E27FC236}">
                <a16:creationId xmlns:a16="http://schemas.microsoft.com/office/drawing/2014/main" id="{FF91BE90-D4BA-8342-B769-73DAA0C7E2E3}"/>
              </a:ext>
            </a:extLst>
          </p:cNvPr>
          <p:cNvSpPr>
            <a:spLocks noGrp="1"/>
          </p:cNvSpPr>
          <p:nvPr>
            <p:ph type="sldNum" sz="quarter" idx="12"/>
          </p:nvPr>
        </p:nvSpPr>
        <p:spPr/>
        <p:txBody>
          <a:bodyPr/>
          <a:lstStyle/>
          <a:p>
            <a:fld id="{1AD93096-5B34-4342-9326-69289CEAE4C2}" type="slidenum">
              <a:rPr lang="en-US" smtClean="0"/>
              <a:pPr/>
              <a:t>43</a:t>
            </a:fld>
            <a:endParaRPr lang="en-US" dirty="0"/>
          </a:p>
        </p:txBody>
      </p:sp>
    </p:spTree>
    <p:extLst>
      <p:ext uri="{BB962C8B-B14F-4D97-AF65-F5344CB8AC3E}">
        <p14:creationId xmlns:p14="http://schemas.microsoft.com/office/powerpoint/2010/main" val="220903909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932152F9-2B95-EF47-948C-A169795CCD17}"/>
              </a:ext>
            </a:extLst>
          </p:cNvPr>
          <p:cNvSpPr>
            <a:spLocks noGrp="1"/>
          </p:cNvSpPr>
          <p:nvPr>
            <p:ph type="title"/>
          </p:nvPr>
        </p:nvSpPr>
        <p:spPr/>
        <p:txBody>
          <a:bodyPr>
            <a:normAutofit fontScale="90000"/>
          </a:bodyPr>
          <a:lstStyle/>
          <a:p>
            <a:r>
              <a:rPr lang="en-VN"/>
              <a:t>VẬN DỤNG</a:t>
            </a:r>
          </a:p>
        </p:txBody>
      </p:sp>
      <p:sp>
        <p:nvSpPr>
          <p:cNvPr id="10" name="Content Placeholder 9">
            <a:extLst>
              <a:ext uri="{FF2B5EF4-FFF2-40B4-BE49-F238E27FC236}">
                <a16:creationId xmlns:a16="http://schemas.microsoft.com/office/drawing/2014/main" id="{7953ABD5-A8EB-D044-B4BB-434D970AAAF6}"/>
              </a:ext>
            </a:extLst>
          </p:cNvPr>
          <p:cNvSpPr>
            <a:spLocks noGrp="1"/>
          </p:cNvSpPr>
          <p:nvPr>
            <p:ph idx="1"/>
          </p:nvPr>
        </p:nvSpPr>
        <p:spPr/>
        <p:txBody>
          <a:bodyPr/>
          <a:lstStyle/>
          <a:p>
            <a:r>
              <a:rPr lang="en-US"/>
              <a:t>Định nghĩa </a:t>
            </a:r>
            <a:r>
              <a:rPr lang="en-US">
                <a:solidFill>
                  <a:srgbClr val="EF6822"/>
                </a:solidFill>
              </a:rPr>
              <a:t>một hàm duy nhất tìm và trả về </a:t>
            </a:r>
            <a:r>
              <a:rPr lang="en-US">
                <a:solidFill>
                  <a:srgbClr val="17459E"/>
                </a:solidFill>
              </a:rPr>
              <a:t>giá trị nhỏ nhất </a:t>
            </a:r>
            <a:r>
              <a:rPr lang="en-US"/>
              <a:t>và </a:t>
            </a:r>
            <a:r>
              <a:rPr lang="en-US">
                <a:solidFill>
                  <a:srgbClr val="17459E"/>
                </a:solidFill>
              </a:rPr>
              <a:t>lớn nhất trong 3 số nguyên a, b, c</a:t>
            </a:r>
            <a:r>
              <a:rPr lang="en-US"/>
              <a:t>. Sau đó </a:t>
            </a:r>
            <a:r>
              <a:rPr lang="en-US">
                <a:solidFill>
                  <a:srgbClr val="17459E"/>
                </a:solidFill>
              </a:rPr>
              <a:t>thay đổi giá trị của a thành giá trị lớn nhất</a:t>
            </a:r>
            <a:r>
              <a:rPr lang="en-US">
                <a:solidFill>
                  <a:srgbClr val="00FDFF"/>
                </a:solidFill>
              </a:rPr>
              <a:t> </a:t>
            </a:r>
            <a:r>
              <a:rPr lang="en-US"/>
              <a:t>vừa tìm được.</a:t>
            </a:r>
            <a:endParaRPr lang="en-VN"/>
          </a:p>
        </p:txBody>
      </p:sp>
      <p:sp>
        <p:nvSpPr>
          <p:cNvPr id="6" name="Footer Placeholder 5">
            <a:extLst>
              <a:ext uri="{FF2B5EF4-FFF2-40B4-BE49-F238E27FC236}">
                <a16:creationId xmlns:a16="http://schemas.microsoft.com/office/drawing/2014/main" id="{3C00CB2F-E8B1-E64D-B344-EBE71C2FBB86}"/>
              </a:ext>
            </a:extLst>
          </p:cNvPr>
          <p:cNvSpPr>
            <a:spLocks noGrp="1"/>
          </p:cNvSpPr>
          <p:nvPr>
            <p:ph type="ftr" sz="quarter" idx="11"/>
          </p:nvPr>
        </p:nvSpPr>
        <p:spPr/>
        <p:txBody>
          <a:bodyPr/>
          <a:lstStyle/>
          <a:p>
            <a:r>
              <a:rPr lang="vi-VN" dirty="0"/>
              <a:t>Bài 5: Hàm</a:t>
            </a:r>
            <a:endParaRPr lang="en-US" dirty="0"/>
          </a:p>
        </p:txBody>
      </p:sp>
      <p:sp>
        <p:nvSpPr>
          <p:cNvPr id="7" name="Slide Number Placeholder 6">
            <a:extLst>
              <a:ext uri="{FF2B5EF4-FFF2-40B4-BE49-F238E27FC236}">
                <a16:creationId xmlns:a16="http://schemas.microsoft.com/office/drawing/2014/main" id="{FF91BE90-D4BA-8342-B769-73DAA0C7E2E3}"/>
              </a:ext>
            </a:extLst>
          </p:cNvPr>
          <p:cNvSpPr>
            <a:spLocks noGrp="1"/>
          </p:cNvSpPr>
          <p:nvPr>
            <p:ph type="sldNum" sz="quarter" idx="12"/>
          </p:nvPr>
        </p:nvSpPr>
        <p:spPr/>
        <p:txBody>
          <a:bodyPr/>
          <a:lstStyle/>
          <a:p>
            <a:fld id="{1AD93096-5B34-4342-9326-69289CEAE4C2}" type="slidenum">
              <a:rPr lang="en-US" smtClean="0"/>
              <a:pPr/>
              <a:t>44</a:t>
            </a:fld>
            <a:endParaRPr lang="en-US" dirty="0"/>
          </a:p>
        </p:txBody>
      </p:sp>
    </p:spTree>
    <p:extLst>
      <p:ext uri="{BB962C8B-B14F-4D97-AF65-F5344CB8AC3E}">
        <p14:creationId xmlns:p14="http://schemas.microsoft.com/office/powerpoint/2010/main" val="120142037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7FBB48-7296-B043-B166-77771F65499C}"/>
              </a:ext>
            </a:extLst>
          </p:cNvPr>
          <p:cNvSpPr>
            <a:spLocks noGrp="1"/>
          </p:cNvSpPr>
          <p:nvPr>
            <p:ph type="title"/>
          </p:nvPr>
        </p:nvSpPr>
        <p:spPr/>
        <p:txBody>
          <a:bodyPr>
            <a:normAutofit fontScale="90000"/>
          </a:bodyPr>
          <a:lstStyle/>
          <a:p>
            <a:r>
              <a:rPr lang="vi-VN"/>
              <a:t>TỔNG KẾT</a:t>
            </a:r>
            <a:endParaRPr lang="en-VN"/>
          </a:p>
        </p:txBody>
      </p:sp>
      <p:sp>
        <p:nvSpPr>
          <p:cNvPr id="4" name="Footer Placeholder 3">
            <a:extLst>
              <a:ext uri="{FF2B5EF4-FFF2-40B4-BE49-F238E27FC236}">
                <a16:creationId xmlns:a16="http://schemas.microsoft.com/office/drawing/2014/main" id="{BD93ECB3-5B10-BA49-8F5D-1DA6F668CBC2}"/>
              </a:ext>
            </a:extLst>
          </p:cNvPr>
          <p:cNvSpPr>
            <a:spLocks noGrp="1"/>
          </p:cNvSpPr>
          <p:nvPr>
            <p:ph type="ftr" sz="quarter" idx="11"/>
          </p:nvPr>
        </p:nvSpPr>
        <p:spPr/>
        <p:txBody>
          <a:bodyPr/>
          <a:lstStyle/>
          <a:p>
            <a:r>
              <a:rPr lang="en-US"/>
              <a:t>Bài 5: Hàm</a:t>
            </a:r>
          </a:p>
        </p:txBody>
      </p:sp>
      <p:sp>
        <p:nvSpPr>
          <p:cNvPr id="5" name="Slide Number Placeholder 4">
            <a:extLst>
              <a:ext uri="{FF2B5EF4-FFF2-40B4-BE49-F238E27FC236}">
                <a16:creationId xmlns:a16="http://schemas.microsoft.com/office/drawing/2014/main" id="{9C473E3F-2EED-C248-B738-5994C36569BE}"/>
              </a:ext>
            </a:extLst>
          </p:cNvPr>
          <p:cNvSpPr>
            <a:spLocks noGrp="1"/>
          </p:cNvSpPr>
          <p:nvPr>
            <p:ph type="sldNum" sz="quarter" idx="12"/>
          </p:nvPr>
        </p:nvSpPr>
        <p:spPr/>
        <p:txBody>
          <a:bodyPr/>
          <a:lstStyle/>
          <a:p>
            <a:fld id="{1AD93096-5B34-4342-9326-69289CEAE4C2}" type="slidenum">
              <a:rPr lang="en-US" smtClean="0"/>
              <a:pPr/>
              <a:t>45</a:t>
            </a:fld>
            <a:endParaRPr lang="en-US"/>
          </a:p>
        </p:txBody>
      </p:sp>
      <p:sp>
        <p:nvSpPr>
          <p:cNvPr id="3" name="Content Placeholder 2">
            <a:extLst>
              <a:ext uri="{FF2B5EF4-FFF2-40B4-BE49-F238E27FC236}">
                <a16:creationId xmlns:a16="http://schemas.microsoft.com/office/drawing/2014/main" id="{5AF176FD-7669-EF49-B2D4-CDB406817E64}"/>
              </a:ext>
            </a:extLst>
          </p:cNvPr>
          <p:cNvSpPr>
            <a:spLocks noGrp="1"/>
          </p:cNvSpPr>
          <p:nvPr>
            <p:ph idx="1"/>
          </p:nvPr>
        </p:nvSpPr>
        <p:spPr>
          <a:xfrm>
            <a:off x="628650" y="2023782"/>
            <a:ext cx="6054329" cy="2810435"/>
          </a:xfrm>
        </p:spPr>
        <p:txBody>
          <a:bodyPr>
            <a:normAutofit/>
          </a:bodyPr>
          <a:lstStyle/>
          <a:p>
            <a:pPr algn="just"/>
            <a:r>
              <a:rPr lang="en-VN"/>
              <a:t>Hiểu </a:t>
            </a:r>
            <a:r>
              <a:rPr lang="en-VN">
                <a:solidFill>
                  <a:srgbClr val="EF6822"/>
                </a:solidFill>
              </a:rPr>
              <a:t>khái niệm Hàm </a:t>
            </a:r>
            <a:r>
              <a:rPr lang="en-VN"/>
              <a:t>trong lập trình</a:t>
            </a:r>
          </a:p>
          <a:p>
            <a:r>
              <a:rPr lang="en-VN" sz="2400"/>
              <a:t>Nắm vững cú pháp </a:t>
            </a:r>
            <a:r>
              <a:rPr lang="en-VN" sz="2400">
                <a:solidFill>
                  <a:srgbClr val="EF6822"/>
                </a:solidFill>
              </a:rPr>
              <a:t>định nghĩa </a:t>
            </a:r>
            <a:r>
              <a:rPr lang="en-VN" sz="2400"/>
              <a:t>và</a:t>
            </a:r>
            <a:r>
              <a:rPr lang="en-VN" sz="2400">
                <a:solidFill>
                  <a:srgbClr val="EF6822"/>
                </a:solidFill>
              </a:rPr>
              <a:t> gọi Hàm</a:t>
            </a:r>
          </a:p>
          <a:p>
            <a:r>
              <a:rPr lang="en-VN" sz="2400"/>
              <a:t>Phân biệt được 2 dạng truyền tham số: </a:t>
            </a:r>
            <a:r>
              <a:rPr lang="en-VN" sz="2400">
                <a:solidFill>
                  <a:srgbClr val="EF6822"/>
                </a:solidFill>
              </a:rPr>
              <a:t>truyền giá trị và truyền tham chiếu</a:t>
            </a:r>
          </a:p>
        </p:txBody>
      </p:sp>
      <p:sp>
        <p:nvSpPr>
          <p:cNvPr id="7" name="Rectangle 6">
            <a:extLst>
              <a:ext uri="{FF2B5EF4-FFF2-40B4-BE49-F238E27FC236}">
                <a16:creationId xmlns:a16="http://schemas.microsoft.com/office/drawing/2014/main" id="{0C974B13-B1B8-E148-903B-85C71136A561}"/>
              </a:ext>
            </a:extLst>
          </p:cNvPr>
          <p:cNvSpPr/>
          <p:nvPr/>
        </p:nvSpPr>
        <p:spPr>
          <a:xfrm>
            <a:off x="7265838" y="2558623"/>
            <a:ext cx="933872" cy="1092607"/>
          </a:xfrm>
          <a:prstGeom prst="rect">
            <a:avLst/>
          </a:prstGeom>
          <a:noFill/>
        </p:spPr>
        <p:txBody>
          <a:bodyPr wrap="square" lIns="91440" tIns="45720" rIns="91440" bIns="45720">
            <a:spAutoFit/>
          </a:bodyPr>
          <a:lstStyle/>
          <a:p>
            <a:pPr algn="ctr"/>
            <a:r>
              <a:rPr lang="en-US" sz="6500" b="1">
                <a:ln w="19050" cmpd="sng">
                  <a:solidFill>
                    <a:srgbClr val="FF103D"/>
                  </a:solidFill>
                  <a:prstDash val="solid"/>
                </a:ln>
                <a:solidFill>
                  <a:srgbClr val="FFFF00"/>
                </a:solidFill>
                <a:effectLst>
                  <a:glow rad="101600">
                    <a:srgbClr val="FF0000">
                      <a:alpha val="40000"/>
                    </a:srgbClr>
                  </a:glow>
                </a:effectLst>
              </a:rPr>
              <a:t>5</a:t>
            </a:r>
          </a:p>
        </p:txBody>
      </p:sp>
    </p:spTree>
    <p:extLst>
      <p:ext uri="{BB962C8B-B14F-4D97-AF65-F5344CB8AC3E}">
        <p14:creationId xmlns:p14="http://schemas.microsoft.com/office/powerpoint/2010/main" val="253944092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84.8|19.8"/>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 2013 - 2022</Template>
  <TotalTime>11219</TotalTime>
  <Words>4934</Words>
  <Application>Microsoft Macintosh PowerPoint</Application>
  <PresentationFormat>On-screen Show (4:3)</PresentationFormat>
  <Paragraphs>878</Paragraphs>
  <Slides>45</Slides>
  <Notes>32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45</vt:i4>
      </vt:variant>
    </vt:vector>
  </HeadingPairs>
  <TitlesOfParts>
    <vt:vector size="54" baseType="lpstr">
      <vt:lpstr>Arial</vt:lpstr>
      <vt:lpstr>Arial (body)</vt:lpstr>
      <vt:lpstr>Calibri</vt:lpstr>
      <vt:lpstr>Cascadia Mono</vt:lpstr>
      <vt:lpstr>Consolas</vt:lpstr>
      <vt:lpstr>Courier New</vt:lpstr>
      <vt:lpstr>Helvetica</vt:lpstr>
      <vt:lpstr>Wingdings</vt:lpstr>
      <vt:lpstr>Office Theme</vt:lpstr>
      <vt:lpstr>Bài 5 Hàm</vt:lpstr>
      <vt:lpstr>NỘI DUNG</vt:lpstr>
      <vt:lpstr>GIỚI THIỆU HÀM</vt:lpstr>
      <vt:lpstr>GIỚI THIỆU HÀM</vt:lpstr>
      <vt:lpstr>GIỚI THIỆU HÀM</vt:lpstr>
      <vt:lpstr>GIỚI THIỆU HÀM</vt:lpstr>
      <vt:lpstr>ĐỊNH NGHĨA HÀM</vt:lpstr>
      <vt:lpstr>ĐỊNH NGHĨA HÀM</vt:lpstr>
      <vt:lpstr>ĐỊNH NGHĨA HÀM</vt:lpstr>
      <vt:lpstr>ĐỊNH NGHĨA HÀM</vt:lpstr>
      <vt:lpstr>ĐỊNH NGHĨA HÀM</vt:lpstr>
      <vt:lpstr>ĐỊNH NGHĨA HÀM</vt:lpstr>
      <vt:lpstr>ĐỊNH NGHĨA HÀM</vt:lpstr>
      <vt:lpstr>ĐỊNH NGHĨA HÀM</vt:lpstr>
      <vt:lpstr>ĐỊNH NGHĨA HÀM</vt:lpstr>
      <vt:lpstr>ĐỊNH NGHĨA HÀM</vt:lpstr>
      <vt:lpstr>LỜI GỌI HÀM</vt:lpstr>
      <vt:lpstr>LỜI GỌI HÀM</vt:lpstr>
      <vt:lpstr>LỜI GỌI HÀM</vt:lpstr>
      <vt:lpstr>LỜI GỌI HÀM</vt:lpstr>
      <vt:lpstr>LỜI GỌI HÀM</vt:lpstr>
      <vt:lpstr>VẬN DỤNG</vt:lpstr>
      <vt:lpstr>VẬN DỤNG</vt:lpstr>
      <vt:lpstr>VẬN DỤNG</vt:lpstr>
      <vt:lpstr>CÁC DẠNG KIỂU DỮ LIỆU TRONG C#</vt:lpstr>
      <vt:lpstr>CÁC DẠNG KIỂU DỮ LIỆU TRONG C#</vt:lpstr>
      <vt:lpstr>CÁC DẠNG KIỂU DỮ LIỆU TRONG C#</vt:lpstr>
      <vt:lpstr>CÁC DẠNG THAM SỐ CỦA HÀM</vt:lpstr>
      <vt:lpstr>TRUYỀN THAM TRỊ</vt:lpstr>
      <vt:lpstr>TRUYỀN THAM TRỊ</vt:lpstr>
      <vt:lpstr>TRUYỀN THAM TRỊ</vt:lpstr>
      <vt:lpstr>TRUYỀN THAM TRỊ</vt:lpstr>
      <vt:lpstr>TRUYỀN THAM TRỊ</vt:lpstr>
      <vt:lpstr>TRUYỀN THAM TRỊ</vt:lpstr>
      <vt:lpstr>TRUYỀN THAM TRỊ</vt:lpstr>
      <vt:lpstr>TRUYỀN THAM TRỊ</vt:lpstr>
      <vt:lpstr>TRUYỀN THAM CHIẾU</vt:lpstr>
      <vt:lpstr>TRUYỀN THAM CHIẾU</vt:lpstr>
      <vt:lpstr>TRUYỀN THAM CHIẾU</vt:lpstr>
      <vt:lpstr>TRUYỀN THAM CHIẾU</vt:lpstr>
      <vt:lpstr>TRUYỀN THAM CHIẾU</vt:lpstr>
      <vt:lpstr>SO SÁNH THAM CHIẾU REF / OUT</vt:lpstr>
      <vt:lpstr>VẬN DỤNG</vt:lpstr>
      <vt:lpstr>VẬN DỤNG</vt:lpstr>
      <vt:lpstr>TỔNG KẾT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Trương Nguyệt</dc:creator>
  <cp:lastModifiedBy>Loc Huynh</cp:lastModifiedBy>
  <cp:revision>345</cp:revision>
  <cp:lastPrinted>2023-10-25T02:38:50Z</cp:lastPrinted>
  <dcterms:created xsi:type="dcterms:W3CDTF">2021-11-12T01:36:46Z</dcterms:created>
  <dcterms:modified xsi:type="dcterms:W3CDTF">2023-10-27T11:03:27Z</dcterms:modified>
</cp:coreProperties>
</file>